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5.xml.rels" ContentType="application/vnd.openxmlformats-package.relationships+xml"/>
  <Override PartName="/ppt/slides/_rels/slide17.xml.rels" ContentType="application/vnd.openxmlformats-package.relationships+xml"/>
  <Override PartName="/ppt/slides/_rels/slide6.xml.rels" ContentType="application/vnd.openxmlformats-package.relationships+xml"/>
  <Override PartName="/ppt/slides/_rels/slide16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12.xml.rels" ContentType="application/vnd.openxmlformats-package.relationships+xml"/>
  <Override PartName="/ppt/slides/_rels/slide1.xml.rels" ContentType="application/vnd.openxmlformats-package.relationships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47720" y="2504880"/>
            <a:ext cx="9887400" cy="780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50" strike="noStrike" u="none">
                <a:solidFill>
                  <a:srgbClr val="224466"/>
                </a:solidFill>
                <a:effectLst/>
                <a:uFillTx/>
                <a:latin typeface="MPLUS2"/>
                <a:ea typeface="MPLUS2"/>
              </a:rPr>
              <a:t>12.4 </a:t>
            </a:r>
            <a:r>
              <a:rPr b="1" lang="zh-CN" sz="4350" strike="noStrike" u="none">
                <a:solidFill>
                  <a:srgbClr val="224466"/>
                </a:solidFill>
                <a:effectLst/>
                <a:uFillTx/>
                <a:latin typeface="MPLUS2"/>
                <a:ea typeface="MPLUS2"/>
              </a:rPr>
              <a:t>敵対的生成ネットワーク </a:t>
            </a:r>
            <a:r>
              <a:rPr b="1" lang="en-US" sz="4350" strike="noStrike" u="none">
                <a:solidFill>
                  <a:srgbClr val="224466"/>
                </a:solidFill>
                <a:effectLst/>
                <a:uFillTx/>
                <a:latin typeface="MPLUS2"/>
                <a:ea typeface="MPLUS2"/>
              </a:rPr>
              <a:t>(GAN)</a:t>
            </a:r>
            <a:endParaRPr b="0" lang="en-US" sz="4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47720" y="3543120"/>
            <a:ext cx="1319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pp302-308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47720" y="3962520"/>
            <a:ext cx="35272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Presented by Kenichiro Goto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47720" y="1961280"/>
            <a:ext cx="321372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12.4.1 </a:t>
            </a:r>
            <a:r>
              <a:rPr b="1" lang="zh-CN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基本的な</a:t>
            </a:r>
            <a:r>
              <a:rPr b="1" lang="en-US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GAN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47720" y="2533680"/>
            <a:ext cx="74437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敵対的生成ネットワーク 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(Generative Adversarial Networks)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2492640" y="325728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0" y="399"/>
                </a:cubicBezTo>
                <a:cubicBezTo>
                  <a:pt x="42" y="399"/>
                  <a:pt x="14" y="400"/>
                  <a:pt x="6" y="402"/>
                </a:cubicBezTo>
                <a:lnTo>
                  <a:pt x="0" y="402"/>
                </a:lnTo>
                <a:lnTo>
                  <a:pt x="0" y="345"/>
                </a:lnTo>
                <a:lnTo>
                  <a:pt x="87" y="345"/>
                </a:lnTo>
                <a:lnTo>
                  <a:pt x="202" y="209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0" y="3"/>
                </a:cubicBezTo>
                <a:cubicBezTo>
                  <a:pt x="173" y="3"/>
                  <a:pt x="209" y="2"/>
                  <a:pt x="220" y="0"/>
                </a:cubicBezTo>
                <a:lnTo>
                  <a:pt x="228" y="0"/>
                </a:lnTo>
                <a:lnTo>
                  <a:pt x="228" y="56"/>
                </a:lnTo>
                <a:lnTo>
                  <a:pt x="203" y="56"/>
                </a:lnTo>
                <a:lnTo>
                  <a:pt x="235" y="95"/>
                </a:lnTo>
                <a:cubicBezTo>
                  <a:pt x="255" y="120"/>
                  <a:pt x="266" y="133"/>
                  <a:pt x="266" y="133"/>
                </a:cubicBezTo>
                <a:cubicBezTo>
                  <a:pt x="269" y="133"/>
                  <a:pt x="280" y="120"/>
                  <a:pt x="301" y="93"/>
                </a:cubicBezTo>
                <a:lnTo>
                  <a:pt x="332" y="56"/>
                </a:lnTo>
                <a:lnTo>
                  <a:pt x="299" y="56"/>
                </a:lnTo>
                <a:lnTo>
                  <a:pt x="299" y="0"/>
                </a:lnTo>
                <a:lnTo>
                  <a:pt x="306" y="0"/>
                </a:lnTo>
                <a:cubicBezTo>
                  <a:pt x="315" y="2"/>
                  <a:pt x="347" y="3"/>
                  <a:pt x="402" y="3"/>
                </a:cubicBezTo>
                <a:cubicBezTo>
                  <a:pt x="450" y="3"/>
                  <a:pt x="479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6" y="56"/>
                </a:lnTo>
                <a:lnTo>
                  <a:pt x="301" y="179"/>
                </a:lnTo>
                <a:lnTo>
                  <a:pt x="436" y="344"/>
                </a:lnTo>
                <a:lnTo>
                  <a:pt x="474" y="345"/>
                </a:lnTo>
                <a:lnTo>
                  <a:pt x="511" y="345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4" y="399"/>
                </a:cubicBezTo>
                <a:cubicBezTo>
                  <a:pt x="342" y="399"/>
                  <a:pt x="305" y="400"/>
                  <a:pt x="294" y="402"/>
                </a:cubicBezTo>
                <a:lnTo>
                  <a:pt x="286" y="402"/>
                </a:lnTo>
                <a:lnTo>
                  <a:pt x="286" y="345"/>
                </a:lnTo>
                <a:lnTo>
                  <a:pt x="311" y="345"/>
                </a:lnTo>
                <a:cubicBezTo>
                  <a:pt x="311" y="344"/>
                  <a:pt x="299" y="329"/>
                  <a:pt x="275" y="300"/>
                </a:cubicBezTo>
                <a:cubicBezTo>
                  <a:pt x="251" y="270"/>
                  <a:pt x="239" y="255"/>
                  <a:pt x="238" y="254"/>
                </a:cubicBezTo>
                <a:lnTo>
                  <a:pt x="160" y="344"/>
                </a:lnTo>
                <a:lnTo>
                  <a:pt x="177" y="345"/>
                </a:lnTo>
                <a:lnTo>
                  <a:pt x="193" y="345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47720" y="3105000"/>
            <a:ext cx="1793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目標：データ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3654360" y="3252600"/>
            <a:ext cx="174600" cy="207000"/>
          </a:xfrm>
          <a:custGeom>
            <a:avLst/>
            <a:gdLst/>
            <a:ahLst/>
            <a:rect l="0" t="0" r="r" b="b"/>
            <a:pathLst>
              <a:path w="485" h="575">
                <a:moveTo>
                  <a:pt x="56" y="140"/>
                </a:moveTo>
                <a:cubicBezTo>
                  <a:pt x="56" y="138"/>
                  <a:pt x="57" y="136"/>
                  <a:pt x="58" y="133"/>
                </a:cubicBezTo>
                <a:cubicBezTo>
                  <a:pt x="58" y="130"/>
                  <a:pt x="60" y="123"/>
                  <a:pt x="62" y="113"/>
                </a:cubicBezTo>
                <a:cubicBezTo>
                  <a:pt x="65" y="103"/>
                  <a:pt x="68" y="93"/>
                  <a:pt x="71" y="85"/>
                </a:cubicBezTo>
                <a:cubicBezTo>
                  <a:pt x="75" y="77"/>
                  <a:pt x="79" y="67"/>
                  <a:pt x="85" y="55"/>
                </a:cubicBezTo>
                <a:cubicBezTo>
                  <a:pt x="90" y="44"/>
                  <a:pt x="96" y="35"/>
                  <a:pt x="103" y="28"/>
                </a:cubicBezTo>
                <a:cubicBezTo>
                  <a:pt x="109" y="22"/>
                  <a:pt x="117" y="15"/>
                  <a:pt x="126" y="8"/>
                </a:cubicBezTo>
                <a:cubicBezTo>
                  <a:pt x="135" y="2"/>
                  <a:pt x="145" y="-1"/>
                  <a:pt x="156" y="0"/>
                </a:cubicBezTo>
                <a:cubicBezTo>
                  <a:pt x="201" y="0"/>
                  <a:pt x="230" y="19"/>
                  <a:pt x="244" y="58"/>
                </a:cubicBezTo>
                <a:lnTo>
                  <a:pt x="253" y="50"/>
                </a:lnTo>
                <a:cubicBezTo>
                  <a:pt x="290" y="17"/>
                  <a:pt x="325" y="0"/>
                  <a:pt x="359" y="0"/>
                </a:cubicBezTo>
                <a:cubicBezTo>
                  <a:pt x="398" y="0"/>
                  <a:pt x="429" y="14"/>
                  <a:pt x="451" y="43"/>
                </a:cubicBezTo>
                <a:cubicBezTo>
                  <a:pt x="473" y="71"/>
                  <a:pt x="485" y="105"/>
                  <a:pt x="485" y="145"/>
                </a:cubicBezTo>
                <a:cubicBezTo>
                  <a:pt x="485" y="210"/>
                  <a:pt x="462" y="270"/>
                  <a:pt x="416" y="325"/>
                </a:cubicBezTo>
                <a:cubicBezTo>
                  <a:pt x="370" y="380"/>
                  <a:pt x="319" y="407"/>
                  <a:pt x="261" y="408"/>
                </a:cubicBezTo>
                <a:cubicBezTo>
                  <a:pt x="248" y="408"/>
                  <a:pt x="236" y="406"/>
                  <a:pt x="225" y="403"/>
                </a:cubicBezTo>
                <a:cubicBezTo>
                  <a:pt x="218" y="400"/>
                  <a:pt x="211" y="395"/>
                  <a:pt x="204" y="389"/>
                </a:cubicBezTo>
                <a:cubicBezTo>
                  <a:pt x="197" y="383"/>
                  <a:pt x="191" y="378"/>
                  <a:pt x="187" y="374"/>
                </a:cubicBezTo>
                <a:lnTo>
                  <a:pt x="180" y="367"/>
                </a:lnTo>
                <a:cubicBezTo>
                  <a:pt x="180" y="367"/>
                  <a:pt x="173" y="393"/>
                  <a:pt x="161" y="446"/>
                </a:cubicBezTo>
                <a:cubicBezTo>
                  <a:pt x="148" y="498"/>
                  <a:pt x="142" y="524"/>
                  <a:pt x="142" y="525"/>
                </a:cubicBezTo>
                <a:cubicBezTo>
                  <a:pt x="142" y="528"/>
                  <a:pt x="144" y="530"/>
                  <a:pt x="149" y="531"/>
                </a:cubicBezTo>
                <a:cubicBezTo>
                  <a:pt x="154" y="532"/>
                  <a:pt x="165" y="532"/>
                  <a:pt x="182" y="534"/>
                </a:cubicBezTo>
                <a:lnTo>
                  <a:pt x="205" y="534"/>
                </a:lnTo>
                <a:cubicBezTo>
                  <a:pt x="208" y="538"/>
                  <a:pt x="210" y="541"/>
                  <a:pt x="210" y="542"/>
                </a:cubicBezTo>
                <a:cubicBezTo>
                  <a:pt x="210" y="543"/>
                  <a:pt x="209" y="548"/>
                  <a:pt x="207" y="558"/>
                </a:cubicBezTo>
                <a:cubicBezTo>
                  <a:pt x="206" y="565"/>
                  <a:pt x="204" y="570"/>
                  <a:pt x="202" y="572"/>
                </a:cubicBezTo>
                <a:cubicBezTo>
                  <a:pt x="200" y="573"/>
                  <a:pt x="196" y="575"/>
                  <a:pt x="190" y="575"/>
                </a:cubicBezTo>
                <a:cubicBezTo>
                  <a:pt x="189" y="575"/>
                  <a:pt x="186" y="575"/>
                  <a:pt x="180" y="575"/>
                </a:cubicBezTo>
                <a:cubicBezTo>
                  <a:pt x="175" y="575"/>
                  <a:pt x="165" y="575"/>
                  <a:pt x="150" y="574"/>
                </a:cubicBezTo>
                <a:cubicBezTo>
                  <a:pt x="135" y="574"/>
                  <a:pt x="116" y="573"/>
                  <a:pt x="94" y="573"/>
                </a:cubicBezTo>
                <a:cubicBezTo>
                  <a:pt x="52" y="573"/>
                  <a:pt x="25" y="574"/>
                  <a:pt x="13" y="575"/>
                </a:cubicBezTo>
                <a:lnTo>
                  <a:pt x="6" y="575"/>
                </a:lnTo>
                <a:cubicBezTo>
                  <a:pt x="2" y="571"/>
                  <a:pt x="0" y="568"/>
                  <a:pt x="0" y="565"/>
                </a:cubicBezTo>
                <a:cubicBezTo>
                  <a:pt x="1" y="549"/>
                  <a:pt x="5" y="538"/>
                  <a:pt x="12" y="534"/>
                </a:cubicBezTo>
                <a:lnTo>
                  <a:pt x="30" y="534"/>
                </a:lnTo>
                <a:cubicBezTo>
                  <a:pt x="50" y="533"/>
                  <a:pt x="62" y="529"/>
                  <a:pt x="65" y="523"/>
                </a:cubicBezTo>
                <a:cubicBezTo>
                  <a:pt x="67" y="519"/>
                  <a:pt x="85" y="447"/>
                  <a:pt x="120" y="306"/>
                </a:cubicBezTo>
                <a:cubicBezTo>
                  <a:pt x="155" y="166"/>
                  <a:pt x="173" y="92"/>
                  <a:pt x="175" y="83"/>
                </a:cubicBezTo>
                <a:cubicBezTo>
                  <a:pt x="176" y="80"/>
                  <a:pt x="176" y="76"/>
                  <a:pt x="176" y="71"/>
                </a:cubicBezTo>
                <a:cubicBezTo>
                  <a:pt x="176" y="46"/>
                  <a:pt x="168" y="34"/>
                  <a:pt x="153" y="34"/>
                </a:cubicBezTo>
                <a:cubicBezTo>
                  <a:pt x="140" y="34"/>
                  <a:pt x="129" y="42"/>
                  <a:pt x="120" y="59"/>
                </a:cubicBezTo>
                <a:cubicBezTo>
                  <a:pt x="111" y="76"/>
                  <a:pt x="104" y="94"/>
                  <a:pt x="99" y="114"/>
                </a:cubicBezTo>
                <a:cubicBezTo>
                  <a:pt x="94" y="134"/>
                  <a:pt x="91" y="145"/>
                  <a:pt x="88" y="146"/>
                </a:cubicBezTo>
                <a:cubicBezTo>
                  <a:pt x="87" y="148"/>
                  <a:pt x="82" y="148"/>
                  <a:pt x="74" y="148"/>
                </a:cubicBezTo>
                <a:lnTo>
                  <a:pt x="61" y="148"/>
                </a:lnTo>
                <a:cubicBezTo>
                  <a:pt x="58" y="145"/>
                  <a:pt x="56" y="142"/>
                  <a:pt x="56" y="140"/>
                </a:cubicBezTo>
                <a:moveTo>
                  <a:pt x="196" y="307"/>
                </a:moveTo>
                <a:cubicBezTo>
                  <a:pt x="209" y="353"/>
                  <a:pt x="231" y="376"/>
                  <a:pt x="263" y="376"/>
                </a:cubicBezTo>
                <a:cubicBezTo>
                  <a:pt x="282" y="376"/>
                  <a:pt x="299" y="369"/>
                  <a:pt x="316" y="355"/>
                </a:cubicBezTo>
                <a:cubicBezTo>
                  <a:pt x="333" y="341"/>
                  <a:pt x="347" y="324"/>
                  <a:pt x="357" y="303"/>
                </a:cubicBezTo>
                <a:cubicBezTo>
                  <a:pt x="368" y="282"/>
                  <a:pt x="379" y="250"/>
                  <a:pt x="390" y="205"/>
                </a:cubicBezTo>
                <a:cubicBezTo>
                  <a:pt x="401" y="161"/>
                  <a:pt x="406" y="127"/>
                  <a:pt x="407" y="106"/>
                </a:cubicBezTo>
                <a:lnTo>
                  <a:pt x="407" y="100"/>
                </a:lnTo>
                <a:cubicBezTo>
                  <a:pt x="407" y="56"/>
                  <a:pt x="389" y="34"/>
                  <a:pt x="352" y="34"/>
                </a:cubicBezTo>
                <a:cubicBezTo>
                  <a:pt x="345" y="34"/>
                  <a:pt x="339" y="34"/>
                  <a:pt x="332" y="36"/>
                </a:cubicBezTo>
                <a:cubicBezTo>
                  <a:pt x="325" y="38"/>
                  <a:pt x="319" y="41"/>
                  <a:pt x="312" y="44"/>
                </a:cubicBezTo>
                <a:cubicBezTo>
                  <a:pt x="306" y="48"/>
                  <a:pt x="300" y="52"/>
                  <a:pt x="294" y="56"/>
                </a:cubicBezTo>
                <a:cubicBezTo>
                  <a:pt x="289" y="60"/>
                  <a:pt x="284" y="65"/>
                  <a:pt x="279" y="70"/>
                </a:cubicBezTo>
                <a:cubicBezTo>
                  <a:pt x="274" y="74"/>
                  <a:pt x="270" y="79"/>
                  <a:pt x="265" y="83"/>
                </a:cubicBezTo>
                <a:cubicBezTo>
                  <a:pt x="261" y="87"/>
                  <a:pt x="258" y="92"/>
                  <a:pt x="255" y="96"/>
                </a:cubicBezTo>
                <a:cubicBezTo>
                  <a:pt x="253" y="100"/>
                  <a:pt x="251" y="103"/>
                  <a:pt x="248" y="105"/>
                </a:cubicBezTo>
                <a:lnTo>
                  <a:pt x="245" y="108"/>
                </a:lnTo>
                <a:cubicBezTo>
                  <a:pt x="245" y="109"/>
                  <a:pt x="245" y="113"/>
                  <a:pt x="243" y="121"/>
                </a:cubicBezTo>
                <a:cubicBezTo>
                  <a:pt x="241" y="129"/>
                  <a:pt x="238" y="142"/>
                  <a:pt x="232" y="161"/>
                </a:cubicBezTo>
                <a:cubicBezTo>
                  <a:pt x="227" y="179"/>
                  <a:pt x="223" y="195"/>
                  <a:pt x="219" y="208"/>
                </a:cubicBezTo>
                <a:cubicBezTo>
                  <a:pt x="204" y="272"/>
                  <a:pt x="196" y="305"/>
                  <a:pt x="196" y="30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3861000" y="315252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1"/>
                </a:moveTo>
                <a:cubicBezTo>
                  <a:pt x="0" y="410"/>
                  <a:pt x="3" y="371"/>
                  <a:pt x="9" y="333"/>
                </a:cubicBezTo>
                <a:cubicBezTo>
                  <a:pt x="15" y="296"/>
                  <a:pt x="22" y="264"/>
                  <a:pt x="30" y="237"/>
                </a:cubicBezTo>
                <a:cubicBezTo>
                  <a:pt x="37" y="210"/>
                  <a:pt x="49" y="183"/>
                  <a:pt x="63" y="157"/>
                </a:cubicBezTo>
                <a:cubicBezTo>
                  <a:pt x="77" y="131"/>
                  <a:pt x="89" y="111"/>
                  <a:pt x="97" y="97"/>
                </a:cubicBezTo>
                <a:cubicBezTo>
                  <a:pt x="106" y="82"/>
                  <a:pt x="118" y="67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6"/>
                  <a:pt x="177" y="9"/>
                  <a:pt x="189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7" y="3"/>
                  <a:pt x="217" y="8"/>
                </a:cubicBezTo>
                <a:cubicBezTo>
                  <a:pt x="217" y="10"/>
                  <a:pt x="211" y="16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50" y="96"/>
                  <a:pt x="135" y="122"/>
                  <a:pt x="119" y="153"/>
                </a:cubicBezTo>
                <a:cubicBezTo>
                  <a:pt x="104" y="183"/>
                  <a:pt x="91" y="225"/>
                  <a:pt x="81" y="277"/>
                </a:cubicBezTo>
                <a:cubicBezTo>
                  <a:pt x="71" y="330"/>
                  <a:pt x="66" y="388"/>
                  <a:pt x="66" y="451"/>
                </a:cubicBezTo>
                <a:cubicBezTo>
                  <a:pt x="66" y="515"/>
                  <a:pt x="71" y="573"/>
                  <a:pt x="81" y="625"/>
                </a:cubicBezTo>
                <a:cubicBezTo>
                  <a:pt x="91" y="676"/>
                  <a:pt x="104" y="719"/>
                  <a:pt x="118" y="751"/>
                </a:cubicBezTo>
                <a:cubicBezTo>
                  <a:pt x="134" y="783"/>
                  <a:pt x="148" y="809"/>
                  <a:pt x="163" y="829"/>
                </a:cubicBezTo>
                <a:cubicBezTo>
                  <a:pt x="178" y="849"/>
                  <a:pt x="191" y="865"/>
                  <a:pt x="201" y="877"/>
                </a:cubicBezTo>
                <a:cubicBezTo>
                  <a:pt x="211" y="889"/>
                  <a:pt x="217" y="895"/>
                  <a:pt x="217" y="896"/>
                </a:cubicBezTo>
                <a:cubicBezTo>
                  <a:pt x="217" y="901"/>
                  <a:pt x="212" y="904"/>
                  <a:pt x="203" y="904"/>
                </a:cubicBezTo>
                <a:lnTo>
                  <a:pt x="200" y="904"/>
                </a:lnTo>
                <a:lnTo>
                  <a:pt x="189" y="904"/>
                </a:lnTo>
                <a:lnTo>
                  <a:pt x="163" y="882"/>
                </a:lnTo>
                <a:cubicBezTo>
                  <a:pt x="106" y="831"/>
                  <a:pt x="65" y="767"/>
                  <a:pt x="39" y="690"/>
                </a:cubicBezTo>
                <a:cubicBezTo>
                  <a:pt x="13" y="613"/>
                  <a:pt x="0" y="534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3963600" y="325188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0" y="399"/>
                </a:cubicBezTo>
                <a:cubicBezTo>
                  <a:pt x="42" y="399"/>
                  <a:pt x="14" y="400"/>
                  <a:pt x="6" y="402"/>
                </a:cubicBezTo>
                <a:lnTo>
                  <a:pt x="0" y="402"/>
                </a:lnTo>
                <a:lnTo>
                  <a:pt x="0" y="345"/>
                </a:lnTo>
                <a:lnTo>
                  <a:pt x="87" y="345"/>
                </a:lnTo>
                <a:lnTo>
                  <a:pt x="202" y="209"/>
                </a:lnTo>
                <a:lnTo>
                  <a:pt x="79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0" y="3"/>
                </a:cubicBezTo>
                <a:cubicBezTo>
                  <a:pt x="173" y="3"/>
                  <a:pt x="209" y="2"/>
                  <a:pt x="220" y="0"/>
                </a:cubicBezTo>
                <a:lnTo>
                  <a:pt x="228" y="0"/>
                </a:lnTo>
                <a:lnTo>
                  <a:pt x="228" y="56"/>
                </a:lnTo>
                <a:lnTo>
                  <a:pt x="203" y="56"/>
                </a:lnTo>
                <a:lnTo>
                  <a:pt x="235" y="95"/>
                </a:lnTo>
                <a:cubicBezTo>
                  <a:pt x="255" y="120"/>
                  <a:pt x="266" y="133"/>
                  <a:pt x="266" y="133"/>
                </a:cubicBezTo>
                <a:cubicBezTo>
                  <a:pt x="269" y="133"/>
                  <a:pt x="280" y="120"/>
                  <a:pt x="301" y="93"/>
                </a:cubicBezTo>
                <a:lnTo>
                  <a:pt x="332" y="56"/>
                </a:lnTo>
                <a:lnTo>
                  <a:pt x="299" y="56"/>
                </a:lnTo>
                <a:lnTo>
                  <a:pt x="299" y="0"/>
                </a:lnTo>
                <a:lnTo>
                  <a:pt x="306" y="0"/>
                </a:lnTo>
                <a:cubicBezTo>
                  <a:pt x="315" y="2"/>
                  <a:pt x="347" y="3"/>
                  <a:pt x="402" y="3"/>
                </a:cubicBezTo>
                <a:cubicBezTo>
                  <a:pt x="451" y="3"/>
                  <a:pt x="479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6" y="56"/>
                </a:lnTo>
                <a:lnTo>
                  <a:pt x="301" y="179"/>
                </a:lnTo>
                <a:lnTo>
                  <a:pt x="436" y="344"/>
                </a:lnTo>
                <a:lnTo>
                  <a:pt x="474" y="345"/>
                </a:lnTo>
                <a:lnTo>
                  <a:pt x="511" y="345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4" y="399"/>
                </a:cubicBezTo>
                <a:cubicBezTo>
                  <a:pt x="342" y="399"/>
                  <a:pt x="305" y="400"/>
                  <a:pt x="294" y="402"/>
                </a:cubicBezTo>
                <a:lnTo>
                  <a:pt x="286" y="402"/>
                </a:lnTo>
                <a:lnTo>
                  <a:pt x="286" y="345"/>
                </a:lnTo>
                <a:lnTo>
                  <a:pt x="311" y="345"/>
                </a:lnTo>
                <a:cubicBezTo>
                  <a:pt x="311" y="345"/>
                  <a:pt x="299" y="329"/>
                  <a:pt x="275" y="300"/>
                </a:cubicBezTo>
                <a:cubicBezTo>
                  <a:pt x="251" y="271"/>
                  <a:pt x="239" y="255"/>
                  <a:pt x="238" y="254"/>
                </a:cubicBezTo>
                <a:lnTo>
                  <a:pt x="160" y="344"/>
                </a:lnTo>
                <a:lnTo>
                  <a:pt x="177" y="345"/>
                </a:lnTo>
                <a:lnTo>
                  <a:pt x="193" y="345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4172040" y="315252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7" y="0"/>
                </a:lnTo>
                <a:lnTo>
                  <a:pt x="53" y="22"/>
                </a:lnTo>
                <a:cubicBezTo>
                  <a:pt x="109" y="73"/>
                  <a:pt x="152" y="137"/>
                  <a:pt x="177" y="213"/>
                </a:cubicBezTo>
                <a:cubicBezTo>
                  <a:pt x="203" y="290"/>
                  <a:pt x="216" y="369"/>
                  <a:pt x="216" y="451"/>
                </a:cubicBezTo>
                <a:cubicBezTo>
                  <a:pt x="216" y="492"/>
                  <a:pt x="213" y="532"/>
                  <a:pt x="207" y="570"/>
                </a:cubicBezTo>
                <a:cubicBezTo>
                  <a:pt x="201" y="608"/>
                  <a:pt x="194" y="640"/>
                  <a:pt x="186" y="666"/>
                </a:cubicBezTo>
                <a:cubicBezTo>
                  <a:pt x="179" y="693"/>
                  <a:pt x="167" y="720"/>
                  <a:pt x="153" y="747"/>
                </a:cubicBezTo>
                <a:cubicBezTo>
                  <a:pt x="139" y="773"/>
                  <a:pt x="126" y="793"/>
                  <a:pt x="118" y="807"/>
                </a:cubicBezTo>
                <a:cubicBezTo>
                  <a:pt x="109" y="821"/>
                  <a:pt x="97" y="836"/>
                  <a:pt x="81" y="853"/>
                </a:cubicBezTo>
                <a:cubicBezTo>
                  <a:pt x="64" y="870"/>
                  <a:pt x="55" y="880"/>
                  <a:pt x="52" y="883"/>
                </a:cubicBezTo>
                <a:cubicBezTo>
                  <a:pt x="49" y="886"/>
                  <a:pt x="42" y="892"/>
                  <a:pt x="31" y="900"/>
                </a:cubicBezTo>
                <a:cubicBezTo>
                  <a:pt x="29" y="902"/>
                  <a:pt x="28" y="903"/>
                  <a:pt x="27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3" y="903"/>
                  <a:pt x="2" y="901"/>
                </a:cubicBezTo>
                <a:cubicBezTo>
                  <a:pt x="1" y="899"/>
                  <a:pt x="0" y="896"/>
                  <a:pt x="0" y="893"/>
                </a:cubicBezTo>
                <a:cubicBezTo>
                  <a:pt x="0" y="892"/>
                  <a:pt x="3" y="888"/>
                  <a:pt x="9" y="881"/>
                </a:cubicBezTo>
                <a:cubicBezTo>
                  <a:pt x="103" y="784"/>
                  <a:pt x="150" y="640"/>
                  <a:pt x="150" y="451"/>
                </a:cubicBezTo>
                <a:cubicBezTo>
                  <a:pt x="150" y="263"/>
                  <a:pt x="103" y="120"/>
                  <a:pt x="9" y="23"/>
                </a:cubicBezTo>
                <a:cubicBezTo>
                  <a:pt x="3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681640" y="3105000"/>
            <a:ext cx="11041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の分布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5830560" y="317448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30" y="49"/>
                </a:moveTo>
                <a:cubicBezTo>
                  <a:pt x="230" y="45"/>
                  <a:pt x="213" y="42"/>
                  <a:pt x="179" y="41"/>
                </a:cubicBezTo>
                <a:cubicBezTo>
                  <a:pt x="165" y="41"/>
                  <a:pt x="156" y="41"/>
                  <a:pt x="152" y="40"/>
                </a:cubicBezTo>
                <a:cubicBezTo>
                  <a:pt x="148" y="40"/>
                  <a:pt x="145" y="37"/>
                  <a:pt x="145" y="32"/>
                </a:cubicBezTo>
                <a:cubicBezTo>
                  <a:pt x="145" y="27"/>
                  <a:pt x="147" y="21"/>
                  <a:pt x="149" y="14"/>
                </a:cubicBezTo>
                <a:cubicBezTo>
                  <a:pt x="151" y="7"/>
                  <a:pt x="154" y="2"/>
                  <a:pt x="155" y="1"/>
                </a:cubicBezTo>
                <a:cubicBezTo>
                  <a:pt x="157" y="0"/>
                  <a:pt x="216" y="0"/>
                  <a:pt x="335" y="0"/>
                </a:cubicBezTo>
                <a:cubicBezTo>
                  <a:pt x="435" y="0"/>
                  <a:pt x="492" y="1"/>
                  <a:pt x="504" y="1"/>
                </a:cubicBezTo>
                <a:cubicBezTo>
                  <a:pt x="516" y="1"/>
                  <a:pt x="528" y="2"/>
                  <a:pt x="540" y="6"/>
                </a:cubicBezTo>
                <a:cubicBezTo>
                  <a:pt x="583" y="16"/>
                  <a:pt x="620" y="40"/>
                  <a:pt x="650" y="77"/>
                </a:cubicBezTo>
                <a:cubicBezTo>
                  <a:pt x="680" y="116"/>
                  <a:pt x="695" y="166"/>
                  <a:pt x="696" y="228"/>
                </a:cubicBezTo>
                <a:cubicBezTo>
                  <a:pt x="696" y="322"/>
                  <a:pt x="664" y="406"/>
                  <a:pt x="599" y="481"/>
                </a:cubicBezTo>
                <a:cubicBezTo>
                  <a:pt x="535" y="555"/>
                  <a:pt x="459" y="600"/>
                  <a:pt x="372" y="614"/>
                </a:cubicBezTo>
                <a:lnTo>
                  <a:pt x="359" y="616"/>
                </a:lnTo>
                <a:lnTo>
                  <a:pt x="184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1" y="617"/>
                  <a:pt x="11" y="616"/>
                  <a:pt x="7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2"/>
                  <a:pt x="3" y="595"/>
                </a:cubicBezTo>
                <a:cubicBezTo>
                  <a:pt x="5" y="585"/>
                  <a:pt x="8" y="579"/>
                  <a:pt x="10" y="578"/>
                </a:cubicBezTo>
                <a:cubicBezTo>
                  <a:pt x="12" y="577"/>
                  <a:pt x="19" y="576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1"/>
                  <a:pt x="99" y="567"/>
                  <a:pt x="102" y="562"/>
                </a:cubicBezTo>
                <a:cubicBezTo>
                  <a:pt x="104" y="560"/>
                  <a:pt x="127" y="476"/>
                  <a:pt x="168" y="311"/>
                </a:cubicBezTo>
                <a:cubicBezTo>
                  <a:pt x="210" y="146"/>
                  <a:pt x="230" y="58"/>
                  <a:pt x="230" y="49"/>
                </a:cubicBezTo>
                <a:moveTo>
                  <a:pt x="606" y="194"/>
                </a:moveTo>
                <a:cubicBezTo>
                  <a:pt x="606" y="171"/>
                  <a:pt x="602" y="150"/>
                  <a:pt x="596" y="132"/>
                </a:cubicBezTo>
                <a:cubicBezTo>
                  <a:pt x="589" y="113"/>
                  <a:pt x="581" y="99"/>
                  <a:pt x="572" y="89"/>
                </a:cubicBezTo>
                <a:cubicBezTo>
                  <a:pt x="563" y="79"/>
                  <a:pt x="552" y="70"/>
                  <a:pt x="539" y="63"/>
                </a:cubicBezTo>
                <a:cubicBezTo>
                  <a:pt x="526" y="56"/>
                  <a:pt x="514" y="51"/>
                  <a:pt x="504" y="48"/>
                </a:cubicBezTo>
                <a:cubicBezTo>
                  <a:pt x="494" y="46"/>
                  <a:pt x="483" y="44"/>
                  <a:pt x="472" y="42"/>
                </a:cubicBezTo>
                <a:cubicBezTo>
                  <a:pt x="471" y="42"/>
                  <a:pt x="467" y="42"/>
                  <a:pt x="460" y="42"/>
                </a:cubicBezTo>
                <a:cubicBezTo>
                  <a:pt x="452" y="42"/>
                  <a:pt x="444" y="42"/>
                  <a:pt x="433" y="42"/>
                </a:cubicBezTo>
                <a:cubicBezTo>
                  <a:pt x="423" y="42"/>
                  <a:pt x="413" y="42"/>
                  <a:pt x="404" y="41"/>
                </a:cubicBezTo>
                <a:lnTo>
                  <a:pt x="365" y="41"/>
                </a:lnTo>
                <a:cubicBezTo>
                  <a:pt x="338" y="41"/>
                  <a:pt x="323" y="44"/>
                  <a:pt x="320" y="50"/>
                </a:cubicBezTo>
                <a:cubicBezTo>
                  <a:pt x="318" y="53"/>
                  <a:pt x="296" y="140"/>
                  <a:pt x="254" y="311"/>
                </a:cubicBezTo>
                <a:cubicBezTo>
                  <a:pt x="211" y="482"/>
                  <a:pt x="190" y="568"/>
                  <a:pt x="190" y="570"/>
                </a:cubicBezTo>
                <a:cubicBezTo>
                  <a:pt x="190" y="573"/>
                  <a:pt x="193" y="574"/>
                  <a:pt x="200" y="574"/>
                </a:cubicBezTo>
                <a:cubicBezTo>
                  <a:pt x="206" y="574"/>
                  <a:pt x="229" y="574"/>
                  <a:pt x="269" y="575"/>
                </a:cubicBezTo>
                <a:cubicBezTo>
                  <a:pt x="272" y="575"/>
                  <a:pt x="278" y="575"/>
                  <a:pt x="286" y="575"/>
                </a:cubicBezTo>
                <a:cubicBezTo>
                  <a:pt x="295" y="575"/>
                  <a:pt x="302" y="575"/>
                  <a:pt x="308" y="576"/>
                </a:cubicBezTo>
                <a:cubicBezTo>
                  <a:pt x="384" y="576"/>
                  <a:pt x="446" y="551"/>
                  <a:pt x="496" y="502"/>
                </a:cubicBezTo>
                <a:cubicBezTo>
                  <a:pt x="517" y="480"/>
                  <a:pt x="535" y="455"/>
                  <a:pt x="549" y="426"/>
                </a:cubicBezTo>
                <a:cubicBezTo>
                  <a:pt x="563" y="397"/>
                  <a:pt x="576" y="359"/>
                  <a:pt x="588" y="311"/>
                </a:cubicBezTo>
                <a:cubicBezTo>
                  <a:pt x="600" y="264"/>
                  <a:pt x="606" y="224"/>
                  <a:pt x="606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6197400" y="3277080"/>
            <a:ext cx="216720" cy="76320"/>
          </a:xfrm>
          <a:custGeom>
            <a:avLst/>
            <a:gdLst/>
            <a:ahLst/>
            <a:rect l="0" t="0" r="r" b="b"/>
            <a:pathLst>
              <a:path w="602" h="212">
                <a:moveTo>
                  <a:pt x="0" y="18"/>
                </a:moveTo>
                <a:cubicBezTo>
                  <a:pt x="0" y="10"/>
                  <a:pt x="4" y="4"/>
                  <a:pt x="12" y="0"/>
                </a:cubicBezTo>
                <a:lnTo>
                  <a:pt x="588" y="0"/>
                </a:lnTo>
                <a:cubicBezTo>
                  <a:pt x="597" y="5"/>
                  <a:pt x="602" y="11"/>
                  <a:pt x="602" y="18"/>
                </a:cubicBezTo>
                <a:cubicBezTo>
                  <a:pt x="602" y="25"/>
                  <a:pt x="598" y="30"/>
                  <a:pt x="589" y="35"/>
                </a:cubicBezTo>
                <a:lnTo>
                  <a:pt x="301" y="36"/>
                </a:lnTo>
                <a:lnTo>
                  <a:pt x="14" y="36"/>
                </a:lnTo>
                <a:cubicBezTo>
                  <a:pt x="5" y="33"/>
                  <a:pt x="0" y="27"/>
                  <a:pt x="0" y="18"/>
                </a:cubicBezTo>
                <a:moveTo>
                  <a:pt x="0" y="194"/>
                </a:moveTo>
                <a:cubicBezTo>
                  <a:pt x="0" y="185"/>
                  <a:pt x="5" y="179"/>
                  <a:pt x="14" y="176"/>
                </a:cubicBezTo>
                <a:lnTo>
                  <a:pt x="589" y="176"/>
                </a:lnTo>
                <a:cubicBezTo>
                  <a:pt x="598" y="182"/>
                  <a:pt x="602" y="188"/>
                  <a:pt x="602" y="194"/>
                </a:cubicBezTo>
                <a:cubicBezTo>
                  <a:pt x="602" y="202"/>
                  <a:pt x="597" y="208"/>
                  <a:pt x="588" y="212"/>
                </a:cubicBezTo>
                <a:lnTo>
                  <a:pt x="12" y="212"/>
                </a:lnTo>
                <a:cubicBezTo>
                  <a:pt x="4" y="208"/>
                  <a:pt x="0" y="202"/>
                  <a:pt x="0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6543360" y="3152520"/>
            <a:ext cx="120240" cy="325440"/>
          </a:xfrm>
          <a:custGeom>
            <a:avLst/>
            <a:gdLst/>
            <a:ahLst/>
            <a:rect l="0" t="0" r="r" b="b"/>
            <a:pathLst>
              <a:path w="334" h="904">
                <a:moveTo>
                  <a:pt x="334" y="887"/>
                </a:moveTo>
                <a:cubicBezTo>
                  <a:pt x="334" y="894"/>
                  <a:pt x="332" y="900"/>
                  <a:pt x="328" y="904"/>
                </a:cubicBezTo>
                <a:lnTo>
                  <a:pt x="312" y="904"/>
                </a:lnTo>
                <a:cubicBezTo>
                  <a:pt x="233" y="904"/>
                  <a:pt x="179" y="884"/>
                  <a:pt x="149" y="844"/>
                </a:cubicBezTo>
                <a:cubicBezTo>
                  <a:pt x="146" y="840"/>
                  <a:pt x="143" y="836"/>
                  <a:pt x="141" y="833"/>
                </a:cubicBezTo>
                <a:cubicBezTo>
                  <a:pt x="140" y="830"/>
                  <a:pt x="138" y="827"/>
                  <a:pt x="137" y="823"/>
                </a:cubicBezTo>
                <a:cubicBezTo>
                  <a:pt x="136" y="820"/>
                  <a:pt x="135" y="816"/>
                  <a:pt x="133" y="812"/>
                </a:cubicBezTo>
                <a:cubicBezTo>
                  <a:pt x="132" y="807"/>
                  <a:pt x="131" y="803"/>
                  <a:pt x="131" y="798"/>
                </a:cubicBezTo>
                <a:cubicBezTo>
                  <a:pt x="131" y="793"/>
                  <a:pt x="131" y="787"/>
                  <a:pt x="131" y="778"/>
                </a:cubicBezTo>
                <a:cubicBezTo>
                  <a:pt x="130" y="770"/>
                  <a:pt x="130" y="762"/>
                  <a:pt x="130" y="754"/>
                </a:cubicBezTo>
                <a:cubicBezTo>
                  <a:pt x="130" y="746"/>
                  <a:pt x="130" y="735"/>
                  <a:pt x="130" y="720"/>
                </a:cubicBezTo>
                <a:cubicBezTo>
                  <a:pt x="130" y="705"/>
                  <a:pt x="130" y="691"/>
                  <a:pt x="130" y="677"/>
                </a:cubicBezTo>
                <a:cubicBezTo>
                  <a:pt x="130" y="664"/>
                  <a:pt x="130" y="648"/>
                  <a:pt x="130" y="629"/>
                </a:cubicBezTo>
                <a:cubicBezTo>
                  <a:pt x="129" y="576"/>
                  <a:pt x="128" y="546"/>
                  <a:pt x="125" y="539"/>
                </a:cubicBezTo>
                <a:cubicBezTo>
                  <a:pt x="125" y="538"/>
                  <a:pt x="124" y="538"/>
                  <a:pt x="124" y="537"/>
                </a:cubicBezTo>
                <a:cubicBezTo>
                  <a:pt x="116" y="516"/>
                  <a:pt x="101" y="499"/>
                  <a:pt x="79" y="487"/>
                </a:cubicBezTo>
                <a:cubicBezTo>
                  <a:pt x="57" y="475"/>
                  <a:pt x="36" y="469"/>
                  <a:pt x="15" y="469"/>
                </a:cubicBezTo>
                <a:cubicBezTo>
                  <a:pt x="8" y="469"/>
                  <a:pt x="4" y="468"/>
                  <a:pt x="2" y="466"/>
                </a:cubicBezTo>
                <a:cubicBezTo>
                  <a:pt x="1" y="464"/>
                  <a:pt x="0" y="459"/>
                  <a:pt x="0" y="451"/>
                </a:cubicBezTo>
                <a:cubicBezTo>
                  <a:pt x="0" y="444"/>
                  <a:pt x="1" y="439"/>
                  <a:pt x="2" y="437"/>
                </a:cubicBezTo>
                <a:cubicBezTo>
                  <a:pt x="4" y="435"/>
                  <a:pt x="8" y="434"/>
                  <a:pt x="15" y="434"/>
                </a:cubicBezTo>
                <a:cubicBezTo>
                  <a:pt x="36" y="434"/>
                  <a:pt x="57" y="428"/>
                  <a:pt x="78" y="416"/>
                </a:cubicBezTo>
                <a:cubicBezTo>
                  <a:pt x="100" y="404"/>
                  <a:pt x="115" y="387"/>
                  <a:pt x="124" y="366"/>
                </a:cubicBezTo>
                <a:cubicBezTo>
                  <a:pt x="127" y="359"/>
                  <a:pt x="129" y="349"/>
                  <a:pt x="129" y="337"/>
                </a:cubicBezTo>
                <a:cubicBezTo>
                  <a:pt x="129" y="324"/>
                  <a:pt x="129" y="278"/>
                  <a:pt x="130" y="200"/>
                </a:cubicBezTo>
                <a:lnTo>
                  <a:pt x="130" y="155"/>
                </a:lnTo>
                <a:cubicBezTo>
                  <a:pt x="130" y="121"/>
                  <a:pt x="131" y="98"/>
                  <a:pt x="135" y="85"/>
                </a:cubicBezTo>
                <a:cubicBezTo>
                  <a:pt x="139" y="72"/>
                  <a:pt x="147" y="59"/>
                  <a:pt x="161" y="47"/>
                </a:cubicBezTo>
                <a:cubicBezTo>
                  <a:pt x="177" y="31"/>
                  <a:pt x="201" y="19"/>
                  <a:pt x="233" y="9"/>
                </a:cubicBezTo>
                <a:cubicBezTo>
                  <a:pt x="256" y="4"/>
                  <a:pt x="272" y="2"/>
                  <a:pt x="281" y="1"/>
                </a:cubicBezTo>
                <a:cubicBezTo>
                  <a:pt x="283" y="1"/>
                  <a:pt x="286" y="1"/>
                  <a:pt x="293" y="1"/>
                </a:cubicBezTo>
                <a:cubicBezTo>
                  <a:pt x="300" y="1"/>
                  <a:pt x="305" y="1"/>
                  <a:pt x="310" y="0"/>
                </a:cubicBezTo>
                <a:lnTo>
                  <a:pt x="328" y="0"/>
                </a:lnTo>
                <a:cubicBezTo>
                  <a:pt x="332" y="4"/>
                  <a:pt x="334" y="9"/>
                  <a:pt x="334" y="16"/>
                </a:cubicBezTo>
                <a:cubicBezTo>
                  <a:pt x="334" y="24"/>
                  <a:pt x="333" y="29"/>
                  <a:pt x="331" y="31"/>
                </a:cubicBezTo>
                <a:cubicBezTo>
                  <a:pt x="330" y="33"/>
                  <a:pt x="325" y="34"/>
                  <a:pt x="317" y="34"/>
                </a:cubicBezTo>
                <a:cubicBezTo>
                  <a:pt x="284" y="35"/>
                  <a:pt x="259" y="43"/>
                  <a:pt x="241" y="55"/>
                </a:cubicBezTo>
                <a:cubicBezTo>
                  <a:pt x="223" y="68"/>
                  <a:pt x="212" y="81"/>
                  <a:pt x="208" y="93"/>
                </a:cubicBezTo>
                <a:cubicBezTo>
                  <a:pt x="205" y="101"/>
                  <a:pt x="204" y="146"/>
                  <a:pt x="204" y="227"/>
                </a:cubicBezTo>
                <a:lnTo>
                  <a:pt x="204" y="301"/>
                </a:lnTo>
                <a:cubicBezTo>
                  <a:pt x="204" y="329"/>
                  <a:pt x="203" y="348"/>
                  <a:pt x="201" y="358"/>
                </a:cubicBezTo>
                <a:cubicBezTo>
                  <a:pt x="199" y="369"/>
                  <a:pt x="194" y="380"/>
                  <a:pt x="186" y="394"/>
                </a:cubicBezTo>
                <a:cubicBezTo>
                  <a:pt x="167" y="420"/>
                  <a:pt x="141" y="437"/>
                  <a:pt x="107" y="447"/>
                </a:cubicBezTo>
                <a:lnTo>
                  <a:pt x="94" y="451"/>
                </a:lnTo>
                <a:lnTo>
                  <a:pt x="107" y="456"/>
                </a:lnTo>
                <a:cubicBezTo>
                  <a:pt x="118" y="460"/>
                  <a:pt x="129" y="464"/>
                  <a:pt x="140" y="469"/>
                </a:cubicBezTo>
                <a:cubicBezTo>
                  <a:pt x="150" y="475"/>
                  <a:pt x="163" y="485"/>
                  <a:pt x="178" y="500"/>
                </a:cubicBezTo>
                <a:cubicBezTo>
                  <a:pt x="192" y="515"/>
                  <a:pt x="200" y="533"/>
                  <a:pt x="203" y="553"/>
                </a:cubicBezTo>
                <a:cubicBezTo>
                  <a:pt x="203" y="557"/>
                  <a:pt x="204" y="598"/>
                  <a:pt x="204" y="676"/>
                </a:cubicBezTo>
                <a:cubicBezTo>
                  <a:pt x="204" y="758"/>
                  <a:pt x="205" y="803"/>
                  <a:pt x="208" y="811"/>
                </a:cubicBezTo>
                <a:cubicBezTo>
                  <a:pt x="214" y="827"/>
                  <a:pt x="227" y="841"/>
                  <a:pt x="247" y="851"/>
                </a:cubicBezTo>
                <a:cubicBezTo>
                  <a:pt x="267" y="862"/>
                  <a:pt x="290" y="868"/>
                  <a:pt x="317" y="870"/>
                </a:cubicBezTo>
                <a:cubicBezTo>
                  <a:pt x="325" y="870"/>
                  <a:pt x="330" y="871"/>
                  <a:pt x="331" y="873"/>
                </a:cubicBezTo>
                <a:cubicBezTo>
                  <a:pt x="333" y="875"/>
                  <a:pt x="334" y="879"/>
                  <a:pt x="334" y="88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6691320" y="325188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1" y="399"/>
                </a:cubicBezTo>
                <a:cubicBezTo>
                  <a:pt x="42" y="399"/>
                  <a:pt x="14" y="400"/>
                  <a:pt x="7" y="402"/>
                </a:cubicBezTo>
                <a:lnTo>
                  <a:pt x="0" y="402"/>
                </a:lnTo>
                <a:lnTo>
                  <a:pt x="0" y="345"/>
                </a:lnTo>
                <a:lnTo>
                  <a:pt x="87" y="345"/>
                </a:lnTo>
                <a:lnTo>
                  <a:pt x="202" y="209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0" y="3"/>
                </a:cubicBezTo>
                <a:cubicBezTo>
                  <a:pt x="173" y="3"/>
                  <a:pt x="210" y="2"/>
                  <a:pt x="220" y="0"/>
                </a:cubicBezTo>
                <a:lnTo>
                  <a:pt x="229" y="0"/>
                </a:lnTo>
                <a:lnTo>
                  <a:pt x="229" y="56"/>
                </a:lnTo>
                <a:lnTo>
                  <a:pt x="203" y="56"/>
                </a:lnTo>
                <a:lnTo>
                  <a:pt x="235" y="95"/>
                </a:lnTo>
                <a:cubicBezTo>
                  <a:pt x="255" y="120"/>
                  <a:pt x="266" y="133"/>
                  <a:pt x="266" y="133"/>
                </a:cubicBezTo>
                <a:cubicBezTo>
                  <a:pt x="269" y="133"/>
                  <a:pt x="280" y="120"/>
                  <a:pt x="301" y="93"/>
                </a:cubicBezTo>
                <a:lnTo>
                  <a:pt x="332" y="56"/>
                </a:lnTo>
                <a:lnTo>
                  <a:pt x="299" y="56"/>
                </a:lnTo>
                <a:lnTo>
                  <a:pt x="299" y="0"/>
                </a:lnTo>
                <a:lnTo>
                  <a:pt x="306" y="0"/>
                </a:lnTo>
                <a:cubicBezTo>
                  <a:pt x="315" y="2"/>
                  <a:pt x="347" y="3"/>
                  <a:pt x="402" y="3"/>
                </a:cubicBezTo>
                <a:cubicBezTo>
                  <a:pt x="451" y="3"/>
                  <a:pt x="479" y="2"/>
                  <a:pt x="486" y="0"/>
                </a:cubicBezTo>
                <a:lnTo>
                  <a:pt x="492" y="0"/>
                </a:lnTo>
                <a:lnTo>
                  <a:pt x="492" y="56"/>
                </a:lnTo>
                <a:lnTo>
                  <a:pt x="406" y="56"/>
                </a:lnTo>
                <a:lnTo>
                  <a:pt x="302" y="179"/>
                </a:lnTo>
                <a:lnTo>
                  <a:pt x="436" y="344"/>
                </a:lnTo>
                <a:lnTo>
                  <a:pt x="473" y="345"/>
                </a:lnTo>
                <a:lnTo>
                  <a:pt x="511" y="345"/>
                </a:lnTo>
                <a:lnTo>
                  <a:pt x="511" y="402"/>
                </a:lnTo>
                <a:lnTo>
                  <a:pt x="504" y="402"/>
                </a:lnTo>
                <a:cubicBezTo>
                  <a:pt x="494" y="400"/>
                  <a:pt x="461" y="399"/>
                  <a:pt x="405" y="399"/>
                </a:cubicBezTo>
                <a:cubicBezTo>
                  <a:pt x="342" y="399"/>
                  <a:pt x="305" y="400"/>
                  <a:pt x="294" y="402"/>
                </a:cubicBezTo>
                <a:lnTo>
                  <a:pt x="286" y="402"/>
                </a:lnTo>
                <a:lnTo>
                  <a:pt x="286" y="345"/>
                </a:lnTo>
                <a:lnTo>
                  <a:pt x="312" y="345"/>
                </a:lnTo>
                <a:cubicBezTo>
                  <a:pt x="312" y="345"/>
                  <a:pt x="300" y="329"/>
                  <a:pt x="276" y="300"/>
                </a:cubicBezTo>
                <a:cubicBezTo>
                  <a:pt x="251" y="271"/>
                  <a:pt x="239" y="255"/>
                  <a:pt x="239" y="254"/>
                </a:cubicBezTo>
                <a:lnTo>
                  <a:pt x="160" y="344"/>
                </a:lnTo>
                <a:lnTo>
                  <a:pt x="177" y="345"/>
                </a:lnTo>
                <a:lnTo>
                  <a:pt x="193" y="345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6911640" y="3291840"/>
            <a:ext cx="79200" cy="153360"/>
          </a:xfrm>
          <a:custGeom>
            <a:avLst/>
            <a:gdLst/>
            <a:ahLst/>
            <a:rect l="0" t="0" r="r" b="b"/>
            <a:pathLst>
              <a:path w="220" h="426">
                <a:moveTo>
                  <a:pt x="83" y="57"/>
                </a:moveTo>
                <a:lnTo>
                  <a:pt x="75" y="60"/>
                </a:lnTo>
                <a:cubicBezTo>
                  <a:pt x="69" y="62"/>
                  <a:pt x="60" y="64"/>
                  <a:pt x="49" y="66"/>
                </a:cubicBezTo>
                <a:cubicBezTo>
                  <a:pt x="38" y="68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2" y="40"/>
                  <a:pt x="50" y="37"/>
                  <a:pt x="67" y="32"/>
                </a:cubicBezTo>
                <a:cubicBezTo>
                  <a:pt x="85" y="26"/>
                  <a:pt x="96" y="21"/>
                  <a:pt x="103" y="16"/>
                </a:cubicBezTo>
                <a:cubicBezTo>
                  <a:pt x="110" y="12"/>
                  <a:pt x="116" y="7"/>
                  <a:pt x="121" y="2"/>
                </a:cubicBezTo>
                <a:cubicBezTo>
                  <a:pt x="122" y="1"/>
                  <a:pt x="124" y="0"/>
                  <a:pt x="129" y="0"/>
                </a:cubicBezTo>
                <a:cubicBezTo>
                  <a:pt x="133" y="0"/>
                  <a:pt x="136" y="2"/>
                  <a:pt x="140" y="4"/>
                </a:cubicBezTo>
                <a:lnTo>
                  <a:pt x="140" y="195"/>
                </a:lnTo>
                <a:lnTo>
                  <a:pt x="140" y="387"/>
                </a:lnTo>
                <a:cubicBezTo>
                  <a:pt x="143" y="389"/>
                  <a:pt x="146" y="391"/>
                  <a:pt x="148" y="392"/>
                </a:cubicBezTo>
                <a:cubicBezTo>
                  <a:pt x="150" y="393"/>
                  <a:pt x="155" y="394"/>
                  <a:pt x="163" y="395"/>
                </a:cubicBezTo>
                <a:cubicBezTo>
                  <a:pt x="171" y="397"/>
                  <a:pt x="185" y="397"/>
                  <a:pt x="204" y="397"/>
                </a:cubicBezTo>
                <a:lnTo>
                  <a:pt x="220" y="397"/>
                </a:lnTo>
                <a:lnTo>
                  <a:pt x="220" y="426"/>
                </a:lnTo>
                <a:lnTo>
                  <a:pt x="213" y="426"/>
                </a:lnTo>
                <a:cubicBezTo>
                  <a:pt x="204" y="425"/>
                  <a:pt x="170" y="425"/>
                  <a:pt x="111" y="425"/>
                </a:cubicBezTo>
                <a:cubicBezTo>
                  <a:pt x="53" y="425"/>
                  <a:pt x="20" y="425"/>
                  <a:pt x="11" y="426"/>
                </a:cubicBezTo>
                <a:lnTo>
                  <a:pt x="3" y="426"/>
                </a:lnTo>
                <a:lnTo>
                  <a:pt x="3" y="397"/>
                </a:lnTo>
                <a:lnTo>
                  <a:pt x="20" y="397"/>
                </a:lnTo>
                <a:cubicBezTo>
                  <a:pt x="29" y="397"/>
                  <a:pt x="37" y="397"/>
                  <a:pt x="44" y="397"/>
                </a:cubicBezTo>
                <a:cubicBezTo>
                  <a:pt x="51" y="397"/>
                  <a:pt x="56" y="397"/>
                  <a:pt x="60" y="395"/>
                </a:cubicBezTo>
                <a:cubicBezTo>
                  <a:pt x="64" y="395"/>
                  <a:pt x="67" y="394"/>
                  <a:pt x="70" y="394"/>
                </a:cubicBezTo>
                <a:cubicBezTo>
                  <a:pt x="73" y="393"/>
                  <a:pt x="75" y="392"/>
                  <a:pt x="75" y="392"/>
                </a:cubicBezTo>
                <a:cubicBezTo>
                  <a:pt x="76" y="392"/>
                  <a:pt x="77" y="391"/>
                  <a:pt x="79" y="389"/>
                </a:cubicBezTo>
                <a:cubicBezTo>
                  <a:pt x="81" y="387"/>
                  <a:pt x="82" y="386"/>
                  <a:pt x="83" y="387"/>
                </a:cubicBezTo>
                <a:lnTo>
                  <a:pt x="83" y="5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7048800" y="3357000"/>
            <a:ext cx="43560" cy="102600"/>
          </a:xfrm>
          <a:custGeom>
            <a:avLst/>
            <a:gdLst/>
            <a:ahLst/>
            <a:rect l="0" t="0" r="r" b="b"/>
            <a:pathLst>
              <a:path w="121" h="285">
                <a:moveTo>
                  <a:pt x="0" y="77"/>
                </a:moveTo>
                <a:cubicBezTo>
                  <a:pt x="0" y="77"/>
                  <a:pt x="0" y="70"/>
                  <a:pt x="0" y="55"/>
                </a:cubicBezTo>
                <a:cubicBezTo>
                  <a:pt x="0" y="40"/>
                  <a:pt x="5" y="27"/>
                  <a:pt x="15" y="16"/>
                </a:cubicBezTo>
                <a:cubicBezTo>
                  <a:pt x="25" y="5"/>
                  <a:pt x="37" y="0"/>
                  <a:pt x="54" y="0"/>
                </a:cubicBezTo>
                <a:cubicBezTo>
                  <a:pt x="71" y="0"/>
                  <a:pt x="86" y="7"/>
                  <a:pt x="99" y="22"/>
                </a:cubicBezTo>
                <a:cubicBezTo>
                  <a:pt x="112" y="37"/>
                  <a:pt x="120" y="64"/>
                  <a:pt x="121" y="102"/>
                </a:cubicBezTo>
                <a:cubicBezTo>
                  <a:pt x="121" y="123"/>
                  <a:pt x="118" y="143"/>
                  <a:pt x="111" y="163"/>
                </a:cubicBezTo>
                <a:cubicBezTo>
                  <a:pt x="106" y="183"/>
                  <a:pt x="100" y="201"/>
                  <a:pt x="92" y="216"/>
                </a:cubicBezTo>
                <a:cubicBezTo>
                  <a:pt x="85" y="230"/>
                  <a:pt x="77" y="242"/>
                  <a:pt x="69" y="253"/>
                </a:cubicBezTo>
                <a:cubicBezTo>
                  <a:pt x="61" y="263"/>
                  <a:pt x="53" y="271"/>
                  <a:pt x="47" y="277"/>
                </a:cubicBezTo>
                <a:cubicBezTo>
                  <a:pt x="41" y="283"/>
                  <a:pt x="37" y="286"/>
                  <a:pt x="36" y="285"/>
                </a:cubicBezTo>
                <a:cubicBezTo>
                  <a:pt x="33" y="285"/>
                  <a:pt x="29" y="282"/>
                  <a:pt x="24" y="277"/>
                </a:cubicBezTo>
                <a:cubicBezTo>
                  <a:pt x="18" y="272"/>
                  <a:pt x="16" y="268"/>
                  <a:pt x="16" y="265"/>
                </a:cubicBezTo>
                <a:cubicBezTo>
                  <a:pt x="16" y="263"/>
                  <a:pt x="19" y="258"/>
                  <a:pt x="26" y="251"/>
                </a:cubicBezTo>
                <a:cubicBezTo>
                  <a:pt x="32" y="244"/>
                  <a:pt x="40" y="235"/>
                  <a:pt x="48" y="224"/>
                </a:cubicBezTo>
                <a:cubicBezTo>
                  <a:pt x="57" y="213"/>
                  <a:pt x="65" y="198"/>
                  <a:pt x="72" y="178"/>
                </a:cubicBezTo>
                <a:cubicBezTo>
                  <a:pt x="79" y="158"/>
                  <a:pt x="84" y="136"/>
                  <a:pt x="86" y="112"/>
                </a:cubicBezTo>
                <a:lnTo>
                  <a:pt x="86" y="101"/>
                </a:lnTo>
                <a:lnTo>
                  <a:pt x="85" y="102"/>
                </a:lnTo>
                <a:cubicBezTo>
                  <a:pt x="84" y="102"/>
                  <a:pt x="83" y="103"/>
                  <a:pt x="81" y="104"/>
                </a:cubicBezTo>
                <a:cubicBezTo>
                  <a:pt x="79" y="104"/>
                  <a:pt x="77" y="105"/>
                  <a:pt x="75" y="106"/>
                </a:cubicBezTo>
                <a:cubicBezTo>
                  <a:pt x="74" y="108"/>
                  <a:pt x="71" y="108"/>
                  <a:pt x="67" y="108"/>
                </a:cubicBezTo>
                <a:cubicBezTo>
                  <a:pt x="64" y="108"/>
                  <a:pt x="60" y="108"/>
                  <a:pt x="56" y="109"/>
                </a:cubicBezTo>
                <a:cubicBezTo>
                  <a:pt x="40" y="109"/>
                  <a:pt x="27" y="104"/>
                  <a:pt x="17" y="94"/>
                </a:cubicBezTo>
                <a:lnTo>
                  <a:pt x="0" y="7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7193520" y="3357360"/>
            <a:ext cx="330120" cy="39240"/>
          </a:xfrm>
          <a:custGeom>
            <a:avLst/>
            <a:gdLst/>
            <a:ahLst/>
            <a:rect l="0" t="0" r="r" b="b"/>
            <a:pathLst>
              <a:path w="917" h="109">
                <a:moveTo>
                  <a:pt x="0" y="55"/>
                </a:moveTo>
                <a:cubicBezTo>
                  <a:pt x="0" y="40"/>
                  <a:pt x="5" y="28"/>
                  <a:pt x="15" y="17"/>
                </a:cubicBezTo>
                <a:cubicBezTo>
                  <a:pt x="25" y="5"/>
                  <a:pt x="38" y="0"/>
                  <a:pt x="54" y="0"/>
                </a:cubicBezTo>
                <a:cubicBezTo>
                  <a:pt x="68" y="0"/>
                  <a:pt x="81" y="5"/>
                  <a:pt x="92" y="14"/>
                </a:cubicBezTo>
                <a:cubicBezTo>
                  <a:pt x="103" y="25"/>
                  <a:pt x="108" y="38"/>
                  <a:pt x="109" y="54"/>
                </a:cubicBezTo>
                <a:cubicBezTo>
                  <a:pt x="109" y="69"/>
                  <a:pt x="104" y="82"/>
                  <a:pt x="94" y="93"/>
                </a:cubicBezTo>
                <a:cubicBezTo>
                  <a:pt x="83" y="104"/>
                  <a:pt x="70" y="109"/>
                  <a:pt x="55" y="109"/>
                </a:cubicBezTo>
                <a:cubicBezTo>
                  <a:pt x="39" y="109"/>
                  <a:pt x="26" y="104"/>
                  <a:pt x="16" y="94"/>
                </a:cubicBezTo>
                <a:cubicBezTo>
                  <a:pt x="6" y="83"/>
                  <a:pt x="0" y="71"/>
                  <a:pt x="0" y="55"/>
                </a:cubicBezTo>
                <a:moveTo>
                  <a:pt x="403" y="55"/>
                </a:moveTo>
                <a:cubicBezTo>
                  <a:pt x="403" y="40"/>
                  <a:pt x="408" y="28"/>
                  <a:pt x="419" y="17"/>
                </a:cubicBezTo>
                <a:cubicBezTo>
                  <a:pt x="429" y="5"/>
                  <a:pt x="442" y="0"/>
                  <a:pt x="457" y="0"/>
                </a:cubicBezTo>
                <a:cubicBezTo>
                  <a:pt x="472" y="0"/>
                  <a:pt x="484" y="5"/>
                  <a:pt x="495" y="14"/>
                </a:cubicBezTo>
                <a:cubicBezTo>
                  <a:pt x="506" y="25"/>
                  <a:pt x="512" y="38"/>
                  <a:pt x="512" y="54"/>
                </a:cubicBezTo>
                <a:cubicBezTo>
                  <a:pt x="512" y="69"/>
                  <a:pt x="507" y="82"/>
                  <a:pt x="497" y="93"/>
                </a:cubicBezTo>
                <a:cubicBezTo>
                  <a:pt x="487" y="104"/>
                  <a:pt x="474" y="109"/>
                  <a:pt x="458" y="109"/>
                </a:cubicBezTo>
                <a:cubicBezTo>
                  <a:pt x="443" y="109"/>
                  <a:pt x="430" y="104"/>
                  <a:pt x="419" y="94"/>
                </a:cubicBezTo>
                <a:cubicBezTo>
                  <a:pt x="409" y="83"/>
                  <a:pt x="404" y="71"/>
                  <a:pt x="403" y="55"/>
                </a:cubicBezTo>
                <a:moveTo>
                  <a:pt x="808" y="55"/>
                </a:moveTo>
                <a:cubicBezTo>
                  <a:pt x="808" y="40"/>
                  <a:pt x="813" y="28"/>
                  <a:pt x="823" y="17"/>
                </a:cubicBezTo>
                <a:cubicBezTo>
                  <a:pt x="833" y="5"/>
                  <a:pt x="846" y="0"/>
                  <a:pt x="862" y="0"/>
                </a:cubicBezTo>
                <a:cubicBezTo>
                  <a:pt x="876" y="0"/>
                  <a:pt x="889" y="5"/>
                  <a:pt x="900" y="14"/>
                </a:cubicBezTo>
                <a:cubicBezTo>
                  <a:pt x="910" y="25"/>
                  <a:pt x="916" y="38"/>
                  <a:pt x="917" y="54"/>
                </a:cubicBezTo>
                <a:cubicBezTo>
                  <a:pt x="917" y="69"/>
                  <a:pt x="912" y="82"/>
                  <a:pt x="901" y="93"/>
                </a:cubicBezTo>
                <a:cubicBezTo>
                  <a:pt x="891" y="104"/>
                  <a:pt x="878" y="109"/>
                  <a:pt x="863" y="109"/>
                </a:cubicBezTo>
                <a:cubicBezTo>
                  <a:pt x="847" y="109"/>
                  <a:pt x="834" y="104"/>
                  <a:pt x="824" y="94"/>
                </a:cubicBezTo>
                <a:cubicBezTo>
                  <a:pt x="814" y="83"/>
                  <a:pt x="808" y="71"/>
                  <a:pt x="808" y="5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7628400" y="3357000"/>
            <a:ext cx="43200" cy="102600"/>
          </a:xfrm>
          <a:custGeom>
            <a:avLst/>
            <a:gdLst/>
            <a:ahLst/>
            <a:rect l="0" t="0" r="r" b="b"/>
            <a:pathLst>
              <a:path w="120" h="285">
                <a:moveTo>
                  <a:pt x="0" y="77"/>
                </a:moveTo>
                <a:cubicBezTo>
                  <a:pt x="0" y="77"/>
                  <a:pt x="0" y="70"/>
                  <a:pt x="0" y="55"/>
                </a:cubicBezTo>
                <a:cubicBezTo>
                  <a:pt x="0" y="40"/>
                  <a:pt x="5" y="27"/>
                  <a:pt x="14" y="16"/>
                </a:cubicBezTo>
                <a:cubicBezTo>
                  <a:pt x="24" y="5"/>
                  <a:pt x="37" y="0"/>
                  <a:pt x="54" y="0"/>
                </a:cubicBezTo>
                <a:cubicBezTo>
                  <a:pt x="71" y="0"/>
                  <a:pt x="86" y="7"/>
                  <a:pt x="99" y="22"/>
                </a:cubicBezTo>
                <a:cubicBezTo>
                  <a:pt x="112" y="37"/>
                  <a:pt x="119" y="64"/>
                  <a:pt x="120" y="102"/>
                </a:cubicBezTo>
                <a:cubicBezTo>
                  <a:pt x="120" y="123"/>
                  <a:pt x="117" y="143"/>
                  <a:pt x="112" y="163"/>
                </a:cubicBezTo>
                <a:cubicBezTo>
                  <a:pt x="106" y="183"/>
                  <a:pt x="100" y="201"/>
                  <a:pt x="93" y="216"/>
                </a:cubicBezTo>
                <a:cubicBezTo>
                  <a:pt x="86" y="230"/>
                  <a:pt x="78" y="242"/>
                  <a:pt x="69" y="253"/>
                </a:cubicBezTo>
                <a:cubicBezTo>
                  <a:pt x="61" y="263"/>
                  <a:pt x="54" y="271"/>
                  <a:pt x="47" y="277"/>
                </a:cubicBezTo>
                <a:cubicBezTo>
                  <a:pt x="41" y="283"/>
                  <a:pt x="37" y="286"/>
                  <a:pt x="35" y="285"/>
                </a:cubicBezTo>
                <a:cubicBezTo>
                  <a:pt x="33" y="285"/>
                  <a:pt x="29" y="282"/>
                  <a:pt x="23" y="277"/>
                </a:cubicBezTo>
                <a:cubicBezTo>
                  <a:pt x="18" y="272"/>
                  <a:pt x="15" y="268"/>
                  <a:pt x="15" y="265"/>
                </a:cubicBezTo>
                <a:cubicBezTo>
                  <a:pt x="15" y="263"/>
                  <a:pt x="18" y="258"/>
                  <a:pt x="25" y="251"/>
                </a:cubicBezTo>
                <a:cubicBezTo>
                  <a:pt x="32" y="244"/>
                  <a:pt x="39" y="235"/>
                  <a:pt x="48" y="224"/>
                </a:cubicBezTo>
                <a:cubicBezTo>
                  <a:pt x="57" y="213"/>
                  <a:pt x="65" y="198"/>
                  <a:pt x="72" y="178"/>
                </a:cubicBezTo>
                <a:cubicBezTo>
                  <a:pt x="79" y="158"/>
                  <a:pt x="84" y="136"/>
                  <a:pt x="87" y="112"/>
                </a:cubicBezTo>
                <a:lnTo>
                  <a:pt x="87" y="101"/>
                </a:lnTo>
                <a:lnTo>
                  <a:pt x="86" y="102"/>
                </a:lnTo>
                <a:cubicBezTo>
                  <a:pt x="84" y="102"/>
                  <a:pt x="83" y="103"/>
                  <a:pt x="81" y="104"/>
                </a:cubicBezTo>
                <a:cubicBezTo>
                  <a:pt x="79" y="104"/>
                  <a:pt x="78" y="105"/>
                  <a:pt x="76" y="106"/>
                </a:cubicBezTo>
                <a:cubicBezTo>
                  <a:pt x="74" y="108"/>
                  <a:pt x="71" y="108"/>
                  <a:pt x="68" y="108"/>
                </a:cubicBezTo>
                <a:cubicBezTo>
                  <a:pt x="64" y="108"/>
                  <a:pt x="60" y="108"/>
                  <a:pt x="57" y="109"/>
                </a:cubicBezTo>
                <a:cubicBezTo>
                  <a:pt x="40" y="109"/>
                  <a:pt x="26" y="104"/>
                  <a:pt x="16" y="94"/>
                </a:cubicBezTo>
                <a:lnTo>
                  <a:pt x="0" y="7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7754400" y="325188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7" y="402"/>
                </a:moveTo>
                <a:cubicBezTo>
                  <a:pt x="178" y="400"/>
                  <a:pt x="146" y="399"/>
                  <a:pt x="90" y="399"/>
                </a:cubicBezTo>
                <a:cubicBezTo>
                  <a:pt x="41" y="399"/>
                  <a:pt x="13" y="400"/>
                  <a:pt x="6" y="402"/>
                </a:cubicBezTo>
                <a:lnTo>
                  <a:pt x="0" y="402"/>
                </a:lnTo>
                <a:lnTo>
                  <a:pt x="0" y="345"/>
                </a:lnTo>
                <a:lnTo>
                  <a:pt x="86" y="345"/>
                </a:lnTo>
                <a:lnTo>
                  <a:pt x="203" y="209"/>
                </a:lnTo>
                <a:lnTo>
                  <a:pt x="79" y="56"/>
                </a:lnTo>
                <a:lnTo>
                  <a:pt x="4" y="56"/>
                </a:lnTo>
                <a:lnTo>
                  <a:pt x="4" y="0"/>
                </a:lnTo>
                <a:lnTo>
                  <a:pt x="11" y="0"/>
                </a:lnTo>
                <a:cubicBezTo>
                  <a:pt x="20" y="2"/>
                  <a:pt x="53" y="3"/>
                  <a:pt x="111" y="3"/>
                </a:cubicBezTo>
                <a:cubicBezTo>
                  <a:pt x="173" y="3"/>
                  <a:pt x="210" y="2"/>
                  <a:pt x="221" y="0"/>
                </a:cubicBezTo>
                <a:lnTo>
                  <a:pt x="229" y="0"/>
                </a:lnTo>
                <a:lnTo>
                  <a:pt x="229" y="56"/>
                </a:lnTo>
                <a:lnTo>
                  <a:pt x="204" y="56"/>
                </a:lnTo>
                <a:lnTo>
                  <a:pt x="235" y="95"/>
                </a:lnTo>
                <a:cubicBezTo>
                  <a:pt x="256" y="120"/>
                  <a:pt x="266" y="133"/>
                  <a:pt x="267" y="133"/>
                </a:cubicBezTo>
                <a:cubicBezTo>
                  <a:pt x="269" y="133"/>
                  <a:pt x="281" y="120"/>
                  <a:pt x="301" y="93"/>
                </a:cubicBezTo>
                <a:lnTo>
                  <a:pt x="333" y="56"/>
                </a:lnTo>
                <a:lnTo>
                  <a:pt x="299" y="56"/>
                </a:lnTo>
                <a:lnTo>
                  <a:pt x="299" y="0"/>
                </a:lnTo>
                <a:lnTo>
                  <a:pt x="307" y="0"/>
                </a:lnTo>
                <a:cubicBezTo>
                  <a:pt x="316" y="2"/>
                  <a:pt x="348" y="3"/>
                  <a:pt x="402" y="3"/>
                </a:cubicBezTo>
                <a:cubicBezTo>
                  <a:pt x="451" y="3"/>
                  <a:pt x="479" y="2"/>
                  <a:pt x="486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2" y="179"/>
                </a:lnTo>
                <a:lnTo>
                  <a:pt x="437" y="344"/>
                </a:lnTo>
                <a:lnTo>
                  <a:pt x="474" y="345"/>
                </a:lnTo>
                <a:lnTo>
                  <a:pt x="511" y="345"/>
                </a:lnTo>
                <a:lnTo>
                  <a:pt x="511" y="402"/>
                </a:lnTo>
                <a:lnTo>
                  <a:pt x="503" y="402"/>
                </a:lnTo>
                <a:cubicBezTo>
                  <a:pt x="494" y="400"/>
                  <a:pt x="462" y="399"/>
                  <a:pt x="405" y="399"/>
                </a:cubicBezTo>
                <a:cubicBezTo>
                  <a:pt x="342" y="399"/>
                  <a:pt x="306" y="400"/>
                  <a:pt x="295" y="402"/>
                </a:cubicBezTo>
                <a:lnTo>
                  <a:pt x="287" y="402"/>
                </a:lnTo>
                <a:lnTo>
                  <a:pt x="287" y="345"/>
                </a:lnTo>
                <a:lnTo>
                  <a:pt x="312" y="345"/>
                </a:lnTo>
                <a:cubicBezTo>
                  <a:pt x="312" y="345"/>
                  <a:pt x="300" y="329"/>
                  <a:pt x="276" y="300"/>
                </a:cubicBezTo>
                <a:cubicBezTo>
                  <a:pt x="252" y="271"/>
                  <a:pt x="240" y="255"/>
                  <a:pt x="239" y="254"/>
                </a:cubicBezTo>
                <a:lnTo>
                  <a:pt x="160" y="344"/>
                </a:lnTo>
                <a:lnTo>
                  <a:pt x="178" y="345"/>
                </a:lnTo>
                <a:lnTo>
                  <a:pt x="194" y="345"/>
                </a:lnTo>
                <a:lnTo>
                  <a:pt x="194" y="402"/>
                </a:lnTo>
                <a:lnTo>
                  <a:pt x="187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7962480" y="3288240"/>
            <a:ext cx="197280" cy="156960"/>
          </a:xfrm>
          <a:custGeom>
            <a:avLst/>
            <a:gdLst/>
            <a:ahLst/>
            <a:rect l="0" t="0" r="r" b="b"/>
            <a:pathLst>
              <a:path w="548" h="436">
                <a:moveTo>
                  <a:pt x="130" y="29"/>
                </a:moveTo>
                <a:cubicBezTo>
                  <a:pt x="128" y="29"/>
                  <a:pt x="127" y="29"/>
                  <a:pt x="125" y="29"/>
                </a:cubicBezTo>
                <a:cubicBezTo>
                  <a:pt x="114" y="29"/>
                  <a:pt x="108" y="29"/>
                  <a:pt x="105" y="28"/>
                </a:cubicBezTo>
                <a:cubicBezTo>
                  <a:pt x="103" y="28"/>
                  <a:pt x="102" y="26"/>
                  <a:pt x="102" y="21"/>
                </a:cubicBezTo>
                <a:cubicBezTo>
                  <a:pt x="102" y="10"/>
                  <a:pt x="105" y="3"/>
                  <a:pt x="109" y="0"/>
                </a:cubicBezTo>
                <a:cubicBezTo>
                  <a:pt x="110" y="0"/>
                  <a:pt x="131" y="0"/>
                  <a:pt x="171" y="0"/>
                </a:cubicBezTo>
                <a:cubicBezTo>
                  <a:pt x="204" y="0"/>
                  <a:pt x="223" y="0"/>
                  <a:pt x="227" y="0"/>
                </a:cubicBezTo>
                <a:cubicBezTo>
                  <a:pt x="232" y="0"/>
                  <a:pt x="235" y="1"/>
                  <a:pt x="236" y="3"/>
                </a:cubicBezTo>
                <a:cubicBezTo>
                  <a:pt x="326" y="214"/>
                  <a:pt x="372" y="324"/>
                  <a:pt x="373" y="329"/>
                </a:cubicBezTo>
                <a:lnTo>
                  <a:pt x="408" y="192"/>
                </a:lnTo>
                <a:cubicBezTo>
                  <a:pt x="430" y="103"/>
                  <a:pt x="442" y="55"/>
                  <a:pt x="442" y="49"/>
                </a:cubicBezTo>
                <a:cubicBezTo>
                  <a:pt x="442" y="37"/>
                  <a:pt x="428" y="31"/>
                  <a:pt x="401" y="29"/>
                </a:cubicBezTo>
                <a:cubicBezTo>
                  <a:pt x="391" y="29"/>
                  <a:pt x="386" y="27"/>
                  <a:pt x="386" y="22"/>
                </a:cubicBezTo>
                <a:cubicBezTo>
                  <a:pt x="386" y="21"/>
                  <a:pt x="386" y="19"/>
                  <a:pt x="387" y="14"/>
                </a:cubicBezTo>
                <a:cubicBezTo>
                  <a:pt x="388" y="8"/>
                  <a:pt x="390" y="3"/>
                  <a:pt x="391" y="2"/>
                </a:cubicBezTo>
                <a:cubicBezTo>
                  <a:pt x="391" y="1"/>
                  <a:pt x="394" y="0"/>
                  <a:pt x="397" y="0"/>
                </a:cubicBezTo>
                <a:cubicBezTo>
                  <a:pt x="398" y="0"/>
                  <a:pt x="405" y="0"/>
                  <a:pt x="417" y="0"/>
                </a:cubicBezTo>
                <a:cubicBezTo>
                  <a:pt x="429" y="1"/>
                  <a:pt x="446" y="1"/>
                  <a:pt x="470" y="2"/>
                </a:cubicBezTo>
                <a:cubicBezTo>
                  <a:pt x="491" y="2"/>
                  <a:pt x="507" y="1"/>
                  <a:pt x="518" y="1"/>
                </a:cubicBezTo>
                <a:cubicBezTo>
                  <a:pt x="529" y="0"/>
                  <a:pt x="536" y="0"/>
                  <a:pt x="537" y="0"/>
                </a:cubicBezTo>
                <a:cubicBezTo>
                  <a:pt x="545" y="0"/>
                  <a:pt x="548" y="2"/>
                  <a:pt x="548" y="7"/>
                </a:cubicBezTo>
                <a:cubicBezTo>
                  <a:pt x="548" y="16"/>
                  <a:pt x="546" y="22"/>
                  <a:pt x="543" y="26"/>
                </a:cubicBezTo>
                <a:cubicBezTo>
                  <a:pt x="542" y="28"/>
                  <a:pt x="536" y="29"/>
                  <a:pt x="528" y="29"/>
                </a:cubicBezTo>
                <a:cubicBezTo>
                  <a:pt x="498" y="31"/>
                  <a:pt x="479" y="39"/>
                  <a:pt x="471" y="55"/>
                </a:cubicBezTo>
                <a:lnTo>
                  <a:pt x="376" y="432"/>
                </a:lnTo>
                <a:cubicBezTo>
                  <a:pt x="375" y="435"/>
                  <a:pt x="371" y="436"/>
                  <a:pt x="363" y="436"/>
                </a:cubicBezTo>
                <a:cubicBezTo>
                  <a:pt x="357" y="436"/>
                  <a:pt x="353" y="436"/>
                  <a:pt x="352" y="435"/>
                </a:cubicBezTo>
                <a:cubicBezTo>
                  <a:pt x="350" y="434"/>
                  <a:pt x="323" y="369"/>
                  <a:pt x="269" y="242"/>
                </a:cubicBezTo>
                <a:lnTo>
                  <a:pt x="188" y="50"/>
                </a:lnTo>
                <a:lnTo>
                  <a:pt x="147" y="216"/>
                </a:lnTo>
                <a:cubicBezTo>
                  <a:pt x="119" y="326"/>
                  <a:pt x="105" y="382"/>
                  <a:pt x="105" y="386"/>
                </a:cubicBezTo>
                <a:cubicBezTo>
                  <a:pt x="108" y="400"/>
                  <a:pt x="123" y="407"/>
                  <a:pt x="151" y="407"/>
                </a:cubicBezTo>
                <a:lnTo>
                  <a:pt x="158" y="407"/>
                </a:lnTo>
                <a:cubicBezTo>
                  <a:pt x="160" y="409"/>
                  <a:pt x="162" y="411"/>
                  <a:pt x="162" y="412"/>
                </a:cubicBezTo>
                <a:cubicBezTo>
                  <a:pt x="162" y="413"/>
                  <a:pt x="161" y="418"/>
                  <a:pt x="160" y="424"/>
                </a:cubicBezTo>
                <a:cubicBezTo>
                  <a:pt x="159" y="430"/>
                  <a:pt x="156" y="434"/>
                  <a:pt x="154" y="436"/>
                </a:cubicBezTo>
                <a:lnTo>
                  <a:pt x="146" y="436"/>
                </a:lnTo>
                <a:cubicBezTo>
                  <a:pt x="132" y="436"/>
                  <a:pt x="109" y="435"/>
                  <a:pt x="77" y="435"/>
                </a:cubicBezTo>
                <a:cubicBezTo>
                  <a:pt x="65" y="435"/>
                  <a:pt x="54" y="435"/>
                  <a:pt x="44" y="435"/>
                </a:cubicBezTo>
                <a:cubicBezTo>
                  <a:pt x="34" y="435"/>
                  <a:pt x="27" y="435"/>
                  <a:pt x="21" y="435"/>
                </a:cubicBezTo>
                <a:cubicBezTo>
                  <a:pt x="15" y="435"/>
                  <a:pt x="11" y="435"/>
                  <a:pt x="10" y="436"/>
                </a:cubicBezTo>
                <a:cubicBezTo>
                  <a:pt x="3" y="436"/>
                  <a:pt x="0" y="434"/>
                  <a:pt x="0" y="430"/>
                </a:cubicBezTo>
                <a:cubicBezTo>
                  <a:pt x="0" y="428"/>
                  <a:pt x="1" y="425"/>
                  <a:pt x="2" y="420"/>
                </a:cubicBezTo>
                <a:cubicBezTo>
                  <a:pt x="3" y="415"/>
                  <a:pt x="4" y="412"/>
                  <a:pt x="5" y="411"/>
                </a:cubicBezTo>
                <a:cubicBezTo>
                  <a:pt x="6" y="408"/>
                  <a:pt x="11" y="407"/>
                  <a:pt x="20" y="407"/>
                </a:cubicBezTo>
                <a:cubicBezTo>
                  <a:pt x="49" y="406"/>
                  <a:pt x="68" y="398"/>
                  <a:pt x="76" y="382"/>
                </a:cubicBezTo>
                <a:cubicBezTo>
                  <a:pt x="78" y="380"/>
                  <a:pt x="93" y="321"/>
                  <a:pt x="121" y="204"/>
                </a:cubicBezTo>
                <a:lnTo>
                  <a:pt x="165" y="31"/>
                </a:lnTo>
                <a:cubicBezTo>
                  <a:pt x="164" y="30"/>
                  <a:pt x="152" y="30"/>
                  <a:pt x="130" y="2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8196840" y="3152520"/>
            <a:ext cx="120240" cy="325440"/>
          </a:xfrm>
          <a:custGeom>
            <a:avLst/>
            <a:gdLst/>
            <a:ahLst/>
            <a:rect l="0" t="0" r="r" b="b"/>
            <a:pathLst>
              <a:path w="334" h="904">
                <a:moveTo>
                  <a:pt x="0" y="17"/>
                </a:moveTo>
                <a:cubicBezTo>
                  <a:pt x="0" y="9"/>
                  <a:pt x="1" y="4"/>
                  <a:pt x="3" y="3"/>
                </a:cubicBezTo>
                <a:cubicBezTo>
                  <a:pt x="4" y="2"/>
                  <a:pt x="10" y="1"/>
                  <a:pt x="21" y="0"/>
                </a:cubicBezTo>
                <a:cubicBezTo>
                  <a:pt x="71" y="0"/>
                  <a:pt x="110" y="8"/>
                  <a:pt x="137" y="23"/>
                </a:cubicBezTo>
                <a:cubicBezTo>
                  <a:pt x="164" y="38"/>
                  <a:pt x="183" y="54"/>
                  <a:pt x="194" y="72"/>
                </a:cubicBezTo>
                <a:cubicBezTo>
                  <a:pt x="199" y="85"/>
                  <a:pt x="202" y="96"/>
                  <a:pt x="203" y="104"/>
                </a:cubicBezTo>
                <a:cubicBezTo>
                  <a:pt x="204" y="112"/>
                  <a:pt x="204" y="153"/>
                  <a:pt x="205" y="225"/>
                </a:cubicBezTo>
                <a:cubicBezTo>
                  <a:pt x="205" y="309"/>
                  <a:pt x="206" y="352"/>
                  <a:pt x="207" y="355"/>
                </a:cubicBezTo>
                <a:cubicBezTo>
                  <a:pt x="214" y="382"/>
                  <a:pt x="230" y="402"/>
                  <a:pt x="253" y="414"/>
                </a:cubicBezTo>
                <a:cubicBezTo>
                  <a:pt x="277" y="427"/>
                  <a:pt x="299" y="434"/>
                  <a:pt x="318" y="434"/>
                </a:cubicBezTo>
                <a:cubicBezTo>
                  <a:pt x="325" y="434"/>
                  <a:pt x="329" y="435"/>
                  <a:pt x="331" y="437"/>
                </a:cubicBezTo>
                <a:cubicBezTo>
                  <a:pt x="333" y="439"/>
                  <a:pt x="334" y="444"/>
                  <a:pt x="334" y="451"/>
                </a:cubicBezTo>
                <a:cubicBezTo>
                  <a:pt x="334" y="459"/>
                  <a:pt x="333" y="464"/>
                  <a:pt x="331" y="466"/>
                </a:cubicBezTo>
                <a:cubicBezTo>
                  <a:pt x="329" y="468"/>
                  <a:pt x="325" y="469"/>
                  <a:pt x="318" y="469"/>
                </a:cubicBezTo>
                <a:cubicBezTo>
                  <a:pt x="296" y="469"/>
                  <a:pt x="275" y="475"/>
                  <a:pt x="253" y="488"/>
                </a:cubicBezTo>
                <a:cubicBezTo>
                  <a:pt x="232" y="500"/>
                  <a:pt x="218" y="516"/>
                  <a:pt x="211" y="535"/>
                </a:cubicBezTo>
                <a:cubicBezTo>
                  <a:pt x="208" y="544"/>
                  <a:pt x="206" y="555"/>
                  <a:pt x="206" y="568"/>
                </a:cubicBezTo>
                <a:cubicBezTo>
                  <a:pt x="205" y="581"/>
                  <a:pt x="205" y="626"/>
                  <a:pt x="205" y="702"/>
                </a:cubicBezTo>
                <a:lnTo>
                  <a:pt x="205" y="749"/>
                </a:lnTo>
                <a:cubicBezTo>
                  <a:pt x="205" y="782"/>
                  <a:pt x="203" y="806"/>
                  <a:pt x="199" y="819"/>
                </a:cubicBezTo>
                <a:cubicBezTo>
                  <a:pt x="196" y="832"/>
                  <a:pt x="187" y="845"/>
                  <a:pt x="173" y="857"/>
                </a:cubicBezTo>
                <a:cubicBezTo>
                  <a:pt x="141" y="888"/>
                  <a:pt x="90" y="904"/>
                  <a:pt x="21" y="904"/>
                </a:cubicBezTo>
                <a:cubicBezTo>
                  <a:pt x="11" y="904"/>
                  <a:pt x="4" y="903"/>
                  <a:pt x="3" y="901"/>
                </a:cubicBezTo>
                <a:cubicBezTo>
                  <a:pt x="1" y="899"/>
                  <a:pt x="0" y="894"/>
                  <a:pt x="0" y="886"/>
                </a:cubicBezTo>
                <a:cubicBezTo>
                  <a:pt x="0" y="882"/>
                  <a:pt x="0" y="880"/>
                  <a:pt x="0" y="879"/>
                </a:cubicBezTo>
                <a:cubicBezTo>
                  <a:pt x="0" y="879"/>
                  <a:pt x="0" y="877"/>
                  <a:pt x="1" y="875"/>
                </a:cubicBezTo>
                <a:cubicBezTo>
                  <a:pt x="1" y="872"/>
                  <a:pt x="2" y="871"/>
                  <a:pt x="3" y="871"/>
                </a:cubicBezTo>
                <a:cubicBezTo>
                  <a:pt x="5" y="871"/>
                  <a:pt x="7" y="871"/>
                  <a:pt x="11" y="870"/>
                </a:cubicBezTo>
                <a:cubicBezTo>
                  <a:pt x="19" y="870"/>
                  <a:pt x="28" y="869"/>
                  <a:pt x="39" y="868"/>
                </a:cubicBezTo>
                <a:cubicBezTo>
                  <a:pt x="50" y="866"/>
                  <a:pt x="61" y="863"/>
                  <a:pt x="74" y="859"/>
                </a:cubicBezTo>
                <a:cubicBezTo>
                  <a:pt x="87" y="854"/>
                  <a:pt x="98" y="847"/>
                  <a:pt x="107" y="838"/>
                </a:cubicBezTo>
                <a:cubicBezTo>
                  <a:pt x="117" y="828"/>
                  <a:pt x="124" y="817"/>
                  <a:pt x="129" y="804"/>
                </a:cubicBezTo>
                <a:cubicBezTo>
                  <a:pt x="130" y="801"/>
                  <a:pt x="130" y="758"/>
                  <a:pt x="131" y="674"/>
                </a:cubicBezTo>
                <a:lnTo>
                  <a:pt x="132" y="552"/>
                </a:lnTo>
                <a:cubicBezTo>
                  <a:pt x="139" y="517"/>
                  <a:pt x="161" y="490"/>
                  <a:pt x="195" y="469"/>
                </a:cubicBezTo>
                <a:cubicBezTo>
                  <a:pt x="216" y="459"/>
                  <a:pt x="231" y="453"/>
                  <a:pt x="240" y="451"/>
                </a:cubicBezTo>
                <a:cubicBezTo>
                  <a:pt x="225" y="447"/>
                  <a:pt x="210" y="441"/>
                  <a:pt x="195" y="433"/>
                </a:cubicBezTo>
                <a:cubicBezTo>
                  <a:pt x="162" y="413"/>
                  <a:pt x="141" y="388"/>
                  <a:pt x="133" y="359"/>
                </a:cubicBezTo>
                <a:lnTo>
                  <a:pt x="132" y="350"/>
                </a:lnTo>
                <a:lnTo>
                  <a:pt x="131" y="228"/>
                </a:lnTo>
                <a:cubicBezTo>
                  <a:pt x="130" y="145"/>
                  <a:pt x="130" y="102"/>
                  <a:pt x="129" y="99"/>
                </a:cubicBezTo>
                <a:cubicBezTo>
                  <a:pt x="122" y="75"/>
                  <a:pt x="106" y="59"/>
                  <a:pt x="81" y="49"/>
                </a:cubicBezTo>
                <a:cubicBezTo>
                  <a:pt x="56" y="39"/>
                  <a:pt x="32" y="34"/>
                  <a:pt x="11" y="34"/>
                </a:cubicBezTo>
                <a:cubicBezTo>
                  <a:pt x="5" y="34"/>
                  <a:pt x="2" y="33"/>
                  <a:pt x="2" y="31"/>
                </a:cubicBezTo>
                <a:cubicBezTo>
                  <a:pt x="1" y="29"/>
                  <a:pt x="0" y="25"/>
                  <a:pt x="0" y="1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4282200" y="3105000"/>
            <a:ext cx="1655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をサンプル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8340480" y="3105000"/>
            <a:ext cx="2896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を学習して表現するこ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739800" y="4233600"/>
            <a:ext cx="174240" cy="207000"/>
          </a:xfrm>
          <a:custGeom>
            <a:avLst/>
            <a:gdLst/>
            <a:ahLst/>
            <a:rect l="0" t="0" r="r" b="b"/>
            <a:pathLst>
              <a:path w="484" h="575">
                <a:moveTo>
                  <a:pt x="56" y="141"/>
                </a:moveTo>
                <a:cubicBezTo>
                  <a:pt x="56" y="139"/>
                  <a:pt x="57" y="137"/>
                  <a:pt x="57" y="134"/>
                </a:cubicBezTo>
                <a:cubicBezTo>
                  <a:pt x="58" y="131"/>
                  <a:pt x="59" y="124"/>
                  <a:pt x="62" y="114"/>
                </a:cubicBezTo>
                <a:cubicBezTo>
                  <a:pt x="64" y="104"/>
                  <a:pt x="67" y="95"/>
                  <a:pt x="71" y="86"/>
                </a:cubicBezTo>
                <a:cubicBezTo>
                  <a:pt x="75" y="78"/>
                  <a:pt x="79" y="68"/>
                  <a:pt x="84" y="56"/>
                </a:cubicBezTo>
                <a:cubicBezTo>
                  <a:pt x="90" y="45"/>
                  <a:pt x="96" y="36"/>
                  <a:pt x="102" y="29"/>
                </a:cubicBezTo>
                <a:cubicBezTo>
                  <a:pt x="109" y="23"/>
                  <a:pt x="117" y="16"/>
                  <a:pt x="127" y="10"/>
                </a:cubicBezTo>
                <a:cubicBezTo>
                  <a:pt x="136" y="2"/>
                  <a:pt x="146" y="-1"/>
                  <a:pt x="157" y="0"/>
                </a:cubicBezTo>
                <a:cubicBezTo>
                  <a:pt x="202" y="0"/>
                  <a:pt x="231" y="21"/>
                  <a:pt x="243" y="59"/>
                </a:cubicBezTo>
                <a:lnTo>
                  <a:pt x="252" y="51"/>
                </a:lnTo>
                <a:cubicBezTo>
                  <a:pt x="290" y="18"/>
                  <a:pt x="325" y="0"/>
                  <a:pt x="359" y="0"/>
                </a:cubicBezTo>
                <a:cubicBezTo>
                  <a:pt x="398" y="0"/>
                  <a:pt x="429" y="16"/>
                  <a:pt x="451" y="44"/>
                </a:cubicBezTo>
                <a:cubicBezTo>
                  <a:pt x="473" y="72"/>
                  <a:pt x="484" y="106"/>
                  <a:pt x="484" y="147"/>
                </a:cubicBezTo>
                <a:cubicBezTo>
                  <a:pt x="484" y="212"/>
                  <a:pt x="461" y="272"/>
                  <a:pt x="416" y="326"/>
                </a:cubicBezTo>
                <a:cubicBezTo>
                  <a:pt x="370" y="381"/>
                  <a:pt x="318" y="409"/>
                  <a:pt x="261" y="409"/>
                </a:cubicBezTo>
                <a:cubicBezTo>
                  <a:pt x="247" y="409"/>
                  <a:pt x="236" y="407"/>
                  <a:pt x="225" y="404"/>
                </a:cubicBezTo>
                <a:cubicBezTo>
                  <a:pt x="219" y="401"/>
                  <a:pt x="212" y="396"/>
                  <a:pt x="205" y="390"/>
                </a:cubicBezTo>
                <a:cubicBezTo>
                  <a:pt x="197" y="384"/>
                  <a:pt x="192" y="379"/>
                  <a:pt x="187" y="375"/>
                </a:cubicBezTo>
                <a:lnTo>
                  <a:pt x="181" y="368"/>
                </a:lnTo>
                <a:cubicBezTo>
                  <a:pt x="181" y="368"/>
                  <a:pt x="174" y="395"/>
                  <a:pt x="161" y="446"/>
                </a:cubicBezTo>
                <a:cubicBezTo>
                  <a:pt x="149" y="498"/>
                  <a:pt x="142" y="524"/>
                  <a:pt x="142" y="525"/>
                </a:cubicBezTo>
                <a:cubicBezTo>
                  <a:pt x="142" y="528"/>
                  <a:pt x="145" y="531"/>
                  <a:pt x="150" y="531"/>
                </a:cubicBezTo>
                <a:cubicBezTo>
                  <a:pt x="154" y="532"/>
                  <a:pt x="165" y="533"/>
                  <a:pt x="183" y="534"/>
                </a:cubicBezTo>
                <a:lnTo>
                  <a:pt x="205" y="534"/>
                </a:lnTo>
                <a:cubicBezTo>
                  <a:pt x="209" y="538"/>
                  <a:pt x="211" y="541"/>
                  <a:pt x="211" y="542"/>
                </a:cubicBezTo>
                <a:cubicBezTo>
                  <a:pt x="211" y="543"/>
                  <a:pt x="210" y="549"/>
                  <a:pt x="208" y="558"/>
                </a:cubicBezTo>
                <a:cubicBezTo>
                  <a:pt x="206" y="565"/>
                  <a:pt x="205" y="570"/>
                  <a:pt x="203" y="572"/>
                </a:cubicBezTo>
                <a:cubicBezTo>
                  <a:pt x="201" y="574"/>
                  <a:pt x="197" y="575"/>
                  <a:pt x="191" y="575"/>
                </a:cubicBezTo>
                <a:cubicBezTo>
                  <a:pt x="190" y="575"/>
                  <a:pt x="187" y="575"/>
                  <a:pt x="181" y="575"/>
                </a:cubicBezTo>
                <a:cubicBezTo>
                  <a:pt x="176" y="575"/>
                  <a:pt x="165" y="575"/>
                  <a:pt x="150" y="574"/>
                </a:cubicBezTo>
                <a:cubicBezTo>
                  <a:pt x="135" y="574"/>
                  <a:pt x="116" y="574"/>
                  <a:pt x="93" y="574"/>
                </a:cubicBezTo>
                <a:cubicBezTo>
                  <a:pt x="51" y="574"/>
                  <a:pt x="25" y="574"/>
                  <a:pt x="13" y="575"/>
                </a:cubicBezTo>
                <a:lnTo>
                  <a:pt x="6" y="575"/>
                </a:lnTo>
                <a:cubicBezTo>
                  <a:pt x="2" y="571"/>
                  <a:pt x="0" y="568"/>
                  <a:pt x="0" y="565"/>
                </a:cubicBezTo>
                <a:cubicBezTo>
                  <a:pt x="1" y="549"/>
                  <a:pt x="5" y="539"/>
                  <a:pt x="11" y="534"/>
                </a:cubicBezTo>
                <a:lnTo>
                  <a:pt x="29" y="534"/>
                </a:lnTo>
                <a:cubicBezTo>
                  <a:pt x="50" y="533"/>
                  <a:pt x="62" y="530"/>
                  <a:pt x="65" y="523"/>
                </a:cubicBezTo>
                <a:cubicBezTo>
                  <a:pt x="66" y="519"/>
                  <a:pt x="85" y="448"/>
                  <a:pt x="121" y="307"/>
                </a:cubicBezTo>
                <a:cubicBezTo>
                  <a:pt x="156" y="167"/>
                  <a:pt x="174" y="93"/>
                  <a:pt x="176" y="84"/>
                </a:cubicBezTo>
                <a:cubicBezTo>
                  <a:pt x="176" y="81"/>
                  <a:pt x="177" y="77"/>
                  <a:pt x="177" y="72"/>
                </a:cubicBezTo>
                <a:cubicBezTo>
                  <a:pt x="177" y="47"/>
                  <a:pt x="169" y="35"/>
                  <a:pt x="154" y="35"/>
                </a:cubicBezTo>
                <a:cubicBezTo>
                  <a:pt x="141" y="35"/>
                  <a:pt x="130" y="43"/>
                  <a:pt x="121" y="60"/>
                </a:cubicBezTo>
                <a:cubicBezTo>
                  <a:pt x="111" y="77"/>
                  <a:pt x="104" y="95"/>
                  <a:pt x="99" y="115"/>
                </a:cubicBezTo>
                <a:cubicBezTo>
                  <a:pt x="94" y="135"/>
                  <a:pt x="90" y="146"/>
                  <a:pt x="88" y="148"/>
                </a:cubicBezTo>
                <a:cubicBezTo>
                  <a:pt x="87" y="149"/>
                  <a:pt x="82" y="149"/>
                  <a:pt x="74" y="149"/>
                </a:cubicBezTo>
                <a:lnTo>
                  <a:pt x="61" y="149"/>
                </a:lnTo>
                <a:cubicBezTo>
                  <a:pt x="57" y="146"/>
                  <a:pt x="56" y="143"/>
                  <a:pt x="56" y="141"/>
                </a:cubicBezTo>
                <a:moveTo>
                  <a:pt x="196" y="308"/>
                </a:moveTo>
                <a:cubicBezTo>
                  <a:pt x="210" y="354"/>
                  <a:pt x="232" y="377"/>
                  <a:pt x="263" y="377"/>
                </a:cubicBezTo>
                <a:cubicBezTo>
                  <a:pt x="281" y="377"/>
                  <a:pt x="299" y="370"/>
                  <a:pt x="316" y="356"/>
                </a:cubicBezTo>
                <a:cubicBezTo>
                  <a:pt x="332" y="342"/>
                  <a:pt x="346" y="325"/>
                  <a:pt x="357" y="304"/>
                </a:cubicBezTo>
                <a:cubicBezTo>
                  <a:pt x="368" y="283"/>
                  <a:pt x="379" y="251"/>
                  <a:pt x="390" y="206"/>
                </a:cubicBezTo>
                <a:cubicBezTo>
                  <a:pt x="400" y="162"/>
                  <a:pt x="406" y="129"/>
                  <a:pt x="407" y="107"/>
                </a:cubicBezTo>
                <a:lnTo>
                  <a:pt x="407" y="102"/>
                </a:lnTo>
                <a:cubicBezTo>
                  <a:pt x="407" y="57"/>
                  <a:pt x="388" y="35"/>
                  <a:pt x="352" y="35"/>
                </a:cubicBezTo>
                <a:cubicBezTo>
                  <a:pt x="345" y="35"/>
                  <a:pt x="338" y="36"/>
                  <a:pt x="332" y="37"/>
                </a:cubicBezTo>
                <a:cubicBezTo>
                  <a:pt x="325" y="39"/>
                  <a:pt x="319" y="42"/>
                  <a:pt x="312" y="46"/>
                </a:cubicBezTo>
                <a:cubicBezTo>
                  <a:pt x="305" y="49"/>
                  <a:pt x="299" y="53"/>
                  <a:pt x="294" y="57"/>
                </a:cubicBezTo>
                <a:cubicBezTo>
                  <a:pt x="289" y="62"/>
                  <a:pt x="283" y="66"/>
                  <a:pt x="279" y="71"/>
                </a:cubicBezTo>
                <a:cubicBezTo>
                  <a:pt x="274" y="76"/>
                  <a:pt x="269" y="80"/>
                  <a:pt x="265" y="84"/>
                </a:cubicBezTo>
                <a:cubicBezTo>
                  <a:pt x="261" y="89"/>
                  <a:pt x="258" y="93"/>
                  <a:pt x="255" y="97"/>
                </a:cubicBezTo>
                <a:cubicBezTo>
                  <a:pt x="253" y="101"/>
                  <a:pt x="250" y="104"/>
                  <a:pt x="248" y="106"/>
                </a:cubicBezTo>
                <a:lnTo>
                  <a:pt x="245" y="110"/>
                </a:lnTo>
                <a:cubicBezTo>
                  <a:pt x="245" y="110"/>
                  <a:pt x="244" y="114"/>
                  <a:pt x="242" y="122"/>
                </a:cubicBezTo>
                <a:cubicBezTo>
                  <a:pt x="241" y="130"/>
                  <a:pt x="237" y="143"/>
                  <a:pt x="233" y="162"/>
                </a:cubicBezTo>
                <a:cubicBezTo>
                  <a:pt x="228" y="181"/>
                  <a:pt x="224" y="196"/>
                  <a:pt x="220" y="209"/>
                </a:cubicBezTo>
                <a:cubicBezTo>
                  <a:pt x="204" y="273"/>
                  <a:pt x="196" y="306"/>
                  <a:pt x="196" y="30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46440" y="413352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0" y="452"/>
                </a:moveTo>
                <a:cubicBezTo>
                  <a:pt x="0" y="410"/>
                  <a:pt x="3" y="371"/>
                  <a:pt x="9" y="333"/>
                </a:cubicBezTo>
                <a:cubicBezTo>
                  <a:pt x="15" y="296"/>
                  <a:pt x="22" y="264"/>
                  <a:pt x="29" y="237"/>
                </a:cubicBezTo>
                <a:cubicBezTo>
                  <a:pt x="37" y="210"/>
                  <a:pt x="48" y="183"/>
                  <a:pt x="64" y="157"/>
                </a:cubicBezTo>
                <a:cubicBezTo>
                  <a:pt x="78" y="132"/>
                  <a:pt x="90" y="111"/>
                  <a:pt x="98" y="97"/>
                </a:cubicBezTo>
                <a:cubicBezTo>
                  <a:pt x="106" y="83"/>
                  <a:pt x="119" y="67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6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3"/>
                  <a:pt x="216" y="9"/>
                </a:cubicBezTo>
                <a:cubicBezTo>
                  <a:pt x="216" y="10"/>
                  <a:pt x="211" y="17"/>
                  <a:pt x="201" y="27"/>
                </a:cubicBezTo>
                <a:cubicBezTo>
                  <a:pt x="191" y="38"/>
                  <a:pt x="178" y="54"/>
                  <a:pt x="164" y="75"/>
                </a:cubicBezTo>
                <a:cubicBezTo>
                  <a:pt x="149" y="96"/>
                  <a:pt x="135" y="122"/>
                  <a:pt x="120" y="153"/>
                </a:cubicBezTo>
                <a:cubicBezTo>
                  <a:pt x="105" y="184"/>
                  <a:pt x="92" y="225"/>
                  <a:pt x="82" y="277"/>
                </a:cubicBezTo>
                <a:cubicBezTo>
                  <a:pt x="72" y="330"/>
                  <a:pt x="66" y="388"/>
                  <a:pt x="66" y="452"/>
                </a:cubicBezTo>
                <a:cubicBezTo>
                  <a:pt x="66" y="515"/>
                  <a:pt x="72" y="573"/>
                  <a:pt x="82" y="625"/>
                </a:cubicBezTo>
                <a:cubicBezTo>
                  <a:pt x="92" y="677"/>
                  <a:pt x="104" y="719"/>
                  <a:pt x="119" y="751"/>
                </a:cubicBezTo>
                <a:cubicBezTo>
                  <a:pt x="133" y="783"/>
                  <a:pt x="148" y="809"/>
                  <a:pt x="163" y="829"/>
                </a:cubicBezTo>
                <a:cubicBezTo>
                  <a:pt x="178" y="849"/>
                  <a:pt x="191" y="865"/>
                  <a:pt x="201" y="877"/>
                </a:cubicBezTo>
                <a:cubicBezTo>
                  <a:pt x="211" y="889"/>
                  <a:pt x="216" y="895"/>
                  <a:pt x="216" y="896"/>
                </a:cubicBezTo>
                <a:cubicBezTo>
                  <a:pt x="216" y="901"/>
                  <a:pt x="212" y="904"/>
                  <a:pt x="203" y="904"/>
                </a:cubicBezTo>
                <a:lnTo>
                  <a:pt x="200" y="904"/>
                </a:lnTo>
                <a:lnTo>
                  <a:pt x="188" y="904"/>
                </a:lnTo>
                <a:lnTo>
                  <a:pt x="163" y="882"/>
                </a:lnTo>
                <a:cubicBezTo>
                  <a:pt x="106" y="831"/>
                  <a:pt x="65" y="767"/>
                  <a:pt x="38" y="690"/>
                </a:cubicBezTo>
                <a:cubicBezTo>
                  <a:pt x="13" y="613"/>
                  <a:pt x="0" y="534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9040" y="4233240"/>
            <a:ext cx="183960" cy="144360"/>
          </a:xfrm>
          <a:custGeom>
            <a:avLst/>
            <a:gdLst/>
            <a:ahLst/>
            <a:rect l="0" t="0" r="r" b="b"/>
            <a:pathLst>
              <a:path w="511" h="401">
                <a:moveTo>
                  <a:pt x="186" y="401"/>
                </a:moveTo>
                <a:cubicBezTo>
                  <a:pt x="177" y="399"/>
                  <a:pt x="145" y="399"/>
                  <a:pt x="90" y="399"/>
                </a:cubicBezTo>
                <a:cubicBezTo>
                  <a:pt x="41" y="399"/>
                  <a:pt x="13" y="399"/>
                  <a:pt x="6" y="401"/>
                </a:cubicBezTo>
                <a:lnTo>
                  <a:pt x="0" y="401"/>
                </a:lnTo>
                <a:lnTo>
                  <a:pt x="0" y="345"/>
                </a:lnTo>
                <a:lnTo>
                  <a:pt x="86" y="345"/>
                </a:lnTo>
                <a:lnTo>
                  <a:pt x="202" y="209"/>
                </a:lnTo>
                <a:lnTo>
                  <a:pt x="79" y="57"/>
                </a:lnTo>
                <a:lnTo>
                  <a:pt x="4" y="57"/>
                </a:lnTo>
                <a:lnTo>
                  <a:pt x="4" y="0"/>
                </a:lnTo>
                <a:lnTo>
                  <a:pt x="12" y="0"/>
                </a:lnTo>
                <a:cubicBezTo>
                  <a:pt x="21" y="1"/>
                  <a:pt x="53" y="2"/>
                  <a:pt x="110" y="2"/>
                </a:cubicBezTo>
                <a:cubicBezTo>
                  <a:pt x="172" y="2"/>
                  <a:pt x="209" y="1"/>
                  <a:pt x="220" y="0"/>
                </a:cubicBezTo>
                <a:lnTo>
                  <a:pt x="228" y="0"/>
                </a:lnTo>
                <a:lnTo>
                  <a:pt x="228" y="57"/>
                </a:lnTo>
                <a:lnTo>
                  <a:pt x="203" y="57"/>
                </a:lnTo>
                <a:lnTo>
                  <a:pt x="234" y="95"/>
                </a:lnTo>
                <a:cubicBezTo>
                  <a:pt x="255" y="121"/>
                  <a:pt x="265" y="133"/>
                  <a:pt x="266" y="133"/>
                </a:cubicBezTo>
                <a:cubicBezTo>
                  <a:pt x="268" y="133"/>
                  <a:pt x="280" y="120"/>
                  <a:pt x="300" y="94"/>
                </a:cubicBezTo>
                <a:lnTo>
                  <a:pt x="332" y="57"/>
                </a:lnTo>
                <a:lnTo>
                  <a:pt x="298" y="57"/>
                </a:lnTo>
                <a:lnTo>
                  <a:pt x="298" y="0"/>
                </a:lnTo>
                <a:lnTo>
                  <a:pt x="306" y="0"/>
                </a:lnTo>
                <a:cubicBezTo>
                  <a:pt x="315" y="1"/>
                  <a:pt x="347" y="2"/>
                  <a:pt x="402" y="2"/>
                </a:cubicBezTo>
                <a:cubicBezTo>
                  <a:pt x="451" y="2"/>
                  <a:pt x="479" y="1"/>
                  <a:pt x="486" y="0"/>
                </a:cubicBezTo>
                <a:lnTo>
                  <a:pt x="493" y="0"/>
                </a:lnTo>
                <a:lnTo>
                  <a:pt x="493" y="57"/>
                </a:lnTo>
                <a:lnTo>
                  <a:pt x="407" y="57"/>
                </a:lnTo>
                <a:lnTo>
                  <a:pt x="301" y="179"/>
                </a:lnTo>
                <a:lnTo>
                  <a:pt x="437" y="344"/>
                </a:lnTo>
                <a:lnTo>
                  <a:pt x="474" y="345"/>
                </a:lnTo>
                <a:lnTo>
                  <a:pt x="511" y="345"/>
                </a:lnTo>
                <a:lnTo>
                  <a:pt x="511" y="401"/>
                </a:lnTo>
                <a:lnTo>
                  <a:pt x="503" y="401"/>
                </a:lnTo>
                <a:cubicBezTo>
                  <a:pt x="494" y="399"/>
                  <a:pt x="462" y="399"/>
                  <a:pt x="405" y="399"/>
                </a:cubicBezTo>
                <a:cubicBezTo>
                  <a:pt x="342" y="399"/>
                  <a:pt x="305" y="399"/>
                  <a:pt x="294" y="401"/>
                </a:cubicBezTo>
                <a:lnTo>
                  <a:pt x="286" y="401"/>
                </a:lnTo>
                <a:lnTo>
                  <a:pt x="286" y="345"/>
                </a:lnTo>
                <a:lnTo>
                  <a:pt x="311" y="345"/>
                </a:lnTo>
                <a:cubicBezTo>
                  <a:pt x="311" y="345"/>
                  <a:pt x="299" y="330"/>
                  <a:pt x="275" y="300"/>
                </a:cubicBezTo>
                <a:cubicBezTo>
                  <a:pt x="251" y="271"/>
                  <a:pt x="239" y="255"/>
                  <a:pt x="238" y="254"/>
                </a:cubicBezTo>
                <a:lnTo>
                  <a:pt x="160" y="344"/>
                </a:lnTo>
                <a:lnTo>
                  <a:pt x="177" y="345"/>
                </a:lnTo>
                <a:lnTo>
                  <a:pt x="193" y="345"/>
                </a:lnTo>
                <a:lnTo>
                  <a:pt x="193" y="401"/>
                </a:lnTo>
                <a:lnTo>
                  <a:pt x="186" y="4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257120" y="413352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1" y="73"/>
                  <a:pt x="152" y="137"/>
                  <a:pt x="178" y="213"/>
                </a:cubicBezTo>
                <a:cubicBezTo>
                  <a:pt x="204" y="290"/>
                  <a:pt x="217" y="369"/>
                  <a:pt x="217" y="452"/>
                </a:cubicBezTo>
                <a:cubicBezTo>
                  <a:pt x="217" y="493"/>
                  <a:pt x="214" y="532"/>
                  <a:pt x="208" y="570"/>
                </a:cubicBezTo>
                <a:cubicBezTo>
                  <a:pt x="202" y="608"/>
                  <a:pt x="195" y="640"/>
                  <a:pt x="187" y="666"/>
                </a:cubicBezTo>
                <a:cubicBezTo>
                  <a:pt x="179" y="693"/>
                  <a:pt x="168" y="720"/>
                  <a:pt x="154" y="747"/>
                </a:cubicBezTo>
                <a:cubicBezTo>
                  <a:pt x="139" y="773"/>
                  <a:pt x="128" y="793"/>
                  <a:pt x="119" y="807"/>
                </a:cubicBezTo>
                <a:cubicBezTo>
                  <a:pt x="111" y="821"/>
                  <a:pt x="99" y="837"/>
                  <a:pt x="82" y="853"/>
                </a:cubicBezTo>
                <a:cubicBezTo>
                  <a:pt x="66" y="870"/>
                  <a:pt x="57" y="880"/>
                  <a:pt x="53" y="883"/>
                </a:cubicBezTo>
                <a:cubicBezTo>
                  <a:pt x="50" y="886"/>
                  <a:pt x="43" y="892"/>
                  <a:pt x="32" y="900"/>
                </a:cubicBezTo>
                <a:cubicBezTo>
                  <a:pt x="30" y="902"/>
                  <a:pt x="29" y="903"/>
                  <a:pt x="28" y="904"/>
                </a:cubicBezTo>
                <a:lnTo>
                  <a:pt x="17" y="904"/>
                </a:lnTo>
                <a:cubicBezTo>
                  <a:pt x="13" y="904"/>
                  <a:pt x="9" y="904"/>
                  <a:pt x="7" y="904"/>
                </a:cubicBezTo>
                <a:cubicBezTo>
                  <a:pt x="6" y="904"/>
                  <a:pt x="4" y="903"/>
                  <a:pt x="3" y="901"/>
                </a:cubicBezTo>
                <a:cubicBezTo>
                  <a:pt x="2" y="899"/>
                  <a:pt x="1" y="897"/>
                  <a:pt x="0" y="893"/>
                </a:cubicBezTo>
                <a:cubicBezTo>
                  <a:pt x="1" y="892"/>
                  <a:pt x="4" y="889"/>
                  <a:pt x="10" y="881"/>
                </a:cubicBezTo>
                <a:cubicBezTo>
                  <a:pt x="104" y="784"/>
                  <a:pt x="151" y="641"/>
                  <a:pt x="151" y="452"/>
                </a:cubicBezTo>
                <a:cubicBezTo>
                  <a:pt x="151" y="263"/>
                  <a:pt x="104" y="120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47720" y="3514680"/>
            <a:ext cx="276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と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8712720" y="4233240"/>
            <a:ext cx="183960" cy="144360"/>
          </a:xfrm>
          <a:custGeom>
            <a:avLst/>
            <a:gdLst/>
            <a:ahLst/>
            <a:rect l="0" t="0" r="r" b="b"/>
            <a:pathLst>
              <a:path w="511" h="401">
                <a:moveTo>
                  <a:pt x="186" y="401"/>
                </a:moveTo>
                <a:cubicBezTo>
                  <a:pt x="176" y="399"/>
                  <a:pt x="145" y="399"/>
                  <a:pt x="90" y="399"/>
                </a:cubicBezTo>
                <a:cubicBezTo>
                  <a:pt x="41" y="399"/>
                  <a:pt x="13" y="399"/>
                  <a:pt x="6" y="401"/>
                </a:cubicBezTo>
                <a:lnTo>
                  <a:pt x="0" y="401"/>
                </a:lnTo>
                <a:lnTo>
                  <a:pt x="0" y="345"/>
                </a:lnTo>
                <a:lnTo>
                  <a:pt x="86" y="345"/>
                </a:lnTo>
                <a:lnTo>
                  <a:pt x="202" y="209"/>
                </a:lnTo>
                <a:lnTo>
                  <a:pt x="79" y="57"/>
                </a:lnTo>
                <a:lnTo>
                  <a:pt x="4" y="57"/>
                </a:lnTo>
                <a:lnTo>
                  <a:pt x="4" y="0"/>
                </a:lnTo>
                <a:lnTo>
                  <a:pt x="11" y="0"/>
                </a:lnTo>
                <a:cubicBezTo>
                  <a:pt x="20" y="1"/>
                  <a:pt x="53" y="2"/>
                  <a:pt x="110" y="2"/>
                </a:cubicBezTo>
                <a:cubicBezTo>
                  <a:pt x="172" y="2"/>
                  <a:pt x="209" y="1"/>
                  <a:pt x="220" y="0"/>
                </a:cubicBezTo>
                <a:lnTo>
                  <a:pt x="228" y="0"/>
                </a:lnTo>
                <a:lnTo>
                  <a:pt x="228" y="57"/>
                </a:lnTo>
                <a:lnTo>
                  <a:pt x="203" y="57"/>
                </a:lnTo>
                <a:lnTo>
                  <a:pt x="234" y="95"/>
                </a:lnTo>
                <a:cubicBezTo>
                  <a:pt x="255" y="121"/>
                  <a:pt x="265" y="133"/>
                  <a:pt x="266" y="133"/>
                </a:cubicBezTo>
                <a:cubicBezTo>
                  <a:pt x="268" y="133"/>
                  <a:pt x="280" y="120"/>
                  <a:pt x="300" y="94"/>
                </a:cubicBezTo>
                <a:lnTo>
                  <a:pt x="332" y="57"/>
                </a:lnTo>
                <a:lnTo>
                  <a:pt x="298" y="57"/>
                </a:lnTo>
                <a:lnTo>
                  <a:pt x="298" y="0"/>
                </a:lnTo>
                <a:lnTo>
                  <a:pt x="306" y="0"/>
                </a:lnTo>
                <a:cubicBezTo>
                  <a:pt x="315" y="1"/>
                  <a:pt x="346" y="2"/>
                  <a:pt x="401" y="2"/>
                </a:cubicBezTo>
                <a:cubicBezTo>
                  <a:pt x="450" y="2"/>
                  <a:pt x="478" y="1"/>
                  <a:pt x="486" y="0"/>
                </a:cubicBezTo>
                <a:lnTo>
                  <a:pt x="492" y="0"/>
                </a:lnTo>
                <a:lnTo>
                  <a:pt x="492" y="57"/>
                </a:lnTo>
                <a:lnTo>
                  <a:pt x="406" y="57"/>
                </a:lnTo>
                <a:lnTo>
                  <a:pt x="301" y="179"/>
                </a:lnTo>
                <a:lnTo>
                  <a:pt x="436" y="344"/>
                </a:lnTo>
                <a:lnTo>
                  <a:pt x="473" y="345"/>
                </a:lnTo>
                <a:lnTo>
                  <a:pt x="511" y="345"/>
                </a:lnTo>
                <a:lnTo>
                  <a:pt x="511" y="401"/>
                </a:lnTo>
                <a:lnTo>
                  <a:pt x="503" y="401"/>
                </a:lnTo>
                <a:cubicBezTo>
                  <a:pt x="494" y="399"/>
                  <a:pt x="460" y="399"/>
                  <a:pt x="404" y="399"/>
                </a:cubicBezTo>
                <a:cubicBezTo>
                  <a:pt x="341" y="399"/>
                  <a:pt x="305" y="399"/>
                  <a:pt x="294" y="401"/>
                </a:cubicBezTo>
                <a:lnTo>
                  <a:pt x="286" y="401"/>
                </a:lnTo>
                <a:lnTo>
                  <a:pt x="286" y="345"/>
                </a:lnTo>
                <a:lnTo>
                  <a:pt x="311" y="345"/>
                </a:lnTo>
                <a:cubicBezTo>
                  <a:pt x="311" y="345"/>
                  <a:pt x="299" y="330"/>
                  <a:pt x="275" y="300"/>
                </a:cubicBezTo>
                <a:cubicBezTo>
                  <a:pt x="251" y="271"/>
                  <a:pt x="238" y="255"/>
                  <a:pt x="238" y="254"/>
                </a:cubicBezTo>
                <a:lnTo>
                  <a:pt x="159" y="344"/>
                </a:lnTo>
                <a:lnTo>
                  <a:pt x="176" y="345"/>
                </a:lnTo>
                <a:lnTo>
                  <a:pt x="193" y="345"/>
                </a:lnTo>
                <a:lnTo>
                  <a:pt x="193" y="401"/>
                </a:lnTo>
                <a:lnTo>
                  <a:pt x="186" y="4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9011160" y="4258080"/>
            <a:ext cx="217080" cy="76320"/>
          </a:xfrm>
          <a:custGeom>
            <a:avLst/>
            <a:gdLst/>
            <a:ahLst/>
            <a:rect l="0" t="0" r="r" b="b"/>
            <a:pathLst>
              <a:path w="603" h="212">
                <a:moveTo>
                  <a:pt x="0" y="182"/>
                </a:moveTo>
                <a:cubicBezTo>
                  <a:pt x="0" y="137"/>
                  <a:pt x="14" y="96"/>
                  <a:pt x="41" y="57"/>
                </a:cubicBezTo>
                <a:cubicBezTo>
                  <a:pt x="69" y="19"/>
                  <a:pt x="105" y="0"/>
                  <a:pt x="151" y="0"/>
                </a:cubicBezTo>
                <a:cubicBezTo>
                  <a:pt x="173" y="0"/>
                  <a:pt x="196" y="5"/>
                  <a:pt x="217" y="16"/>
                </a:cubicBezTo>
                <a:cubicBezTo>
                  <a:pt x="239" y="27"/>
                  <a:pt x="259" y="41"/>
                  <a:pt x="277" y="57"/>
                </a:cubicBezTo>
                <a:cubicBezTo>
                  <a:pt x="295" y="73"/>
                  <a:pt x="313" y="89"/>
                  <a:pt x="330" y="105"/>
                </a:cubicBezTo>
                <a:cubicBezTo>
                  <a:pt x="348" y="120"/>
                  <a:pt x="367" y="133"/>
                  <a:pt x="387" y="145"/>
                </a:cubicBezTo>
                <a:cubicBezTo>
                  <a:pt x="407" y="156"/>
                  <a:pt x="428" y="162"/>
                  <a:pt x="450" y="162"/>
                </a:cubicBezTo>
                <a:cubicBezTo>
                  <a:pt x="487" y="162"/>
                  <a:pt x="519" y="148"/>
                  <a:pt x="542" y="119"/>
                </a:cubicBezTo>
                <a:cubicBezTo>
                  <a:pt x="566" y="90"/>
                  <a:pt x="577" y="59"/>
                  <a:pt x="577" y="26"/>
                </a:cubicBezTo>
                <a:cubicBezTo>
                  <a:pt x="577" y="19"/>
                  <a:pt x="579" y="13"/>
                  <a:pt x="581" y="8"/>
                </a:cubicBezTo>
                <a:cubicBezTo>
                  <a:pt x="584" y="3"/>
                  <a:pt x="587" y="1"/>
                  <a:pt x="590" y="0"/>
                </a:cubicBezTo>
                <a:cubicBezTo>
                  <a:pt x="599" y="0"/>
                  <a:pt x="603" y="10"/>
                  <a:pt x="603" y="30"/>
                </a:cubicBezTo>
                <a:cubicBezTo>
                  <a:pt x="603" y="74"/>
                  <a:pt x="589" y="117"/>
                  <a:pt x="562" y="154"/>
                </a:cubicBezTo>
                <a:cubicBezTo>
                  <a:pt x="535" y="192"/>
                  <a:pt x="499" y="211"/>
                  <a:pt x="457" y="211"/>
                </a:cubicBezTo>
                <a:lnTo>
                  <a:pt x="450" y="211"/>
                </a:lnTo>
                <a:cubicBezTo>
                  <a:pt x="428" y="211"/>
                  <a:pt x="406" y="206"/>
                  <a:pt x="384" y="195"/>
                </a:cubicBezTo>
                <a:cubicBezTo>
                  <a:pt x="363" y="184"/>
                  <a:pt x="342" y="171"/>
                  <a:pt x="324" y="155"/>
                </a:cubicBezTo>
                <a:cubicBezTo>
                  <a:pt x="305" y="140"/>
                  <a:pt x="287" y="124"/>
                  <a:pt x="271" y="108"/>
                </a:cubicBezTo>
                <a:cubicBezTo>
                  <a:pt x="254" y="92"/>
                  <a:pt x="235" y="78"/>
                  <a:pt x="214" y="67"/>
                </a:cubicBezTo>
                <a:cubicBezTo>
                  <a:pt x="193" y="55"/>
                  <a:pt x="172" y="50"/>
                  <a:pt x="151" y="51"/>
                </a:cubicBezTo>
                <a:cubicBezTo>
                  <a:pt x="125" y="51"/>
                  <a:pt x="101" y="58"/>
                  <a:pt x="81" y="73"/>
                </a:cubicBezTo>
                <a:cubicBezTo>
                  <a:pt x="59" y="91"/>
                  <a:pt x="45" y="112"/>
                  <a:pt x="37" y="136"/>
                </a:cubicBezTo>
                <a:cubicBezTo>
                  <a:pt x="29" y="159"/>
                  <a:pt x="24" y="178"/>
                  <a:pt x="22" y="191"/>
                </a:cubicBezTo>
                <a:cubicBezTo>
                  <a:pt x="21" y="205"/>
                  <a:pt x="17" y="212"/>
                  <a:pt x="12" y="212"/>
                </a:cubicBezTo>
                <a:cubicBezTo>
                  <a:pt x="4" y="212"/>
                  <a:pt x="0" y="202"/>
                  <a:pt x="0" y="18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9323640" y="4233600"/>
            <a:ext cx="174600" cy="207000"/>
          </a:xfrm>
          <a:custGeom>
            <a:avLst/>
            <a:gdLst/>
            <a:ahLst/>
            <a:rect l="0" t="0" r="r" b="b"/>
            <a:pathLst>
              <a:path w="485" h="575">
                <a:moveTo>
                  <a:pt x="56" y="141"/>
                </a:moveTo>
                <a:cubicBezTo>
                  <a:pt x="56" y="139"/>
                  <a:pt x="57" y="137"/>
                  <a:pt x="58" y="134"/>
                </a:cubicBezTo>
                <a:cubicBezTo>
                  <a:pt x="58" y="131"/>
                  <a:pt x="60" y="124"/>
                  <a:pt x="62" y="114"/>
                </a:cubicBezTo>
                <a:cubicBezTo>
                  <a:pt x="64" y="104"/>
                  <a:pt x="67" y="95"/>
                  <a:pt x="71" y="86"/>
                </a:cubicBezTo>
                <a:cubicBezTo>
                  <a:pt x="75" y="78"/>
                  <a:pt x="79" y="68"/>
                  <a:pt x="85" y="56"/>
                </a:cubicBezTo>
                <a:cubicBezTo>
                  <a:pt x="90" y="45"/>
                  <a:pt x="96" y="36"/>
                  <a:pt x="103" y="29"/>
                </a:cubicBezTo>
                <a:cubicBezTo>
                  <a:pt x="109" y="23"/>
                  <a:pt x="117" y="16"/>
                  <a:pt x="126" y="10"/>
                </a:cubicBezTo>
                <a:cubicBezTo>
                  <a:pt x="135" y="2"/>
                  <a:pt x="145" y="-1"/>
                  <a:pt x="156" y="0"/>
                </a:cubicBezTo>
                <a:cubicBezTo>
                  <a:pt x="201" y="0"/>
                  <a:pt x="230" y="21"/>
                  <a:pt x="243" y="59"/>
                </a:cubicBezTo>
                <a:lnTo>
                  <a:pt x="252" y="51"/>
                </a:lnTo>
                <a:cubicBezTo>
                  <a:pt x="289" y="18"/>
                  <a:pt x="324" y="0"/>
                  <a:pt x="358" y="0"/>
                </a:cubicBezTo>
                <a:cubicBezTo>
                  <a:pt x="397" y="0"/>
                  <a:pt x="429" y="16"/>
                  <a:pt x="451" y="44"/>
                </a:cubicBezTo>
                <a:cubicBezTo>
                  <a:pt x="473" y="72"/>
                  <a:pt x="485" y="106"/>
                  <a:pt x="485" y="147"/>
                </a:cubicBezTo>
                <a:cubicBezTo>
                  <a:pt x="485" y="212"/>
                  <a:pt x="462" y="272"/>
                  <a:pt x="415" y="326"/>
                </a:cubicBezTo>
                <a:cubicBezTo>
                  <a:pt x="369" y="381"/>
                  <a:pt x="317" y="409"/>
                  <a:pt x="260" y="409"/>
                </a:cubicBezTo>
                <a:cubicBezTo>
                  <a:pt x="246" y="409"/>
                  <a:pt x="235" y="407"/>
                  <a:pt x="225" y="404"/>
                </a:cubicBezTo>
                <a:cubicBezTo>
                  <a:pt x="218" y="401"/>
                  <a:pt x="211" y="396"/>
                  <a:pt x="204" y="390"/>
                </a:cubicBezTo>
                <a:cubicBezTo>
                  <a:pt x="197" y="384"/>
                  <a:pt x="191" y="379"/>
                  <a:pt x="187" y="375"/>
                </a:cubicBezTo>
                <a:lnTo>
                  <a:pt x="180" y="368"/>
                </a:lnTo>
                <a:cubicBezTo>
                  <a:pt x="180" y="368"/>
                  <a:pt x="173" y="395"/>
                  <a:pt x="160" y="446"/>
                </a:cubicBezTo>
                <a:cubicBezTo>
                  <a:pt x="148" y="498"/>
                  <a:pt x="141" y="524"/>
                  <a:pt x="141" y="525"/>
                </a:cubicBezTo>
                <a:cubicBezTo>
                  <a:pt x="141" y="528"/>
                  <a:pt x="144" y="531"/>
                  <a:pt x="149" y="531"/>
                </a:cubicBezTo>
                <a:cubicBezTo>
                  <a:pt x="154" y="532"/>
                  <a:pt x="165" y="533"/>
                  <a:pt x="182" y="534"/>
                </a:cubicBezTo>
                <a:lnTo>
                  <a:pt x="205" y="534"/>
                </a:lnTo>
                <a:cubicBezTo>
                  <a:pt x="208" y="538"/>
                  <a:pt x="210" y="541"/>
                  <a:pt x="210" y="542"/>
                </a:cubicBezTo>
                <a:cubicBezTo>
                  <a:pt x="210" y="543"/>
                  <a:pt x="209" y="549"/>
                  <a:pt x="207" y="558"/>
                </a:cubicBezTo>
                <a:cubicBezTo>
                  <a:pt x="206" y="565"/>
                  <a:pt x="204" y="570"/>
                  <a:pt x="202" y="572"/>
                </a:cubicBezTo>
                <a:cubicBezTo>
                  <a:pt x="200" y="574"/>
                  <a:pt x="196" y="575"/>
                  <a:pt x="190" y="575"/>
                </a:cubicBezTo>
                <a:cubicBezTo>
                  <a:pt x="189" y="575"/>
                  <a:pt x="186" y="575"/>
                  <a:pt x="180" y="575"/>
                </a:cubicBezTo>
                <a:cubicBezTo>
                  <a:pt x="175" y="575"/>
                  <a:pt x="165" y="575"/>
                  <a:pt x="150" y="574"/>
                </a:cubicBezTo>
                <a:cubicBezTo>
                  <a:pt x="135" y="574"/>
                  <a:pt x="116" y="574"/>
                  <a:pt x="94" y="574"/>
                </a:cubicBezTo>
                <a:cubicBezTo>
                  <a:pt x="52" y="574"/>
                  <a:pt x="25" y="574"/>
                  <a:pt x="13" y="575"/>
                </a:cubicBezTo>
                <a:lnTo>
                  <a:pt x="6" y="575"/>
                </a:lnTo>
                <a:cubicBezTo>
                  <a:pt x="2" y="571"/>
                  <a:pt x="0" y="568"/>
                  <a:pt x="0" y="565"/>
                </a:cubicBezTo>
                <a:cubicBezTo>
                  <a:pt x="1" y="549"/>
                  <a:pt x="5" y="539"/>
                  <a:pt x="12" y="534"/>
                </a:cubicBezTo>
                <a:lnTo>
                  <a:pt x="30" y="534"/>
                </a:lnTo>
                <a:cubicBezTo>
                  <a:pt x="50" y="533"/>
                  <a:pt x="62" y="530"/>
                  <a:pt x="65" y="523"/>
                </a:cubicBezTo>
                <a:cubicBezTo>
                  <a:pt x="67" y="519"/>
                  <a:pt x="85" y="448"/>
                  <a:pt x="120" y="307"/>
                </a:cubicBezTo>
                <a:cubicBezTo>
                  <a:pt x="155" y="167"/>
                  <a:pt x="173" y="93"/>
                  <a:pt x="175" y="84"/>
                </a:cubicBezTo>
                <a:cubicBezTo>
                  <a:pt x="175" y="81"/>
                  <a:pt x="176" y="77"/>
                  <a:pt x="176" y="72"/>
                </a:cubicBezTo>
                <a:cubicBezTo>
                  <a:pt x="176" y="47"/>
                  <a:pt x="168" y="35"/>
                  <a:pt x="153" y="35"/>
                </a:cubicBezTo>
                <a:cubicBezTo>
                  <a:pt x="140" y="35"/>
                  <a:pt x="129" y="43"/>
                  <a:pt x="120" y="60"/>
                </a:cubicBezTo>
                <a:cubicBezTo>
                  <a:pt x="111" y="77"/>
                  <a:pt x="104" y="95"/>
                  <a:pt x="99" y="115"/>
                </a:cubicBezTo>
                <a:cubicBezTo>
                  <a:pt x="94" y="135"/>
                  <a:pt x="91" y="146"/>
                  <a:pt x="88" y="148"/>
                </a:cubicBezTo>
                <a:cubicBezTo>
                  <a:pt x="87" y="149"/>
                  <a:pt x="82" y="149"/>
                  <a:pt x="74" y="149"/>
                </a:cubicBezTo>
                <a:lnTo>
                  <a:pt x="61" y="149"/>
                </a:lnTo>
                <a:cubicBezTo>
                  <a:pt x="58" y="146"/>
                  <a:pt x="56" y="143"/>
                  <a:pt x="56" y="141"/>
                </a:cubicBezTo>
                <a:moveTo>
                  <a:pt x="196" y="308"/>
                </a:moveTo>
                <a:cubicBezTo>
                  <a:pt x="209" y="354"/>
                  <a:pt x="231" y="377"/>
                  <a:pt x="262" y="377"/>
                </a:cubicBezTo>
                <a:cubicBezTo>
                  <a:pt x="280" y="377"/>
                  <a:pt x="298" y="370"/>
                  <a:pt x="315" y="356"/>
                </a:cubicBezTo>
                <a:cubicBezTo>
                  <a:pt x="332" y="342"/>
                  <a:pt x="345" y="325"/>
                  <a:pt x="356" y="304"/>
                </a:cubicBezTo>
                <a:cubicBezTo>
                  <a:pt x="367" y="283"/>
                  <a:pt x="378" y="251"/>
                  <a:pt x="389" y="206"/>
                </a:cubicBezTo>
                <a:cubicBezTo>
                  <a:pt x="400" y="162"/>
                  <a:pt x="405" y="129"/>
                  <a:pt x="406" y="107"/>
                </a:cubicBezTo>
                <a:lnTo>
                  <a:pt x="406" y="102"/>
                </a:lnTo>
                <a:cubicBezTo>
                  <a:pt x="406" y="57"/>
                  <a:pt x="388" y="35"/>
                  <a:pt x="351" y="35"/>
                </a:cubicBezTo>
                <a:cubicBezTo>
                  <a:pt x="344" y="35"/>
                  <a:pt x="338" y="36"/>
                  <a:pt x="331" y="37"/>
                </a:cubicBezTo>
                <a:cubicBezTo>
                  <a:pt x="324" y="39"/>
                  <a:pt x="318" y="42"/>
                  <a:pt x="311" y="46"/>
                </a:cubicBezTo>
                <a:cubicBezTo>
                  <a:pt x="305" y="49"/>
                  <a:pt x="299" y="53"/>
                  <a:pt x="293" y="57"/>
                </a:cubicBezTo>
                <a:cubicBezTo>
                  <a:pt x="288" y="62"/>
                  <a:pt x="283" y="66"/>
                  <a:pt x="278" y="71"/>
                </a:cubicBezTo>
                <a:cubicBezTo>
                  <a:pt x="273" y="76"/>
                  <a:pt x="268" y="80"/>
                  <a:pt x="264" y="84"/>
                </a:cubicBezTo>
                <a:cubicBezTo>
                  <a:pt x="260" y="89"/>
                  <a:pt x="257" y="93"/>
                  <a:pt x="254" y="97"/>
                </a:cubicBezTo>
                <a:cubicBezTo>
                  <a:pt x="252" y="101"/>
                  <a:pt x="249" y="104"/>
                  <a:pt x="247" y="106"/>
                </a:cubicBezTo>
                <a:lnTo>
                  <a:pt x="244" y="110"/>
                </a:lnTo>
                <a:cubicBezTo>
                  <a:pt x="244" y="110"/>
                  <a:pt x="243" y="114"/>
                  <a:pt x="242" y="122"/>
                </a:cubicBezTo>
                <a:cubicBezTo>
                  <a:pt x="240" y="130"/>
                  <a:pt x="237" y="143"/>
                  <a:pt x="232" y="162"/>
                </a:cubicBezTo>
                <a:cubicBezTo>
                  <a:pt x="227" y="181"/>
                  <a:pt x="223" y="196"/>
                  <a:pt x="219" y="209"/>
                </a:cubicBezTo>
                <a:cubicBezTo>
                  <a:pt x="203" y="273"/>
                  <a:pt x="196" y="306"/>
                  <a:pt x="196" y="30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9530280" y="413352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0" y="452"/>
                </a:moveTo>
                <a:cubicBezTo>
                  <a:pt x="0" y="410"/>
                  <a:pt x="3" y="371"/>
                  <a:pt x="9" y="333"/>
                </a:cubicBezTo>
                <a:cubicBezTo>
                  <a:pt x="15" y="296"/>
                  <a:pt x="22" y="264"/>
                  <a:pt x="30" y="237"/>
                </a:cubicBezTo>
                <a:cubicBezTo>
                  <a:pt x="37" y="210"/>
                  <a:pt x="49" y="183"/>
                  <a:pt x="63" y="157"/>
                </a:cubicBezTo>
                <a:cubicBezTo>
                  <a:pt x="77" y="132"/>
                  <a:pt x="90" y="111"/>
                  <a:pt x="98" y="97"/>
                </a:cubicBezTo>
                <a:cubicBezTo>
                  <a:pt x="107" y="83"/>
                  <a:pt x="119" y="67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6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3"/>
                  <a:pt x="216" y="9"/>
                </a:cubicBezTo>
                <a:cubicBezTo>
                  <a:pt x="216" y="10"/>
                  <a:pt x="211" y="17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50" y="96"/>
                  <a:pt x="135" y="122"/>
                  <a:pt x="120" y="153"/>
                </a:cubicBezTo>
                <a:cubicBezTo>
                  <a:pt x="105" y="184"/>
                  <a:pt x="92" y="225"/>
                  <a:pt x="82" y="277"/>
                </a:cubicBezTo>
                <a:cubicBezTo>
                  <a:pt x="71" y="330"/>
                  <a:pt x="66" y="388"/>
                  <a:pt x="66" y="452"/>
                </a:cubicBezTo>
                <a:cubicBezTo>
                  <a:pt x="66" y="515"/>
                  <a:pt x="71" y="573"/>
                  <a:pt x="82" y="625"/>
                </a:cubicBezTo>
                <a:cubicBezTo>
                  <a:pt x="92" y="677"/>
                  <a:pt x="105" y="719"/>
                  <a:pt x="119" y="751"/>
                </a:cubicBezTo>
                <a:cubicBezTo>
                  <a:pt x="133" y="783"/>
                  <a:pt x="148" y="809"/>
                  <a:pt x="163" y="829"/>
                </a:cubicBezTo>
                <a:cubicBezTo>
                  <a:pt x="178" y="849"/>
                  <a:pt x="191" y="865"/>
                  <a:pt x="201" y="877"/>
                </a:cubicBezTo>
                <a:cubicBezTo>
                  <a:pt x="211" y="889"/>
                  <a:pt x="216" y="895"/>
                  <a:pt x="216" y="896"/>
                </a:cubicBezTo>
                <a:cubicBezTo>
                  <a:pt x="216" y="901"/>
                  <a:pt x="212" y="904"/>
                  <a:pt x="203" y="904"/>
                </a:cubicBezTo>
                <a:lnTo>
                  <a:pt x="200" y="904"/>
                </a:lnTo>
                <a:lnTo>
                  <a:pt x="188" y="904"/>
                </a:lnTo>
                <a:lnTo>
                  <a:pt x="163" y="882"/>
                </a:lnTo>
                <a:cubicBezTo>
                  <a:pt x="107" y="831"/>
                  <a:pt x="64" y="767"/>
                  <a:pt x="39" y="690"/>
                </a:cubicBezTo>
                <a:cubicBezTo>
                  <a:pt x="13" y="613"/>
                  <a:pt x="0" y="534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9632880" y="4233240"/>
            <a:ext cx="183960" cy="144360"/>
          </a:xfrm>
          <a:custGeom>
            <a:avLst/>
            <a:gdLst/>
            <a:ahLst/>
            <a:rect l="0" t="0" r="r" b="b"/>
            <a:pathLst>
              <a:path w="511" h="401">
                <a:moveTo>
                  <a:pt x="186" y="401"/>
                </a:moveTo>
                <a:cubicBezTo>
                  <a:pt x="177" y="399"/>
                  <a:pt x="145" y="399"/>
                  <a:pt x="90" y="399"/>
                </a:cubicBezTo>
                <a:cubicBezTo>
                  <a:pt x="41" y="399"/>
                  <a:pt x="14" y="399"/>
                  <a:pt x="6" y="401"/>
                </a:cubicBezTo>
                <a:lnTo>
                  <a:pt x="0" y="401"/>
                </a:lnTo>
                <a:lnTo>
                  <a:pt x="0" y="345"/>
                </a:lnTo>
                <a:lnTo>
                  <a:pt x="87" y="345"/>
                </a:lnTo>
                <a:lnTo>
                  <a:pt x="202" y="209"/>
                </a:lnTo>
                <a:lnTo>
                  <a:pt x="79" y="57"/>
                </a:lnTo>
                <a:lnTo>
                  <a:pt x="4" y="57"/>
                </a:lnTo>
                <a:lnTo>
                  <a:pt x="4" y="0"/>
                </a:lnTo>
                <a:lnTo>
                  <a:pt x="12" y="0"/>
                </a:lnTo>
                <a:cubicBezTo>
                  <a:pt x="21" y="1"/>
                  <a:pt x="54" y="2"/>
                  <a:pt x="110" y="2"/>
                </a:cubicBezTo>
                <a:cubicBezTo>
                  <a:pt x="173" y="2"/>
                  <a:pt x="209" y="1"/>
                  <a:pt x="220" y="0"/>
                </a:cubicBezTo>
                <a:lnTo>
                  <a:pt x="228" y="0"/>
                </a:lnTo>
                <a:lnTo>
                  <a:pt x="228" y="57"/>
                </a:lnTo>
                <a:lnTo>
                  <a:pt x="203" y="57"/>
                </a:lnTo>
                <a:lnTo>
                  <a:pt x="235" y="95"/>
                </a:lnTo>
                <a:cubicBezTo>
                  <a:pt x="255" y="121"/>
                  <a:pt x="266" y="133"/>
                  <a:pt x="266" y="133"/>
                </a:cubicBezTo>
                <a:cubicBezTo>
                  <a:pt x="269" y="133"/>
                  <a:pt x="280" y="120"/>
                  <a:pt x="300" y="94"/>
                </a:cubicBezTo>
                <a:lnTo>
                  <a:pt x="332" y="57"/>
                </a:lnTo>
                <a:lnTo>
                  <a:pt x="299" y="57"/>
                </a:lnTo>
                <a:lnTo>
                  <a:pt x="299" y="0"/>
                </a:lnTo>
                <a:lnTo>
                  <a:pt x="306" y="0"/>
                </a:lnTo>
                <a:cubicBezTo>
                  <a:pt x="315" y="1"/>
                  <a:pt x="347" y="2"/>
                  <a:pt x="402" y="2"/>
                </a:cubicBezTo>
                <a:cubicBezTo>
                  <a:pt x="450" y="2"/>
                  <a:pt x="479" y="1"/>
                  <a:pt x="486" y="0"/>
                </a:cubicBezTo>
                <a:lnTo>
                  <a:pt x="493" y="0"/>
                </a:lnTo>
                <a:lnTo>
                  <a:pt x="493" y="57"/>
                </a:lnTo>
                <a:lnTo>
                  <a:pt x="406" y="57"/>
                </a:lnTo>
                <a:lnTo>
                  <a:pt x="301" y="179"/>
                </a:lnTo>
                <a:lnTo>
                  <a:pt x="436" y="344"/>
                </a:lnTo>
                <a:lnTo>
                  <a:pt x="473" y="345"/>
                </a:lnTo>
                <a:lnTo>
                  <a:pt x="511" y="345"/>
                </a:lnTo>
                <a:lnTo>
                  <a:pt x="511" y="401"/>
                </a:lnTo>
                <a:lnTo>
                  <a:pt x="504" y="401"/>
                </a:lnTo>
                <a:cubicBezTo>
                  <a:pt x="495" y="399"/>
                  <a:pt x="461" y="399"/>
                  <a:pt x="404" y="399"/>
                </a:cubicBezTo>
                <a:cubicBezTo>
                  <a:pt x="342" y="399"/>
                  <a:pt x="305" y="399"/>
                  <a:pt x="294" y="401"/>
                </a:cubicBezTo>
                <a:lnTo>
                  <a:pt x="286" y="401"/>
                </a:lnTo>
                <a:lnTo>
                  <a:pt x="286" y="345"/>
                </a:lnTo>
                <a:lnTo>
                  <a:pt x="311" y="345"/>
                </a:lnTo>
                <a:cubicBezTo>
                  <a:pt x="311" y="345"/>
                  <a:pt x="299" y="330"/>
                  <a:pt x="275" y="300"/>
                </a:cubicBezTo>
                <a:cubicBezTo>
                  <a:pt x="251" y="271"/>
                  <a:pt x="239" y="255"/>
                  <a:pt x="238" y="254"/>
                </a:cubicBezTo>
                <a:lnTo>
                  <a:pt x="160" y="344"/>
                </a:lnTo>
                <a:lnTo>
                  <a:pt x="177" y="345"/>
                </a:lnTo>
                <a:lnTo>
                  <a:pt x="193" y="345"/>
                </a:lnTo>
                <a:lnTo>
                  <a:pt x="193" y="401"/>
                </a:lnTo>
                <a:lnTo>
                  <a:pt x="186" y="4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9840960" y="413352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9" y="0"/>
                </a:lnTo>
                <a:cubicBezTo>
                  <a:pt x="12" y="0"/>
                  <a:pt x="15" y="0"/>
                  <a:pt x="18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1" y="73"/>
                  <a:pt x="152" y="137"/>
                  <a:pt x="178" y="213"/>
                </a:cubicBezTo>
                <a:cubicBezTo>
                  <a:pt x="204" y="290"/>
                  <a:pt x="217" y="369"/>
                  <a:pt x="217" y="452"/>
                </a:cubicBezTo>
                <a:cubicBezTo>
                  <a:pt x="217" y="493"/>
                  <a:pt x="214" y="532"/>
                  <a:pt x="208" y="570"/>
                </a:cubicBezTo>
                <a:cubicBezTo>
                  <a:pt x="202" y="608"/>
                  <a:pt x="195" y="640"/>
                  <a:pt x="187" y="666"/>
                </a:cubicBezTo>
                <a:cubicBezTo>
                  <a:pt x="180" y="693"/>
                  <a:pt x="168" y="720"/>
                  <a:pt x="154" y="747"/>
                </a:cubicBezTo>
                <a:cubicBezTo>
                  <a:pt x="140" y="773"/>
                  <a:pt x="128" y="793"/>
                  <a:pt x="120" y="807"/>
                </a:cubicBezTo>
                <a:cubicBezTo>
                  <a:pt x="111" y="821"/>
                  <a:pt x="99" y="837"/>
                  <a:pt x="83" y="853"/>
                </a:cubicBezTo>
                <a:cubicBezTo>
                  <a:pt x="65" y="870"/>
                  <a:pt x="56" y="880"/>
                  <a:pt x="53" y="883"/>
                </a:cubicBezTo>
                <a:cubicBezTo>
                  <a:pt x="50" y="886"/>
                  <a:pt x="43" y="892"/>
                  <a:pt x="32" y="900"/>
                </a:cubicBezTo>
                <a:cubicBezTo>
                  <a:pt x="30" y="902"/>
                  <a:pt x="29" y="903"/>
                  <a:pt x="28" y="904"/>
                </a:cubicBezTo>
                <a:lnTo>
                  <a:pt x="18" y="904"/>
                </a:lnTo>
                <a:cubicBezTo>
                  <a:pt x="13" y="904"/>
                  <a:pt x="9" y="904"/>
                  <a:pt x="8" y="904"/>
                </a:cubicBezTo>
                <a:cubicBezTo>
                  <a:pt x="6" y="904"/>
                  <a:pt x="4" y="903"/>
                  <a:pt x="3" y="901"/>
                </a:cubicBezTo>
                <a:cubicBezTo>
                  <a:pt x="2" y="899"/>
                  <a:pt x="1" y="897"/>
                  <a:pt x="0" y="893"/>
                </a:cubicBezTo>
                <a:cubicBezTo>
                  <a:pt x="1" y="892"/>
                  <a:pt x="4" y="889"/>
                  <a:pt x="10" y="881"/>
                </a:cubicBezTo>
                <a:cubicBezTo>
                  <a:pt x="105" y="784"/>
                  <a:pt x="151" y="641"/>
                  <a:pt x="151" y="452"/>
                </a:cubicBezTo>
                <a:cubicBezTo>
                  <a:pt x="151" y="263"/>
                  <a:pt x="105" y="120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361160" y="4086360"/>
            <a:ext cx="7448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そのものを推定するのではなく、そこをスキップして直接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945720" y="4086360"/>
            <a:ext cx="1517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を簡単に生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47720" y="4495680"/>
            <a:ext cx="2483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成できることを狙う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747720" y="747360"/>
            <a:ext cx="86940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28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仕組み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943640" y="1437840"/>
            <a:ext cx="140040" cy="144720"/>
          </a:xfrm>
          <a:custGeom>
            <a:avLst/>
            <a:gdLst/>
            <a:ahLst/>
            <a:rect l="0" t="0" r="r" b="b"/>
            <a:pathLst>
              <a:path w="389" h="402">
                <a:moveTo>
                  <a:pt x="15" y="165"/>
                </a:moveTo>
                <a:cubicBezTo>
                  <a:pt x="15" y="164"/>
                  <a:pt x="17" y="138"/>
                  <a:pt x="20" y="86"/>
                </a:cubicBezTo>
                <a:cubicBezTo>
                  <a:pt x="24" y="35"/>
                  <a:pt x="26" y="9"/>
                  <a:pt x="26" y="8"/>
                </a:cubicBezTo>
                <a:lnTo>
                  <a:pt x="26" y="1"/>
                </a:lnTo>
                <a:lnTo>
                  <a:pt x="199" y="1"/>
                </a:lnTo>
                <a:cubicBezTo>
                  <a:pt x="222" y="1"/>
                  <a:pt x="247" y="1"/>
                  <a:pt x="276" y="1"/>
                </a:cubicBezTo>
                <a:cubicBezTo>
                  <a:pt x="304" y="1"/>
                  <a:pt x="321" y="0"/>
                  <a:pt x="328" y="0"/>
                </a:cubicBezTo>
                <a:cubicBezTo>
                  <a:pt x="356" y="0"/>
                  <a:pt x="373" y="1"/>
                  <a:pt x="378" y="3"/>
                </a:cubicBezTo>
                <a:cubicBezTo>
                  <a:pt x="384" y="6"/>
                  <a:pt x="387" y="13"/>
                  <a:pt x="387" y="24"/>
                </a:cubicBezTo>
                <a:cubicBezTo>
                  <a:pt x="387" y="31"/>
                  <a:pt x="386" y="36"/>
                  <a:pt x="386" y="37"/>
                </a:cubicBezTo>
                <a:cubicBezTo>
                  <a:pt x="384" y="40"/>
                  <a:pt x="345" y="92"/>
                  <a:pt x="268" y="195"/>
                </a:cubicBezTo>
                <a:cubicBezTo>
                  <a:pt x="189" y="298"/>
                  <a:pt x="149" y="350"/>
                  <a:pt x="147" y="353"/>
                </a:cubicBezTo>
                <a:lnTo>
                  <a:pt x="185" y="353"/>
                </a:lnTo>
                <a:cubicBezTo>
                  <a:pt x="199" y="352"/>
                  <a:pt x="208" y="352"/>
                  <a:pt x="214" y="352"/>
                </a:cubicBezTo>
                <a:cubicBezTo>
                  <a:pt x="219" y="352"/>
                  <a:pt x="228" y="351"/>
                  <a:pt x="240" y="350"/>
                </a:cubicBezTo>
                <a:cubicBezTo>
                  <a:pt x="253" y="349"/>
                  <a:pt x="262" y="347"/>
                  <a:pt x="266" y="344"/>
                </a:cubicBezTo>
                <a:cubicBezTo>
                  <a:pt x="270" y="341"/>
                  <a:pt x="277" y="337"/>
                  <a:pt x="286" y="333"/>
                </a:cubicBezTo>
                <a:cubicBezTo>
                  <a:pt x="296" y="329"/>
                  <a:pt x="303" y="322"/>
                  <a:pt x="306" y="314"/>
                </a:cubicBezTo>
                <a:cubicBezTo>
                  <a:pt x="310" y="305"/>
                  <a:pt x="314" y="296"/>
                  <a:pt x="319" y="287"/>
                </a:cubicBezTo>
                <a:cubicBezTo>
                  <a:pt x="324" y="277"/>
                  <a:pt x="327" y="265"/>
                  <a:pt x="329" y="249"/>
                </a:cubicBezTo>
                <a:cubicBezTo>
                  <a:pt x="332" y="233"/>
                  <a:pt x="333" y="219"/>
                  <a:pt x="333" y="206"/>
                </a:cubicBezTo>
                <a:cubicBezTo>
                  <a:pt x="333" y="206"/>
                  <a:pt x="343" y="206"/>
                  <a:pt x="361" y="206"/>
                </a:cubicBezTo>
                <a:lnTo>
                  <a:pt x="389" y="206"/>
                </a:lnTo>
                <a:lnTo>
                  <a:pt x="389" y="211"/>
                </a:lnTo>
                <a:cubicBezTo>
                  <a:pt x="389" y="213"/>
                  <a:pt x="386" y="245"/>
                  <a:pt x="381" y="305"/>
                </a:cubicBezTo>
                <a:cubicBezTo>
                  <a:pt x="376" y="365"/>
                  <a:pt x="374" y="396"/>
                  <a:pt x="373" y="397"/>
                </a:cubicBezTo>
                <a:lnTo>
                  <a:pt x="373" y="402"/>
                </a:lnTo>
                <a:lnTo>
                  <a:pt x="193" y="402"/>
                </a:lnTo>
                <a:cubicBezTo>
                  <a:pt x="73" y="402"/>
                  <a:pt x="12" y="402"/>
                  <a:pt x="10" y="400"/>
                </a:cubicBezTo>
                <a:cubicBezTo>
                  <a:pt x="4" y="397"/>
                  <a:pt x="0" y="390"/>
                  <a:pt x="0" y="377"/>
                </a:cubicBezTo>
                <a:lnTo>
                  <a:pt x="0" y="372"/>
                </a:lnTo>
                <a:cubicBezTo>
                  <a:pt x="0" y="368"/>
                  <a:pt x="3" y="362"/>
                  <a:pt x="8" y="355"/>
                </a:cubicBezTo>
                <a:cubicBezTo>
                  <a:pt x="12" y="349"/>
                  <a:pt x="26" y="331"/>
                  <a:pt x="47" y="301"/>
                </a:cubicBezTo>
                <a:cubicBezTo>
                  <a:pt x="74" y="266"/>
                  <a:pt x="98" y="235"/>
                  <a:pt x="119" y="206"/>
                </a:cubicBezTo>
                <a:lnTo>
                  <a:pt x="241" y="47"/>
                </a:lnTo>
                <a:lnTo>
                  <a:pt x="202" y="47"/>
                </a:lnTo>
                <a:cubicBezTo>
                  <a:pt x="162" y="47"/>
                  <a:pt x="135" y="51"/>
                  <a:pt x="120" y="58"/>
                </a:cubicBezTo>
                <a:cubicBezTo>
                  <a:pt x="96" y="71"/>
                  <a:pt x="81" y="94"/>
                  <a:pt x="75" y="128"/>
                </a:cubicBezTo>
                <a:cubicBezTo>
                  <a:pt x="72" y="142"/>
                  <a:pt x="71" y="156"/>
                  <a:pt x="71" y="170"/>
                </a:cubicBezTo>
                <a:cubicBezTo>
                  <a:pt x="71" y="172"/>
                  <a:pt x="61" y="172"/>
                  <a:pt x="43" y="172"/>
                </a:cubicBezTo>
                <a:lnTo>
                  <a:pt x="15" y="172"/>
                </a:lnTo>
                <a:lnTo>
                  <a:pt x="15" y="16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47720" y="1295280"/>
            <a:ext cx="1242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潜在変数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5759280" y="1442880"/>
            <a:ext cx="174600" cy="207000"/>
          </a:xfrm>
          <a:custGeom>
            <a:avLst/>
            <a:gdLst/>
            <a:ahLst/>
            <a:rect l="0" t="0" r="r" b="b"/>
            <a:pathLst>
              <a:path w="485" h="575">
                <a:moveTo>
                  <a:pt x="56" y="140"/>
                </a:moveTo>
                <a:cubicBezTo>
                  <a:pt x="57" y="138"/>
                  <a:pt x="57" y="136"/>
                  <a:pt x="58" y="133"/>
                </a:cubicBezTo>
                <a:cubicBezTo>
                  <a:pt x="58" y="130"/>
                  <a:pt x="60" y="123"/>
                  <a:pt x="62" y="113"/>
                </a:cubicBezTo>
                <a:cubicBezTo>
                  <a:pt x="65" y="103"/>
                  <a:pt x="68" y="93"/>
                  <a:pt x="71" y="85"/>
                </a:cubicBezTo>
                <a:cubicBezTo>
                  <a:pt x="75" y="76"/>
                  <a:pt x="79" y="67"/>
                  <a:pt x="85" y="55"/>
                </a:cubicBezTo>
                <a:cubicBezTo>
                  <a:pt x="90" y="44"/>
                  <a:pt x="96" y="35"/>
                  <a:pt x="103" y="28"/>
                </a:cubicBezTo>
                <a:cubicBezTo>
                  <a:pt x="110" y="21"/>
                  <a:pt x="117" y="15"/>
                  <a:pt x="126" y="8"/>
                </a:cubicBezTo>
                <a:cubicBezTo>
                  <a:pt x="135" y="2"/>
                  <a:pt x="145" y="-1"/>
                  <a:pt x="156" y="0"/>
                </a:cubicBezTo>
                <a:cubicBezTo>
                  <a:pt x="202" y="0"/>
                  <a:pt x="231" y="19"/>
                  <a:pt x="244" y="58"/>
                </a:cubicBezTo>
                <a:lnTo>
                  <a:pt x="253" y="50"/>
                </a:lnTo>
                <a:cubicBezTo>
                  <a:pt x="290" y="17"/>
                  <a:pt x="326" y="0"/>
                  <a:pt x="359" y="0"/>
                </a:cubicBezTo>
                <a:cubicBezTo>
                  <a:pt x="398" y="0"/>
                  <a:pt x="429" y="14"/>
                  <a:pt x="451" y="43"/>
                </a:cubicBezTo>
                <a:cubicBezTo>
                  <a:pt x="474" y="71"/>
                  <a:pt x="485" y="105"/>
                  <a:pt x="485" y="145"/>
                </a:cubicBezTo>
                <a:cubicBezTo>
                  <a:pt x="485" y="210"/>
                  <a:pt x="462" y="270"/>
                  <a:pt x="416" y="326"/>
                </a:cubicBezTo>
                <a:cubicBezTo>
                  <a:pt x="370" y="381"/>
                  <a:pt x="319" y="408"/>
                  <a:pt x="261" y="409"/>
                </a:cubicBezTo>
                <a:cubicBezTo>
                  <a:pt x="248" y="409"/>
                  <a:pt x="236" y="407"/>
                  <a:pt x="226" y="404"/>
                </a:cubicBezTo>
                <a:cubicBezTo>
                  <a:pt x="219" y="401"/>
                  <a:pt x="212" y="396"/>
                  <a:pt x="205" y="390"/>
                </a:cubicBezTo>
                <a:cubicBezTo>
                  <a:pt x="198" y="384"/>
                  <a:pt x="192" y="379"/>
                  <a:pt x="188" y="375"/>
                </a:cubicBezTo>
                <a:lnTo>
                  <a:pt x="181" y="367"/>
                </a:lnTo>
                <a:cubicBezTo>
                  <a:pt x="180" y="368"/>
                  <a:pt x="173" y="394"/>
                  <a:pt x="161" y="446"/>
                </a:cubicBezTo>
                <a:cubicBezTo>
                  <a:pt x="148" y="498"/>
                  <a:pt x="142" y="524"/>
                  <a:pt x="142" y="525"/>
                </a:cubicBezTo>
                <a:cubicBezTo>
                  <a:pt x="142" y="528"/>
                  <a:pt x="144" y="530"/>
                  <a:pt x="149" y="531"/>
                </a:cubicBezTo>
                <a:cubicBezTo>
                  <a:pt x="154" y="531"/>
                  <a:pt x="165" y="532"/>
                  <a:pt x="182" y="534"/>
                </a:cubicBezTo>
                <a:lnTo>
                  <a:pt x="206" y="534"/>
                </a:lnTo>
                <a:cubicBezTo>
                  <a:pt x="210" y="538"/>
                  <a:pt x="211" y="540"/>
                  <a:pt x="211" y="542"/>
                </a:cubicBezTo>
                <a:cubicBezTo>
                  <a:pt x="211" y="543"/>
                  <a:pt x="210" y="548"/>
                  <a:pt x="209" y="558"/>
                </a:cubicBezTo>
                <a:cubicBezTo>
                  <a:pt x="207" y="565"/>
                  <a:pt x="205" y="570"/>
                  <a:pt x="203" y="571"/>
                </a:cubicBezTo>
                <a:cubicBezTo>
                  <a:pt x="201" y="573"/>
                  <a:pt x="198" y="574"/>
                  <a:pt x="191" y="575"/>
                </a:cubicBezTo>
                <a:cubicBezTo>
                  <a:pt x="190" y="575"/>
                  <a:pt x="187" y="575"/>
                  <a:pt x="181" y="575"/>
                </a:cubicBezTo>
                <a:cubicBezTo>
                  <a:pt x="175" y="575"/>
                  <a:pt x="165" y="575"/>
                  <a:pt x="150" y="574"/>
                </a:cubicBezTo>
                <a:cubicBezTo>
                  <a:pt x="135" y="574"/>
                  <a:pt x="116" y="573"/>
                  <a:pt x="94" y="573"/>
                </a:cubicBezTo>
                <a:cubicBezTo>
                  <a:pt x="52" y="573"/>
                  <a:pt x="25" y="574"/>
                  <a:pt x="14" y="575"/>
                </a:cubicBezTo>
                <a:lnTo>
                  <a:pt x="6" y="575"/>
                </a:lnTo>
                <a:cubicBezTo>
                  <a:pt x="2" y="571"/>
                  <a:pt x="0" y="568"/>
                  <a:pt x="0" y="565"/>
                </a:cubicBezTo>
                <a:cubicBezTo>
                  <a:pt x="1" y="549"/>
                  <a:pt x="5" y="538"/>
                  <a:pt x="12" y="534"/>
                </a:cubicBezTo>
                <a:lnTo>
                  <a:pt x="30" y="534"/>
                </a:lnTo>
                <a:cubicBezTo>
                  <a:pt x="50" y="533"/>
                  <a:pt x="62" y="529"/>
                  <a:pt x="65" y="523"/>
                </a:cubicBezTo>
                <a:cubicBezTo>
                  <a:pt x="67" y="519"/>
                  <a:pt x="85" y="447"/>
                  <a:pt x="120" y="307"/>
                </a:cubicBezTo>
                <a:cubicBezTo>
                  <a:pt x="155" y="166"/>
                  <a:pt x="173" y="92"/>
                  <a:pt x="175" y="83"/>
                </a:cubicBezTo>
                <a:cubicBezTo>
                  <a:pt x="176" y="80"/>
                  <a:pt x="176" y="76"/>
                  <a:pt x="176" y="70"/>
                </a:cubicBezTo>
                <a:cubicBezTo>
                  <a:pt x="176" y="46"/>
                  <a:pt x="169" y="33"/>
                  <a:pt x="153" y="33"/>
                </a:cubicBezTo>
                <a:cubicBezTo>
                  <a:pt x="140" y="33"/>
                  <a:pt x="129" y="42"/>
                  <a:pt x="120" y="59"/>
                </a:cubicBezTo>
                <a:cubicBezTo>
                  <a:pt x="111" y="76"/>
                  <a:pt x="104" y="94"/>
                  <a:pt x="99" y="114"/>
                </a:cubicBezTo>
                <a:cubicBezTo>
                  <a:pt x="95" y="134"/>
                  <a:pt x="91" y="144"/>
                  <a:pt x="89" y="146"/>
                </a:cubicBezTo>
                <a:cubicBezTo>
                  <a:pt x="87" y="147"/>
                  <a:pt x="82" y="148"/>
                  <a:pt x="74" y="148"/>
                </a:cubicBezTo>
                <a:lnTo>
                  <a:pt x="61" y="148"/>
                </a:lnTo>
                <a:cubicBezTo>
                  <a:pt x="58" y="144"/>
                  <a:pt x="56" y="142"/>
                  <a:pt x="56" y="140"/>
                </a:cubicBezTo>
                <a:moveTo>
                  <a:pt x="197" y="308"/>
                </a:moveTo>
                <a:cubicBezTo>
                  <a:pt x="210" y="354"/>
                  <a:pt x="232" y="377"/>
                  <a:pt x="264" y="377"/>
                </a:cubicBezTo>
                <a:cubicBezTo>
                  <a:pt x="282" y="377"/>
                  <a:pt x="299" y="370"/>
                  <a:pt x="316" y="356"/>
                </a:cubicBezTo>
                <a:cubicBezTo>
                  <a:pt x="333" y="342"/>
                  <a:pt x="347" y="324"/>
                  <a:pt x="358" y="303"/>
                </a:cubicBezTo>
                <a:cubicBezTo>
                  <a:pt x="368" y="282"/>
                  <a:pt x="379" y="249"/>
                  <a:pt x="390" y="205"/>
                </a:cubicBezTo>
                <a:cubicBezTo>
                  <a:pt x="401" y="160"/>
                  <a:pt x="407" y="127"/>
                  <a:pt x="407" y="106"/>
                </a:cubicBezTo>
                <a:lnTo>
                  <a:pt x="407" y="100"/>
                </a:lnTo>
                <a:cubicBezTo>
                  <a:pt x="407" y="56"/>
                  <a:pt x="389" y="33"/>
                  <a:pt x="352" y="33"/>
                </a:cubicBezTo>
                <a:cubicBezTo>
                  <a:pt x="346" y="33"/>
                  <a:pt x="339" y="34"/>
                  <a:pt x="332" y="36"/>
                </a:cubicBezTo>
                <a:cubicBezTo>
                  <a:pt x="326" y="38"/>
                  <a:pt x="319" y="41"/>
                  <a:pt x="312" y="44"/>
                </a:cubicBezTo>
                <a:cubicBezTo>
                  <a:pt x="306" y="48"/>
                  <a:pt x="300" y="52"/>
                  <a:pt x="294" y="56"/>
                </a:cubicBezTo>
                <a:cubicBezTo>
                  <a:pt x="289" y="60"/>
                  <a:pt x="284" y="65"/>
                  <a:pt x="279" y="70"/>
                </a:cubicBezTo>
                <a:cubicBezTo>
                  <a:pt x="274" y="74"/>
                  <a:pt x="270" y="79"/>
                  <a:pt x="265" y="83"/>
                </a:cubicBezTo>
                <a:cubicBezTo>
                  <a:pt x="261" y="87"/>
                  <a:pt x="258" y="92"/>
                  <a:pt x="256" y="96"/>
                </a:cubicBezTo>
                <a:cubicBezTo>
                  <a:pt x="253" y="100"/>
                  <a:pt x="251" y="103"/>
                  <a:pt x="248" y="105"/>
                </a:cubicBezTo>
                <a:lnTo>
                  <a:pt x="246" y="108"/>
                </a:lnTo>
                <a:cubicBezTo>
                  <a:pt x="246" y="109"/>
                  <a:pt x="245" y="113"/>
                  <a:pt x="243" y="121"/>
                </a:cubicBezTo>
                <a:cubicBezTo>
                  <a:pt x="241" y="129"/>
                  <a:pt x="238" y="142"/>
                  <a:pt x="233" y="161"/>
                </a:cubicBezTo>
                <a:cubicBezTo>
                  <a:pt x="228" y="179"/>
                  <a:pt x="224" y="195"/>
                  <a:pt x="220" y="208"/>
                </a:cubicBezTo>
                <a:cubicBezTo>
                  <a:pt x="205" y="271"/>
                  <a:pt x="197" y="306"/>
                  <a:pt x="197" y="30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5965920" y="134280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2"/>
                </a:moveTo>
                <a:cubicBezTo>
                  <a:pt x="0" y="411"/>
                  <a:pt x="3" y="371"/>
                  <a:pt x="9" y="334"/>
                </a:cubicBezTo>
                <a:cubicBezTo>
                  <a:pt x="15" y="296"/>
                  <a:pt x="22" y="264"/>
                  <a:pt x="30" y="237"/>
                </a:cubicBezTo>
                <a:cubicBezTo>
                  <a:pt x="38" y="209"/>
                  <a:pt x="49" y="183"/>
                  <a:pt x="63" y="157"/>
                </a:cubicBezTo>
                <a:cubicBezTo>
                  <a:pt x="78" y="131"/>
                  <a:pt x="89" y="111"/>
                  <a:pt x="99" y="97"/>
                </a:cubicBezTo>
                <a:cubicBezTo>
                  <a:pt x="107" y="82"/>
                  <a:pt x="120" y="67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5"/>
                  <a:pt x="177" y="9"/>
                  <a:pt x="189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3" y="0"/>
                  <a:pt x="217" y="3"/>
                  <a:pt x="217" y="8"/>
                </a:cubicBezTo>
                <a:cubicBezTo>
                  <a:pt x="217" y="10"/>
                  <a:pt x="212" y="16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50" y="96"/>
                  <a:pt x="135" y="122"/>
                  <a:pt x="120" y="153"/>
                </a:cubicBezTo>
                <a:cubicBezTo>
                  <a:pt x="105" y="183"/>
                  <a:pt x="92" y="225"/>
                  <a:pt x="81" y="277"/>
                </a:cubicBezTo>
                <a:cubicBezTo>
                  <a:pt x="71" y="331"/>
                  <a:pt x="66" y="389"/>
                  <a:pt x="66" y="452"/>
                </a:cubicBezTo>
                <a:cubicBezTo>
                  <a:pt x="66" y="516"/>
                  <a:pt x="71" y="574"/>
                  <a:pt x="81" y="626"/>
                </a:cubicBezTo>
                <a:cubicBezTo>
                  <a:pt x="92" y="677"/>
                  <a:pt x="105" y="719"/>
                  <a:pt x="119" y="751"/>
                </a:cubicBezTo>
                <a:cubicBezTo>
                  <a:pt x="134" y="783"/>
                  <a:pt x="148" y="809"/>
                  <a:pt x="163" y="829"/>
                </a:cubicBezTo>
                <a:cubicBezTo>
                  <a:pt x="179" y="849"/>
                  <a:pt x="191" y="864"/>
                  <a:pt x="201" y="877"/>
                </a:cubicBezTo>
                <a:cubicBezTo>
                  <a:pt x="212" y="889"/>
                  <a:pt x="217" y="895"/>
                  <a:pt x="217" y="895"/>
                </a:cubicBezTo>
                <a:cubicBezTo>
                  <a:pt x="217" y="901"/>
                  <a:pt x="212" y="904"/>
                  <a:pt x="203" y="904"/>
                </a:cubicBezTo>
                <a:lnTo>
                  <a:pt x="200" y="904"/>
                </a:lnTo>
                <a:lnTo>
                  <a:pt x="189" y="904"/>
                </a:lnTo>
                <a:lnTo>
                  <a:pt x="163" y="882"/>
                </a:lnTo>
                <a:cubicBezTo>
                  <a:pt x="107" y="831"/>
                  <a:pt x="65" y="767"/>
                  <a:pt x="39" y="691"/>
                </a:cubicBezTo>
                <a:cubicBezTo>
                  <a:pt x="13" y="614"/>
                  <a:pt x="0" y="535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6072120" y="1441800"/>
            <a:ext cx="140040" cy="145080"/>
          </a:xfrm>
          <a:custGeom>
            <a:avLst/>
            <a:gdLst/>
            <a:ahLst/>
            <a:rect l="0" t="0" r="r" b="b"/>
            <a:pathLst>
              <a:path w="389" h="403">
                <a:moveTo>
                  <a:pt x="16" y="166"/>
                </a:moveTo>
                <a:cubicBezTo>
                  <a:pt x="16" y="164"/>
                  <a:pt x="17" y="138"/>
                  <a:pt x="21" y="87"/>
                </a:cubicBezTo>
                <a:cubicBezTo>
                  <a:pt x="25" y="36"/>
                  <a:pt x="26" y="10"/>
                  <a:pt x="26" y="9"/>
                </a:cubicBezTo>
                <a:lnTo>
                  <a:pt x="26" y="1"/>
                </a:lnTo>
                <a:lnTo>
                  <a:pt x="200" y="1"/>
                </a:lnTo>
                <a:cubicBezTo>
                  <a:pt x="222" y="1"/>
                  <a:pt x="247" y="1"/>
                  <a:pt x="276" y="1"/>
                </a:cubicBezTo>
                <a:cubicBezTo>
                  <a:pt x="304" y="1"/>
                  <a:pt x="321" y="1"/>
                  <a:pt x="328" y="0"/>
                </a:cubicBezTo>
                <a:cubicBezTo>
                  <a:pt x="356" y="0"/>
                  <a:pt x="373" y="2"/>
                  <a:pt x="378" y="4"/>
                </a:cubicBezTo>
                <a:cubicBezTo>
                  <a:pt x="384" y="6"/>
                  <a:pt x="387" y="13"/>
                  <a:pt x="387" y="25"/>
                </a:cubicBezTo>
                <a:cubicBezTo>
                  <a:pt x="387" y="32"/>
                  <a:pt x="386" y="36"/>
                  <a:pt x="386" y="37"/>
                </a:cubicBezTo>
                <a:cubicBezTo>
                  <a:pt x="384" y="40"/>
                  <a:pt x="345" y="93"/>
                  <a:pt x="267" y="195"/>
                </a:cubicBezTo>
                <a:cubicBezTo>
                  <a:pt x="190" y="299"/>
                  <a:pt x="150" y="351"/>
                  <a:pt x="147" y="353"/>
                </a:cubicBezTo>
                <a:lnTo>
                  <a:pt x="186" y="353"/>
                </a:lnTo>
                <a:cubicBezTo>
                  <a:pt x="200" y="353"/>
                  <a:pt x="209" y="352"/>
                  <a:pt x="214" y="352"/>
                </a:cubicBezTo>
                <a:cubicBezTo>
                  <a:pt x="219" y="352"/>
                  <a:pt x="228" y="352"/>
                  <a:pt x="240" y="351"/>
                </a:cubicBezTo>
                <a:cubicBezTo>
                  <a:pt x="253" y="349"/>
                  <a:pt x="261" y="347"/>
                  <a:pt x="266" y="344"/>
                </a:cubicBezTo>
                <a:cubicBezTo>
                  <a:pt x="270" y="341"/>
                  <a:pt x="277" y="338"/>
                  <a:pt x="286" y="333"/>
                </a:cubicBezTo>
                <a:cubicBezTo>
                  <a:pt x="296" y="329"/>
                  <a:pt x="303" y="323"/>
                  <a:pt x="306" y="315"/>
                </a:cubicBezTo>
                <a:cubicBezTo>
                  <a:pt x="310" y="306"/>
                  <a:pt x="314" y="297"/>
                  <a:pt x="319" y="287"/>
                </a:cubicBezTo>
                <a:cubicBezTo>
                  <a:pt x="324" y="278"/>
                  <a:pt x="327" y="265"/>
                  <a:pt x="329" y="250"/>
                </a:cubicBezTo>
                <a:cubicBezTo>
                  <a:pt x="332" y="233"/>
                  <a:pt x="333" y="219"/>
                  <a:pt x="333" y="208"/>
                </a:cubicBezTo>
                <a:cubicBezTo>
                  <a:pt x="333" y="207"/>
                  <a:pt x="343" y="207"/>
                  <a:pt x="361" y="207"/>
                </a:cubicBezTo>
                <a:lnTo>
                  <a:pt x="389" y="207"/>
                </a:lnTo>
                <a:lnTo>
                  <a:pt x="389" y="213"/>
                </a:lnTo>
                <a:cubicBezTo>
                  <a:pt x="389" y="214"/>
                  <a:pt x="386" y="245"/>
                  <a:pt x="381" y="306"/>
                </a:cubicBezTo>
                <a:cubicBezTo>
                  <a:pt x="376" y="366"/>
                  <a:pt x="374" y="396"/>
                  <a:pt x="373" y="398"/>
                </a:cubicBezTo>
                <a:lnTo>
                  <a:pt x="373" y="403"/>
                </a:lnTo>
                <a:lnTo>
                  <a:pt x="193" y="403"/>
                </a:lnTo>
                <a:cubicBezTo>
                  <a:pt x="74" y="403"/>
                  <a:pt x="13" y="402"/>
                  <a:pt x="10" y="401"/>
                </a:cubicBezTo>
                <a:cubicBezTo>
                  <a:pt x="3" y="398"/>
                  <a:pt x="0" y="390"/>
                  <a:pt x="0" y="378"/>
                </a:cubicBezTo>
                <a:lnTo>
                  <a:pt x="0" y="373"/>
                </a:lnTo>
                <a:cubicBezTo>
                  <a:pt x="0" y="368"/>
                  <a:pt x="3" y="363"/>
                  <a:pt x="7" y="356"/>
                </a:cubicBezTo>
                <a:cubicBezTo>
                  <a:pt x="13" y="349"/>
                  <a:pt x="26" y="331"/>
                  <a:pt x="48" y="302"/>
                </a:cubicBezTo>
                <a:cubicBezTo>
                  <a:pt x="75" y="267"/>
                  <a:pt x="99" y="235"/>
                  <a:pt x="120" y="207"/>
                </a:cubicBezTo>
                <a:lnTo>
                  <a:pt x="241" y="47"/>
                </a:lnTo>
                <a:lnTo>
                  <a:pt x="203" y="47"/>
                </a:lnTo>
                <a:cubicBezTo>
                  <a:pt x="163" y="48"/>
                  <a:pt x="136" y="52"/>
                  <a:pt x="121" y="59"/>
                </a:cubicBezTo>
                <a:cubicBezTo>
                  <a:pt x="97" y="71"/>
                  <a:pt x="81" y="94"/>
                  <a:pt x="76" y="129"/>
                </a:cubicBezTo>
                <a:cubicBezTo>
                  <a:pt x="73" y="142"/>
                  <a:pt x="72" y="157"/>
                  <a:pt x="72" y="171"/>
                </a:cubicBezTo>
                <a:cubicBezTo>
                  <a:pt x="72" y="172"/>
                  <a:pt x="62" y="173"/>
                  <a:pt x="44" y="173"/>
                </a:cubicBezTo>
                <a:lnTo>
                  <a:pt x="16" y="173"/>
                </a:lnTo>
                <a:lnTo>
                  <a:pt x="16" y="16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245640" y="134280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3"/>
                  <a:pt x="151" y="137"/>
                  <a:pt x="178" y="213"/>
                </a:cubicBezTo>
                <a:cubicBezTo>
                  <a:pt x="204" y="290"/>
                  <a:pt x="217" y="370"/>
                  <a:pt x="217" y="452"/>
                </a:cubicBezTo>
                <a:cubicBezTo>
                  <a:pt x="217" y="493"/>
                  <a:pt x="214" y="533"/>
                  <a:pt x="208" y="571"/>
                </a:cubicBezTo>
                <a:cubicBezTo>
                  <a:pt x="202" y="608"/>
                  <a:pt x="195" y="641"/>
                  <a:pt x="187" y="667"/>
                </a:cubicBezTo>
                <a:cubicBezTo>
                  <a:pt x="179" y="694"/>
                  <a:pt x="167" y="720"/>
                  <a:pt x="153" y="747"/>
                </a:cubicBezTo>
                <a:cubicBezTo>
                  <a:pt x="138" y="773"/>
                  <a:pt x="127" y="793"/>
                  <a:pt x="118" y="807"/>
                </a:cubicBezTo>
                <a:cubicBezTo>
                  <a:pt x="110" y="821"/>
                  <a:pt x="98" y="836"/>
                  <a:pt x="81" y="853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2" y="900"/>
                </a:cubicBezTo>
                <a:cubicBezTo>
                  <a:pt x="30" y="902"/>
                  <a:pt x="29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3" y="901"/>
                </a:cubicBezTo>
                <a:cubicBezTo>
                  <a:pt x="2" y="899"/>
                  <a:pt x="1" y="896"/>
                  <a:pt x="0" y="893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3" y="784"/>
                  <a:pt x="150" y="641"/>
                  <a:pt x="150" y="452"/>
                </a:cubicBezTo>
                <a:cubicBezTo>
                  <a:pt x="150" y="262"/>
                  <a:pt x="103" y="120"/>
                  <a:pt x="10" y="23"/>
                </a:cubicBezTo>
                <a:cubicBezTo>
                  <a:pt x="4" y="15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097720" y="1295280"/>
            <a:ext cx="37245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をある分布（一様分布とか）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0941120" y="136188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09"/>
                </a:moveTo>
                <a:cubicBezTo>
                  <a:pt x="0" y="340"/>
                  <a:pt x="21" y="273"/>
                  <a:pt x="62" y="209"/>
                </a:cubicBezTo>
                <a:cubicBezTo>
                  <a:pt x="102" y="146"/>
                  <a:pt x="153" y="95"/>
                  <a:pt x="214" y="58"/>
                </a:cubicBezTo>
                <a:cubicBezTo>
                  <a:pt x="276" y="21"/>
                  <a:pt x="337" y="2"/>
                  <a:pt x="398" y="1"/>
                </a:cubicBezTo>
                <a:cubicBezTo>
                  <a:pt x="452" y="1"/>
                  <a:pt x="495" y="16"/>
                  <a:pt x="527" y="47"/>
                </a:cubicBezTo>
                <a:cubicBezTo>
                  <a:pt x="533" y="53"/>
                  <a:pt x="537" y="58"/>
                  <a:pt x="541" y="62"/>
                </a:cubicBezTo>
                <a:cubicBezTo>
                  <a:pt x="544" y="67"/>
                  <a:pt x="547" y="70"/>
                  <a:pt x="548" y="71"/>
                </a:cubicBezTo>
                <a:lnTo>
                  <a:pt x="549" y="74"/>
                </a:lnTo>
                <a:cubicBezTo>
                  <a:pt x="551" y="74"/>
                  <a:pt x="559" y="66"/>
                  <a:pt x="573" y="51"/>
                </a:cubicBezTo>
                <a:cubicBezTo>
                  <a:pt x="577" y="47"/>
                  <a:pt x="582" y="43"/>
                  <a:pt x="587" y="38"/>
                </a:cubicBezTo>
                <a:cubicBezTo>
                  <a:pt x="592" y="33"/>
                  <a:pt x="596" y="28"/>
                  <a:pt x="601" y="24"/>
                </a:cubicBezTo>
                <a:cubicBezTo>
                  <a:pt x="606" y="19"/>
                  <a:pt x="609" y="16"/>
                  <a:pt x="610" y="14"/>
                </a:cubicBezTo>
                <a:lnTo>
                  <a:pt x="624" y="0"/>
                </a:lnTo>
                <a:lnTo>
                  <a:pt x="629" y="0"/>
                </a:lnTo>
                <a:cubicBezTo>
                  <a:pt x="638" y="0"/>
                  <a:pt x="642" y="2"/>
                  <a:pt x="642" y="7"/>
                </a:cubicBezTo>
                <a:cubicBezTo>
                  <a:pt x="642" y="9"/>
                  <a:pt x="632" y="50"/>
                  <a:pt x="613" y="130"/>
                </a:cubicBezTo>
                <a:cubicBezTo>
                  <a:pt x="591" y="214"/>
                  <a:pt x="580" y="256"/>
                  <a:pt x="580" y="256"/>
                </a:cubicBezTo>
                <a:cubicBezTo>
                  <a:pt x="579" y="259"/>
                  <a:pt x="578" y="261"/>
                  <a:pt x="576" y="262"/>
                </a:cubicBezTo>
                <a:cubicBezTo>
                  <a:pt x="574" y="262"/>
                  <a:pt x="569" y="263"/>
                  <a:pt x="560" y="264"/>
                </a:cubicBezTo>
                <a:lnTo>
                  <a:pt x="545" y="264"/>
                </a:lnTo>
                <a:cubicBezTo>
                  <a:pt x="542" y="260"/>
                  <a:pt x="540" y="257"/>
                  <a:pt x="540" y="255"/>
                </a:cubicBezTo>
                <a:cubicBezTo>
                  <a:pt x="540" y="255"/>
                  <a:pt x="540" y="253"/>
                  <a:pt x="541" y="249"/>
                </a:cubicBezTo>
                <a:cubicBezTo>
                  <a:pt x="541" y="246"/>
                  <a:pt x="542" y="240"/>
                  <a:pt x="543" y="231"/>
                </a:cubicBezTo>
                <a:cubicBezTo>
                  <a:pt x="543" y="223"/>
                  <a:pt x="543" y="213"/>
                  <a:pt x="543" y="202"/>
                </a:cubicBezTo>
                <a:cubicBezTo>
                  <a:pt x="543" y="160"/>
                  <a:pt x="534" y="122"/>
                  <a:pt x="515" y="90"/>
                </a:cubicBezTo>
                <a:cubicBezTo>
                  <a:pt x="495" y="59"/>
                  <a:pt x="463" y="42"/>
                  <a:pt x="416" y="42"/>
                </a:cubicBezTo>
                <a:cubicBezTo>
                  <a:pt x="405" y="42"/>
                  <a:pt x="394" y="43"/>
                  <a:pt x="381" y="44"/>
                </a:cubicBezTo>
                <a:cubicBezTo>
                  <a:pt x="368" y="46"/>
                  <a:pt x="353" y="50"/>
                  <a:pt x="333" y="56"/>
                </a:cubicBezTo>
                <a:cubicBezTo>
                  <a:pt x="314" y="62"/>
                  <a:pt x="296" y="71"/>
                  <a:pt x="278" y="81"/>
                </a:cubicBezTo>
                <a:cubicBezTo>
                  <a:pt x="261" y="92"/>
                  <a:pt x="242" y="107"/>
                  <a:pt x="221" y="125"/>
                </a:cubicBezTo>
                <a:cubicBezTo>
                  <a:pt x="201" y="143"/>
                  <a:pt x="184" y="164"/>
                  <a:pt x="169" y="189"/>
                </a:cubicBezTo>
                <a:cubicBezTo>
                  <a:pt x="155" y="213"/>
                  <a:pt x="141" y="244"/>
                  <a:pt x="127" y="281"/>
                </a:cubicBezTo>
                <a:cubicBezTo>
                  <a:pt x="113" y="317"/>
                  <a:pt x="104" y="358"/>
                  <a:pt x="99" y="402"/>
                </a:cubicBezTo>
                <a:cubicBezTo>
                  <a:pt x="98" y="412"/>
                  <a:pt x="97" y="424"/>
                  <a:pt x="97" y="437"/>
                </a:cubicBezTo>
                <a:cubicBezTo>
                  <a:pt x="97" y="466"/>
                  <a:pt x="101" y="492"/>
                  <a:pt x="110" y="514"/>
                </a:cubicBezTo>
                <a:cubicBezTo>
                  <a:pt x="118" y="537"/>
                  <a:pt x="129" y="554"/>
                  <a:pt x="142" y="566"/>
                </a:cubicBezTo>
                <a:cubicBezTo>
                  <a:pt x="155" y="578"/>
                  <a:pt x="170" y="588"/>
                  <a:pt x="187" y="597"/>
                </a:cubicBezTo>
                <a:cubicBezTo>
                  <a:pt x="204" y="605"/>
                  <a:pt x="220" y="610"/>
                  <a:pt x="234" y="612"/>
                </a:cubicBezTo>
                <a:cubicBezTo>
                  <a:pt x="248" y="614"/>
                  <a:pt x="262" y="615"/>
                  <a:pt x="275" y="615"/>
                </a:cubicBezTo>
                <a:cubicBezTo>
                  <a:pt x="307" y="615"/>
                  <a:pt x="337" y="609"/>
                  <a:pt x="364" y="595"/>
                </a:cubicBezTo>
                <a:cubicBezTo>
                  <a:pt x="391" y="581"/>
                  <a:pt x="410" y="563"/>
                  <a:pt x="420" y="542"/>
                </a:cubicBezTo>
                <a:cubicBezTo>
                  <a:pt x="422" y="537"/>
                  <a:pt x="426" y="520"/>
                  <a:pt x="433" y="492"/>
                </a:cubicBezTo>
                <a:cubicBezTo>
                  <a:pt x="441" y="463"/>
                  <a:pt x="444" y="447"/>
                  <a:pt x="444" y="443"/>
                </a:cubicBezTo>
                <a:cubicBezTo>
                  <a:pt x="444" y="438"/>
                  <a:pt x="440" y="435"/>
                  <a:pt x="432" y="434"/>
                </a:cubicBezTo>
                <a:cubicBezTo>
                  <a:pt x="425" y="433"/>
                  <a:pt x="407" y="432"/>
                  <a:pt x="378" y="431"/>
                </a:cubicBezTo>
                <a:lnTo>
                  <a:pt x="345" y="431"/>
                </a:lnTo>
                <a:cubicBezTo>
                  <a:pt x="341" y="428"/>
                  <a:pt x="340" y="425"/>
                  <a:pt x="340" y="424"/>
                </a:cubicBezTo>
                <a:cubicBezTo>
                  <a:pt x="340" y="423"/>
                  <a:pt x="340" y="417"/>
                  <a:pt x="341" y="407"/>
                </a:cubicBezTo>
                <a:cubicBezTo>
                  <a:pt x="344" y="399"/>
                  <a:pt x="347" y="393"/>
                  <a:pt x="350" y="390"/>
                </a:cubicBezTo>
                <a:lnTo>
                  <a:pt x="366" y="390"/>
                </a:lnTo>
                <a:cubicBezTo>
                  <a:pt x="390" y="391"/>
                  <a:pt x="432" y="392"/>
                  <a:pt x="492" y="392"/>
                </a:cubicBezTo>
                <a:cubicBezTo>
                  <a:pt x="516" y="392"/>
                  <a:pt x="536" y="392"/>
                  <a:pt x="551" y="392"/>
                </a:cubicBezTo>
                <a:cubicBezTo>
                  <a:pt x="566" y="392"/>
                  <a:pt x="577" y="391"/>
                  <a:pt x="583" y="391"/>
                </a:cubicBezTo>
                <a:cubicBezTo>
                  <a:pt x="590" y="390"/>
                  <a:pt x="593" y="390"/>
                  <a:pt x="594" y="391"/>
                </a:cubicBezTo>
                <a:cubicBezTo>
                  <a:pt x="602" y="391"/>
                  <a:pt x="607" y="393"/>
                  <a:pt x="607" y="399"/>
                </a:cubicBezTo>
                <a:cubicBezTo>
                  <a:pt x="607" y="400"/>
                  <a:pt x="606" y="404"/>
                  <a:pt x="605" y="412"/>
                </a:cubicBezTo>
                <a:cubicBezTo>
                  <a:pt x="602" y="423"/>
                  <a:pt x="599" y="429"/>
                  <a:pt x="596" y="430"/>
                </a:cubicBezTo>
                <a:cubicBezTo>
                  <a:pt x="594" y="431"/>
                  <a:pt x="589" y="431"/>
                  <a:pt x="582" y="431"/>
                </a:cubicBezTo>
                <a:cubicBezTo>
                  <a:pt x="570" y="431"/>
                  <a:pt x="558" y="432"/>
                  <a:pt x="545" y="434"/>
                </a:cubicBezTo>
                <a:cubicBezTo>
                  <a:pt x="541" y="436"/>
                  <a:pt x="538" y="439"/>
                  <a:pt x="536" y="442"/>
                </a:cubicBezTo>
                <a:cubicBezTo>
                  <a:pt x="534" y="446"/>
                  <a:pt x="530" y="461"/>
                  <a:pt x="524" y="489"/>
                </a:cubicBezTo>
                <a:cubicBezTo>
                  <a:pt x="518" y="509"/>
                  <a:pt x="514" y="526"/>
                  <a:pt x="510" y="540"/>
                </a:cubicBezTo>
                <a:cubicBezTo>
                  <a:pt x="495" y="601"/>
                  <a:pt x="487" y="633"/>
                  <a:pt x="485" y="634"/>
                </a:cubicBezTo>
                <a:cubicBezTo>
                  <a:pt x="484" y="636"/>
                  <a:pt x="482" y="636"/>
                  <a:pt x="480" y="636"/>
                </a:cubicBezTo>
                <a:cubicBezTo>
                  <a:pt x="474" y="636"/>
                  <a:pt x="466" y="630"/>
                  <a:pt x="455" y="618"/>
                </a:cubicBezTo>
                <a:cubicBezTo>
                  <a:pt x="444" y="606"/>
                  <a:pt x="437" y="597"/>
                  <a:pt x="434" y="590"/>
                </a:cubicBezTo>
                <a:lnTo>
                  <a:pt x="432" y="590"/>
                </a:lnTo>
                <a:cubicBezTo>
                  <a:pt x="431" y="591"/>
                  <a:pt x="429" y="592"/>
                  <a:pt x="427" y="595"/>
                </a:cubicBezTo>
                <a:cubicBezTo>
                  <a:pt x="383" y="636"/>
                  <a:pt x="322" y="657"/>
                  <a:pt x="247" y="657"/>
                </a:cubicBezTo>
                <a:cubicBezTo>
                  <a:pt x="174" y="657"/>
                  <a:pt x="115" y="634"/>
                  <a:pt x="70" y="588"/>
                </a:cubicBezTo>
                <a:cubicBezTo>
                  <a:pt x="25" y="541"/>
                  <a:pt x="1" y="482"/>
                  <a:pt x="0" y="4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350400" y="1295280"/>
            <a:ext cx="4690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からサンプリングし、ネットワーク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47720" y="1704960"/>
            <a:ext cx="1931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への入力とする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2220120" y="2266560"/>
            <a:ext cx="140040" cy="144720"/>
          </a:xfrm>
          <a:custGeom>
            <a:avLst/>
            <a:gdLst/>
            <a:ahLst/>
            <a:rect l="0" t="0" r="r" b="b"/>
            <a:pathLst>
              <a:path w="389" h="402">
                <a:moveTo>
                  <a:pt x="14" y="165"/>
                </a:moveTo>
                <a:cubicBezTo>
                  <a:pt x="14" y="164"/>
                  <a:pt x="16" y="137"/>
                  <a:pt x="20" y="86"/>
                </a:cubicBezTo>
                <a:cubicBezTo>
                  <a:pt x="23" y="35"/>
                  <a:pt x="25" y="9"/>
                  <a:pt x="25" y="8"/>
                </a:cubicBezTo>
                <a:lnTo>
                  <a:pt x="25" y="1"/>
                </a:lnTo>
                <a:lnTo>
                  <a:pt x="198" y="1"/>
                </a:lnTo>
                <a:cubicBezTo>
                  <a:pt x="221" y="1"/>
                  <a:pt x="247" y="1"/>
                  <a:pt x="275" y="1"/>
                </a:cubicBezTo>
                <a:cubicBezTo>
                  <a:pt x="303" y="1"/>
                  <a:pt x="321" y="0"/>
                  <a:pt x="327" y="0"/>
                </a:cubicBezTo>
                <a:cubicBezTo>
                  <a:pt x="356" y="0"/>
                  <a:pt x="372" y="1"/>
                  <a:pt x="378" y="3"/>
                </a:cubicBezTo>
                <a:cubicBezTo>
                  <a:pt x="383" y="6"/>
                  <a:pt x="386" y="13"/>
                  <a:pt x="386" y="24"/>
                </a:cubicBezTo>
                <a:cubicBezTo>
                  <a:pt x="386" y="31"/>
                  <a:pt x="386" y="36"/>
                  <a:pt x="385" y="37"/>
                </a:cubicBezTo>
                <a:cubicBezTo>
                  <a:pt x="384" y="40"/>
                  <a:pt x="344" y="92"/>
                  <a:pt x="267" y="195"/>
                </a:cubicBezTo>
                <a:cubicBezTo>
                  <a:pt x="188" y="297"/>
                  <a:pt x="148" y="350"/>
                  <a:pt x="146" y="353"/>
                </a:cubicBezTo>
                <a:lnTo>
                  <a:pt x="185" y="353"/>
                </a:lnTo>
                <a:cubicBezTo>
                  <a:pt x="198" y="352"/>
                  <a:pt x="208" y="352"/>
                  <a:pt x="213" y="352"/>
                </a:cubicBezTo>
                <a:cubicBezTo>
                  <a:pt x="217" y="352"/>
                  <a:pt x="227" y="351"/>
                  <a:pt x="240" y="350"/>
                </a:cubicBezTo>
                <a:cubicBezTo>
                  <a:pt x="252" y="349"/>
                  <a:pt x="261" y="347"/>
                  <a:pt x="265" y="344"/>
                </a:cubicBezTo>
                <a:cubicBezTo>
                  <a:pt x="269" y="340"/>
                  <a:pt x="276" y="337"/>
                  <a:pt x="286" y="333"/>
                </a:cubicBezTo>
                <a:cubicBezTo>
                  <a:pt x="295" y="328"/>
                  <a:pt x="302" y="322"/>
                  <a:pt x="306" y="313"/>
                </a:cubicBezTo>
                <a:cubicBezTo>
                  <a:pt x="309" y="304"/>
                  <a:pt x="313" y="295"/>
                  <a:pt x="318" y="286"/>
                </a:cubicBezTo>
                <a:cubicBezTo>
                  <a:pt x="323" y="276"/>
                  <a:pt x="326" y="263"/>
                  <a:pt x="328" y="248"/>
                </a:cubicBezTo>
                <a:cubicBezTo>
                  <a:pt x="331" y="232"/>
                  <a:pt x="333" y="218"/>
                  <a:pt x="333" y="206"/>
                </a:cubicBezTo>
                <a:cubicBezTo>
                  <a:pt x="333" y="206"/>
                  <a:pt x="342" y="205"/>
                  <a:pt x="361" y="205"/>
                </a:cubicBezTo>
                <a:lnTo>
                  <a:pt x="389" y="205"/>
                </a:lnTo>
                <a:lnTo>
                  <a:pt x="389" y="211"/>
                </a:lnTo>
                <a:cubicBezTo>
                  <a:pt x="388" y="213"/>
                  <a:pt x="385" y="244"/>
                  <a:pt x="380" y="304"/>
                </a:cubicBezTo>
                <a:cubicBezTo>
                  <a:pt x="376" y="365"/>
                  <a:pt x="373" y="396"/>
                  <a:pt x="372" y="397"/>
                </a:cubicBezTo>
                <a:lnTo>
                  <a:pt x="372" y="402"/>
                </a:lnTo>
                <a:lnTo>
                  <a:pt x="192" y="402"/>
                </a:lnTo>
                <a:cubicBezTo>
                  <a:pt x="72" y="402"/>
                  <a:pt x="11" y="402"/>
                  <a:pt x="10" y="400"/>
                </a:cubicBezTo>
                <a:cubicBezTo>
                  <a:pt x="3" y="397"/>
                  <a:pt x="0" y="390"/>
                  <a:pt x="0" y="377"/>
                </a:cubicBezTo>
                <a:lnTo>
                  <a:pt x="0" y="372"/>
                </a:lnTo>
                <a:cubicBezTo>
                  <a:pt x="0" y="368"/>
                  <a:pt x="2" y="362"/>
                  <a:pt x="7" y="355"/>
                </a:cubicBezTo>
                <a:cubicBezTo>
                  <a:pt x="12" y="349"/>
                  <a:pt x="25" y="331"/>
                  <a:pt x="47" y="300"/>
                </a:cubicBezTo>
                <a:cubicBezTo>
                  <a:pt x="74" y="265"/>
                  <a:pt x="98" y="234"/>
                  <a:pt x="119" y="205"/>
                </a:cubicBezTo>
                <a:lnTo>
                  <a:pt x="241" y="47"/>
                </a:lnTo>
                <a:lnTo>
                  <a:pt x="202" y="47"/>
                </a:lnTo>
                <a:cubicBezTo>
                  <a:pt x="161" y="47"/>
                  <a:pt x="134" y="51"/>
                  <a:pt x="120" y="58"/>
                </a:cubicBezTo>
                <a:cubicBezTo>
                  <a:pt x="95" y="70"/>
                  <a:pt x="80" y="94"/>
                  <a:pt x="75" y="128"/>
                </a:cubicBezTo>
                <a:cubicBezTo>
                  <a:pt x="72" y="142"/>
                  <a:pt x="70" y="156"/>
                  <a:pt x="70" y="170"/>
                </a:cubicBezTo>
                <a:cubicBezTo>
                  <a:pt x="70" y="171"/>
                  <a:pt x="61" y="172"/>
                  <a:pt x="42" y="172"/>
                </a:cubicBezTo>
                <a:lnTo>
                  <a:pt x="14" y="172"/>
                </a:lnTo>
                <a:lnTo>
                  <a:pt x="14" y="16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747720" y="2124000"/>
            <a:ext cx="1517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一つの入力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4750200" y="227088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0" y="399"/>
                </a:cubicBezTo>
                <a:cubicBezTo>
                  <a:pt x="42" y="399"/>
                  <a:pt x="14" y="400"/>
                  <a:pt x="6" y="402"/>
                </a:cubicBezTo>
                <a:lnTo>
                  <a:pt x="0" y="402"/>
                </a:lnTo>
                <a:lnTo>
                  <a:pt x="0" y="346"/>
                </a:lnTo>
                <a:lnTo>
                  <a:pt x="87" y="346"/>
                </a:lnTo>
                <a:lnTo>
                  <a:pt x="202" y="209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0" y="3"/>
                </a:cubicBezTo>
                <a:cubicBezTo>
                  <a:pt x="173" y="3"/>
                  <a:pt x="209" y="2"/>
                  <a:pt x="220" y="0"/>
                </a:cubicBezTo>
                <a:lnTo>
                  <a:pt x="228" y="0"/>
                </a:lnTo>
                <a:lnTo>
                  <a:pt x="228" y="56"/>
                </a:lnTo>
                <a:lnTo>
                  <a:pt x="203" y="56"/>
                </a:lnTo>
                <a:lnTo>
                  <a:pt x="235" y="95"/>
                </a:lnTo>
                <a:cubicBezTo>
                  <a:pt x="255" y="120"/>
                  <a:pt x="266" y="133"/>
                  <a:pt x="266" y="133"/>
                </a:cubicBezTo>
                <a:cubicBezTo>
                  <a:pt x="269" y="133"/>
                  <a:pt x="280" y="120"/>
                  <a:pt x="302" y="93"/>
                </a:cubicBezTo>
                <a:lnTo>
                  <a:pt x="333" y="56"/>
                </a:lnTo>
                <a:lnTo>
                  <a:pt x="300" y="56"/>
                </a:lnTo>
                <a:lnTo>
                  <a:pt x="300" y="0"/>
                </a:lnTo>
                <a:lnTo>
                  <a:pt x="307" y="0"/>
                </a:lnTo>
                <a:cubicBezTo>
                  <a:pt x="316" y="2"/>
                  <a:pt x="348" y="3"/>
                  <a:pt x="403" y="3"/>
                </a:cubicBezTo>
                <a:cubicBezTo>
                  <a:pt x="451" y="3"/>
                  <a:pt x="479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3" y="179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5" y="399"/>
                </a:cubicBezTo>
                <a:cubicBezTo>
                  <a:pt x="343" y="399"/>
                  <a:pt x="306" y="400"/>
                  <a:pt x="295" y="402"/>
                </a:cubicBezTo>
                <a:lnTo>
                  <a:pt x="286" y="402"/>
                </a:lnTo>
                <a:lnTo>
                  <a:pt x="286" y="346"/>
                </a:lnTo>
                <a:lnTo>
                  <a:pt x="312" y="346"/>
                </a:lnTo>
                <a:cubicBezTo>
                  <a:pt x="312" y="345"/>
                  <a:pt x="300" y="330"/>
                  <a:pt x="275" y="301"/>
                </a:cubicBezTo>
                <a:cubicBezTo>
                  <a:pt x="251" y="270"/>
                  <a:pt x="239" y="255"/>
                  <a:pt x="238" y="254"/>
                </a:cubicBezTo>
                <a:lnTo>
                  <a:pt x="160" y="345"/>
                </a:lnTo>
                <a:lnTo>
                  <a:pt x="177" y="346"/>
                </a:lnTo>
                <a:lnTo>
                  <a:pt x="193" y="346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5049000" y="2296080"/>
            <a:ext cx="216720" cy="76320"/>
          </a:xfrm>
          <a:custGeom>
            <a:avLst/>
            <a:gdLst/>
            <a:ahLst/>
            <a:rect l="0" t="0" r="r" b="b"/>
            <a:pathLst>
              <a:path w="602" h="212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89" y="0"/>
                </a:lnTo>
                <a:cubicBezTo>
                  <a:pt x="598" y="4"/>
                  <a:pt x="602" y="10"/>
                  <a:pt x="602" y="18"/>
                </a:cubicBezTo>
                <a:cubicBezTo>
                  <a:pt x="602" y="24"/>
                  <a:pt x="598" y="30"/>
                  <a:pt x="590" y="35"/>
                </a:cubicBezTo>
                <a:lnTo>
                  <a:pt x="303" y="36"/>
                </a:lnTo>
                <a:lnTo>
                  <a:pt x="15" y="36"/>
                </a:lnTo>
                <a:cubicBezTo>
                  <a:pt x="5" y="33"/>
                  <a:pt x="0" y="27"/>
                  <a:pt x="0" y="18"/>
                </a:cubicBezTo>
                <a:moveTo>
                  <a:pt x="0" y="194"/>
                </a:moveTo>
                <a:cubicBezTo>
                  <a:pt x="0" y="185"/>
                  <a:pt x="5" y="179"/>
                  <a:pt x="15" y="176"/>
                </a:cubicBezTo>
                <a:lnTo>
                  <a:pt x="590" y="176"/>
                </a:lnTo>
                <a:cubicBezTo>
                  <a:pt x="598" y="182"/>
                  <a:pt x="602" y="188"/>
                  <a:pt x="602" y="194"/>
                </a:cubicBezTo>
                <a:cubicBezTo>
                  <a:pt x="602" y="202"/>
                  <a:pt x="598" y="208"/>
                  <a:pt x="589" y="212"/>
                </a:cubicBezTo>
                <a:lnTo>
                  <a:pt x="13" y="212"/>
                </a:lnTo>
                <a:cubicBezTo>
                  <a:pt x="4" y="208"/>
                  <a:pt x="0" y="202"/>
                  <a:pt x="0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5390280" y="2186280"/>
            <a:ext cx="230760" cy="236520"/>
          </a:xfrm>
          <a:custGeom>
            <a:avLst/>
            <a:gdLst/>
            <a:ahLst/>
            <a:rect l="0" t="0" r="r" b="b"/>
            <a:pathLst>
              <a:path w="641" h="657">
                <a:moveTo>
                  <a:pt x="0" y="409"/>
                </a:moveTo>
                <a:cubicBezTo>
                  <a:pt x="0" y="340"/>
                  <a:pt x="20" y="274"/>
                  <a:pt x="60" y="210"/>
                </a:cubicBezTo>
                <a:cubicBezTo>
                  <a:pt x="101" y="145"/>
                  <a:pt x="152" y="95"/>
                  <a:pt x="214" y="57"/>
                </a:cubicBezTo>
                <a:cubicBezTo>
                  <a:pt x="275" y="20"/>
                  <a:pt x="336" y="1"/>
                  <a:pt x="398" y="1"/>
                </a:cubicBezTo>
                <a:cubicBezTo>
                  <a:pt x="452" y="1"/>
                  <a:pt x="495" y="16"/>
                  <a:pt x="527" y="47"/>
                </a:cubicBezTo>
                <a:cubicBezTo>
                  <a:pt x="532" y="53"/>
                  <a:pt x="537" y="58"/>
                  <a:pt x="540" y="62"/>
                </a:cubicBezTo>
                <a:cubicBezTo>
                  <a:pt x="544" y="66"/>
                  <a:pt x="546" y="69"/>
                  <a:pt x="548" y="71"/>
                </a:cubicBezTo>
                <a:lnTo>
                  <a:pt x="548" y="74"/>
                </a:lnTo>
                <a:cubicBezTo>
                  <a:pt x="550" y="74"/>
                  <a:pt x="558" y="66"/>
                  <a:pt x="573" y="50"/>
                </a:cubicBezTo>
                <a:cubicBezTo>
                  <a:pt x="577" y="47"/>
                  <a:pt x="582" y="42"/>
                  <a:pt x="586" y="38"/>
                </a:cubicBezTo>
                <a:cubicBezTo>
                  <a:pt x="591" y="33"/>
                  <a:pt x="596" y="28"/>
                  <a:pt x="601" y="23"/>
                </a:cubicBezTo>
                <a:cubicBezTo>
                  <a:pt x="606" y="18"/>
                  <a:pt x="609" y="15"/>
                  <a:pt x="610" y="13"/>
                </a:cubicBezTo>
                <a:lnTo>
                  <a:pt x="623" y="0"/>
                </a:lnTo>
                <a:lnTo>
                  <a:pt x="629" y="0"/>
                </a:lnTo>
                <a:cubicBezTo>
                  <a:pt x="637" y="0"/>
                  <a:pt x="641" y="2"/>
                  <a:pt x="641" y="6"/>
                </a:cubicBezTo>
                <a:cubicBezTo>
                  <a:pt x="641" y="8"/>
                  <a:pt x="632" y="50"/>
                  <a:pt x="613" y="130"/>
                </a:cubicBezTo>
                <a:cubicBezTo>
                  <a:pt x="591" y="214"/>
                  <a:pt x="580" y="256"/>
                  <a:pt x="580" y="257"/>
                </a:cubicBezTo>
                <a:cubicBezTo>
                  <a:pt x="579" y="260"/>
                  <a:pt x="577" y="262"/>
                  <a:pt x="575" y="262"/>
                </a:cubicBezTo>
                <a:cubicBezTo>
                  <a:pt x="574" y="263"/>
                  <a:pt x="568" y="264"/>
                  <a:pt x="559" y="264"/>
                </a:cubicBezTo>
                <a:lnTo>
                  <a:pt x="545" y="264"/>
                </a:lnTo>
                <a:cubicBezTo>
                  <a:pt x="541" y="261"/>
                  <a:pt x="539" y="258"/>
                  <a:pt x="539" y="256"/>
                </a:cubicBezTo>
                <a:cubicBezTo>
                  <a:pt x="539" y="255"/>
                  <a:pt x="540" y="253"/>
                  <a:pt x="540" y="250"/>
                </a:cubicBezTo>
                <a:cubicBezTo>
                  <a:pt x="541" y="246"/>
                  <a:pt x="542" y="240"/>
                  <a:pt x="542" y="232"/>
                </a:cubicBezTo>
                <a:cubicBezTo>
                  <a:pt x="543" y="223"/>
                  <a:pt x="543" y="214"/>
                  <a:pt x="543" y="203"/>
                </a:cubicBezTo>
                <a:cubicBezTo>
                  <a:pt x="543" y="160"/>
                  <a:pt x="533" y="122"/>
                  <a:pt x="514" y="90"/>
                </a:cubicBezTo>
                <a:cubicBezTo>
                  <a:pt x="495" y="58"/>
                  <a:pt x="462" y="42"/>
                  <a:pt x="416" y="41"/>
                </a:cubicBezTo>
                <a:cubicBezTo>
                  <a:pt x="405" y="41"/>
                  <a:pt x="393" y="42"/>
                  <a:pt x="381" y="44"/>
                </a:cubicBezTo>
                <a:cubicBezTo>
                  <a:pt x="368" y="46"/>
                  <a:pt x="352" y="50"/>
                  <a:pt x="333" y="56"/>
                </a:cubicBezTo>
                <a:cubicBezTo>
                  <a:pt x="313" y="62"/>
                  <a:pt x="295" y="70"/>
                  <a:pt x="278" y="81"/>
                </a:cubicBezTo>
                <a:cubicBezTo>
                  <a:pt x="260" y="92"/>
                  <a:pt x="241" y="106"/>
                  <a:pt x="221" y="124"/>
                </a:cubicBezTo>
                <a:cubicBezTo>
                  <a:pt x="200" y="142"/>
                  <a:pt x="183" y="165"/>
                  <a:pt x="168" y="189"/>
                </a:cubicBezTo>
                <a:cubicBezTo>
                  <a:pt x="154" y="214"/>
                  <a:pt x="140" y="245"/>
                  <a:pt x="126" y="281"/>
                </a:cubicBezTo>
                <a:cubicBezTo>
                  <a:pt x="112" y="318"/>
                  <a:pt x="103" y="358"/>
                  <a:pt x="98" y="402"/>
                </a:cubicBezTo>
                <a:cubicBezTo>
                  <a:pt x="97" y="413"/>
                  <a:pt x="96" y="425"/>
                  <a:pt x="96" y="437"/>
                </a:cubicBezTo>
                <a:cubicBezTo>
                  <a:pt x="96" y="466"/>
                  <a:pt x="100" y="492"/>
                  <a:pt x="109" y="514"/>
                </a:cubicBezTo>
                <a:cubicBezTo>
                  <a:pt x="117" y="536"/>
                  <a:pt x="128" y="554"/>
                  <a:pt x="141" y="566"/>
                </a:cubicBezTo>
                <a:cubicBezTo>
                  <a:pt x="155" y="578"/>
                  <a:pt x="170" y="588"/>
                  <a:pt x="187" y="596"/>
                </a:cubicBezTo>
                <a:cubicBezTo>
                  <a:pt x="203" y="605"/>
                  <a:pt x="219" y="610"/>
                  <a:pt x="233" y="612"/>
                </a:cubicBezTo>
                <a:cubicBezTo>
                  <a:pt x="248" y="613"/>
                  <a:pt x="261" y="615"/>
                  <a:pt x="274" y="615"/>
                </a:cubicBezTo>
                <a:cubicBezTo>
                  <a:pt x="307" y="615"/>
                  <a:pt x="336" y="608"/>
                  <a:pt x="363" y="594"/>
                </a:cubicBezTo>
                <a:cubicBezTo>
                  <a:pt x="390" y="581"/>
                  <a:pt x="409" y="563"/>
                  <a:pt x="419" y="541"/>
                </a:cubicBezTo>
                <a:cubicBezTo>
                  <a:pt x="421" y="536"/>
                  <a:pt x="426" y="520"/>
                  <a:pt x="433" y="492"/>
                </a:cubicBezTo>
                <a:cubicBezTo>
                  <a:pt x="440" y="463"/>
                  <a:pt x="444" y="447"/>
                  <a:pt x="444" y="444"/>
                </a:cubicBezTo>
                <a:cubicBezTo>
                  <a:pt x="444" y="439"/>
                  <a:pt x="440" y="436"/>
                  <a:pt x="432" y="435"/>
                </a:cubicBezTo>
                <a:cubicBezTo>
                  <a:pt x="424" y="433"/>
                  <a:pt x="406" y="433"/>
                  <a:pt x="378" y="432"/>
                </a:cubicBezTo>
                <a:lnTo>
                  <a:pt x="344" y="432"/>
                </a:lnTo>
                <a:cubicBezTo>
                  <a:pt x="341" y="428"/>
                  <a:pt x="339" y="426"/>
                  <a:pt x="339" y="425"/>
                </a:cubicBezTo>
                <a:cubicBezTo>
                  <a:pt x="339" y="424"/>
                  <a:pt x="340" y="418"/>
                  <a:pt x="341" y="408"/>
                </a:cubicBezTo>
                <a:cubicBezTo>
                  <a:pt x="343" y="400"/>
                  <a:pt x="346" y="394"/>
                  <a:pt x="350" y="390"/>
                </a:cubicBezTo>
                <a:lnTo>
                  <a:pt x="365" y="390"/>
                </a:lnTo>
                <a:cubicBezTo>
                  <a:pt x="389" y="392"/>
                  <a:pt x="431" y="392"/>
                  <a:pt x="492" y="392"/>
                </a:cubicBezTo>
                <a:cubicBezTo>
                  <a:pt x="516" y="392"/>
                  <a:pt x="535" y="392"/>
                  <a:pt x="550" y="392"/>
                </a:cubicBezTo>
                <a:cubicBezTo>
                  <a:pt x="565" y="392"/>
                  <a:pt x="576" y="392"/>
                  <a:pt x="583" y="391"/>
                </a:cubicBezTo>
                <a:cubicBezTo>
                  <a:pt x="589" y="391"/>
                  <a:pt x="593" y="391"/>
                  <a:pt x="594" y="391"/>
                </a:cubicBezTo>
                <a:cubicBezTo>
                  <a:pt x="602" y="391"/>
                  <a:pt x="606" y="394"/>
                  <a:pt x="606" y="400"/>
                </a:cubicBezTo>
                <a:cubicBezTo>
                  <a:pt x="606" y="401"/>
                  <a:pt x="606" y="405"/>
                  <a:pt x="604" y="412"/>
                </a:cubicBezTo>
                <a:cubicBezTo>
                  <a:pt x="601" y="424"/>
                  <a:pt x="598" y="430"/>
                  <a:pt x="595" y="431"/>
                </a:cubicBezTo>
                <a:cubicBezTo>
                  <a:pt x="594" y="432"/>
                  <a:pt x="589" y="432"/>
                  <a:pt x="582" y="432"/>
                </a:cubicBezTo>
                <a:cubicBezTo>
                  <a:pt x="570" y="432"/>
                  <a:pt x="557" y="433"/>
                  <a:pt x="545" y="435"/>
                </a:cubicBezTo>
                <a:cubicBezTo>
                  <a:pt x="541" y="437"/>
                  <a:pt x="538" y="439"/>
                  <a:pt x="536" y="443"/>
                </a:cubicBezTo>
                <a:cubicBezTo>
                  <a:pt x="534" y="446"/>
                  <a:pt x="530" y="462"/>
                  <a:pt x="523" y="489"/>
                </a:cubicBezTo>
                <a:cubicBezTo>
                  <a:pt x="518" y="509"/>
                  <a:pt x="513" y="526"/>
                  <a:pt x="510" y="539"/>
                </a:cubicBezTo>
                <a:cubicBezTo>
                  <a:pt x="495" y="601"/>
                  <a:pt x="486" y="632"/>
                  <a:pt x="484" y="634"/>
                </a:cubicBezTo>
                <a:cubicBezTo>
                  <a:pt x="483" y="635"/>
                  <a:pt x="482" y="636"/>
                  <a:pt x="480" y="636"/>
                </a:cubicBezTo>
                <a:cubicBezTo>
                  <a:pt x="474" y="636"/>
                  <a:pt x="465" y="630"/>
                  <a:pt x="455" y="618"/>
                </a:cubicBezTo>
                <a:cubicBezTo>
                  <a:pt x="444" y="606"/>
                  <a:pt x="437" y="597"/>
                  <a:pt x="434" y="590"/>
                </a:cubicBezTo>
                <a:cubicBezTo>
                  <a:pt x="434" y="589"/>
                  <a:pt x="433" y="589"/>
                  <a:pt x="432" y="590"/>
                </a:cubicBezTo>
                <a:cubicBezTo>
                  <a:pt x="431" y="591"/>
                  <a:pt x="429" y="592"/>
                  <a:pt x="427" y="594"/>
                </a:cubicBezTo>
                <a:cubicBezTo>
                  <a:pt x="382" y="636"/>
                  <a:pt x="322" y="657"/>
                  <a:pt x="246" y="657"/>
                </a:cubicBezTo>
                <a:cubicBezTo>
                  <a:pt x="173" y="657"/>
                  <a:pt x="114" y="634"/>
                  <a:pt x="69" y="587"/>
                </a:cubicBezTo>
                <a:cubicBezTo>
                  <a:pt x="23" y="541"/>
                  <a:pt x="0" y="482"/>
                  <a:pt x="0" y="4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5659920" y="2171520"/>
            <a:ext cx="77760" cy="325080"/>
          </a:xfrm>
          <a:custGeom>
            <a:avLst/>
            <a:gdLst/>
            <a:ahLst/>
            <a:rect l="0" t="0" r="r" b="b"/>
            <a:pathLst>
              <a:path w="216" h="903">
                <a:moveTo>
                  <a:pt x="0" y="451"/>
                </a:moveTo>
                <a:cubicBezTo>
                  <a:pt x="0" y="410"/>
                  <a:pt x="3" y="370"/>
                  <a:pt x="9" y="333"/>
                </a:cubicBezTo>
                <a:cubicBezTo>
                  <a:pt x="15" y="296"/>
                  <a:pt x="22" y="264"/>
                  <a:pt x="29" y="236"/>
                </a:cubicBezTo>
                <a:cubicBezTo>
                  <a:pt x="37" y="209"/>
                  <a:pt x="48" y="183"/>
                  <a:pt x="63" y="157"/>
                </a:cubicBezTo>
                <a:cubicBezTo>
                  <a:pt x="77" y="131"/>
                  <a:pt x="90" y="111"/>
                  <a:pt x="98" y="97"/>
                </a:cubicBezTo>
                <a:cubicBezTo>
                  <a:pt x="107" y="82"/>
                  <a:pt x="119" y="66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5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3"/>
                  <a:pt x="216" y="8"/>
                </a:cubicBezTo>
                <a:cubicBezTo>
                  <a:pt x="216" y="10"/>
                  <a:pt x="211" y="16"/>
                  <a:pt x="201" y="27"/>
                </a:cubicBezTo>
                <a:cubicBezTo>
                  <a:pt x="191" y="38"/>
                  <a:pt x="178" y="54"/>
                  <a:pt x="164" y="75"/>
                </a:cubicBezTo>
                <a:cubicBezTo>
                  <a:pt x="150" y="96"/>
                  <a:pt x="135" y="122"/>
                  <a:pt x="120" y="153"/>
                </a:cubicBezTo>
                <a:cubicBezTo>
                  <a:pt x="105" y="183"/>
                  <a:pt x="92" y="225"/>
                  <a:pt x="82" y="277"/>
                </a:cubicBezTo>
                <a:cubicBezTo>
                  <a:pt x="71" y="329"/>
                  <a:pt x="66" y="387"/>
                  <a:pt x="66" y="451"/>
                </a:cubicBezTo>
                <a:cubicBezTo>
                  <a:pt x="66" y="515"/>
                  <a:pt x="71" y="573"/>
                  <a:pt x="82" y="625"/>
                </a:cubicBezTo>
                <a:cubicBezTo>
                  <a:pt x="92" y="676"/>
                  <a:pt x="104" y="718"/>
                  <a:pt x="119" y="751"/>
                </a:cubicBezTo>
                <a:cubicBezTo>
                  <a:pt x="133" y="783"/>
                  <a:pt x="148" y="809"/>
                  <a:pt x="163" y="829"/>
                </a:cubicBezTo>
                <a:cubicBezTo>
                  <a:pt x="178" y="848"/>
                  <a:pt x="191" y="864"/>
                  <a:pt x="201" y="876"/>
                </a:cubicBezTo>
                <a:cubicBezTo>
                  <a:pt x="211" y="888"/>
                  <a:pt x="216" y="895"/>
                  <a:pt x="216" y="895"/>
                </a:cubicBezTo>
                <a:cubicBezTo>
                  <a:pt x="216" y="901"/>
                  <a:pt x="212" y="903"/>
                  <a:pt x="203" y="903"/>
                </a:cubicBezTo>
                <a:lnTo>
                  <a:pt x="200" y="903"/>
                </a:lnTo>
                <a:lnTo>
                  <a:pt x="188" y="903"/>
                </a:lnTo>
                <a:lnTo>
                  <a:pt x="163" y="882"/>
                </a:lnTo>
                <a:cubicBezTo>
                  <a:pt x="107" y="831"/>
                  <a:pt x="64" y="767"/>
                  <a:pt x="38" y="689"/>
                </a:cubicBezTo>
                <a:cubicBezTo>
                  <a:pt x="13" y="613"/>
                  <a:pt x="0" y="534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5766120" y="2270520"/>
            <a:ext cx="140040" cy="145080"/>
          </a:xfrm>
          <a:custGeom>
            <a:avLst/>
            <a:gdLst/>
            <a:ahLst/>
            <a:rect l="0" t="0" r="r" b="b"/>
            <a:pathLst>
              <a:path w="389" h="403">
                <a:moveTo>
                  <a:pt x="14" y="165"/>
                </a:moveTo>
                <a:cubicBezTo>
                  <a:pt x="14" y="164"/>
                  <a:pt x="16" y="138"/>
                  <a:pt x="20" y="87"/>
                </a:cubicBezTo>
                <a:cubicBezTo>
                  <a:pt x="23" y="36"/>
                  <a:pt x="25" y="10"/>
                  <a:pt x="25" y="8"/>
                </a:cubicBezTo>
                <a:lnTo>
                  <a:pt x="25" y="1"/>
                </a:lnTo>
                <a:lnTo>
                  <a:pt x="199" y="1"/>
                </a:lnTo>
                <a:cubicBezTo>
                  <a:pt x="222" y="1"/>
                  <a:pt x="247" y="1"/>
                  <a:pt x="275" y="1"/>
                </a:cubicBezTo>
                <a:cubicBezTo>
                  <a:pt x="303" y="1"/>
                  <a:pt x="321" y="1"/>
                  <a:pt x="327" y="0"/>
                </a:cubicBezTo>
                <a:cubicBezTo>
                  <a:pt x="356" y="0"/>
                  <a:pt x="373" y="1"/>
                  <a:pt x="378" y="4"/>
                </a:cubicBezTo>
                <a:cubicBezTo>
                  <a:pt x="383" y="6"/>
                  <a:pt x="386" y="13"/>
                  <a:pt x="386" y="25"/>
                </a:cubicBezTo>
                <a:cubicBezTo>
                  <a:pt x="386" y="32"/>
                  <a:pt x="386" y="36"/>
                  <a:pt x="385" y="37"/>
                </a:cubicBezTo>
                <a:cubicBezTo>
                  <a:pt x="384" y="40"/>
                  <a:pt x="345" y="93"/>
                  <a:pt x="267" y="195"/>
                </a:cubicBezTo>
                <a:cubicBezTo>
                  <a:pt x="189" y="297"/>
                  <a:pt x="149" y="351"/>
                  <a:pt x="147" y="353"/>
                </a:cubicBezTo>
                <a:lnTo>
                  <a:pt x="186" y="353"/>
                </a:lnTo>
                <a:cubicBezTo>
                  <a:pt x="200" y="353"/>
                  <a:pt x="209" y="352"/>
                  <a:pt x="214" y="352"/>
                </a:cubicBezTo>
                <a:cubicBezTo>
                  <a:pt x="219" y="352"/>
                  <a:pt x="227" y="352"/>
                  <a:pt x="240" y="351"/>
                </a:cubicBezTo>
                <a:cubicBezTo>
                  <a:pt x="253" y="349"/>
                  <a:pt x="261" y="347"/>
                  <a:pt x="265" y="344"/>
                </a:cubicBezTo>
                <a:cubicBezTo>
                  <a:pt x="269" y="341"/>
                  <a:pt x="276" y="338"/>
                  <a:pt x="286" y="333"/>
                </a:cubicBezTo>
                <a:cubicBezTo>
                  <a:pt x="296" y="329"/>
                  <a:pt x="302" y="323"/>
                  <a:pt x="306" y="314"/>
                </a:cubicBezTo>
                <a:cubicBezTo>
                  <a:pt x="309" y="305"/>
                  <a:pt x="314" y="296"/>
                  <a:pt x="318" y="286"/>
                </a:cubicBezTo>
                <a:cubicBezTo>
                  <a:pt x="323" y="277"/>
                  <a:pt x="327" y="264"/>
                  <a:pt x="328" y="248"/>
                </a:cubicBezTo>
                <a:cubicBezTo>
                  <a:pt x="331" y="232"/>
                  <a:pt x="333" y="218"/>
                  <a:pt x="333" y="207"/>
                </a:cubicBezTo>
                <a:cubicBezTo>
                  <a:pt x="333" y="206"/>
                  <a:pt x="342" y="206"/>
                  <a:pt x="361" y="206"/>
                </a:cubicBezTo>
                <a:lnTo>
                  <a:pt x="389" y="206"/>
                </a:lnTo>
                <a:lnTo>
                  <a:pt x="389" y="211"/>
                </a:lnTo>
                <a:cubicBezTo>
                  <a:pt x="388" y="213"/>
                  <a:pt x="386" y="244"/>
                  <a:pt x="381" y="304"/>
                </a:cubicBezTo>
                <a:cubicBezTo>
                  <a:pt x="376" y="366"/>
                  <a:pt x="373" y="396"/>
                  <a:pt x="373" y="397"/>
                </a:cubicBezTo>
                <a:lnTo>
                  <a:pt x="373" y="403"/>
                </a:lnTo>
                <a:lnTo>
                  <a:pt x="193" y="403"/>
                </a:lnTo>
                <a:cubicBezTo>
                  <a:pt x="72" y="403"/>
                  <a:pt x="12" y="402"/>
                  <a:pt x="10" y="401"/>
                </a:cubicBezTo>
                <a:cubicBezTo>
                  <a:pt x="3" y="398"/>
                  <a:pt x="0" y="390"/>
                  <a:pt x="0" y="378"/>
                </a:cubicBezTo>
                <a:lnTo>
                  <a:pt x="0" y="373"/>
                </a:lnTo>
                <a:cubicBezTo>
                  <a:pt x="0" y="368"/>
                  <a:pt x="2" y="363"/>
                  <a:pt x="7" y="356"/>
                </a:cubicBezTo>
                <a:cubicBezTo>
                  <a:pt x="12" y="349"/>
                  <a:pt x="25" y="331"/>
                  <a:pt x="47" y="301"/>
                </a:cubicBezTo>
                <a:cubicBezTo>
                  <a:pt x="74" y="266"/>
                  <a:pt x="99" y="234"/>
                  <a:pt x="120" y="206"/>
                </a:cubicBezTo>
                <a:lnTo>
                  <a:pt x="241" y="47"/>
                </a:lnTo>
                <a:lnTo>
                  <a:pt x="203" y="47"/>
                </a:lnTo>
                <a:cubicBezTo>
                  <a:pt x="163" y="48"/>
                  <a:pt x="135" y="52"/>
                  <a:pt x="121" y="59"/>
                </a:cubicBezTo>
                <a:cubicBezTo>
                  <a:pt x="96" y="71"/>
                  <a:pt x="80" y="94"/>
                  <a:pt x="75" y="128"/>
                </a:cubicBezTo>
                <a:cubicBezTo>
                  <a:pt x="72" y="142"/>
                  <a:pt x="70" y="156"/>
                  <a:pt x="70" y="171"/>
                </a:cubicBezTo>
                <a:cubicBezTo>
                  <a:pt x="70" y="172"/>
                  <a:pt x="61" y="173"/>
                  <a:pt x="42" y="173"/>
                </a:cubicBezTo>
                <a:lnTo>
                  <a:pt x="14" y="173"/>
                </a:lnTo>
                <a:lnTo>
                  <a:pt x="14" y="16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5939640" y="2171520"/>
            <a:ext cx="77760" cy="325080"/>
          </a:xfrm>
          <a:custGeom>
            <a:avLst/>
            <a:gdLst/>
            <a:ahLst/>
            <a:rect l="0" t="0" r="r" b="b"/>
            <a:pathLst>
              <a:path w="216" h="903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3"/>
                  <a:pt x="151" y="137"/>
                  <a:pt x="178" y="213"/>
                </a:cubicBezTo>
                <a:cubicBezTo>
                  <a:pt x="203" y="289"/>
                  <a:pt x="216" y="369"/>
                  <a:pt x="216" y="451"/>
                </a:cubicBezTo>
                <a:cubicBezTo>
                  <a:pt x="216" y="492"/>
                  <a:pt x="213" y="532"/>
                  <a:pt x="207" y="569"/>
                </a:cubicBezTo>
                <a:cubicBezTo>
                  <a:pt x="201" y="607"/>
                  <a:pt x="194" y="640"/>
                  <a:pt x="187" y="666"/>
                </a:cubicBezTo>
                <a:cubicBezTo>
                  <a:pt x="179" y="693"/>
                  <a:pt x="168" y="719"/>
                  <a:pt x="152" y="746"/>
                </a:cubicBezTo>
                <a:cubicBezTo>
                  <a:pt x="138" y="773"/>
                  <a:pt x="126" y="793"/>
                  <a:pt x="118" y="807"/>
                </a:cubicBezTo>
                <a:cubicBezTo>
                  <a:pt x="110" y="821"/>
                  <a:pt x="97" y="836"/>
                  <a:pt x="81" y="853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1"/>
                  <a:pt x="31" y="900"/>
                </a:cubicBezTo>
                <a:cubicBezTo>
                  <a:pt x="29" y="902"/>
                  <a:pt x="28" y="903"/>
                  <a:pt x="28" y="903"/>
                </a:cubicBezTo>
                <a:lnTo>
                  <a:pt x="17" y="903"/>
                </a:lnTo>
                <a:cubicBezTo>
                  <a:pt x="12" y="903"/>
                  <a:pt x="9" y="903"/>
                  <a:pt x="7" y="903"/>
                </a:cubicBezTo>
                <a:cubicBezTo>
                  <a:pt x="5" y="903"/>
                  <a:pt x="4" y="903"/>
                  <a:pt x="2" y="901"/>
                </a:cubicBezTo>
                <a:cubicBezTo>
                  <a:pt x="1" y="899"/>
                  <a:pt x="0" y="896"/>
                  <a:pt x="0" y="893"/>
                </a:cubicBezTo>
                <a:cubicBezTo>
                  <a:pt x="0" y="892"/>
                  <a:pt x="4" y="888"/>
                  <a:pt x="10" y="881"/>
                </a:cubicBezTo>
                <a:cubicBezTo>
                  <a:pt x="103" y="784"/>
                  <a:pt x="150" y="640"/>
                  <a:pt x="150" y="451"/>
                </a:cubicBezTo>
                <a:cubicBezTo>
                  <a:pt x="150" y="262"/>
                  <a:pt x="103" y="119"/>
                  <a:pt x="10" y="23"/>
                </a:cubicBezTo>
                <a:cubicBezTo>
                  <a:pt x="4" y="15"/>
                  <a:pt x="0" y="11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2374200" y="2124000"/>
            <a:ext cx="2483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に対し一つの出力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768600" y="2752560"/>
            <a:ext cx="230760" cy="236520"/>
          </a:xfrm>
          <a:custGeom>
            <a:avLst/>
            <a:gdLst/>
            <a:ahLst/>
            <a:rect l="0" t="0" r="r" b="b"/>
            <a:pathLst>
              <a:path w="641" h="657">
                <a:moveTo>
                  <a:pt x="0" y="409"/>
                </a:moveTo>
                <a:cubicBezTo>
                  <a:pt x="0" y="340"/>
                  <a:pt x="20" y="273"/>
                  <a:pt x="60" y="209"/>
                </a:cubicBezTo>
                <a:cubicBezTo>
                  <a:pt x="101" y="146"/>
                  <a:pt x="152" y="95"/>
                  <a:pt x="214" y="58"/>
                </a:cubicBezTo>
                <a:cubicBezTo>
                  <a:pt x="275" y="21"/>
                  <a:pt x="336" y="2"/>
                  <a:pt x="398" y="1"/>
                </a:cubicBezTo>
                <a:cubicBezTo>
                  <a:pt x="452" y="1"/>
                  <a:pt x="495" y="16"/>
                  <a:pt x="527" y="47"/>
                </a:cubicBezTo>
                <a:cubicBezTo>
                  <a:pt x="532" y="53"/>
                  <a:pt x="537" y="58"/>
                  <a:pt x="540" y="62"/>
                </a:cubicBezTo>
                <a:cubicBezTo>
                  <a:pt x="544" y="67"/>
                  <a:pt x="546" y="70"/>
                  <a:pt x="547" y="71"/>
                </a:cubicBezTo>
                <a:lnTo>
                  <a:pt x="548" y="74"/>
                </a:lnTo>
                <a:cubicBezTo>
                  <a:pt x="550" y="74"/>
                  <a:pt x="558" y="66"/>
                  <a:pt x="573" y="51"/>
                </a:cubicBezTo>
                <a:cubicBezTo>
                  <a:pt x="577" y="47"/>
                  <a:pt x="581" y="43"/>
                  <a:pt x="586" y="38"/>
                </a:cubicBezTo>
                <a:cubicBezTo>
                  <a:pt x="591" y="33"/>
                  <a:pt x="596" y="28"/>
                  <a:pt x="601" y="24"/>
                </a:cubicBezTo>
                <a:cubicBezTo>
                  <a:pt x="605" y="19"/>
                  <a:pt x="608" y="15"/>
                  <a:pt x="610" y="14"/>
                </a:cubicBezTo>
                <a:lnTo>
                  <a:pt x="623" y="0"/>
                </a:lnTo>
                <a:lnTo>
                  <a:pt x="629" y="0"/>
                </a:lnTo>
                <a:cubicBezTo>
                  <a:pt x="637" y="0"/>
                  <a:pt x="641" y="2"/>
                  <a:pt x="641" y="6"/>
                </a:cubicBezTo>
                <a:cubicBezTo>
                  <a:pt x="641" y="9"/>
                  <a:pt x="632" y="50"/>
                  <a:pt x="612" y="130"/>
                </a:cubicBezTo>
                <a:cubicBezTo>
                  <a:pt x="591" y="214"/>
                  <a:pt x="580" y="256"/>
                  <a:pt x="580" y="256"/>
                </a:cubicBezTo>
                <a:cubicBezTo>
                  <a:pt x="579" y="259"/>
                  <a:pt x="577" y="261"/>
                  <a:pt x="575" y="262"/>
                </a:cubicBezTo>
                <a:cubicBezTo>
                  <a:pt x="574" y="262"/>
                  <a:pt x="568" y="263"/>
                  <a:pt x="559" y="264"/>
                </a:cubicBezTo>
                <a:lnTo>
                  <a:pt x="545" y="264"/>
                </a:lnTo>
                <a:cubicBezTo>
                  <a:pt x="541" y="260"/>
                  <a:pt x="539" y="257"/>
                  <a:pt x="539" y="255"/>
                </a:cubicBezTo>
                <a:cubicBezTo>
                  <a:pt x="539" y="255"/>
                  <a:pt x="540" y="253"/>
                  <a:pt x="540" y="249"/>
                </a:cubicBezTo>
                <a:cubicBezTo>
                  <a:pt x="541" y="245"/>
                  <a:pt x="541" y="239"/>
                  <a:pt x="542" y="231"/>
                </a:cubicBezTo>
                <a:cubicBezTo>
                  <a:pt x="543" y="223"/>
                  <a:pt x="543" y="213"/>
                  <a:pt x="543" y="202"/>
                </a:cubicBezTo>
                <a:cubicBezTo>
                  <a:pt x="543" y="159"/>
                  <a:pt x="533" y="122"/>
                  <a:pt x="514" y="90"/>
                </a:cubicBezTo>
                <a:cubicBezTo>
                  <a:pt x="495" y="58"/>
                  <a:pt x="462" y="42"/>
                  <a:pt x="416" y="42"/>
                </a:cubicBezTo>
                <a:cubicBezTo>
                  <a:pt x="405" y="42"/>
                  <a:pt x="393" y="43"/>
                  <a:pt x="381" y="44"/>
                </a:cubicBezTo>
                <a:cubicBezTo>
                  <a:pt x="368" y="46"/>
                  <a:pt x="352" y="50"/>
                  <a:pt x="333" y="56"/>
                </a:cubicBezTo>
                <a:cubicBezTo>
                  <a:pt x="314" y="62"/>
                  <a:pt x="295" y="70"/>
                  <a:pt x="278" y="81"/>
                </a:cubicBezTo>
                <a:cubicBezTo>
                  <a:pt x="260" y="92"/>
                  <a:pt x="241" y="107"/>
                  <a:pt x="221" y="125"/>
                </a:cubicBezTo>
                <a:cubicBezTo>
                  <a:pt x="200" y="143"/>
                  <a:pt x="183" y="164"/>
                  <a:pt x="169" y="189"/>
                </a:cubicBezTo>
                <a:cubicBezTo>
                  <a:pt x="154" y="213"/>
                  <a:pt x="140" y="244"/>
                  <a:pt x="126" y="281"/>
                </a:cubicBezTo>
                <a:cubicBezTo>
                  <a:pt x="112" y="317"/>
                  <a:pt x="102" y="358"/>
                  <a:pt x="97" y="402"/>
                </a:cubicBezTo>
                <a:cubicBezTo>
                  <a:pt x="96" y="412"/>
                  <a:pt x="95" y="424"/>
                  <a:pt x="95" y="437"/>
                </a:cubicBezTo>
                <a:cubicBezTo>
                  <a:pt x="95" y="466"/>
                  <a:pt x="100" y="491"/>
                  <a:pt x="109" y="513"/>
                </a:cubicBezTo>
                <a:cubicBezTo>
                  <a:pt x="117" y="536"/>
                  <a:pt x="128" y="554"/>
                  <a:pt x="142" y="566"/>
                </a:cubicBezTo>
                <a:cubicBezTo>
                  <a:pt x="155" y="578"/>
                  <a:pt x="170" y="588"/>
                  <a:pt x="187" y="596"/>
                </a:cubicBezTo>
                <a:cubicBezTo>
                  <a:pt x="203" y="605"/>
                  <a:pt x="219" y="610"/>
                  <a:pt x="234" y="612"/>
                </a:cubicBezTo>
                <a:cubicBezTo>
                  <a:pt x="248" y="614"/>
                  <a:pt x="261" y="615"/>
                  <a:pt x="274" y="615"/>
                </a:cubicBezTo>
                <a:cubicBezTo>
                  <a:pt x="307" y="615"/>
                  <a:pt x="336" y="608"/>
                  <a:pt x="363" y="595"/>
                </a:cubicBezTo>
                <a:cubicBezTo>
                  <a:pt x="390" y="581"/>
                  <a:pt x="409" y="563"/>
                  <a:pt x="419" y="540"/>
                </a:cubicBezTo>
                <a:cubicBezTo>
                  <a:pt x="421" y="536"/>
                  <a:pt x="426" y="519"/>
                  <a:pt x="433" y="491"/>
                </a:cubicBezTo>
                <a:cubicBezTo>
                  <a:pt x="440" y="463"/>
                  <a:pt x="444" y="447"/>
                  <a:pt x="444" y="443"/>
                </a:cubicBezTo>
                <a:cubicBezTo>
                  <a:pt x="444" y="438"/>
                  <a:pt x="440" y="435"/>
                  <a:pt x="432" y="434"/>
                </a:cubicBezTo>
                <a:cubicBezTo>
                  <a:pt x="424" y="433"/>
                  <a:pt x="406" y="432"/>
                  <a:pt x="378" y="431"/>
                </a:cubicBezTo>
                <a:lnTo>
                  <a:pt x="344" y="431"/>
                </a:lnTo>
                <a:cubicBezTo>
                  <a:pt x="341" y="428"/>
                  <a:pt x="339" y="425"/>
                  <a:pt x="339" y="424"/>
                </a:cubicBezTo>
                <a:cubicBezTo>
                  <a:pt x="339" y="423"/>
                  <a:pt x="340" y="417"/>
                  <a:pt x="341" y="407"/>
                </a:cubicBezTo>
                <a:cubicBezTo>
                  <a:pt x="343" y="399"/>
                  <a:pt x="346" y="393"/>
                  <a:pt x="350" y="390"/>
                </a:cubicBezTo>
                <a:lnTo>
                  <a:pt x="365" y="390"/>
                </a:lnTo>
                <a:cubicBezTo>
                  <a:pt x="389" y="391"/>
                  <a:pt x="431" y="392"/>
                  <a:pt x="492" y="392"/>
                </a:cubicBezTo>
                <a:cubicBezTo>
                  <a:pt x="516" y="392"/>
                  <a:pt x="535" y="392"/>
                  <a:pt x="550" y="392"/>
                </a:cubicBezTo>
                <a:cubicBezTo>
                  <a:pt x="565" y="392"/>
                  <a:pt x="576" y="391"/>
                  <a:pt x="583" y="391"/>
                </a:cubicBezTo>
                <a:cubicBezTo>
                  <a:pt x="589" y="390"/>
                  <a:pt x="593" y="390"/>
                  <a:pt x="593" y="391"/>
                </a:cubicBezTo>
                <a:cubicBezTo>
                  <a:pt x="602" y="391"/>
                  <a:pt x="606" y="393"/>
                  <a:pt x="606" y="399"/>
                </a:cubicBezTo>
                <a:cubicBezTo>
                  <a:pt x="606" y="400"/>
                  <a:pt x="605" y="404"/>
                  <a:pt x="604" y="411"/>
                </a:cubicBezTo>
                <a:cubicBezTo>
                  <a:pt x="601" y="423"/>
                  <a:pt x="598" y="429"/>
                  <a:pt x="595" y="430"/>
                </a:cubicBezTo>
                <a:cubicBezTo>
                  <a:pt x="593" y="431"/>
                  <a:pt x="589" y="431"/>
                  <a:pt x="582" y="431"/>
                </a:cubicBezTo>
                <a:cubicBezTo>
                  <a:pt x="570" y="431"/>
                  <a:pt x="557" y="432"/>
                  <a:pt x="545" y="434"/>
                </a:cubicBezTo>
                <a:cubicBezTo>
                  <a:pt x="541" y="436"/>
                  <a:pt x="538" y="438"/>
                  <a:pt x="536" y="442"/>
                </a:cubicBezTo>
                <a:cubicBezTo>
                  <a:pt x="534" y="446"/>
                  <a:pt x="530" y="461"/>
                  <a:pt x="523" y="488"/>
                </a:cubicBezTo>
                <a:cubicBezTo>
                  <a:pt x="518" y="508"/>
                  <a:pt x="513" y="525"/>
                  <a:pt x="510" y="539"/>
                </a:cubicBezTo>
                <a:cubicBezTo>
                  <a:pt x="495" y="601"/>
                  <a:pt x="486" y="633"/>
                  <a:pt x="484" y="634"/>
                </a:cubicBezTo>
                <a:cubicBezTo>
                  <a:pt x="483" y="636"/>
                  <a:pt x="482" y="636"/>
                  <a:pt x="480" y="636"/>
                </a:cubicBezTo>
                <a:cubicBezTo>
                  <a:pt x="474" y="636"/>
                  <a:pt x="465" y="630"/>
                  <a:pt x="455" y="618"/>
                </a:cubicBezTo>
                <a:cubicBezTo>
                  <a:pt x="444" y="606"/>
                  <a:pt x="437" y="597"/>
                  <a:pt x="434" y="590"/>
                </a:cubicBezTo>
                <a:cubicBezTo>
                  <a:pt x="434" y="590"/>
                  <a:pt x="433" y="590"/>
                  <a:pt x="432" y="590"/>
                </a:cubicBezTo>
                <a:cubicBezTo>
                  <a:pt x="431" y="591"/>
                  <a:pt x="429" y="592"/>
                  <a:pt x="427" y="595"/>
                </a:cubicBezTo>
                <a:cubicBezTo>
                  <a:pt x="382" y="636"/>
                  <a:pt x="322" y="657"/>
                  <a:pt x="246" y="657"/>
                </a:cubicBezTo>
                <a:cubicBezTo>
                  <a:pt x="173" y="657"/>
                  <a:pt x="114" y="634"/>
                  <a:pt x="68" y="587"/>
                </a:cubicBezTo>
                <a:cubicBezTo>
                  <a:pt x="23" y="540"/>
                  <a:pt x="0" y="481"/>
                  <a:pt x="0" y="4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047280" y="2124000"/>
            <a:ext cx="1517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が対応づく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002960" y="2685960"/>
            <a:ext cx="235836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(</a:t>
            </a:r>
            <a:r>
              <a:rPr b="1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g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enerate) 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の目標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2220840" y="3247920"/>
            <a:ext cx="141120" cy="147600"/>
          </a:xfrm>
          <a:custGeom>
            <a:avLst/>
            <a:gdLst/>
            <a:ahLst/>
            <a:rect l="0" t="0" r="r" b="b"/>
            <a:pathLst>
              <a:path w="392" h="410">
                <a:moveTo>
                  <a:pt x="283" y="94"/>
                </a:moveTo>
                <a:cubicBezTo>
                  <a:pt x="277" y="94"/>
                  <a:pt x="260" y="90"/>
                  <a:pt x="234" y="84"/>
                </a:cubicBezTo>
                <a:cubicBezTo>
                  <a:pt x="208" y="77"/>
                  <a:pt x="189" y="74"/>
                  <a:pt x="177" y="74"/>
                </a:cubicBezTo>
                <a:cubicBezTo>
                  <a:pt x="165" y="74"/>
                  <a:pt x="155" y="75"/>
                  <a:pt x="147" y="77"/>
                </a:cubicBezTo>
                <a:cubicBezTo>
                  <a:pt x="138" y="80"/>
                  <a:pt x="131" y="83"/>
                  <a:pt x="126" y="86"/>
                </a:cubicBezTo>
                <a:cubicBezTo>
                  <a:pt x="120" y="90"/>
                  <a:pt x="117" y="93"/>
                  <a:pt x="115" y="96"/>
                </a:cubicBezTo>
                <a:cubicBezTo>
                  <a:pt x="113" y="99"/>
                  <a:pt x="111" y="103"/>
                  <a:pt x="109" y="106"/>
                </a:cubicBezTo>
                <a:lnTo>
                  <a:pt x="107" y="110"/>
                </a:lnTo>
                <a:cubicBezTo>
                  <a:pt x="105" y="112"/>
                  <a:pt x="101" y="113"/>
                  <a:pt x="93" y="113"/>
                </a:cubicBezTo>
                <a:cubicBezTo>
                  <a:pt x="81" y="113"/>
                  <a:pt x="74" y="110"/>
                  <a:pt x="74" y="105"/>
                </a:cubicBezTo>
                <a:cubicBezTo>
                  <a:pt x="74" y="102"/>
                  <a:pt x="75" y="98"/>
                  <a:pt x="77" y="93"/>
                </a:cubicBezTo>
                <a:cubicBezTo>
                  <a:pt x="85" y="69"/>
                  <a:pt x="98" y="49"/>
                  <a:pt x="116" y="32"/>
                </a:cubicBezTo>
                <a:cubicBezTo>
                  <a:pt x="134" y="15"/>
                  <a:pt x="154" y="5"/>
                  <a:pt x="175" y="2"/>
                </a:cubicBezTo>
                <a:cubicBezTo>
                  <a:pt x="183" y="0"/>
                  <a:pt x="188" y="0"/>
                  <a:pt x="191" y="0"/>
                </a:cubicBezTo>
                <a:cubicBezTo>
                  <a:pt x="206" y="0"/>
                  <a:pt x="219" y="5"/>
                  <a:pt x="231" y="15"/>
                </a:cubicBezTo>
                <a:cubicBezTo>
                  <a:pt x="243" y="25"/>
                  <a:pt x="255" y="35"/>
                  <a:pt x="267" y="45"/>
                </a:cubicBezTo>
                <a:cubicBezTo>
                  <a:pt x="278" y="55"/>
                  <a:pt x="289" y="60"/>
                  <a:pt x="301" y="60"/>
                </a:cubicBezTo>
                <a:cubicBezTo>
                  <a:pt x="314" y="60"/>
                  <a:pt x="327" y="50"/>
                  <a:pt x="341" y="31"/>
                </a:cubicBezTo>
                <a:cubicBezTo>
                  <a:pt x="354" y="11"/>
                  <a:pt x="361" y="1"/>
                  <a:pt x="361" y="1"/>
                </a:cubicBezTo>
                <a:cubicBezTo>
                  <a:pt x="362" y="0"/>
                  <a:pt x="367" y="0"/>
                  <a:pt x="375" y="0"/>
                </a:cubicBezTo>
                <a:lnTo>
                  <a:pt x="387" y="0"/>
                </a:lnTo>
                <a:cubicBezTo>
                  <a:pt x="390" y="3"/>
                  <a:pt x="392" y="6"/>
                  <a:pt x="392" y="7"/>
                </a:cubicBezTo>
                <a:cubicBezTo>
                  <a:pt x="392" y="9"/>
                  <a:pt x="391" y="14"/>
                  <a:pt x="388" y="20"/>
                </a:cubicBezTo>
                <a:cubicBezTo>
                  <a:pt x="385" y="26"/>
                  <a:pt x="380" y="32"/>
                  <a:pt x="375" y="39"/>
                </a:cubicBezTo>
                <a:cubicBezTo>
                  <a:pt x="370" y="45"/>
                  <a:pt x="364" y="52"/>
                  <a:pt x="360" y="58"/>
                </a:cubicBezTo>
                <a:cubicBezTo>
                  <a:pt x="355" y="65"/>
                  <a:pt x="351" y="71"/>
                  <a:pt x="347" y="76"/>
                </a:cubicBezTo>
                <a:lnTo>
                  <a:pt x="341" y="84"/>
                </a:lnTo>
                <a:cubicBezTo>
                  <a:pt x="315" y="114"/>
                  <a:pt x="274" y="155"/>
                  <a:pt x="217" y="207"/>
                </a:cubicBezTo>
                <a:cubicBezTo>
                  <a:pt x="161" y="257"/>
                  <a:pt x="126" y="290"/>
                  <a:pt x="113" y="304"/>
                </a:cubicBezTo>
                <a:lnTo>
                  <a:pt x="102" y="315"/>
                </a:lnTo>
                <a:lnTo>
                  <a:pt x="116" y="316"/>
                </a:lnTo>
                <a:cubicBezTo>
                  <a:pt x="129" y="316"/>
                  <a:pt x="148" y="319"/>
                  <a:pt x="174" y="326"/>
                </a:cubicBezTo>
                <a:cubicBezTo>
                  <a:pt x="199" y="332"/>
                  <a:pt x="218" y="336"/>
                  <a:pt x="231" y="336"/>
                </a:cubicBezTo>
                <a:cubicBezTo>
                  <a:pt x="253" y="336"/>
                  <a:pt x="275" y="330"/>
                  <a:pt x="295" y="318"/>
                </a:cubicBezTo>
                <a:cubicBezTo>
                  <a:pt x="314" y="307"/>
                  <a:pt x="327" y="292"/>
                  <a:pt x="333" y="273"/>
                </a:cubicBezTo>
                <a:cubicBezTo>
                  <a:pt x="335" y="268"/>
                  <a:pt x="337" y="265"/>
                  <a:pt x="339" y="263"/>
                </a:cubicBezTo>
                <a:cubicBezTo>
                  <a:pt x="341" y="262"/>
                  <a:pt x="345" y="262"/>
                  <a:pt x="352" y="262"/>
                </a:cubicBezTo>
                <a:cubicBezTo>
                  <a:pt x="364" y="262"/>
                  <a:pt x="370" y="265"/>
                  <a:pt x="370" y="271"/>
                </a:cubicBezTo>
                <a:cubicBezTo>
                  <a:pt x="370" y="274"/>
                  <a:pt x="369" y="276"/>
                  <a:pt x="369" y="279"/>
                </a:cubicBezTo>
                <a:cubicBezTo>
                  <a:pt x="358" y="316"/>
                  <a:pt x="339" y="347"/>
                  <a:pt x="309" y="372"/>
                </a:cubicBezTo>
                <a:cubicBezTo>
                  <a:pt x="280" y="396"/>
                  <a:pt x="249" y="409"/>
                  <a:pt x="220" y="410"/>
                </a:cubicBezTo>
                <a:cubicBezTo>
                  <a:pt x="204" y="410"/>
                  <a:pt x="190" y="405"/>
                  <a:pt x="178" y="394"/>
                </a:cubicBezTo>
                <a:cubicBezTo>
                  <a:pt x="166" y="384"/>
                  <a:pt x="154" y="374"/>
                  <a:pt x="143" y="364"/>
                </a:cubicBezTo>
                <a:cubicBezTo>
                  <a:pt x="132" y="353"/>
                  <a:pt x="120" y="348"/>
                  <a:pt x="109" y="348"/>
                </a:cubicBezTo>
                <a:cubicBezTo>
                  <a:pt x="82" y="348"/>
                  <a:pt x="58" y="366"/>
                  <a:pt x="37" y="402"/>
                </a:cubicBezTo>
                <a:cubicBezTo>
                  <a:pt x="34" y="407"/>
                  <a:pt x="29" y="410"/>
                  <a:pt x="22" y="410"/>
                </a:cubicBezTo>
                <a:lnTo>
                  <a:pt x="18" y="410"/>
                </a:lnTo>
                <a:lnTo>
                  <a:pt x="6" y="410"/>
                </a:lnTo>
                <a:cubicBezTo>
                  <a:pt x="2" y="406"/>
                  <a:pt x="0" y="403"/>
                  <a:pt x="0" y="401"/>
                </a:cubicBezTo>
                <a:cubicBezTo>
                  <a:pt x="0" y="392"/>
                  <a:pt x="18" y="367"/>
                  <a:pt x="53" y="324"/>
                </a:cubicBezTo>
                <a:cubicBezTo>
                  <a:pt x="76" y="297"/>
                  <a:pt x="116" y="258"/>
                  <a:pt x="172" y="207"/>
                </a:cubicBezTo>
                <a:cubicBezTo>
                  <a:pt x="228" y="154"/>
                  <a:pt x="262" y="122"/>
                  <a:pt x="277" y="108"/>
                </a:cubicBezTo>
                <a:cubicBezTo>
                  <a:pt x="284" y="98"/>
                  <a:pt x="286" y="94"/>
                  <a:pt x="283" y="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47720" y="3105000"/>
            <a:ext cx="1517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ランダムな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4082760" y="3252600"/>
            <a:ext cx="174600" cy="207000"/>
          </a:xfrm>
          <a:custGeom>
            <a:avLst/>
            <a:gdLst/>
            <a:ahLst/>
            <a:rect l="0" t="0" r="r" b="b"/>
            <a:pathLst>
              <a:path w="485" h="575">
                <a:moveTo>
                  <a:pt x="57" y="140"/>
                </a:moveTo>
                <a:cubicBezTo>
                  <a:pt x="58" y="138"/>
                  <a:pt x="59" y="136"/>
                  <a:pt x="59" y="133"/>
                </a:cubicBezTo>
                <a:cubicBezTo>
                  <a:pt x="60" y="130"/>
                  <a:pt x="61" y="123"/>
                  <a:pt x="64" y="113"/>
                </a:cubicBezTo>
                <a:cubicBezTo>
                  <a:pt x="66" y="103"/>
                  <a:pt x="69" y="93"/>
                  <a:pt x="73" y="85"/>
                </a:cubicBezTo>
                <a:cubicBezTo>
                  <a:pt x="76" y="77"/>
                  <a:pt x="81" y="67"/>
                  <a:pt x="86" y="55"/>
                </a:cubicBezTo>
                <a:cubicBezTo>
                  <a:pt x="92" y="44"/>
                  <a:pt x="98" y="35"/>
                  <a:pt x="104" y="28"/>
                </a:cubicBezTo>
                <a:cubicBezTo>
                  <a:pt x="111" y="22"/>
                  <a:pt x="119" y="15"/>
                  <a:pt x="128" y="8"/>
                </a:cubicBezTo>
                <a:cubicBezTo>
                  <a:pt x="137" y="2"/>
                  <a:pt x="147" y="-1"/>
                  <a:pt x="158" y="0"/>
                </a:cubicBezTo>
                <a:cubicBezTo>
                  <a:pt x="203" y="0"/>
                  <a:pt x="232" y="19"/>
                  <a:pt x="244" y="58"/>
                </a:cubicBezTo>
                <a:lnTo>
                  <a:pt x="253" y="50"/>
                </a:lnTo>
                <a:cubicBezTo>
                  <a:pt x="291" y="17"/>
                  <a:pt x="326" y="0"/>
                  <a:pt x="360" y="0"/>
                </a:cubicBezTo>
                <a:cubicBezTo>
                  <a:pt x="399" y="0"/>
                  <a:pt x="430" y="14"/>
                  <a:pt x="452" y="43"/>
                </a:cubicBezTo>
                <a:cubicBezTo>
                  <a:pt x="474" y="71"/>
                  <a:pt x="485" y="105"/>
                  <a:pt x="485" y="145"/>
                </a:cubicBezTo>
                <a:cubicBezTo>
                  <a:pt x="485" y="210"/>
                  <a:pt x="462" y="270"/>
                  <a:pt x="417" y="325"/>
                </a:cubicBezTo>
                <a:cubicBezTo>
                  <a:pt x="371" y="380"/>
                  <a:pt x="319" y="407"/>
                  <a:pt x="261" y="408"/>
                </a:cubicBezTo>
                <a:cubicBezTo>
                  <a:pt x="248" y="408"/>
                  <a:pt x="236" y="406"/>
                  <a:pt x="226" y="403"/>
                </a:cubicBezTo>
                <a:cubicBezTo>
                  <a:pt x="220" y="400"/>
                  <a:pt x="213" y="395"/>
                  <a:pt x="205" y="389"/>
                </a:cubicBezTo>
                <a:cubicBezTo>
                  <a:pt x="198" y="383"/>
                  <a:pt x="193" y="378"/>
                  <a:pt x="188" y="374"/>
                </a:cubicBezTo>
                <a:lnTo>
                  <a:pt x="182" y="367"/>
                </a:lnTo>
                <a:cubicBezTo>
                  <a:pt x="181" y="367"/>
                  <a:pt x="175" y="393"/>
                  <a:pt x="162" y="446"/>
                </a:cubicBezTo>
                <a:cubicBezTo>
                  <a:pt x="149" y="498"/>
                  <a:pt x="143" y="524"/>
                  <a:pt x="143" y="525"/>
                </a:cubicBezTo>
                <a:cubicBezTo>
                  <a:pt x="143" y="528"/>
                  <a:pt x="146" y="530"/>
                  <a:pt x="150" y="531"/>
                </a:cubicBezTo>
                <a:cubicBezTo>
                  <a:pt x="155" y="532"/>
                  <a:pt x="166" y="532"/>
                  <a:pt x="184" y="534"/>
                </a:cubicBezTo>
                <a:lnTo>
                  <a:pt x="206" y="534"/>
                </a:lnTo>
                <a:cubicBezTo>
                  <a:pt x="210" y="538"/>
                  <a:pt x="212" y="541"/>
                  <a:pt x="212" y="542"/>
                </a:cubicBezTo>
                <a:cubicBezTo>
                  <a:pt x="212" y="543"/>
                  <a:pt x="211" y="548"/>
                  <a:pt x="209" y="558"/>
                </a:cubicBezTo>
                <a:cubicBezTo>
                  <a:pt x="207" y="565"/>
                  <a:pt x="205" y="570"/>
                  <a:pt x="204" y="572"/>
                </a:cubicBezTo>
                <a:cubicBezTo>
                  <a:pt x="202" y="573"/>
                  <a:pt x="198" y="575"/>
                  <a:pt x="192" y="575"/>
                </a:cubicBezTo>
                <a:cubicBezTo>
                  <a:pt x="191" y="575"/>
                  <a:pt x="187" y="575"/>
                  <a:pt x="182" y="575"/>
                </a:cubicBezTo>
                <a:cubicBezTo>
                  <a:pt x="177" y="575"/>
                  <a:pt x="166" y="575"/>
                  <a:pt x="151" y="574"/>
                </a:cubicBezTo>
                <a:cubicBezTo>
                  <a:pt x="136" y="574"/>
                  <a:pt x="118" y="573"/>
                  <a:pt x="95" y="573"/>
                </a:cubicBezTo>
                <a:cubicBezTo>
                  <a:pt x="53" y="573"/>
                  <a:pt x="26" y="574"/>
                  <a:pt x="15" y="575"/>
                </a:cubicBezTo>
                <a:lnTo>
                  <a:pt x="7" y="575"/>
                </a:lnTo>
                <a:cubicBezTo>
                  <a:pt x="3" y="571"/>
                  <a:pt x="0" y="568"/>
                  <a:pt x="0" y="565"/>
                </a:cubicBezTo>
                <a:cubicBezTo>
                  <a:pt x="2" y="549"/>
                  <a:pt x="6" y="538"/>
                  <a:pt x="13" y="534"/>
                </a:cubicBezTo>
                <a:lnTo>
                  <a:pt x="31" y="534"/>
                </a:lnTo>
                <a:cubicBezTo>
                  <a:pt x="52" y="533"/>
                  <a:pt x="63" y="529"/>
                  <a:pt x="66" y="523"/>
                </a:cubicBezTo>
                <a:cubicBezTo>
                  <a:pt x="68" y="519"/>
                  <a:pt x="87" y="447"/>
                  <a:pt x="122" y="306"/>
                </a:cubicBezTo>
                <a:cubicBezTo>
                  <a:pt x="156" y="166"/>
                  <a:pt x="175" y="92"/>
                  <a:pt x="177" y="83"/>
                </a:cubicBezTo>
                <a:cubicBezTo>
                  <a:pt x="177" y="80"/>
                  <a:pt x="177" y="76"/>
                  <a:pt x="177" y="71"/>
                </a:cubicBezTo>
                <a:cubicBezTo>
                  <a:pt x="177" y="46"/>
                  <a:pt x="170" y="34"/>
                  <a:pt x="155" y="34"/>
                </a:cubicBezTo>
                <a:cubicBezTo>
                  <a:pt x="142" y="34"/>
                  <a:pt x="131" y="42"/>
                  <a:pt x="122" y="59"/>
                </a:cubicBezTo>
                <a:cubicBezTo>
                  <a:pt x="112" y="76"/>
                  <a:pt x="106" y="94"/>
                  <a:pt x="101" y="114"/>
                </a:cubicBezTo>
                <a:cubicBezTo>
                  <a:pt x="96" y="134"/>
                  <a:pt x="92" y="145"/>
                  <a:pt x="90" y="146"/>
                </a:cubicBezTo>
                <a:cubicBezTo>
                  <a:pt x="89" y="148"/>
                  <a:pt x="84" y="148"/>
                  <a:pt x="75" y="148"/>
                </a:cubicBezTo>
                <a:lnTo>
                  <a:pt x="63" y="148"/>
                </a:lnTo>
                <a:cubicBezTo>
                  <a:pt x="59" y="145"/>
                  <a:pt x="57" y="142"/>
                  <a:pt x="57" y="140"/>
                </a:cubicBezTo>
                <a:moveTo>
                  <a:pt x="197" y="307"/>
                </a:moveTo>
                <a:cubicBezTo>
                  <a:pt x="211" y="353"/>
                  <a:pt x="233" y="376"/>
                  <a:pt x="264" y="376"/>
                </a:cubicBezTo>
                <a:cubicBezTo>
                  <a:pt x="282" y="376"/>
                  <a:pt x="300" y="369"/>
                  <a:pt x="316" y="355"/>
                </a:cubicBezTo>
                <a:cubicBezTo>
                  <a:pt x="333" y="341"/>
                  <a:pt x="347" y="324"/>
                  <a:pt x="358" y="303"/>
                </a:cubicBezTo>
                <a:cubicBezTo>
                  <a:pt x="369" y="282"/>
                  <a:pt x="380" y="250"/>
                  <a:pt x="390" y="205"/>
                </a:cubicBezTo>
                <a:cubicBezTo>
                  <a:pt x="401" y="161"/>
                  <a:pt x="407" y="127"/>
                  <a:pt x="408" y="106"/>
                </a:cubicBezTo>
                <a:lnTo>
                  <a:pt x="408" y="100"/>
                </a:lnTo>
                <a:cubicBezTo>
                  <a:pt x="408" y="56"/>
                  <a:pt x="389" y="34"/>
                  <a:pt x="353" y="34"/>
                </a:cubicBezTo>
                <a:cubicBezTo>
                  <a:pt x="346" y="34"/>
                  <a:pt x="339" y="34"/>
                  <a:pt x="333" y="36"/>
                </a:cubicBezTo>
                <a:cubicBezTo>
                  <a:pt x="326" y="38"/>
                  <a:pt x="319" y="41"/>
                  <a:pt x="313" y="44"/>
                </a:cubicBezTo>
                <a:cubicBezTo>
                  <a:pt x="306" y="48"/>
                  <a:pt x="300" y="52"/>
                  <a:pt x="295" y="56"/>
                </a:cubicBezTo>
                <a:cubicBezTo>
                  <a:pt x="289" y="60"/>
                  <a:pt x="284" y="65"/>
                  <a:pt x="279" y="70"/>
                </a:cubicBezTo>
                <a:cubicBezTo>
                  <a:pt x="275" y="74"/>
                  <a:pt x="270" y="79"/>
                  <a:pt x="266" y="83"/>
                </a:cubicBezTo>
                <a:cubicBezTo>
                  <a:pt x="262" y="87"/>
                  <a:pt x="258" y="92"/>
                  <a:pt x="256" y="96"/>
                </a:cubicBezTo>
                <a:cubicBezTo>
                  <a:pt x="254" y="100"/>
                  <a:pt x="251" y="103"/>
                  <a:pt x="249" y="105"/>
                </a:cubicBezTo>
                <a:lnTo>
                  <a:pt x="246" y="108"/>
                </a:lnTo>
                <a:cubicBezTo>
                  <a:pt x="246" y="109"/>
                  <a:pt x="245" y="113"/>
                  <a:pt x="243" y="121"/>
                </a:cubicBezTo>
                <a:cubicBezTo>
                  <a:pt x="242" y="129"/>
                  <a:pt x="238" y="142"/>
                  <a:pt x="233" y="161"/>
                </a:cubicBezTo>
                <a:cubicBezTo>
                  <a:pt x="229" y="179"/>
                  <a:pt x="224" y="195"/>
                  <a:pt x="221" y="208"/>
                </a:cubicBezTo>
                <a:cubicBezTo>
                  <a:pt x="205" y="272"/>
                  <a:pt x="197" y="305"/>
                  <a:pt x="197" y="30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4289400" y="315252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1"/>
                </a:moveTo>
                <a:cubicBezTo>
                  <a:pt x="0" y="410"/>
                  <a:pt x="3" y="371"/>
                  <a:pt x="9" y="333"/>
                </a:cubicBezTo>
                <a:cubicBezTo>
                  <a:pt x="16" y="296"/>
                  <a:pt x="23" y="264"/>
                  <a:pt x="31" y="237"/>
                </a:cubicBezTo>
                <a:cubicBezTo>
                  <a:pt x="39" y="210"/>
                  <a:pt x="50" y="183"/>
                  <a:pt x="65" y="157"/>
                </a:cubicBezTo>
                <a:cubicBezTo>
                  <a:pt x="79" y="131"/>
                  <a:pt x="91" y="111"/>
                  <a:pt x="99" y="97"/>
                </a:cubicBezTo>
                <a:cubicBezTo>
                  <a:pt x="107" y="82"/>
                  <a:pt x="120" y="67"/>
                  <a:pt x="137" y="50"/>
                </a:cubicBezTo>
                <a:cubicBezTo>
                  <a:pt x="154" y="33"/>
                  <a:pt x="164" y="23"/>
                  <a:pt x="167" y="19"/>
                </a:cubicBezTo>
                <a:cubicBezTo>
                  <a:pt x="170" y="16"/>
                  <a:pt x="177" y="9"/>
                  <a:pt x="189" y="0"/>
                </a:cubicBezTo>
                <a:lnTo>
                  <a:pt x="201" y="0"/>
                </a:lnTo>
                <a:lnTo>
                  <a:pt x="205" y="0"/>
                </a:lnTo>
                <a:cubicBezTo>
                  <a:pt x="213" y="0"/>
                  <a:pt x="217" y="3"/>
                  <a:pt x="217" y="8"/>
                </a:cubicBezTo>
                <a:cubicBezTo>
                  <a:pt x="217" y="10"/>
                  <a:pt x="212" y="16"/>
                  <a:pt x="202" y="27"/>
                </a:cubicBezTo>
                <a:cubicBezTo>
                  <a:pt x="192" y="38"/>
                  <a:pt x="179" y="54"/>
                  <a:pt x="165" y="75"/>
                </a:cubicBezTo>
                <a:cubicBezTo>
                  <a:pt x="150" y="96"/>
                  <a:pt x="136" y="122"/>
                  <a:pt x="121" y="153"/>
                </a:cubicBezTo>
                <a:cubicBezTo>
                  <a:pt x="106" y="183"/>
                  <a:pt x="93" y="225"/>
                  <a:pt x="83" y="277"/>
                </a:cubicBezTo>
                <a:cubicBezTo>
                  <a:pt x="72" y="330"/>
                  <a:pt x="67" y="388"/>
                  <a:pt x="67" y="451"/>
                </a:cubicBezTo>
                <a:cubicBezTo>
                  <a:pt x="67" y="515"/>
                  <a:pt x="72" y="573"/>
                  <a:pt x="83" y="625"/>
                </a:cubicBezTo>
                <a:cubicBezTo>
                  <a:pt x="93" y="676"/>
                  <a:pt x="105" y="719"/>
                  <a:pt x="120" y="751"/>
                </a:cubicBezTo>
                <a:cubicBezTo>
                  <a:pt x="134" y="783"/>
                  <a:pt x="149" y="809"/>
                  <a:pt x="164" y="829"/>
                </a:cubicBezTo>
                <a:cubicBezTo>
                  <a:pt x="179" y="849"/>
                  <a:pt x="192" y="865"/>
                  <a:pt x="202" y="877"/>
                </a:cubicBezTo>
                <a:cubicBezTo>
                  <a:pt x="212" y="889"/>
                  <a:pt x="217" y="895"/>
                  <a:pt x="217" y="896"/>
                </a:cubicBezTo>
                <a:cubicBezTo>
                  <a:pt x="217" y="901"/>
                  <a:pt x="213" y="904"/>
                  <a:pt x="204" y="904"/>
                </a:cubicBezTo>
                <a:lnTo>
                  <a:pt x="201" y="904"/>
                </a:lnTo>
                <a:lnTo>
                  <a:pt x="189" y="904"/>
                </a:lnTo>
                <a:lnTo>
                  <a:pt x="164" y="882"/>
                </a:lnTo>
                <a:cubicBezTo>
                  <a:pt x="107" y="831"/>
                  <a:pt x="66" y="767"/>
                  <a:pt x="40" y="690"/>
                </a:cubicBezTo>
                <a:cubicBezTo>
                  <a:pt x="13" y="613"/>
                  <a:pt x="0" y="534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4392360" y="325188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0" y="399"/>
                </a:cubicBezTo>
                <a:cubicBezTo>
                  <a:pt x="41" y="399"/>
                  <a:pt x="13" y="400"/>
                  <a:pt x="6" y="402"/>
                </a:cubicBezTo>
                <a:lnTo>
                  <a:pt x="0" y="402"/>
                </a:lnTo>
                <a:lnTo>
                  <a:pt x="0" y="345"/>
                </a:lnTo>
                <a:lnTo>
                  <a:pt x="86" y="345"/>
                </a:lnTo>
                <a:lnTo>
                  <a:pt x="202" y="209"/>
                </a:lnTo>
                <a:lnTo>
                  <a:pt x="79" y="56"/>
                </a:lnTo>
                <a:lnTo>
                  <a:pt x="4" y="56"/>
                </a:lnTo>
                <a:lnTo>
                  <a:pt x="4" y="0"/>
                </a:lnTo>
                <a:lnTo>
                  <a:pt x="11" y="0"/>
                </a:lnTo>
                <a:cubicBezTo>
                  <a:pt x="20" y="2"/>
                  <a:pt x="53" y="3"/>
                  <a:pt x="110" y="3"/>
                </a:cubicBezTo>
                <a:cubicBezTo>
                  <a:pt x="172" y="3"/>
                  <a:pt x="209" y="2"/>
                  <a:pt x="220" y="0"/>
                </a:cubicBezTo>
                <a:lnTo>
                  <a:pt x="228" y="0"/>
                </a:lnTo>
                <a:lnTo>
                  <a:pt x="228" y="56"/>
                </a:lnTo>
                <a:lnTo>
                  <a:pt x="203" y="56"/>
                </a:lnTo>
                <a:lnTo>
                  <a:pt x="234" y="95"/>
                </a:lnTo>
                <a:cubicBezTo>
                  <a:pt x="255" y="120"/>
                  <a:pt x="265" y="133"/>
                  <a:pt x="266" y="133"/>
                </a:cubicBezTo>
                <a:cubicBezTo>
                  <a:pt x="268" y="133"/>
                  <a:pt x="281" y="120"/>
                  <a:pt x="301" y="93"/>
                </a:cubicBezTo>
                <a:lnTo>
                  <a:pt x="333" y="56"/>
                </a:lnTo>
                <a:lnTo>
                  <a:pt x="299" y="56"/>
                </a:lnTo>
                <a:lnTo>
                  <a:pt x="299" y="0"/>
                </a:lnTo>
                <a:lnTo>
                  <a:pt x="307" y="0"/>
                </a:lnTo>
                <a:cubicBezTo>
                  <a:pt x="316" y="2"/>
                  <a:pt x="347" y="3"/>
                  <a:pt x="402" y="3"/>
                </a:cubicBezTo>
                <a:cubicBezTo>
                  <a:pt x="451" y="3"/>
                  <a:pt x="479" y="2"/>
                  <a:pt x="486" y="0"/>
                </a:cubicBezTo>
                <a:lnTo>
                  <a:pt x="492" y="0"/>
                </a:lnTo>
                <a:lnTo>
                  <a:pt x="492" y="56"/>
                </a:lnTo>
                <a:lnTo>
                  <a:pt x="407" y="56"/>
                </a:lnTo>
                <a:lnTo>
                  <a:pt x="302" y="179"/>
                </a:lnTo>
                <a:lnTo>
                  <a:pt x="437" y="344"/>
                </a:lnTo>
                <a:lnTo>
                  <a:pt x="474" y="345"/>
                </a:lnTo>
                <a:lnTo>
                  <a:pt x="511" y="345"/>
                </a:lnTo>
                <a:lnTo>
                  <a:pt x="511" y="402"/>
                </a:lnTo>
                <a:lnTo>
                  <a:pt x="503" y="402"/>
                </a:lnTo>
                <a:cubicBezTo>
                  <a:pt x="494" y="400"/>
                  <a:pt x="462" y="399"/>
                  <a:pt x="405" y="399"/>
                </a:cubicBezTo>
                <a:cubicBezTo>
                  <a:pt x="342" y="399"/>
                  <a:pt x="306" y="400"/>
                  <a:pt x="295" y="402"/>
                </a:cubicBezTo>
                <a:lnTo>
                  <a:pt x="287" y="402"/>
                </a:lnTo>
                <a:lnTo>
                  <a:pt x="287" y="345"/>
                </a:lnTo>
                <a:lnTo>
                  <a:pt x="312" y="345"/>
                </a:lnTo>
                <a:cubicBezTo>
                  <a:pt x="312" y="345"/>
                  <a:pt x="300" y="329"/>
                  <a:pt x="276" y="300"/>
                </a:cubicBezTo>
                <a:cubicBezTo>
                  <a:pt x="251" y="271"/>
                  <a:pt x="239" y="255"/>
                  <a:pt x="238" y="254"/>
                </a:cubicBezTo>
                <a:lnTo>
                  <a:pt x="159" y="344"/>
                </a:lnTo>
                <a:lnTo>
                  <a:pt x="177" y="345"/>
                </a:lnTo>
                <a:lnTo>
                  <a:pt x="193" y="345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4600440" y="315252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5" y="0"/>
                  <a:pt x="18" y="0"/>
                </a:cubicBezTo>
                <a:lnTo>
                  <a:pt x="29" y="0"/>
                </a:lnTo>
                <a:lnTo>
                  <a:pt x="54" y="22"/>
                </a:lnTo>
                <a:cubicBezTo>
                  <a:pt x="111" y="73"/>
                  <a:pt x="152" y="137"/>
                  <a:pt x="178" y="213"/>
                </a:cubicBezTo>
                <a:cubicBezTo>
                  <a:pt x="204" y="290"/>
                  <a:pt x="217" y="369"/>
                  <a:pt x="217" y="451"/>
                </a:cubicBezTo>
                <a:cubicBezTo>
                  <a:pt x="217" y="492"/>
                  <a:pt x="214" y="532"/>
                  <a:pt x="208" y="570"/>
                </a:cubicBezTo>
                <a:cubicBezTo>
                  <a:pt x="202" y="608"/>
                  <a:pt x="195" y="640"/>
                  <a:pt x="187" y="666"/>
                </a:cubicBezTo>
                <a:cubicBezTo>
                  <a:pt x="179" y="693"/>
                  <a:pt x="168" y="720"/>
                  <a:pt x="154" y="747"/>
                </a:cubicBezTo>
                <a:cubicBezTo>
                  <a:pt x="139" y="773"/>
                  <a:pt x="128" y="793"/>
                  <a:pt x="119" y="807"/>
                </a:cubicBezTo>
                <a:cubicBezTo>
                  <a:pt x="111" y="821"/>
                  <a:pt x="99" y="836"/>
                  <a:pt x="82" y="853"/>
                </a:cubicBezTo>
                <a:cubicBezTo>
                  <a:pt x="66" y="870"/>
                  <a:pt x="56" y="880"/>
                  <a:pt x="53" y="883"/>
                </a:cubicBezTo>
                <a:cubicBezTo>
                  <a:pt x="50" y="886"/>
                  <a:pt x="44" y="892"/>
                  <a:pt x="33" y="900"/>
                </a:cubicBezTo>
                <a:cubicBezTo>
                  <a:pt x="31" y="902"/>
                  <a:pt x="30" y="903"/>
                  <a:pt x="29" y="904"/>
                </a:cubicBezTo>
                <a:lnTo>
                  <a:pt x="18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6" y="904"/>
                  <a:pt x="4" y="903"/>
                  <a:pt x="3" y="901"/>
                </a:cubicBezTo>
                <a:cubicBezTo>
                  <a:pt x="2" y="899"/>
                  <a:pt x="1" y="896"/>
                  <a:pt x="0" y="893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4" y="784"/>
                  <a:pt x="151" y="640"/>
                  <a:pt x="151" y="451"/>
                </a:cubicBezTo>
                <a:cubicBezTo>
                  <a:pt x="151" y="263"/>
                  <a:pt x="104" y="120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359080" y="3105000"/>
            <a:ext cx="1793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を受け取り、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0950840" y="3247920"/>
            <a:ext cx="183960" cy="144360"/>
          </a:xfrm>
          <a:custGeom>
            <a:avLst/>
            <a:gdLst/>
            <a:ahLst/>
            <a:rect l="0" t="0" r="r" b="b"/>
            <a:pathLst>
              <a:path w="511" h="401">
                <a:moveTo>
                  <a:pt x="186" y="401"/>
                </a:moveTo>
                <a:cubicBezTo>
                  <a:pt x="177" y="400"/>
                  <a:pt x="145" y="399"/>
                  <a:pt x="90" y="399"/>
                </a:cubicBezTo>
                <a:cubicBezTo>
                  <a:pt x="42" y="399"/>
                  <a:pt x="14" y="400"/>
                  <a:pt x="6" y="401"/>
                </a:cubicBezTo>
                <a:lnTo>
                  <a:pt x="0" y="401"/>
                </a:lnTo>
                <a:lnTo>
                  <a:pt x="0" y="344"/>
                </a:lnTo>
                <a:lnTo>
                  <a:pt x="87" y="344"/>
                </a:lnTo>
                <a:lnTo>
                  <a:pt x="202" y="208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2"/>
                  <a:pt x="110" y="2"/>
                </a:cubicBezTo>
                <a:cubicBezTo>
                  <a:pt x="173" y="2"/>
                  <a:pt x="209" y="2"/>
                  <a:pt x="220" y="0"/>
                </a:cubicBezTo>
                <a:lnTo>
                  <a:pt x="228" y="0"/>
                </a:lnTo>
                <a:lnTo>
                  <a:pt x="228" y="56"/>
                </a:lnTo>
                <a:lnTo>
                  <a:pt x="203" y="56"/>
                </a:lnTo>
                <a:lnTo>
                  <a:pt x="235" y="95"/>
                </a:lnTo>
                <a:cubicBezTo>
                  <a:pt x="255" y="120"/>
                  <a:pt x="266" y="132"/>
                  <a:pt x="266" y="132"/>
                </a:cubicBezTo>
                <a:cubicBezTo>
                  <a:pt x="269" y="132"/>
                  <a:pt x="280" y="119"/>
                  <a:pt x="301" y="93"/>
                </a:cubicBezTo>
                <a:lnTo>
                  <a:pt x="332" y="56"/>
                </a:lnTo>
                <a:lnTo>
                  <a:pt x="299" y="56"/>
                </a:lnTo>
                <a:lnTo>
                  <a:pt x="299" y="0"/>
                </a:lnTo>
                <a:lnTo>
                  <a:pt x="306" y="0"/>
                </a:lnTo>
                <a:cubicBezTo>
                  <a:pt x="315" y="2"/>
                  <a:pt x="347" y="2"/>
                  <a:pt x="403" y="2"/>
                </a:cubicBezTo>
                <a:cubicBezTo>
                  <a:pt x="451" y="2"/>
                  <a:pt x="479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1" y="178"/>
                </a:lnTo>
                <a:lnTo>
                  <a:pt x="437" y="344"/>
                </a:lnTo>
                <a:lnTo>
                  <a:pt x="474" y="344"/>
                </a:lnTo>
                <a:lnTo>
                  <a:pt x="511" y="344"/>
                </a:lnTo>
                <a:lnTo>
                  <a:pt x="511" y="401"/>
                </a:lnTo>
                <a:lnTo>
                  <a:pt x="504" y="401"/>
                </a:lnTo>
                <a:cubicBezTo>
                  <a:pt x="495" y="400"/>
                  <a:pt x="462" y="399"/>
                  <a:pt x="405" y="399"/>
                </a:cubicBezTo>
                <a:cubicBezTo>
                  <a:pt x="342" y="399"/>
                  <a:pt x="305" y="400"/>
                  <a:pt x="294" y="401"/>
                </a:cubicBezTo>
                <a:lnTo>
                  <a:pt x="286" y="401"/>
                </a:lnTo>
                <a:lnTo>
                  <a:pt x="286" y="344"/>
                </a:lnTo>
                <a:lnTo>
                  <a:pt x="311" y="344"/>
                </a:lnTo>
                <a:cubicBezTo>
                  <a:pt x="311" y="344"/>
                  <a:pt x="299" y="329"/>
                  <a:pt x="275" y="299"/>
                </a:cubicBezTo>
                <a:cubicBezTo>
                  <a:pt x="251" y="270"/>
                  <a:pt x="239" y="255"/>
                  <a:pt x="238" y="253"/>
                </a:cubicBezTo>
                <a:lnTo>
                  <a:pt x="160" y="344"/>
                </a:lnTo>
                <a:lnTo>
                  <a:pt x="177" y="344"/>
                </a:lnTo>
                <a:lnTo>
                  <a:pt x="193" y="344"/>
                </a:lnTo>
                <a:lnTo>
                  <a:pt x="193" y="401"/>
                </a:lnTo>
                <a:lnTo>
                  <a:pt x="186" y="4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709520" y="3105000"/>
            <a:ext cx="6345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からサンプリングされたと言われても納得できる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47720" y="3514680"/>
            <a:ext cx="1931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を出力すること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1644480" y="4081320"/>
            <a:ext cx="174600" cy="207000"/>
          </a:xfrm>
          <a:custGeom>
            <a:avLst/>
            <a:gdLst/>
            <a:ahLst/>
            <a:rect l="0" t="0" r="r" b="b"/>
            <a:pathLst>
              <a:path w="485" h="575">
                <a:moveTo>
                  <a:pt x="57" y="140"/>
                </a:moveTo>
                <a:cubicBezTo>
                  <a:pt x="58" y="138"/>
                  <a:pt x="58" y="136"/>
                  <a:pt x="59" y="133"/>
                </a:cubicBezTo>
                <a:cubicBezTo>
                  <a:pt x="60" y="130"/>
                  <a:pt x="61" y="123"/>
                  <a:pt x="64" y="113"/>
                </a:cubicBezTo>
                <a:cubicBezTo>
                  <a:pt x="66" y="103"/>
                  <a:pt x="69" y="93"/>
                  <a:pt x="73" y="85"/>
                </a:cubicBezTo>
                <a:cubicBezTo>
                  <a:pt x="76" y="76"/>
                  <a:pt x="81" y="67"/>
                  <a:pt x="86" y="55"/>
                </a:cubicBezTo>
                <a:cubicBezTo>
                  <a:pt x="92" y="44"/>
                  <a:pt x="98" y="35"/>
                  <a:pt x="104" y="28"/>
                </a:cubicBezTo>
                <a:cubicBezTo>
                  <a:pt x="111" y="21"/>
                  <a:pt x="119" y="15"/>
                  <a:pt x="128" y="8"/>
                </a:cubicBezTo>
                <a:cubicBezTo>
                  <a:pt x="137" y="2"/>
                  <a:pt x="147" y="-1"/>
                  <a:pt x="157" y="0"/>
                </a:cubicBezTo>
                <a:cubicBezTo>
                  <a:pt x="203" y="0"/>
                  <a:pt x="231" y="19"/>
                  <a:pt x="244" y="58"/>
                </a:cubicBezTo>
                <a:lnTo>
                  <a:pt x="253" y="50"/>
                </a:lnTo>
                <a:cubicBezTo>
                  <a:pt x="290" y="17"/>
                  <a:pt x="326" y="0"/>
                  <a:pt x="360" y="0"/>
                </a:cubicBezTo>
                <a:cubicBezTo>
                  <a:pt x="399" y="0"/>
                  <a:pt x="429" y="14"/>
                  <a:pt x="452" y="42"/>
                </a:cubicBezTo>
                <a:cubicBezTo>
                  <a:pt x="474" y="71"/>
                  <a:pt x="485" y="105"/>
                  <a:pt x="485" y="145"/>
                </a:cubicBezTo>
                <a:cubicBezTo>
                  <a:pt x="485" y="210"/>
                  <a:pt x="462" y="270"/>
                  <a:pt x="416" y="325"/>
                </a:cubicBezTo>
                <a:cubicBezTo>
                  <a:pt x="371" y="380"/>
                  <a:pt x="319" y="407"/>
                  <a:pt x="261" y="408"/>
                </a:cubicBezTo>
                <a:cubicBezTo>
                  <a:pt x="248" y="408"/>
                  <a:pt x="236" y="406"/>
                  <a:pt x="226" y="403"/>
                </a:cubicBezTo>
                <a:cubicBezTo>
                  <a:pt x="219" y="400"/>
                  <a:pt x="212" y="395"/>
                  <a:pt x="205" y="389"/>
                </a:cubicBezTo>
                <a:cubicBezTo>
                  <a:pt x="198" y="383"/>
                  <a:pt x="192" y="378"/>
                  <a:pt x="188" y="374"/>
                </a:cubicBezTo>
                <a:lnTo>
                  <a:pt x="182" y="366"/>
                </a:lnTo>
                <a:cubicBezTo>
                  <a:pt x="181" y="367"/>
                  <a:pt x="175" y="393"/>
                  <a:pt x="162" y="446"/>
                </a:cubicBezTo>
                <a:cubicBezTo>
                  <a:pt x="149" y="498"/>
                  <a:pt x="143" y="524"/>
                  <a:pt x="143" y="524"/>
                </a:cubicBezTo>
                <a:cubicBezTo>
                  <a:pt x="143" y="528"/>
                  <a:pt x="145" y="530"/>
                  <a:pt x="150" y="531"/>
                </a:cubicBezTo>
                <a:cubicBezTo>
                  <a:pt x="155" y="531"/>
                  <a:pt x="166" y="532"/>
                  <a:pt x="184" y="534"/>
                </a:cubicBezTo>
                <a:lnTo>
                  <a:pt x="206" y="534"/>
                </a:lnTo>
                <a:cubicBezTo>
                  <a:pt x="210" y="538"/>
                  <a:pt x="212" y="540"/>
                  <a:pt x="212" y="542"/>
                </a:cubicBezTo>
                <a:cubicBezTo>
                  <a:pt x="212" y="543"/>
                  <a:pt x="211" y="548"/>
                  <a:pt x="209" y="558"/>
                </a:cubicBezTo>
                <a:cubicBezTo>
                  <a:pt x="207" y="565"/>
                  <a:pt x="205" y="570"/>
                  <a:pt x="203" y="571"/>
                </a:cubicBezTo>
                <a:cubicBezTo>
                  <a:pt x="202" y="573"/>
                  <a:pt x="198" y="574"/>
                  <a:pt x="192" y="575"/>
                </a:cubicBezTo>
                <a:cubicBezTo>
                  <a:pt x="191" y="575"/>
                  <a:pt x="187" y="575"/>
                  <a:pt x="182" y="575"/>
                </a:cubicBezTo>
                <a:cubicBezTo>
                  <a:pt x="176" y="575"/>
                  <a:pt x="166" y="575"/>
                  <a:pt x="151" y="574"/>
                </a:cubicBezTo>
                <a:cubicBezTo>
                  <a:pt x="136" y="574"/>
                  <a:pt x="117" y="573"/>
                  <a:pt x="95" y="573"/>
                </a:cubicBezTo>
                <a:cubicBezTo>
                  <a:pt x="53" y="573"/>
                  <a:pt x="26" y="574"/>
                  <a:pt x="14" y="575"/>
                </a:cubicBezTo>
                <a:lnTo>
                  <a:pt x="7" y="575"/>
                </a:lnTo>
                <a:cubicBezTo>
                  <a:pt x="2" y="571"/>
                  <a:pt x="0" y="568"/>
                  <a:pt x="0" y="565"/>
                </a:cubicBezTo>
                <a:cubicBezTo>
                  <a:pt x="2" y="549"/>
                  <a:pt x="5" y="538"/>
                  <a:pt x="12" y="534"/>
                </a:cubicBezTo>
                <a:lnTo>
                  <a:pt x="31" y="534"/>
                </a:lnTo>
                <a:cubicBezTo>
                  <a:pt x="52" y="533"/>
                  <a:pt x="63" y="529"/>
                  <a:pt x="66" y="523"/>
                </a:cubicBezTo>
                <a:cubicBezTo>
                  <a:pt x="68" y="519"/>
                  <a:pt x="86" y="447"/>
                  <a:pt x="121" y="306"/>
                </a:cubicBezTo>
                <a:cubicBezTo>
                  <a:pt x="156" y="166"/>
                  <a:pt x="175" y="91"/>
                  <a:pt x="176" y="83"/>
                </a:cubicBezTo>
                <a:cubicBezTo>
                  <a:pt x="177" y="80"/>
                  <a:pt x="177" y="76"/>
                  <a:pt x="177" y="70"/>
                </a:cubicBezTo>
                <a:cubicBezTo>
                  <a:pt x="177" y="46"/>
                  <a:pt x="170" y="33"/>
                  <a:pt x="155" y="33"/>
                </a:cubicBezTo>
                <a:cubicBezTo>
                  <a:pt x="141" y="33"/>
                  <a:pt x="130" y="42"/>
                  <a:pt x="121" y="59"/>
                </a:cubicBezTo>
                <a:cubicBezTo>
                  <a:pt x="112" y="76"/>
                  <a:pt x="105" y="94"/>
                  <a:pt x="101" y="114"/>
                </a:cubicBezTo>
                <a:cubicBezTo>
                  <a:pt x="96" y="134"/>
                  <a:pt x="92" y="144"/>
                  <a:pt x="90" y="146"/>
                </a:cubicBezTo>
                <a:cubicBezTo>
                  <a:pt x="89" y="147"/>
                  <a:pt x="84" y="148"/>
                  <a:pt x="75" y="148"/>
                </a:cubicBezTo>
                <a:lnTo>
                  <a:pt x="63" y="148"/>
                </a:lnTo>
                <a:cubicBezTo>
                  <a:pt x="59" y="144"/>
                  <a:pt x="57" y="142"/>
                  <a:pt x="57" y="140"/>
                </a:cubicBezTo>
                <a:moveTo>
                  <a:pt x="197" y="307"/>
                </a:moveTo>
                <a:cubicBezTo>
                  <a:pt x="210" y="353"/>
                  <a:pt x="233" y="375"/>
                  <a:pt x="264" y="375"/>
                </a:cubicBezTo>
                <a:cubicBezTo>
                  <a:pt x="282" y="375"/>
                  <a:pt x="299" y="369"/>
                  <a:pt x="316" y="355"/>
                </a:cubicBezTo>
                <a:cubicBezTo>
                  <a:pt x="333" y="341"/>
                  <a:pt x="347" y="323"/>
                  <a:pt x="358" y="302"/>
                </a:cubicBezTo>
                <a:cubicBezTo>
                  <a:pt x="369" y="282"/>
                  <a:pt x="379" y="249"/>
                  <a:pt x="390" y="205"/>
                </a:cubicBezTo>
                <a:cubicBezTo>
                  <a:pt x="401" y="160"/>
                  <a:pt x="407" y="127"/>
                  <a:pt x="407" y="106"/>
                </a:cubicBezTo>
                <a:lnTo>
                  <a:pt x="407" y="100"/>
                </a:lnTo>
                <a:cubicBezTo>
                  <a:pt x="407" y="56"/>
                  <a:pt x="389" y="33"/>
                  <a:pt x="352" y="33"/>
                </a:cubicBezTo>
                <a:cubicBezTo>
                  <a:pt x="346" y="33"/>
                  <a:pt x="339" y="34"/>
                  <a:pt x="333" y="36"/>
                </a:cubicBezTo>
                <a:cubicBezTo>
                  <a:pt x="326" y="38"/>
                  <a:pt x="319" y="41"/>
                  <a:pt x="313" y="44"/>
                </a:cubicBezTo>
                <a:cubicBezTo>
                  <a:pt x="306" y="48"/>
                  <a:pt x="300" y="52"/>
                  <a:pt x="295" y="56"/>
                </a:cubicBezTo>
                <a:cubicBezTo>
                  <a:pt x="289" y="60"/>
                  <a:pt x="284" y="65"/>
                  <a:pt x="279" y="70"/>
                </a:cubicBezTo>
                <a:cubicBezTo>
                  <a:pt x="274" y="74"/>
                  <a:pt x="270" y="79"/>
                  <a:pt x="266" y="83"/>
                </a:cubicBezTo>
                <a:cubicBezTo>
                  <a:pt x="262" y="87"/>
                  <a:pt x="258" y="91"/>
                  <a:pt x="256" y="96"/>
                </a:cubicBezTo>
                <a:cubicBezTo>
                  <a:pt x="253" y="100"/>
                  <a:pt x="251" y="103"/>
                  <a:pt x="249" y="105"/>
                </a:cubicBezTo>
                <a:lnTo>
                  <a:pt x="246" y="108"/>
                </a:lnTo>
                <a:cubicBezTo>
                  <a:pt x="246" y="109"/>
                  <a:pt x="245" y="113"/>
                  <a:pt x="243" y="121"/>
                </a:cubicBezTo>
                <a:cubicBezTo>
                  <a:pt x="241" y="129"/>
                  <a:pt x="238" y="142"/>
                  <a:pt x="233" y="161"/>
                </a:cubicBezTo>
                <a:cubicBezTo>
                  <a:pt x="228" y="179"/>
                  <a:pt x="224" y="195"/>
                  <a:pt x="221" y="208"/>
                </a:cubicBezTo>
                <a:cubicBezTo>
                  <a:pt x="205" y="271"/>
                  <a:pt x="197" y="304"/>
                  <a:pt x="197" y="30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838880" y="4114440"/>
            <a:ext cx="113040" cy="162000"/>
          </a:xfrm>
          <a:custGeom>
            <a:avLst/>
            <a:gdLst/>
            <a:ahLst/>
            <a:rect l="0" t="0" r="r" b="b"/>
            <a:pathLst>
              <a:path w="314" h="450">
                <a:moveTo>
                  <a:pt x="214" y="7"/>
                </a:moveTo>
                <a:cubicBezTo>
                  <a:pt x="214" y="7"/>
                  <a:pt x="229" y="5"/>
                  <a:pt x="260" y="3"/>
                </a:cubicBezTo>
                <a:cubicBezTo>
                  <a:pt x="290" y="1"/>
                  <a:pt x="305" y="0"/>
                  <a:pt x="306" y="0"/>
                </a:cubicBezTo>
                <a:cubicBezTo>
                  <a:pt x="311" y="0"/>
                  <a:pt x="314" y="1"/>
                  <a:pt x="314" y="5"/>
                </a:cubicBezTo>
                <a:cubicBezTo>
                  <a:pt x="314" y="8"/>
                  <a:pt x="298" y="73"/>
                  <a:pt x="267" y="198"/>
                </a:cubicBezTo>
                <a:cubicBezTo>
                  <a:pt x="236" y="324"/>
                  <a:pt x="220" y="388"/>
                  <a:pt x="219" y="390"/>
                </a:cubicBezTo>
                <a:cubicBezTo>
                  <a:pt x="219" y="393"/>
                  <a:pt x="218" y="396"/>
                  <a:pt x="219" y="400"/>
                </a:cubicBezTo>
                <a:cubicBezTo>
                  <a:pt x="219" y="418"/>
                  <a:pt x="225" y="427"/>
                  <a:pt x="237" y="427"/>
                </a:cubicBezTo>
                <a:cubicBezTo>
                  <a:pt x="241" y="426"/>
                  <a:pt x="245" y="424"/>
                  <a:pt x="249" y="421"/>
                </a:cubicBezTo>
                <a:cubicBezTo>
                  <a:pt x="258" y="412"/>
                  <a:pt x="267" y="392"/>
                  <a:pt x="276" y="360"/>
                </a:cubicBezTo>
                <a:cubicBezTo>
                  <a:pt x="278" y="351"/>
                  <a:pt x="280" y="347"/>
                  <a:pt x="282" y="346"/>
                </a:cubicBezTo>
                <a:cubicBezTo>
                  <a:pt x="283" y="346"/>
                  <a:pt x="285" y="346"/>
                  <a:pt x="288" y="346"/>
                </a:cubicBezTo>
                <a:lnTo>
                  <a:pt x="291" y="346"/>
                </a:lnTo>
                <a:lnTo>
                  <a:pt x="294" y="346"/>
                </a:lnTo>
                <a:cubicBezTo>
                  <a:pt x="300" y="346"/>
                  <a:pt x="303" y="347"/>
                  <a:pt x="303" y="351"/>
                </a:cubicBezTo>
                <a:cubicBezTo>
                  <a:pt x="303" y="353"/>
                  <a:pt x="302" y="356"/>
                  <a:pt x="301" y="361"/>
                </a:cubicBezTo>
                <a:cubicBezTo>
                  <a:pt x="296" y="382"/>
                  <a:pt x="289" y="399"/>
                  <a:pt x="282" y="413"/>
                </a:cubicBezTo>
                <a:cubicBezTo>
                  <a:pt x="275" y="426"/>
                  <a:pt x="269" y="434"/>
                  <a:pt x="264" y="438"/>
                </a:cubicBezTo>
                <a:cubicBezTo>
                  <a:pt x="259" y="442"/>
                  <a:pt x="254" y="445"/>
                  <a:pt x="246" y="448"/>
                </a:cubicBezTo>
                <a:cubicBezTo>
                  <a:pt x="243" y="449"/>
                  <a:pt x="238" y="450"/>
                  <a:pt x="231" y="450"/>
                </a:cubicBezTo>
                <a:cubicBezTo>
                  <a:pt x="217" y="450"/>
                  <a:pt x="204" y="447"/>
                  <a:pt x="195" y="440"/>
                </a:cubicBezTo>
                <a:cubicBezTo>
                  <a:pt x="185" y="434"/>
                  <a:pt x="178" y="427"/>
                  <a:pt x="175" y="420"/>
                </a:cubicBezTo>
                <a:lnTo>
                  <a:pt x="172" y="411"/>
                </a:lnTo>
                <a:cubicBezTo>
                  <a:pt x="171" y="410"/>
                  <a:pt x="170" y="411"/>
                  <a:pt x="169" y="411"/>
                </a:cubicBezTo>
                <a:cubicBezTo>
                  <a:pt x="168" y="412"/>
                  <a:pt x="167" y="413"/>
                  <a:pt x="167" y="414"/>
                </a:cubicBezTo>
                <a:cubicBezTo>
                  <a:pt x="141" y="438"/>
                  <a:pt x="116" y="450"/>
                  <a:pt x="90" y="450"/>
                </a:cubicBezTo>
                <a:cubicBezTo>
                  <a:pt x="67" y="450"/>
                  <a:pt x="46" y="441"/>
                  <a:pt x="27" y="424"/>
                </a:cubicBezTo>
                <a:cubicBezTo>
                  <a:pt x="9" y="407"/>
                  <a:pt x="0" y="380"/>
                  <a:pt x="0" y="343"/>
                </a:cubicBezTo>
                <a:cubicBezTo>
                  <a:pt x="0" y="323"/>
                  <a:pt x="5" y="302"/>
                  <a:pt x="13" y="281"/>
                </a:cubicBezTo>
                <a:cubicBezTo>
                  <a:pt x="22" y="259"/>
                  <a:pt x="32" y="241"/>
                  <a:pt x="45" y="226"/>
                </a:cubicBezTo>
                <a:cubicBezTo>
                  <a:pt x="65" y="201"/>
                  <a:pt x="85" y="185"/>
                  <a:pt x="105" y="175"/>
                </a:cubicBezTo>
                <a:cubicBezTo>
                  <a:pt x="125" y="166"/>
                  <a:pt x="143" y="161"/>
                  <a:pt x="159" y="161"/>
                </a:cubicBezTo>
                <a:cubicBezTo>
                  <a:pt x="183" y="161"/>
                  <a:pt x="201" y="170"/>
                  <a:pt x="212" y="188"/>
                </a:cubicBezTo>
                <a:cubicBezTo>
                  <a:pt x="215" y="191"/>
                  <a:pt x="216" y="191"/>
                  <a:pt x="216" y="191"/>
                </a:cubicBezTo>
                <a:cubicBezTo>
                  <a:pt x="216" y="189"/>
                  <a:pt x="222" y="166"/>
                  <a:pt x="233" y="121"/>
                </a:cubicBezTo>
                <a:cubicBezTo>
                  <a:pt x="244" y="76"/>
                  <a:pt x="250" y="53"/>
                  <a:pt x="251" y="50"/>
                </a:cubicBezTo>
                <a:cubicBezTo>
                  <a:pt x="251" y="45"/>
                  <a:pt x="249" y="41"/>
                  <a:pt x="246" y="40"/>
                </a:cubicBezTo>
                <a:cubicBezTo>
                  <a:pt x="243" y="39"/>
                  <a:pt x="235" y="38"/>
                  <a:pt x="221" y="37"/>
                </a:cubicBezTo>
                <a:lnTo>
                  <a:pt x="208" y="37"/>
                </a:lnTo>
                <a:cubicBezTo>
                  <a:pt x="205" y="34"/>
                  <a:pt x="204" y="33"/>
                  <a:pt x="204" y="32"/>
                </a:cubicBezTo>
                <a:cubicBezTo>
                  <a:pt x="204" y="31"/>
                  <a:pt x="205" y="27"/>
                  <a:pt x="205" y="19"/>
                </a:cubicBezTo>
                <a:cubicBezTo>
                  <a:pt x="208" y="11"/>
                  <a:pt x="210" y="7"/>
                  <a:pt x="214" y="7"/>
                </a:cubicBezTo>
                <a:moveTo>
                  <a:pt x="205" y="235"/>
                </a:moveTo>
                <a:cubicBezTo>
                  <a:pt x="195" y="202"/>
                  <a:pt x="179" y="185"/>
                  <a:pt x="157" y="185"/>
                </a:cubicBezTo>
                <a:cubicBezTo>
                  <a:pt x="142" y="185"/>
                  <a:pt x="128" y="191"/>
                  <a:pt x="114" y="205"/>
                </a:cubicBezTo>
                <a:cubicBezTo>
                  <a:pt x="101" y="218"/>
                  <a:pt x="90" y="235"/>
                  <a:pt x="82" y="256"/>
                </a:cubicBezTo>
                <a:cubicBezTo>
                  <a:pt x="70" y="290"/>
                  <a:pt x="61" y="325"/>
                  <a:pt x="56" y="361"/>
                </a:cubicBezTo>
                <a:cubicBezTo>
                  <a:pt x="56" y="362"/>
                  <a:pt x="56" y="365"/>
                  <a:pt x="56" y="368"/>
                </a:cubicBezTo>
                <a:cubicBezTo>
                  <a:pt x="56" y="371"/>
                  <a:pt x="56" y="374"/>
                  <a:pt x="56" y="376"/>
                </a:cubicBezTo>
                <a:cubicBezTo>
                  <a:pt x="56" y="395"/>
                  <a:pt x="59" y="408"/>
                  <a:pt x="67" y="415"/>
                </a:cubicBezTo>
                <a:cubicBezTo>
                  <a:pt x="75" y="422"/>
                  <a:pt x="84" y="426"/>
                  <a:pt x="94" y="427"/>
                </a:cubicBezTo>
                <a:cubicBezTo>
                  <a:pt x="117" y="427"/>
                  <a:pt x="141" y="411"/>
                  <a:pt x="165" y="381"/>
                </a:cubicBezTo>
                <a:lnTo>
                  <a:pt x="170" y="374"/>
                </a:lnTo>
                <a:lnTo>
                  <a:pt x="205" y="23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1958400" y="4172400"/>
            <a:ext cx="109080" cy="104040"/>
          </a:xfrm>
          <a:custGeom>
            <a:avLst/>
            <a:gdLst/>
            <a:ahLst/>
            <a:rect l="0" t="0" r="r" b="b"/>
            <a:pathLst>
              <a:path w="303" h="289">
                <a:moveTo>
                  <a:pt x="0" y="182"/>
                </a:moveTo>
                <a:cubicBezTo>
                  <a:pt x="0" y="139"/>
                  <a:pt x="16" y="98"/>
                  <a:pt x="49" y="60"/>
                </a:cubicBezTo>
                <a:cubicBezTo>
                  <a:pt x="81" y="20"/>
                  <a:pt x="117" y="0"/>
                  <a:pt x="159" y="0"/>
                </a:cubicBezTo>
                <a:cubicBezTo>
                  <a:pt x="180" y="0"/>
                  <a:pt x="200" y="10"/>
                  <a:pt x="216" y="31"/>
                </a:cubicBezTo>
                <a:cubicBezTo>
                  <a:pt x="223" y="18"/>
                  <a:pt x="233" y="12"/>
                  <a:pt x="245" y="12"/>
                </a:cubicBezTo>
                <a:cubicBezTo>
                  <a:pt x="251" y="12"/>
                  <a:pt x="256" y="14"/>
                  <a:pt x="260" y="17"/>
                </a:cubicBezTo>
                <a:cubicBezTo>
                  <a:pt x="264" y="21"/>
                  <a:pt x="266" y="25"/>
                  <a:pt x="266" y="30"/>
                </a:cubicBezTo>
                <a:cubicBezTo>
                  <a:pt x="266" y="36"/>
                  <a:pt x="259" y="70"/>
                  <a:pt x="243" y="133"/>
                </a:cubicBezTo>
                <a:cubicBezTo>
                  <a:pt x="227" y="196"/>
                  <a:pt x="219" y="231"/>
                  <a:pt x="219" y="239"/>
                </a:cubicBezTo>
                <a:cubicBezTo>
                  <a:pt x="219" y="250"/>
                  <a:pt x="220" y="257"/>
                  <a:pt x="223" y="260"/>
                </a:cubicBezTo>
                <a:cubicBezTo>
                  <a:pt x="226" y="263"/>
                  <a:pt x="231" y="265"/>
                  <a:pt x="237" y="266"/>
                </a:cubicBezTo>
                <a:cubicBezTo>
                  <a:pt x="240" y="265"/>
                  <a:pt x="245" y="263"/>
                  <a:pt x="249" y="260"/>
                </a:cubicBezTo>
                <a:cubicBezTo>
                  <a:pt x="258" y="251"/>
                  <a:pt x="267" y="231"/>
                  <a:pt x="275" y="199"/>
                </a:cubicBezTo>
                <a:cubicBezTo>
                  <a:pt x="278" y="190"/>
                  <a:pt x="280" y="186"/>
                  <a:pt x="282" y="185"/>
                </a:cubicBezTo>
                <a:cubicBezTo>
                  <a:pt x="283" y="185"/>
                  <a:pt x="285" y="185"/>
                  <a:pt x="288" y="185"/>
                </a:cubicBezTo>
                <a:lnTo>
                  <a:pt x="291" y="185"/>
                </a:lnTo>
                <a:cubicBezTo>
                  <a:pt x="299" y="185"/>
                  <a:pt x="303" y="187"/>
                  <a:pt x="303" y="190"/>
                </a:cubicBezTo>
                <a:cubicBezTo>
                  <a:pt x="303" y="193"/>
                  <a:pt x="302" y="199"/>
                  <a:pt x="300" y="208"/>
                </a:cubicBezTo>
                <a:cubicBezTo>
                  <a:pt x="298" y="217"/>
                  <a:pt x="293" y="228"/>
                  <a:pt x="287" y="242"/>
                </a:cubicBezTo>
                <a:cubicBezTo>
                  <a:pt x="281" y="256"/>
                  <a:pt x="274" y="267"/>
                  <a:pt x="266" y="274"/>
                </a:cubicBezTo>
                <a:cubicBezTo>
                  <a:pt x="261" y="280"/>
                  <a:pt x="254" y="284"/>
                  <a:pt x="246" y="287"/>
                </a:cubicBezTo>
                <a:cubicBezTo>
                  <a:pt x="243" y="288"/>
                  <a:pt x="238" y="289"/>
                  <a:pt x="231" y="289"/>
                </a:cubicBezTo>
                <a:cubicBezTo>
                  <a:pt x="216" y="289"/>
                  <a:pt x="204" y="286"/>
                  <a:pt x="194" y="279"/>
                </a:cubicBezTo>
                <a:cubicBezTo>
                  <a:pt x="185" y="273"/>
                  <a:pt x="178" y="266"/>
                  <a:pt x="175" y="259"/>
                </a:cubicBezTo>
                <a:lnTo>
                  <a:pt x="171" y="250"/>
                </a:lnTo>
                <a:cubicBezTo>
                  <a:pt x="171" y="249"/>
                  <a:pt x="170" y="250"/>
                  <a:pt x="169" y="250"/>
                </a:cubicBezTo>
                <a:cubicBezTo>
                  <a:pt x="168" y="251"/>
                  <a:pt x="167" y="252"/>
                  <a:pt x="166" y="253"/>
                </a:cubicBezTo>
                <a:cubicBezTo>
                  <a:pt x="141" y="277"/>
                  <a:pt x="115" y="289"/>
                  <a:pt x="89" y="289"/>
                </a:cubicBezTo>
                <a:cubicBezTo>
                  <a:pt x="65" y="289"/>
                  <a:pt x="45" y="280"/>
                  <a:pt x="27" y="263"/>
                </a:cubicBezTo>
                <a:cubicBezTo>
                  <a:pt x="9" y="246"/>
                  <a:pt x="0" y="219"/>
                  <a:pt x="0" y="182"/>
                </a:cubicBezTo>
                <a:moveTo>
                  <a:pt x="204" y="73"/>
                </a:moveTo>
                <a:cubicBezTo>
                  <a:pt x="204" y="70"/>
                  <a:pt x="203" y="66"/>
                  <a:pt x="201" y="59"/>
                </a:cubicBezTo>
                <a:cubicBezTo>
                  <a:pt x="199" y="52"/>
                  <a:pt x="194" y="45"/>
                  <a:pt x="186" y="37"/>
                </a:cubicBezTo>
                <a:cubicBezTo>
                  <a:pt x="178" y="28"/>
                  <a:pt x="169" y="23"/>
                  <a:pt x="157" y="23"/>
                </a:cubicBezTo>
                <a:cubicBezTo>
                  <a:pt x="142" y="23"/>
                  <a:pt x="127" y="29"/>
                  <a:pt x="113" y="44"/>
                </a:cubicBezTo>
                <a:cubicBezTo>
                  <a:pt x="99" y="57"/>
                  <a:pt x="89" y="74"/>
                  <a:pt x="81" y="95"/>
                </a:cubicBezTo>
                <a:cubicBezTo>
                  <a:pt x="69" y="129"/>
                  <a:pt x="60" y="164"/>
                  <a:pt x="55" y="200"/>
                </a:cubicBezTo>
                <a:cubicBezTo>
                  <a:pt x="55" y="201"/>
                  <a:pt x="55" y="204"/>
                  <a:pt x="55" y="207"/>
                </a:cubicBezTo>
                <a:cubicBezTo>
                  <a:pt x="55" y="210"/>
                  <a:pt x="55" y="213"/>
                  <a:pt x="54" y="215"/>
                </a:cubicBezTo>
                <a:cubicBezTo>
                  <a:pt x="54" y="234"/>
                  <a:pt x="58" y="247"/>
                  <a:pt x="66" y="254"/>
                </a:cubicBezTo>
                <a:cubicBezTo>
                  <a:pt x="73" y="261"/>
                  <a:pt x="83" y="265"/>
                  <a:pt x="93" y="266"/>
                </a:cubicBezTo>
                <a:cubicBezTo>
                  <a:pt x="109" y="266"/>
                  <a:pt x="125" y="259"/>
                  <a:pt x="142" y="245"/>
                </a:cubicBezTo>
                <a:cubicBezTo>
                  <a:pt x="158" y="231"/>
                  <a:pt x="167" y="220"/>
                  <a:pt x="170" y="212"/>
                </a:cubicBezTo>
                <a:cubicBezTo>
                  <a:pt x="171" y="210"/>
                  <a:pt x="177" y="188"/>
                  <a:pt x="187" y="144"/>
                </a:cubicBezTo>
                <a:cubicBezTo>
                  <a:pt x="198" y="100"/>
                  <a:pt x="204" y="76"/>
                  <a:pt x="204" y="7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2076840" y="4129920"/>
            <a:ext cx="71640" cy="146520"/>
          </a:xfrm>
          <a:custGeom>
            <a:avLst/>
            <a:gdLst/>
            <a:ahLst/>
            <a:rect l="0" t="0" r="r" b="b"/>
            <a:pathLst>
              <a:path w="199" h="407">
                <a:moveTo>
                  <a:pt x="4" y="155"/>
                </a:moveTo>
                <a:cubicBezTo>
                  <a:pt x="1" y="152"/>
                  <a:pt x="0" y="150"/>
                  <a:pt x="0" y="148"/>
                </a:cubicBezTo>
                <a:cubicBezTo>
                  <a:pt x="0" y="147"/>
                  <a:pt x="0" y="143"/>
                  <a:pt x="2" y="138"/>
                </a:cubicBezTo>
                <a:cubicBezTo>
                  <a:pt x="3" y="133"/>
                  <a:pt x="4" y="130"/>
                  <a:pt x="5" y="129"/>
                </a:cubicBezTo>
                <a:cubicBezTo>
                  <a:pt x="6" y="127"/>
                  <a:pt x="8" y="126"/>
                  <a:pt x="11" y="126"/>
                </a:cubicBezTo>
                <a:cubicBezTo>
                  <a:pt x="13" y="126"/>
                  <a:pt x="24" y="126"/>
                  <a:pt x="43" y="125"/>
                </a:cubicBezTo>
                <a:lnTo>
                  <a:pt x="78" y="125"/>
                </a:lnTo>
                <a:lnTo>
                  <a:pt x="90" y="73"/>
                </a:lnTo>
                <a:cubicBezTo>
                  <a:pt x="91" y="69"/>
                  <a:pt x="93" y="62"/>
                  <a:pt x="94" y="55"/>
                </a:cubicBezTo>
                <a:cubicBezTo>
                  <a:pt x="96" y="47"/>
                  <a:pt x="98" y="42"/>
                  <a:pt x="99" y="38"/>
                </a:cubicBezTo>
                <a:cubicBezTo>
                  <a:pt x="100" y="35"/>
                  <a:pt x="101" y="31"/>
                  <a:pt x="103" y="25"/>
                </a:cubicBezTo>
                <a:cubicBezTo>
                  <a:pt x="104" y="20"/>
                  <a:pt x="106" y="17"/>
                  <a:pt x="108" y="15"/>
                </a:cubicBezTo>
                <a:cubicBezTo>
                  <a:pt x="110" y="12"/>
                  <a:pt x="112" y="10"/>
                  <a:pt x="114" y="7"/>
                </a:cubicBezTo>
                <a:cubicBezTo>
                  <a:pt x="116" y="4"/>
                  <a:pt x="119" y="2"/>
                  <a:pt x="123" y="1"/>
                </a:cubicBezTo>
                <a:cubicBezTo>
                  <a:pt x="127" y="0"/>
                  <a:pt x="131" y="0"/>
                  <a:pt x="135" y="0"/>
                </a:cubicBezTo>
                <a:cubicBezTo>
                  <a:pt x="142" y="0"/>
                  <a:pt x="148" y="3"/>
                  <a:pt x="151" y="7"/>
                </a:cubicBezTo>
                <a:cubicBezTo>
                  <a:pt x="154" y="11"/>
                  <a:pt x="155" y="15"/>
                  <a:pt x="155" y="19"/>
                </a:cubicBezTo>
                <a:cubicBezTo>
                  <a:pt x="155" y="22"/>
                  <a:pt x="153" y="32"/>
                  <a:pt x="149" y="49"/>
                </a:cubicBezTo>
                <a:cubicBezTo>
                  <a:pt x="146" y="66"/>
                  <a:pt x="141" y="83"/>
                  <a:pt x="137" y="100"/>
                </a:cubicBezTo>
                <a:lnTo>
                  <a:pt x="130" y="124"/>
                </a:lnTo>
                <a:cubicBezTo>
                  <a:pt x="130" y="125"/>
                  <a:pt x="141" y="125"/>
                  <a:pt x="162" y="125"/>
                </a:cubicBezTo>
                <a:lnTo>
                  <a:pt x="195" y="125"/>
                </a:lnTo>
                <a:cubicBezTo>
                  <a:pt x="198" y="128"/>
                  <a:pt x="199" y="131"/>
                  <a:pt x="199" y="132"/>
                </a:cubicBezTo>
                <a:cubicBezTo>
                  <a:pt x="199" y="142"/>
                  <a:pt x="196" y="149"/>
                  <a:pt x="191" y="155"/>
                </a:cubicBezTo>
                <a:lnTo>
                  <a:pt x="123" y="155"/>
                </a:lnTo>
                <a:lnTo>
                  <a:pt x="100" y="247"/>
                </a:lnTo>
                <a:cubicBezTo>
                  <a:pt x="83" y="315"/>
                  <a:pt x="75" y="352"/>
                  <a:pt x="75" y="357"/>
                </a:cubicBezTo>
                <a:cubicBezTo>
                  <a:pt x="75" y="375"/>
                  <a:pt x="80" y="384"/>
                  <a:pt x="92" y="384"/>
                </a:cubicBezTo>
                <a:cubicBezTo>
                  <a:pt x="107" y="384"/>
                  <a:pt x="121" y="376"/>
                  <a:pt x="135" y="362"/>
                </a:cubicBezTo>
                <a:cubicBezTo>
                  <a:pt x="149" y="348"/>
                  <a:pt x="161" y="330"/>
                  <a:pt x="169" y="308"/>
                </a:cubicBezTo>
                <a:cubicBezTo>
                  <a:pt x="170" y="306"/>
                  <a:pt x="171" y="304"/>
                  <a:pt x="172" y="304"/>
                </a:cubicBezTo>
                <a:cubicBezTo>
                  <a:pt x="174" y="304"/>
                  <a:pt x="177" y="303"/>
                  <a:pt x="182" y="303"/>
                </a:cubicBezTo>
                <a:lnTo>
                  <a:pt x="184" y="303"/>
                </a:lnTo>
                <a:cubicBezTo>
                  <a:pt x="191" y="303"/>
                  <a:pt x="194" y="304"/>
                  <a:pt x="194" y="308"/>
                </a:cubicBezTo>
                <a:cubicBezTo>
                  <a:pt x="194" y="309"/>
                  <a:pt x="193" y="312"/>
                  <a:pt x="192" y="315"/>
                </a:cubicBezTo>
                <a:cubicBezTo>
                  <a:pt x="190" y="322"/>
                  <a:pt x="186" y="330"/>
                  <a:pt x="181" y="340"/>
                </a:cubicBezTo>
                <a:cubicBezTo>
                  <a:pt x="175" y="349"/>
                  <a:pt x="168" y="359"/>
                  <a:pt x="159" y="370"/>
                </a:cubicBezTo>
                <a:cubicBezTo>
                  <a:pt x="150" y="380"/>
                  <a:pt x="139" y="389"/>
                  <a:pt x="126" y="396"/>
                </a:cubicBezTo>
                <a:cubicBezTo>
                  <a:pt x="114" y="404"/>
                  <a:pt x="101" y="407"/>
                  <a:pt x="87" y="407"/>
                </a:cubicBezTo>
                <a:cubicBezTo>
                  <a:pt x="75" y="407"/>
                  <a:pt x="62" y="404"/>
                  <a:pt x="50" y="398"/>
                </a:cubicBezTo>
                <a:cubicBezTo>
                  <a:pt x="39" y="391"/>
                  <a:pt x="30" y="380"/>
                  <a:pt x="25" y="365"/>
                </a:cubicBezTo>
                <a:cubicBezTo>
                  <a:pt x="24" y="361"/>
                  <a:pt x="24" y="355"/>
                  <a:pt x="24" y="347"/>
                </a:cubicBezTo>
                <a:lnTo>
                  <a:pt x="24" y="336"/>
                </a:lnTo>
                <a:lnTo>
                  <a:pt x="46" y="247"/>
                </a:lnTo>
                <a:cubicBezTo>
                  <a:pt x="61" y="187"/>
                  <a:pt x="69" y="156"/>
                  <a:pt x="69" y="156"/>
                </a:cubicBezTo>
                <a:cubicBezTo>
                  <a:pt x="69" y="155"/>
                  <a:pt x="58" y="155"/>
                  <a:pt x="37" y="155"/>
                </a:cubicBezTo>
                <a:lnTo>
                  <a:pt x="4" y="15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2162880" y="4172400"/>
            <a:ext cx="109080" cy="104040"/>
          </a:xfrm>
          <a:custGeom>
            <a:avLst/>
            <a:gdLst/>
            <a:ahLst/>
            <a:rect l="0" t="0" r="r" b="b"/>
            <a:pathLst>
              <a:path w="303" h="289">
                <a:moveTo>
                  <a:pt x="0" y="182"/>
                </a:moveTo>
                <a:cubicBezTo>
                  <a:pt x="0" y="139"/>
                  <a:pt x="16" y="98"/>
                  <a:pt x="48" y="60"/>
                </a:cubicBezTo>
                <a:cubicBezTo>
                  <a:pt x="81" y="20"/>
                  <a:pt x="117" y="0"/>
                  <a:pt x="158" y="0"/>
                </a:cubicBezTo>
                <a:cubicBezTo>
                  <a:pt x="180" y="0"/>
                  <a:pt x="199" y="10"/>
                  <a:pt x="216" y="31"/>
                </a:cubicBezTo>
                <a:cubicBezTo>
                  <a:pt x="223" y="18"/>
                  <a:pt x="233" y="12"/>
                  <a:pt x="245" y="12"/>
                </a:cubicBezTo>
                <a:cubicBezTo>
                  <a:pt x="251" y="12"/>
                  <a:pt x="256" y="14"/>
                  <a:pt x="260" y="17"/>
                </a:cubicBezTo>
                <a:cubicBezTo>
                  <a:pt x="264" y="21"/>
                  <a:pt x="266" y="25"/>
                  <a:pt x="266" y="30"/>
                </a:cubicBezTo>
                <a:cubicBezTo>
                  <a:pt x="266" y="36"/>
                  <a:pt x="258" y="70"/>
                  <a:pt x="243" y="133"/>
                </a:cubicBezTo>
                <a:cubicBezTo>
                  <a:pt x="227" y="196"/>
                  <a:pt x="219" y="231"/>
                  <a:pt x="219" y="239"/>
                </a:cubicBezTo>
                <a:cubicBezTo>
                  <a:pt x="219" y="250"/>
                  <a:pt x="220" y="257"/>
                  <a:pt x="223" y="260"/>
                </a:cubicBezTo>
                <a:cubicBezTo>
                  <a:pt x="226" y="263"/>
                  <a:pt x="230" y="265"/>
                  <a:pt x="236" y="266"/>
                </a:cubicBezTo>
                <a:cubicBezTo>
                  <a:pt x="240" y="265"/>
                  <a:pt x="244" y="263"/>
                  <a:pt x="249" y="260"/>
                </a:cubicBezTo>
                <a:cubicBezTo>
                  <a:pt x="258" y="251"/>
                  <a:pt x="267" y="231"/>
                  <a:pt x="275" y="199"/>
                </a:cubicBezTo>
                <a:cubicBezTo>
                  <a:pt x="278" y="190"/>
                  <a:pt x="280" y="186"/>
                  <a:pt x="282" y="185"/>
                </a:cubicBezTo>
                <a:cubicBezTo>
                  <a:pt x="283" y="185"/>
                  <a:pt x="285" y="185"/>
                  <a:pt x="288" y="185"/>
                </a:cubicBezTo>
                <a:lnTo>
                  <a:pt x="291" y="185"/>
                </a:lnTo>
                <a:cubicBezTo>
                  <a:pt x="299" y="185"/>
                  <a:pt x="303" y="187"/>
                  <a:pt x="303" y="190"/>
                </a:cubicBezTo>
                <a:cubicBezTo>
                  <a:pt x="303" y="193"/>
                  <a:pt x="302" y="199"/>
                  <a:pt x="300" y="208"/>
                </a:cubicBezTo>
                <a:cubicBezTo>
                  <a:pt x="297" y="217"/>
                  <a:pt x="293" y="228"/>
                  <a:pt x="287" y="242"/>
                </a:cubicBezTo>
                <a:cubicBezTo>
                  <a:pt x="280" y="256"/>
                  <a:pt x="274" y="267"/>
                  <a:pt x="266" y="274"/>
                </a:cubicBezTo>
                <a:cubicBezTo>
                  <a:pt x="261" y="280"/>
                  <a:pt x="254" y="284"/>
                  <a:pt x="246" y="287"/>
                </a:cubicBezTo>
                <a:cubicBezTo>
                  <a:pt x="243" y="288"/>
                  <a:pt x="237" y="289"/>
                  <a:pt x="231" y="289"/>
                </a:cubicBezTo>
                <a:cubicBezTo>
                  <a:pt x="216" y="289"/>
                  <a:pt x="204" y="286"/>
                  <a:pt x="194" y="279"/>
                </a:cubicBezTo>
                <a:cubicBezTo>
                  <a:pt x="184" y="273"/>
                  <a:pt x="178" y="266"/>
                  <a:pt x="175" y="259"/>
                </a:cubicBezTo>
                <a:lnTo>
                  <a:pt x="171" y="250"/>
                </a:lnTo>
                <a:cubicBezTo>
                  <a:pt x="171" y="249"/>
                  <a:pt x="170" y="250"/>
                  <a:pt x="169" y="250"/>
                </a:cubicBezTo>
                <a:cubicBezTo>
                  <a:pt x="168" y="251"/>
                  <a:pt x="167" y="252"/>
                  <a:pt x="166" y="253"/>
                </a:cubicBezTo>
                <a:cubicBezTo>
                  <a:pt x="140" y="277"/>
                  <a:pt x="115" y="289"/>
                  <a:pt x="89" y="289"/>
                </a:cubicBezTo>
                <a:cubicBezTo>
                  <a:pt x="65" y="289"/>
                  <a:pt x="45" y="280"/>
                  <a:pt x="27" y="263"/>
                </a:cubicBezTo>
                <a:cubicBezTo>
                  <a:pt x="9" y="246"/>
                  <a:pt x="0" y="219"/>
                  <a:pt x="0" y="182"/>
                </a:cubicBezTo>
                <a:moveTo>
                  <a:pt x="204" y="73"/>
                </a:moveTo>
                <a:cubicBezTo>
                  <a:pt x="204" y="70"/>
                  <a:pt x="203" y="66"/>
                  <a:pt x="201" y="59"/>
                </a:cubicBezTo>
                <a:cubicBezTo>
                  <a:pt x="199" y="52"/>
                  <a:pt x="194" y="45"/>
                  <a:pt x="186" y="37"/>
                </a:cubicBezTo>
                <a:cubicBezTo>
                  <a:pt x="178" y="28"/>
                  <a:pt x="169" y="23"/>
                  <a:pt x="156" y="23"/>
                </a:cubicBezTo>
                <a:cubicBezTo>
                  <a:pt x="141" y="23"/>
                  <a:pt x="126" y="29"/>
                  <a:pt x="113" y="44"/>
                </a:cubicBezTo>
                <a:cubicBezTo>
                  <a:pt x="99" y="57"/>
                  <a:pt x="89" y="74"/>
                  <a:pt x="81" y="95"/>
                </a:cubicBezTo>
                <a:cubicBezTo>
                  <a:pt x="69" y="129"/>
                  <a:pt x="60" y="164"/>
                  <a:pt x="55" y="200"/>
                </a:cubicBezTo>
                <a:cubicBezTo>
                  <a:pt x="55" y="201"/>
                  <a:pt x="55" y="204"/>
                  <a:pt x="55" y="207"/>
                </a:cubicBezTo>
                <a:cubicBezTo>
                  <a:pt x="55" y="210"/>
                  <a:pt x="55" y="213"/>
                  <a:pt x="54" y="215"/>
                </a:cubicBezTo>
                <a:cubicBezTo>
                  <a:pt x="54" y="234"/>
                  <a:pt x="58" y="247"/>
                  <a:pt x="66" y="254"/>
                </a:cubicBezTo>
                <a:cubicBezTo>
                  <a:pt x="73" y="261"/>
                  <a:pt x="82" y="265"/>
                  <a:pt x="93" y="266"/>
                </a:cubicBezTo>
                <a:cubicBezTo>
                  <a:pt x="109" y="266"/>
                  <a:pt x="125" y="259"/>
                  <a:pt x="141" y="245"/>
                </a:cubicBezTo>
                <a:cubicBezTo>
                  <a:pt x="157" y="231"/>
                  <a:pt x="167" y="220"/>
                  <a:pt x="170" y="212"/>
                </a:cubicBezTo>
                <a:cubicBezTo>
                  <a:pt x="171" y="210"/>
                  <a:pt x="177" y="188"/>
                  <a:pt x="187" y="144"/>
                </a:cubicBezTo>
                <a:cubicBezTo>
                  <a:pt x="198" y="100"/>
                  <a:pt x="203" y="76"/>
                  <a:pt x="204" y="7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2323800" y="398124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0" y="452"/>
                </a:moveTo>
                <a:cubicBezTo>
                  <a:pt x="0" y="411"/>
                  <a:pt x="3" y="371"/>
                  <a:pt x="9" y="334"/>
                </a:cubicBezTo>
                <a:cubicBezTo>
                  <a:pt x="15" y="297"/>
                  <a:pt x="22" y="265"/>
                  <a:pt x="29" y="238"/>
                </a:cubicBezTo>
                <a:cubicBezTo>
                  <a:pt x="37" y="209"/>
                  <a:pt x="48" y="183"/>
                  <a:pt x="63" y="157"/>
                </a:cubicBezTo>
                <a:cubicBezTo>
                  <a:pt x="77" y="131"/>
                  <a:pt x="89" y="111"/>
                  <a:pt x="97" y="97"/>
                </a:cubicBezTo>
                <a:cubicBezTo>
                  <a:pt x="106" y="82"/>
                  <a:pt x="119" y="67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5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3"/>
                  <a:pt x="216" y="8"/>
                </a:cubicBezTo>
                <a:cubicBezTo>
                  <a:pt x="216" y="10"/>
                  <a:pt x="211" y="16"/>
                  <a:pt x="201" y="27"/>
                </a:cubicBezTo>
                <a:cubicBezTo>
                  <a:pt x="191" y="38"/>
                  <a:pt x="178" y="54"/>
                  <a:pt x="164" y="75"/>
                </a:cubicBezTo>
                <a:cubicBezTo>
                  <a:pt x="149" y="96"/>
                  <a:pt x="135" y="122"/>
                  <a:pt x="120" y="153"/>
                </a:cubicBezTo>
                <a:cubicBezTo>
                  <a:pt x="105" y="183"/>
                  <a:pt x="91" y="226"/>
                  <a:pt x="81" y="278"/>
                </a:cubicBezTo>
                <a:cubicBezTo>
                  <a:pt x="71" y="330"/>
                  <a:pt x="65" y="389"/>
                  <a:pt x="65" y="452"/>
                </a:cubicBezTo>
                <a:cubicBezTo>
                  <a:pt x="65" y="516"/>
                  <a:pt x="71" y="574"/>
                  <a:pt x="81" y="626"/>
                </a:cubicBezTo>
                <a:cubicBezTo>
                  <a:pt x="91" y="677"/>
                  <a:pt x="104" y="719"/>
                  <a:pt x="119" y="751"/>
                </a:cubicBezTo>
                <a:cubicBezTo>
                  <a:pt x="133" y="783"/>
                  <a:pt x="148" y="809"/>
                  <a:pt x="163" y="829"/>
                </a:cubicBezTo>
                <a:cubicBezTo>
                  <a:pt x="178" y="849"/>
                  <a:pt x="191" y="864"/>
                  <a:pt x="201" y="876"/>
                </a:cubicBezTo>
                <a:cubicBezTo>
                  <a:pt x="211" y="889"/>
                  <a:pt x="216" y="895"/>
                  <a:pt x="216" y="895"/>
                </a:cubicBezTo>
                <a:cubicBezTo>
                  <a:pt x="216" y="901"/>
                  <a:pt x="212" y="904"/>
                  <a:pt x="203" y="904"/>
                </a:cubicBezTo>
                <a:lnTo>
                  <a:pt x="200" y="904"/>
                </a:lnTo>
                <a:lnTo>
                  <a:pt x="188" y="904"/>
                </a:lnTo>
                <a:lnTo>
                  <a:pt x="163" y="882"/>
                </a:lnTo>
                <a:cubicBezTo>
                  <a:pt x="106" y="831"/>
                  <a:pt x="64" y="767"/>
                  <a:pt x="38" y="691"/>
                </a:cubicBezTo>
                <a:cubicBezTo>
                  <a:pt x="13" y="614"/>
                  <a:pt x="0" y="535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2426400" y="408060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7" y="402"/>
                </a:moveTo>
                <a:cubicBezTo>
                  <a:pt x="178" y="400"/>
                  <a:pt x="146" y="399"/>
                  <a:pt x="90" y="399"/>
                </a:cubicBezTo>
                <a:cubicBezTo>
                  <a:pt x="41" y="399"/>
                  <a:pt x="13" y="400"/>
                  <a:pt x="6" y="402"/>
                </a:cubicBezTo>
                <a:lnTo>
                  <a:pt x="0" y="402"/>
                </a:lnTo>
                <a:lnTo>
                  <a:pt x="0" y="346"/>
                </a:lnTo>
                <a:lnTo>
                  <a:pt x="86" y="346"/>
                </a:lnTo>
                <a:lnTo>
                  <a:pt x="203" y="210"/>
                </a:lnTo>
                <a:lnTo>
                  <a:pt x="79" y="56"/>
                </a:lnTo>
                <a:lnTo>
                  <a:pt x="4" y="56"/>
                </a:lnTo>
                <a:lnTo>
                  <a:pt x="4" y="0"/>
                </a:lnTo>
                <a:lnTo>
                  <a:pt x="11" y="0"/>
                </a:lnTo>
                <a:cubicBezTo>
                  <a:pt x="21" y="2"/>
                  <a:pt x="53" y="3"/>
                  <a:pt x="110" y="3"/>
                </a:cubicBezTo>
                <a:cubicBezTo>
                  <a:pt x="173" y="3"/>
                  <a:pt x="210" y="2"/>
                  <a:pt x="221" y="0"/>
                </a:cubicBezTo>
                <a:lnTo>
                  <a:pt x="229" y="0"/>
                </a:lnTo>
                <a:lnTo>
                  <a:pt x="229" y="56"/>
                </a:lnTo>
                <a:lnTo>
                  <a:pt x="204" y="56"/>
                </a:lnTo>
                <a:lnTo>
                  <a:pt x="235" y="96"/>
                </a:lnTo>
                <a:cubicBezTo>
                  <a:pt x="256" y="121"/>
                  <a:pt x="266" y="134"/>
                  <a:pt x="267" y="134"/>
                </a:cubicBezTo>
                <a:cubicBezTo>
                  <a:pt x="269" y="134"/>
                  <a:pt x="281" y="121"/>
                  <a:pt x="301" y="94"/>
                </a:cubicBezTo>
                <a:lnTo>
                  <a:pt x="333" y="56"/>
                </a:lnTo>
                <a:lnTo>
                  <a:pt x="299" y="56"/>
                </a:lnTo>
                <a:lnTo>
                  <a:pt x="299" y="0"/>
                </a:lnTo>
                <a:lnTo>
                  <a:pt x="307" y="0"/>
                </a:lnTo>
                <a:cubicBezTo>
                  <a:pt x="316" y="2"/>
                  <a:pt x="348" y="3"/>
                  <a:pt x="402" y="3"/>
                </a:cubicBezTo>
                <a:cubicBezTo>
                  <a:pt x="451" y="3"/>
                  <a:pt x="479" y="2"/>
                  <a:pt x="486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2" y="180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3" y="402"/>
                </a:lnTo>
                <a:cubicBezTo>
                  <a:pt x="494" y="400"/>
                  <a:pt x="462" y="399"/>
                  <a:pt x="405" y="399"/>
                </a:cubicBezTo>
                <a:cubicBezTo>
                  <a:pt x="342" y="399"/>
                  <a:pt x="306" y="400"/>
                  <a:pt x="295" y="402"/>
                </a:cubicBezTo>
                <a:lnTo>
                  <a:pt x="287" y="402"/>
                </a:lnTo>
                <a:lnTo>
                  <a:pt x="287" y="346"/>
                </a:lnTo>
                <a:lnTo>
                  <a:pt x="312" y="346"/>
                </a:lnTo>
                <a:cubicBezTo>
                  <a:pt x="312" y="345"/>
                  <a:pt x="300" y="330"/>
                  <a:pt x="276" y="301"/>
                </a:cubicBezTo>
                <a:cubicBezTo>
                  <a:pt x="252" y="271"/>
                  <a:pt x="240" y="256"/>
                  <a:pt x="239" y="255"/>
                </a:cubicBezTo>
                <a:lnTo>
                  <a:pt x="160" y="345"/>
                </a:lnTo>
                <a:lnTo>
                  <a:pt x="178" y="346"/>
                </a:lnTo>
                <a:lnTo>
                  <a:pt x="194" y="346"/>
                </a:lnTo>
                <a:lnTo>
                  <a:pt x="194" y="402"/>
                </a:lnTo>
                <a:lnTo>
                  <a:pt x="187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2634480" y="398124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1" y="73"/>
                  <a:pt x="152" y="137"/>
                  <a:pt x="178" y="213"/>
                </a:cubicBezTo>
                <a:cubicBezTo>
                  <a:pt x="204" y="290"/>
                  <a:pt x="217" y="370"/>
                  <a:pt x="217" y="452"/>
                </a:cubicBezTo>
                <a:cubicBezTo>
                  <a:pt x="217" y="493"/>
                  <a:pt x="214" y="533"/>
                  <a:pt x="208" y="571"/>
                </a:cubicBezTo>
                <a:cubicBezTo>
                  <a:pt x="202" y="608"/>
                  <a:pt x="195" y="641"/>
                  <a:pt x="187" y="667"/>
                </a:cubicBezTo>
                <a:cubicBezTo>
                  <a:pt x="179" y="694"/>
                  <a:pt x="168" y="720"/>
                  <a:pt x="154" y="747"/>
                </a:cubicBezTo>
                <a:cubicBezTo>
                  <a:pt x="139" y="773"/>
                  <a:pt x="128" y="793"/>
                  <a:pt x="119" y="807"/>
                </a:cubicBezTo>
                <a:cubicBezTo>
                  <a:pt x="111" y="821"/>
                  <a:pt x="98" y="836"/>
                  <a:pt x="81" y="853"/>
                </a:cubicBezTo>
                <a:cubicBezTo>
                  <a:pt x="65" y="870"/>
                  <a:pt x="56" y="880"/>
                  <a:pt x="53" y="883"/>
                </a:cubicBezTo>
                <a:cubicBezTo>
                  <a:pt x="50" y="886"/>
                  <a:pt x="43" y="892"/>
                  <a:pt x="32" y="900"/>
                </a:cubicBezTo>
                <a:cubicBezTo>
                  <a:pt x="30" y="902"/>
                  <a:pt x="29" y="903"/>
                  <a:pt x="28" y="904"/>
                </a:cubicBezTo>
                <a:lnTo>
                  <a:pt x="17" y="904"/>
                </a:lnTo>
                <a:cubicBezTo>
                  <a:pt x="13" y="904"/>
                  <a:pt x="9" y="904"/>
                  <a:pt x="7" y="904"/>
                </a:cubicBezTo>
                <a:cubicBezTo>
                  <a:pt x="6" y="904"/>
                  <a:pt x="4" y="903"/>
                  <a:pt x="3" y="901"/>
                </a:cubicBezTo>
                <a:cubicBezTo>
                  <a:pt x="2" y="899"/>
                  <a:pt x="1" y="896"/>
                  <a:pt x="0" y="893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4" y="784"/>
                  <a:pt x="151" y="641"/>
                  <a:pt x="151" y="452"/>
                </a:cubicBezTo>
                <a:cubicBezTo>
                  <a:pt x="151" y="263"/>
                  <a:pt x="104" y="120"/>
                  <a:pt x="10" y="23"/>
                </a:cubicBezTo>
                <a:cubicBezTo>
                  <a:pt x="4" y="15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747720" y="3933720"/>
            <a:ext cx="966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この際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762840" y="457200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30" y="49"/>
                </a:moveTo>
                <a:cubicBezTo>
                  <a:pt x="230" y="45"/>
                  <a:pt x="213" y="42"/>
                  <a:pt x="178" y="41"/>
                </a:cubicBezTo>
                <a:cubicBezTo>
                  <a:pt x="164" y="41"/>
                  <a:pt x="155" y="41"/>
                  <a:pt x="151" y="40"/>
                </a:cubicBezTo>
                <a:cubicBezTo>
                  <a:pt x="147" y="40"/>
                  <a:pt x="145" y="37"/>
                  <a:pt x="145" y="32"/>
                </a:cubicBezTo>
                <a:cubicBezTo>
                  <a:pt x="145" y="27"/>
                  <a:pt x="146" y="21"/>
                  <a:pt x="148" y="14"/>
                </a:cubicBezTo>
                <a:cubicBezTo>
                  <a:pt x="151" y="7"/>
                  <a:pt x="153" y="2"/>
                  <a:pt x="155" y="0"/>
                </a:cubicBezTo>
                <a:cubicBezTo>
                  <a:pt x="156" y="0"/>
                  <a:pt x="216" y="0"/>
                  <a:pt x="335" y="0"/>
                </a:cubicBezTo>
                <a:cubicBezTo>
                  <a:pt x="436" y="0"/>
                  <a:pt x="492" y="0"/>
                  <a:pt x="504" y="0"/>
                </a:cubicBezTo>
                <a:cubicBezTo>
                  <a:pt x="516" y="0"/>
                  <a:pt x="528" y="2"/>
                  <a:pt x="540" y="6"/>
                </a:cubicBezTo>
                <a:cubicBezTo>
                  <a:pt x="583" y="16"/>
                  <a:pt x="620" y="40"/>
                  <a:pt x="650" y="77"/>
                </a:cubicBezTo>
                <a:cubicBezTo>
                  <a:pt x="680" y="114"/>
                  <a:pt x="696" y="164"/>
                  <a:pt x="696" y="227"/>
                </a:cubicBezTo>
                <a:cubicBezTo>
                  <a:pt x="696" y="321"/>
                  <a:pt x="664" y="405"/>
                  <a:pt x="600" y="480"/>
                </a:cubicBezTo>
                <a:cubicBezTo>
                  <a:pt x="535" y="555"/>
                  <a:pt x="460" y="600"/>
                  <a:pt x="372" y="614"/>
                </a:cubicBezTo>
                <a:lnTo>
                  <a:pt x="360" y="616"/>
                </a:lnTo>
                <a:lnTo>
                  <a:pt x="184" y="617"/>
                </a:lnTo>
                <a:lnTo>
                  <a:pt x="83" y="617"/>
                </a:lnTo>
                <a:lnTo>
                  <a:pt x="36" y="617"/>
                </a:lnTo>
                <a:cubicBezTo>
                  <a:pt x="21" y="617"/>
                  <a:pt x="12" y="616"/>
                  <a:pt x="8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1"/>
                  <a:pt x="3" y="594"/>
                </a:cubicBezTo>
                <a:cubicBezTo>
                  <a:pt x="6" y="585"/>
                  <a:pt x="8" y="579"/>
                  <a:pt x="10" y="578"/>
                </a:cubicBezTo>
                <a:cubicBezTo>
                  <a:pt x="13" y="577"/>
                  <a:pt x="20" y="576"/>
                  <a:pt x="31" y="575"/>
                </a:cubicBezTo>
                <a:cubicBezTo>
                  <a:pt x="47" y="575"/>
                  <a:pt x="65" y="574"/>
                  <a:pt x="85" y="573"/>
                </a:cubicBezTo>
                <a:cubicBezTo>
                  <a:pt x="94" y="571"/>
                  <a:pt x="99" y="567"/>
                  <a:pt x="102" y="562"/>
                </a:cubicBezTo>
                <a:cubicBezTo>
                  <a:pt x="104" y="559"/>
                  <a:pt x="126" y="475"/>
                  <a:pt x="167" y="310"/>
                </a:cubicBezTo>
                <a:cubicBezTo>
                  <a:pt x="209" y="145"/>
                  <a:pt x="230" y="58"/>
                  <a:pt x="230" y="49"/>
                </a:cubicBezTo>
                <a:moveTo>
                  <a:pt x="606" y="193"/>
                </a:moveTo>
                <a:cubicBezTo>
                  <a:pt x="606" y="170"/>
                  <a:pt x="603" y="149"/>
                  <a:pt x="596" y="131"/>
                </a:cubicBezTo>
                <a:cubicBezTo>
                  <a:pt x="589" y="113"/>
                  <a:pt x="582" y="99"/>
                  <a:pt x="573" y="89"/>
                </a:cubicBezTo>
                <a:cubicBezTo>
                  <a:pt x="564" y="79"/>
                  <a:pt x="552" y="70"/>
                  <a:pt x="539" y="63"/>
                </a:cubicBezTo>
                <a:cubicBezTo>
                  <a:pt x="526" y="56"/>
                  <a:pt x="514" y="51"/>
                  <a:pt x="504" y="48"/>
                </a:cubicBezTo>
                <a:cubicBezTo>
                  <a:pt x="494" y="46"/>
                  <a:pt x="483" y="44"/>
                  <a:pt x="472" y="42"/>
                </a:cubicBezTo>
                <a:cubicBezTo>
                  <a:pt x="471" y="42"/>
                  <a:pt x="467" y="42"/>
                  <a:pt x="460" y="42"/>
                </a:cubicBezTo>
                <a:cubicBezTo>
                  <a:pt x="453" y="42"/>
                  <a:pt x="444" y="42"/>
                  <a:pt x="434" y="42"/>
                </a:cubicBezTo>
                <a:cubicBezTo>
                  <a:pt x="423" y="42"/>
                  <a:pt x="413" y="42"/>
                  <a:pt x="404" y="41"/>
                </a:cubicBezTo>
                <a:lnTo>
                  <a:pt x="365" y="41"/>
                </a:lnTo>
                <a:cubicBezTo>
                  <a:pt x="339" y="41"/>
                  <a:pt x="324" y="44"/>
                  <a:pt x="320" y="50"/>
                </a:cubicBezTo>
                <a:cubicBezTo>
                  <a:pt x="319" y="53"/>
                  <a:pt x="296" y="139"/>
                  <a:pt x="253" y="310"/>
                </a:cubicBezTo>
                <a:cubicBezTo>
                  <a:pt x="210" y="481"/>
                  <a:pt x="189" y="568"/>
                  <a:pt x="189" y="570"/>
                </a:cubicBezTo>
                <a:cubicBezTo>
                  <a:pt x="189" y="572"/>
                  <a:pt x="192" y="573"/>
                  <a:pt x="199" y="573"/>
                </a:cubicBezTo>
                <a:cubicBezTo>
                  <a:pt x="206" y="573"/>
                  <a:pt x="229" y="574"/>
                  <a:pt x="268" y="574"/>
                </a:cubicBezTo>
                <a:cubicBezTo>
                  <a:pt x="271" y="574"/>
                  <a:pt x="277" y="574"/>
                  <a:pt x="286" y="574"/>
                </a:cubicBezTo>
                <a:cubicBezTo>
                  <a:pt x="294" y="574"/>
                  <a:pt x="301" y="575"/>
                  <a:pt x="307" y="575"/>
                </a:cubicBezTo>
                <a:cubicBezTo>
                  <a:pt x="384" y="575"/>
                  <a:pt x="447" y="551"/>
                  <a:pt x="496" y="500"/>
                </a:cubicBezTo>
                <a:cubicBezTo>
                  <a:pt x="518" y="479"/>
                  <a:pt x="535" y="453"/>
                  <a:pt x="549" y="425"/>
                </a:cubicBezTo>
                <a:cubicBezTo>
                  <a:pt x="563" y="396"/>
                  <a:pt x="576" y="357"/>
                  <a:pt x="588" y="310"/>
                </a:cubicBezTo>
                <a:cubicBezTo>
                  <a:pt x="600" y="262"/>
                  <a:pt x="606" y="223"/>
                  <a:pt x="606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741760" y="3933720"/>
            <a:ext cx="234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の形は関知しない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759240" y="5057640"/>
            <a:ext cx="183600" cy="144360"/>
          </a:xfrm>
          <a:custGeom>
            <a:avLst/>
            <a:gdLst/>
            <a:ahLst/>
            <a:rect l="0" t="0" r="r" b="b"/>
            <a:pathLst>
              <a:path w="510" h="401">
                <a:moveTo>
                  <a:pt x="187" y="401"/>
                </a:moveTo>
                <a:cubicBezTo>
                  <a:pt x="177" y="400"/>
                  <a:pt x="145" y="399"/>
                  <a:pt x="90" y="399"/>
                </a:cubicBezTo>
                <a:cubicBezTo>
                  <a:pt x="41" y="399"/>
                  <a:pt x="13" y="400"/>
                  <a:pt x="6" y="401"/>
                </a:cubicBezTo>
                <a:lnTo>
                  <a:pt x="0" y="401"/>
                </a:lnTo>
                <a:lnTo>
                  <a:pt x="0" y="346"/>
                </a:lnTo>
                <a:lnTo>
                  <a:pt x="86" y="346"/>
                </a:lnTo>
                <a:lnTo>
                  <a:pt x="203" y="209"/>
                </a:lnTo>
                <a:lnTo>
                  <a:pt x="79" y="56"/>
                </a:lnTo>
                <a:lnTo>
                  <a:pt x="4" y="56"/>
                </a:lnTo>
                <a:lnTo>
                  <a:pt x="4" y="0"/>
                </a:lnTo>
                <a:lnTo>
                  <a:pt x="11" y="0"/>
                </a:lnTo>
                <a:cubicBezTo>
                  <a:pt x="20" y="2"/>
                  <a:pt x="53" y="3"/>
                  <a:pt x="110" y="3"/>
                </a:cubicBezTo>
                <a:cubicBezTo>
                  <a:pt x="172" y="3"/>
                  <a:pt x="210" y="2"/>
                  <a:pt x="221" y="0"/>
                </a:cubicBezTo>
                <a:lnTo>
                  <a:pt x="229" y="0"/>
                </a:lnTo>
                <a:lnTo>
                  <a:pt x="229" y="56"/>
                </a:lnTo>
                <a:lnTo>
                  <a:pt x="204" y="56"/>
                </a:lnTo>
                <a:lnTo>
                  <a:pt x="235" y="95"/>
                </a:lnTo>
                <a:cubicBezTo>
                  <a:pt x="256" y="120"/>
                  <a:pt x="266" y="133"/>
                  <a:pt x="267" y="133"/>
                </a:cubicBezTo>
                <a:cubicBezTo>
                  <a:pt x="269" y="133"/>
                  <a:pt x="281" y="119"/>
                  <a:pt x="301" y="93"/>
                </a:cubicBezTo>
                <a:lnTo>
                  <a:pt x="333" y="56"/>
                </a:lnTo>
                <a:lnTo>
                  <a:pt x="299" y="56"/>
                </a:lnTo>
                <a:lnTo>
                  <a:pt x="299" y="0"/>
                </a:lnTo>
                <a:lnTo>
                  <a:pt x="307" y="0"/>
                </a:lnTo>
                <a:cubicBezTo>
                  <a:pt x="316" y="2"/>
                  <a:pt x="347" y="3"/>
                  <a:pt x="402" y="3"/>
                </a:cubicBezTo>
                <a:cubicBezTo>
                  <a:pt x="451" y="3"/>
                  <a:pt x="479" y="2"/>
                  <a:pt x="486" y="0"/>
                </a:cubicBezTo>
                <a:lnTo>
                  <a:pt x="492" y="0"/>
                </a:lnTo>
                <a:lnTo>
                  <a:pt x="492" y="56"/>
                </a:lnTo>
                <a:lnTo>
                  <a:pt x="407" y="56"/>
                </a:lnTo>
                <a:lnTo>
                  <a:pt x="302" y="180"/>
                </a:lnTo>
                <a:lnTo>
                  <a:pt x="436" y="345"/>
                </a:lnTo>
                <a:lnTo>
                  <a:pt x="473" y="346"/>
                </a:lnTo>
                <a:lnTo>
                  <a:pt x="510" y="346"/>
                </a:lnTo>
                <a:lnTo>
                  <a:pt x="510" y="401"/>
                </a:lnTo>
                <a:lnTo>
                  <a:pt x="503" y="401"/>
                </a:lnTo>
                <a:cubicBezTo>
                  <a:pt x="494" y="400"/>
                  <a:pt x="461" y="399"/>
                  <a:pt x="405" y="399"/>
                </a:cubicBezTo>
                <a:cubicBezTo>
                  <a:pt x="342" y="399"/>
                  <a:pt x="306" y="400"/>
                  <a:pt x="295" y="401"/>
                </a:cubicBezTo>
                <a:lnTo>
                  <a:pt x="287" y="401"/>
                </a:lnTo>
                <a:lnTo>
                  <a:pt x="287" y="346"/>
                </a:lnTo>
                <a:lnTo>
                  <a:pt x="312" y="346"/>
                </a:lnTo>
                <a:cubicBezTo>
                  <a:pt x="312" y="345"/>
                  <a:pt x="300" y="330"/>
                  <a:pt x="276" y="300"/>
                </a:cubicBezTo>
                <a:cubicBezTo>
                  <a:pt x="252" y="271"/>
                  <a:pt x="240" y="256"/>
                  <a:pt x="239" y="254"/>
                </a:cubicBezTo>
                <a:lnTo>
                  <a:pt x="159" y="345"/>
                </a:lnTo>
                <a:lnTo>
                  <a:pt x="177" y="346"/>
                </a:lnTo>
                <a:lnTo>
                  <a:pt x="194" y="346"/>
                </a:lnTo>
                <a:lnTo>
                  <a:pt x="194" y="401"/>
                </a:lnTo>
                <a:lnTo>
                  <a:pt x="187" y="4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016640" y="4495680"/>
            <a:ext cx="283320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(</a:t>
            </a:r>
            <a:r>
              <a:rPr b="1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d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iscreminate) 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の目標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3578040" y="5062320"/>
            <a:ext cx="174600" cy="207000"/>
          </a:xfrm>
          <a:custGeom>
            <a:avLst/>
            <a:gdLst/>
            <a:ahLst/>
            <a:rect l="0" t="0" r="r" b="b"/>
            <a:pathLst>
              <a:path w="485" h="575">
                <a:moveTo>
                  <a:pt x="56" y="141"/>
                </a:moveTo>
                <a:cubicBezTo>
                  <a:pt x="57" y="139"/>
                  <a:pt x="57" y="137"/>
                  <a:pt x="58" y="134"/>
                </a:cubicBezTo>
                <a:cubicBezTo>
                  <a:pt x="59" y="131"/>
                  <a:pt x="60" y="124"/>
                  <a:pt x="62" y="114"/>
                </a:cubicBezTo>
                <a:cubicBezTo>
                  <a:pt x="65" y="104"/>
                  <a:pt x="68" y="95"/>
                  <a:pt x="71" y="86"/>
                </a:cubicBezTo>
                <a:cubicBezTo>
                  <a:pt x="75" y="78"/>
                  <a:pt x="80" y="68"/>
                  <a:pt x="85" y="56"/>
                </a:cubicBezTo>
                <a:cubicBezTo>
                  <a:pt x="90" y="45"/>
                  <a:pt x="96" y="36"/>
                  <a:pt x="103" y="29"/>
                </a:cubicBezTo>
                <a:cubicBezTo>
                  <a:pt x="110" y="23"/>
                  <a:pt x="118" y="16"/>
                  <a:pt x="127" y="9"/>
                </a:cubicBezTo>
                <a:cubicBezTo>
                  <a:pt x="136" y="3"/>
                  <a:pt x="145" y="-1"/>
                  <a:pt x="156" y="0"/>
                </a:cubicBezTo>
                <a:cubicBezTo>
                  <a:pt x="201" y="0"/>
                  <a:pt x="230" y="21"/>
                  <a:pt x="243" y="59"/>
                </a:cubicBezTo>
                <a:lnTo>
                  <a:pt x="252" y="51"/>
                </a:lnTo>
                <a:cubicBezTo>
                  <a:pt x="289" y="18"/>
                  <a:pt x="325" y="0"/>
                  <a:pt x="358" y="0"/>
                </a:cubicBezTo>
                <a:cubicBezTo>
                  <a:pt x="398" y="0"/>
                  <a:pt x="428" y="15"/>
                  <a:pt x="452" y="44"/>
                </a:cubicBezTo>
                <a:cubicBezTo>
                  <a:pt x="474" y="72"/>
                  <a:pt x="485" y="106"/>
                  <a:pt x="485" y="147"/>
                </a:cubicBezTo>
                <a:cubicBezTo>
                  <a:pt x="485" y="212"/>
                  <a:pt x="462" y="271"/>
                  <a:pt x="415" y="326"/>
                </a:cubicBezTo>
                <a:cubicBezTo>
                  <a:pt x="370" y="381"/>
                  <a:pt x="318" y="409"/>
                  <a:pt x="260" y="409"/>
                </a:cubicBezTo>
                <a:cubicBezTo>
                  <a:pt x="247" y="409"/>
                  <a:pt x="235" y="407"/>
                  <a:pt x="225" y="404"/>
                </a:cubicBezTo>
                <a:cubicBezTo>
                  <a:pt x="218" y="401"/>
                  <a:pt x="211" y="396"/>
                  <a:pt x="204" y="390"/>
                </a:cubicBezTo>
                <a:cubicBezTo>
                  <a:pt x="197" y="384"/>
                  <a:pt x="191" y="379"/>
                  <a:pt x="187" y="375"/>
                </a:cubicBezTo>
                <a:lnTo>
                  <a:pt x="181" y="368"/>
                </a:lnTo>
                <a:cubicBezTo>
                  <a:pt x="180" y="368"/>
                  <a:pt x="173" y="394"/>
                  <a:pt x="161" y="446"/>
                </a:cubicBezTo>
                <a:cubicBezTo>
                  <a:pt x="148" y="498"/>
                  <a:pt x="142" y="524"/>
                  <a:pt x="142" y="525"/>
                </a:cubicBezTo>
                <a:cubicBezTo>
                  <a:pt x="142" y="528"/>
                  <a:pt x="144" y="530"/>
                  <a:pt x="149" y="531"/>
                </a:cubicBezTo>
                <a:cubicBezTo>
                  <a:pt x="154" y="532"/>
                  <a:pt x="165" y="533"/>
                  <a:pt x="182" y="534"/>
                </a:cubicBezTo>
                <a:lnTo>
                  <a:pt x="205" y="534"/>
                </a:lnTo>
                <a:cubicBezTo>
                  <a:pt x="209" y="538"/>
                  <a:pt x="210" y="541"/>
                  <a:pt x="210" y="542"/>
                </a:cubicBezTo>
                <a:cubicBezTo>
                  <a:pt x="210" y="543"/>
                  <a:pt x="210" y="548"/>
                  <a:pt x="208" y="558"/>
                </a:cubicBezTo>
                <a:cubicBezTo>
                  <a:pt x="206" y="565"/>
                  <a:pt x="204" y="570"/>
                  <a:pt x="202" y="572"/>
                </a:cubicBezTo>
                <a:cubicBezTo>
                  <a:pt x="201" y="573"/>
                  <a:pt x="197" y="575"/>
                  <a:pt x="191" y="575"/>
                </a:cubicBezTo>
                <a:cubicBezTo>
                  <a:pt x="189" y="575"/>
                  <a:pt x="186" y="575"/>
                  <a:pt x="181" y="575"/>
                </a:cubicBezTo>
                <a:cubicBezTo>
                  <a:pt x="175" y="575"/>
                  <a:pt x="165" y="575"/>
                  <a:pt x="150" y="574"/>
                </a:cubicBezTo>
                <a:cubicBezTo>
                  <a:pt x="135" y="574"/>
                  <a:pt x="116" y="573"/>
                  <a:pt x="94" y="573"/>
                </a:cubicBezTo>
                <a:cubicBezTo>
                  <a:pt x="52" y="573"/>
                  <a:pt x="25" y="574"/>
                  <a:pt x="14" y="575"/>
                </a:cubicBezTo>
                <a:lnTo>
                  <a:pt x="7" y="575"/>
                </a:lnTo>
                <a:cubicBezTo>
                  <a:pt x="2" y="571"/>
                  <a:pt x="0" y="568"/>
                  <a:pt x="0" y="565"/>
                </a:cubicBezTo>
                <a:cubicBezTo>
                  <a:pt x="1" y="549"/>
                  <a:pt x="5" y="539"/>
                  <a:pt x="12" y="534"/>
                </a:cubicBezTo>
                <a:lnTo>
                  <a:pt x="30" y="534"/>
                </a:lnTo>
                <a:cubicBezTo>
                  <a:pt x="50" y="533"/>
                  <a:pt x="62" y="530"/>
                  <a:pt x="65" y="523"/>
                </a:cubicBezTo>
                <a:cubicBezTo>
                  <a:pt x="67" y="519"/>
                  <a:pt x="85" y="447"/>
                  <a:pt x="120" y="307"/>
                </a:cubicBezTo>
                <a:cubicBezTo>
                  <a:pt x="155" y="167"/>
                  <a:pt x="173" y="93"/>
                  <a:pt x="175" y="84"/>
                </a:cubicBezTo>
                <a:cubicBezTo>
                  <a:pt x="176" y="81"/>
                  <a:pt x="176" y="77"/>
                  <a:pt x="176" y="72"/>
                </a:cubicBezTo>
                <a:cubicBezTo>
                  <a:pt x="176" y="47"/>
                  <a:pt x="169" y="35"/>
                  <a:pt x="154" y="35"/>
                </a:cubicBezTo>
                <a:cubicBezTo>
                  <a:pt x="140" y="35"/>
                  <a:pt x="129" y="43"/>
                  <a:pt x="120" y="60"/>
                </a:cubicBezTo>
                <a:cubicBezTo>
                  <a:pt x="111" y="77"/>
                  <a:pt x="104" y="95"/>
                  <a:pt x="99" y="115"/>
                </a:cubicBezTo>
                <a:cubicBezTo>
                  <a:pt x="95" y="135"/>
                  <a:pt x="91" y="146"/>
                  <a:pt x="89" y="147"/>
                </a:cubicBezTo>
                <a:cubicBezTo>
                  <a:pt x="87" y="149"/>
                  <a:pt x="83" y="149"/>
                  <a:pt x="74" y="149"/>
                </a:cubicBezTo>
                <a:lnTo>
                  <a:pt x="62" y="149"/>
                </a:lnTo>
                <a:cubicBezTo>
                  <a:pt x="58" y="146"/>
                  <a:pt x="56" y="143"/>
                  <a:pt x="56" y="141"/>
                </a:cubicBezTo>
                <a:moveTo>
                  <a:pt x="196" y="308"/>
                </a:moveTo>
                <a:cubicBezTo>
                  <a:pt x="209" y="354"/>
                  <a:pt x="232" y="377"/>
                  <a:pt x="263" y="377"/>
                </a:cubicBezTo>
                <a:cubicBezTo>
                  <a:pt x="281" y="377"/>
                  <a:pt x="298" y="370"/>
                  <a:pt x="315" y="356"/>
                </a:cubicBezTo>
                <a:cubicBezTo>
                  <a:pt x="332" y="342"/>
                  <a:pt x="346" y="325"/>
                  <a:pt x="357" y="304"/>
                </a:cubicBezTo>
                <a:cubicBezTo>
                  <a:pt x="368" y="283"/>
                  <a:pt x="378" y="251"/>
                  <a:pt x="389" y="206"/>
                </a:cubicBezTo>
                <a:cubicBezTo>
                  <a:pt x="400" y="162"/>
                  <a:pt x="406" y="129"/>
                  <a:pt x="406" y="107"/>
                </a:cubicBezTo>
                <a:lnTo>
                  <a:pt x="406" y="101"/>
                </a:lnTo>
                <a:cubicBezTo>
                  <a:pt x="406" y="57"/>
                  <a:pt x="388" y="35"/>
                  <a:pt x="351" y="35"/>
                </a:cubicBezTo>
                <a:cubicBezTo>
                  <a:pt x="345" y="35"/>
                  <a:pt x="338" y="36"/>
                  <a:pt x="331" y="37"/>
                </a:cubicBezTo>
                <a:cubicBezTo>
                  <a:pt x="325" y="39"/>
                  <a:pt x="318" y="42"/>
                  <a:pt x="312" y="45"/>
                </a:cubicBezTo>
                <a:cubicBezTo>
                  <a:pt x="305" y="49"/>
                  <a:pt x="299" y="53"/>
                  <a:pt x="294" y="57"/>
                </a:cubicBezTo>
                <a:cubicBezTo>
                  <a:pt x="288" y="61"/>
                  <a:pt x="283" y="66"/>
                  <a:pt x="278" y="71"/>
                </a:cubicBezTo>
                <a:cubicBezTo>
                  <a:pt x="273" y="76"/>
                  <a:pt x="269" y="80"/>
                  <a:pt x="265" y="84"/>
                </a:cubicBezTo>
                <a:cubicBezTo>
                  <a:pt x="260" y="88"/>
                  <a:pt x="257" y="93"/>
                  <a:pt x="255" y="97"/>
                </a:cubicBezTo>
                <a:cubicBezTo>
                  <a:pt x="252" y="101"/>
                  <a:pt x="250" y="104"/>
                  <a:pt x="247" y="106"/>
                </a:cubicBezTo>
                <a:lnTo>
                  <a:pt x="245" y="110"/>
                </a:lnTo>
                <a:cubicBezTo>
                  <a:pt x="245" y="110"/>
                  <a:pt x="244" y="114"/>
                  <a:pt x="242" y="122"/>
                </a:cubicBezTo>
                <a:cubicBezTo>
                  <a:pt x="240" y="130"/>
                  <a:pt x="237" y="143"/>
                  <a:pt x="232" y="162"/>
                </a:cubicBezTo>
                <a:cubicBezTo>
                  <a:pt x="227" y="181"/>
                  <a:pt x="223" y="196"/>
                  <a:pt x="219" y="209"/>
                </a:cubicBezTo>
                <a:cubicBezTo>
                  <a:pt x="204" y="273"/>
                  <a:pt x="196" y="306"/>
                  <a:pt x="196" y="30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3784680" y="496224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3"/>
                </a:moveTo>
                <a:cubicBezTo>
                  <a:pt x="0" y="411"/>
                  <a:pt x="3" y="372"/>
                  <a:pt x="9" y="334"/>
                </a:cubicBezTo>
                <a:cubicBezTo>
                  <a:pt x="15" y="297"/>
                  <a:pt x="22" y="265"/>
                  <a:pt x="30" y="238"/>
                </a:cubicBezTo>
                <a:cubicBezTo>
                  <a:pt x="38" y="211"/>
                  <a:pt x="49" y="183"/>
                  <a:pt x="63" y="157"/>
                </a:cubicBezTo>
                <a:cubicBezTo>
                  <a:pt x="78" y="131"/>
                  <a:pt x="89" y="111"/>
                  <a:pt x="98" y="97"/>
                </a:cubicBezTo>
                <a:cubicBezTo>
                  <a:pt x="106" y="82"/>
                  <a:pt x="119" y="67"/>
                  <a:pt x="137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6"/>
                  <a:pt x="177" y="9"/>
                  <a:pt x="189" y="0"/>
                </a:cubicBezTo>
                <a:lnTo>
                  <a:pt x="201" y="0"/>
                </a:lnTo>
                <a:lnTo>
                  <a:pt x="204" y="0"/>
                </a:lnTo>
                <a:cubicBezTo>
                  <a:pt x="213" y="0"/>
                  <a:pt x="217" y="3"/>
                  <a:pt x="217" y="8"/>
                </a:cubicBezTo>
                <a:cubicBezTo>
                  <a:pt x="217" y="10"/>
                  <a:pt x="212" y="17"/>
                  <a:pt x="202" y="27"/>
                </a:cubicBezTo>
                <a:cubicBezTo>
                  <a:pt x="191" y="38"/>
                  <a:pt x="179" y="54"/>
                  <a:pt x="165" y="75"/>
                </a:cubicBezTo>
                <a:cubicBezTo>
                  <a:pt x="150" y="96"/>
                  <a:pt x="135" y="122"/>
                  <a:pt x="119" y="153"/>
                </a:cubicBezTo>
                <a:cubicBezTo>
                  <a:pt x="104" y="183"/>
                  <a:pt x="92" y="226"/>
                  <a:pt x="81" y="278"/>
                </a:cubicBezTo>
                <a:cubicBezTo>
                  <a:pt x="71" y="331"/>
                  <a:pt x="66" y="389"/>
                  <a:pt x="66" y="453"/>
                </a:cubicBezTo>
                <a:cubicBezTo>
                  <a:pt x="66" y="516"/>
                  <a:pt x="71" y="574"/>
                  <a:pt x="81" y="626"/>
                </a:cubicBezTo>
                <a:cubicBezTo>
                  <a:pt x="92" y="678"/>
                  <a:pt x="104" y="719"/>
                  <a:pt x="118" y="751"/>
                </a:cubicBezTo>
                <a:cubicBezTo>
                  <a:pt x="134" y="783"/>
                  <a:pt x="149" y="809"/>
                  <a:pt x="164" y="829"/>
                </a:cubicBezTo>
                <a:cubicBezTo>
                  <a:pt x="179" y="849"/>
                  <a:pt x="191" y="865"/>
                  <a:pt x="202" y="877"/>
                </a:cubicBezTo>
                <a:cubicBezTo>
                  <a:pt x="212" y="889"/>
                  <a:pt x="217" y="895"/>
                  <a:pt x="217" y="896"/>
                </a:cubicBezTo>
                <a:cubicBezTo>
                  <a:pt x="217" y="901"/>
                  <a:pt x="212" y="904"/>
                  <a:pt x="203" y="904"/>
                </a:cubicBezTo>
                <a:lnTo>
                  <a:pt x="201" y="904"/>
                </a:lnTo>
                <a:lnTo>
                  <a:pt x="189" y="904"/>
                </a:lnTo>
                <a:lnTo>
                  <a:pt x="164" y="882"/>
                </a:lnTo>
                <a:cubicBezTo>
                  <a:pt x="106" y="831"/>
                  <a:pt x="65" y="767"/>
                  <a:pt x="39" y="691"/>
                </a:cubicBezTo>
                <a:cubicBezTo>
                  <a:pt x="13" y="614"/>
                  <a:pt x="0" y="535"/>
                  <a:pt x="0" y="45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3887280" y="506160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7" y="402"/>
                </a:moveTo>
                <a:cubicBezTo>
                  <a:pt x="178" y="400"/>
                  <a:pt x="145" y="399"/>
                  <a:pt x="91" y="399"/>
                </a:cubicBezTo>
                <a:cubicBezTo>
                  <a:pt x="42" y="399"/>
                  <a:pt x="14" y="400"/>
                  <a:pt x="7" y="402"/>
                </a:cubicBezTo>
                <a:lnTo>
                  <a:pt x="0" y="402"/>
                </a:lnTo>
                <a:lnTo>
                  <a:pt x="0" y="346"/>
                </a:lnTo>
                <a:lnTo>
                  <a:pt x="87" y="346"/>
                </a:lnTo>
                <a:lnTo>
                  <a:pt x="204" y="210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0" y="3"/>
                </a:cubicBezTo>
                <a:cubicBezTo>
                  <a:pt x="174" y="3"/>
                  <a:pt x="211" y="2"/>
                  <a:pt x="222" y="0"/>
                </a:cubicBezTo>
                <a:lnTo>
                  <a:pt x="230" y="0"/>
                </a:lnTo>
                <a:lnTo>
                  <a:pt x="230" y="56"/>
                </a:lnTo>
                <a:lnTo>
                  <a:pt x="204" y="56"/>
                </a:lnTo>
                <a:lnTo>
                  <a:pt x="236" y="95"/>
                </a:lnTo>
                <a:cubicBezTo>
                  <a:pt x="256" y="120"/>
                  <a:pt x="267" y="133"/>
                  <a:pt x="268" y="133"/>
                </a:cubicBezTo>
                <a:cubicBezTo>
                  <a:pt x="270" y="133"/>
                  <a:pt x="281" y="120"/>
                  <a:pt x="302" y="93"/>
                </a:cubicBezTo>
                <a:lnTo>
                  <a:pt x="333" y="56"/>
                </a:lnTo>
                <a:lnTo>
                  <a:pt x="300" y="56"/>
                </a:lnTo>
                <a:lnTo>
                  <a:pt x="300" y="0"/>
                </a:lnTo>
                <a:lnTo>
                  <a:pt x="307" y="0"/>
                </a:lnTo>
                <a:cubicBezTo>
                  <a:pt x="316" y="2"/>
                  <a:pt x="348" y="3"/>
                  <a:pt x="403" y="3"/>
                </a:cubicBezTo>
                <a:cubicBezTo>
                  <a:pt x="452" y="3"/>
                  <a:pt x="480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3" y="180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6" y="399"/>
                </a:cubicBezTo>
                <a:cubicBezTo>
                  <a:pt x="343" y="399"/>
                  <a:pt x="306" y="400"/>
                  <a:pt x="296" y="402"/>
                </a:cubicBezTo>
                <a:lnTo>
                  <a:pt x="287" y="402"/>
                </a:lnTo>
                <a:lnTo>
                  <a:pt x="287" y="346"/>
                </a:lnTo>
                <a:lnTo>
                  <a:pt x="313" y="346"/>
                </a:lnTo>
                <a:cubicBezTo>
                  <a:pt x="313" y="346"/>
                  <a:pt x="301" y="331"/>
                  <a:pt x="277" y="301"/>
                </a:cubicBezTo>
                <a:cubicBezTo>
                  <a:pt x="253" y="272"/>
                  <a:pt x="240" y="256"/>
                  <a:pt x="240" y="255"/>
                </a:cubicBezTo>
                <a:lnTo>
                  <a:pt x="161" y="345"/>
                </a:lnTo>
                <a:lnTo>
                  <a:pt x="178" y="346"/>
                </a:lnTo>
                <a:lnTo>
                  <a:pt x="194" y="346"/>
                </a:lnTo>
                <a:lnTo>
                  <a:pt x="194" y="402"/>
                </a:lnTo>
                <a:lnTo>
                  <a:pt x="187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4095720" y="496224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3"/>
                  <a:pt x="152" y="137"/>
                  <a:pt x="178" y="214"/>
                </a:cubicBezTo>
                <a:cubicBezTo>
                  <a:pt x="204" y="291"/>
                  <a:pt x="217" y="370"/>
                  <a:pt x="217" y="453"/>
                </a:cubicBezTo>
                <a:cubicBezTo>
                  <a:pt x="217" y="493"/>
                  <a:pt x="214" y="533"/>
                  <a:pt x="208" y="571"/>
                </a:cubicBezTo>
                <a:cubicBezTo>
                  <a:pt x="201" y="609"/>
                  <a:pt x="195" y="641"/>
                  <a:pt x="187" y="667"/>
                </a:cubicBezTo>
                <a:cubicBezTo>
                  <a:pt x="179" y="694"/>
                  <a:pt x="168" y="720"/>
                  <a:pt x="153" y="747"/>
                </a:cubicBezTo>
                <a:cubicBezTo>
                  <a:pt x="139" y="773"/>
                  <a:pt x="127" y="793"/>
                  <a:pt x="118" y="807"/>
                </a:cubicBezTo>
                <a:cubicBezTo>
                  <a:pt x="110" y="821"/>
                  <a:pt x="97" y="836"/>
                  <a:pt x="81" y="853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1" y="900"/>
                </a:cubicBezTo>
                <a:cubicBezTo>
                  <a:pt x="30" y="902"/>
                  <a:pt x="28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3" y="901"/>
                </a:cubicBezTo>
                <a:cubicBezTo>
                  <a:pt x="1" y="899"/>
                  <a:pt x="0" y="897"/>
                  <a:pt x="0" y="893"/>
                </a:cubicBezTo>
                <a:cubicBezTo>
                  <a:pt x="0" y="892"/>
                  <a:pt x="4" y="888"/>
                  <a:pt x="10" y="881"/>
                </a:cubicBezTo>
                <a:cubicBezTo>
                  <a:pt x="103" y="784"/>
                  <a:pt x="151" y="641"/>
                  <a:pt x="151" y="453"/>
                </a:cubicBezTo>
                <a:cubicBezTo>
                  <a:pt x="151" y="264"/>
                  <a:pt x="103" y="120"/>
                  <a:pt x="10" y="23"/>
                </a:cubicBezTo>
                <a:cubicBezTo>
                  <a:pt x="4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945000" y="4914720"/>
            <a:ext cx="2759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を受け取り、それが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768600" y="5391000"/>
            <a:ext cx="230760" cy="236520"/>
          </a:xfrm>
          <a:custGeom>
            <a:avLst/>
            <a:gdLst/>
            <a:ahLst/>
            <a:rect l="0" t="0" r="r" b="b"/>
            <a:pathLst>
              <a:path w="641" h="657">
                <a:moveTo>
                  <a:pt x="0" y="409"/>
                </a:moveTo>
                <a:cubicBezTo>
                  <a:pt x="0" y="340"/>
                  <a:pt x="20" y="273"/>
                  <a:pt x="60" y="209"/>
                </a:cubicBezTo>
                <a:cubicBezTo>
                  <a:pt x="101" y="146"/>
                  <a:pt x="152" y="95"/>
                  <a:pt x="214" y="58"/>
                </a:cubicBezTo>
                <a:cubicBezTo>
                  <a:pt x="275" y="21"/>
                  <a:pt x="336" y="2"/>
                  <a:pt x="398" y="1"/>
                </a:cubicBezTo>
                <a:cubicBezTo>
                  <a:pt x="452" y="1"/>
                  <a:pt x="495" y="16"/>
                  <a:pt x="527" y="47"/>
                </a:cubicBezTo>
                <a:cubicBezTo>
                  <a:pt x="532" y="53"/>
                  <a:pt x="537" y="58"/>
                  <a:pt x="540" y="62"/>
                </a:cubicBezTo>
                <a:cubicBezTo>
                  <a:pt x="544" y="67"/>
                  <a:pt x="546" y="70"/>
                  <a:pt x="547" y="71"/>
                </a:cubicBezTo>
                <a:lnTo>
                  <a:pt x="548" y="74"/>
                </a:lnTo>
                <a:cubicBezTo>
                  <a:pt x="550" y="74"/>
                  <a:pt x="558" y="66"/>
                  <a:pt x="573" y="51"/>
                </a:cubicBezTo>
                <a:cubicBezTo>
                  <a:pt x="577" y="47"/>
                  <a:pt x="581" y="43"/>
                  <a:pt x="586" y="38"/>
                </a:cubicBezTo>
                <a:cubicBezTo>
                  <a:pt x="591" y="33"/>
                  <a:pt x="596" y="28"/>
                  <a:pt x="601" y="24"/>
                </a:cubicBezTo>
                <a:cubicBezTo>
                  <a:pt x="605" y="19"/>
                  <a:pt x="608" y="15"/>
                  <a:pt x="610" y="14"/>
                </a:cubicBezTo>
                <a:lnTo>
                  <a:pt x="623" y="0"/>
                </a:lnTo>
                <a:lnTo>
                  <a:pt x="629" y="0"/>
                </a:lnTo>
                <a:cubicBezTo>
                  <a:pt x="637" y="0"/>
                  <a:pt x="641" y="2"/>
                  <a:pt x="641" y="6"/>
                </a:cubicBezTo>
                <a:cubicBezTo>
                  <a:pt x="641" y="9"/>
                  <a:pt x="632" y="50"/>
                  <a:pt x="612" y="130"/>
                </a:cubicBezTo>
                <a:cubicBezTo>
                  <a:pt x="591" y="214"/>
                  <a:pt x="580" y="256"/>
                  <a:pt x="580" y="256"/>
                </a:cubicBezTo>
                <a:cubicBezTo>
                  <a:pt x="579" y="259"/>
                  <a:pt x="577" y="261"/>
                  <a:pt x="575" y="262"/>
                </a:cubicBezTo>
                <a:cubicBezTo>
                  <a:pt x="574" y="262"/>
                  <a:pt x="568" y="263"/>
                  <a:pt x="559" y="263"/>
                </a:cubicBezTo>
                <a:lnTo>
                  <a:pt x="545" y="263"/>
                </a:lnTo>
                <a:cubicBezTo>
                  <a:pt x="541" y="260"/>
                  <a:pt x="539" y="257"/>
                  <a:pt x="539" y="255"/>
                </a:cubicBezTo>
                <a:cubicBezTo>
                  <a:pt x="539" y="255"/>
                  <a:pt x="540" y="253"/>
                  <a:pt x="540" y="249"/>
                </a:cubicBezTo>
                <a:cubicBezTo>
                  <a:pt x="541" y="245"/>
                  <a:pt x="541" y="239"/>
                  <a:pt x="542" y="231"/>
                </a:cubicBezTo>
                <a:cubicBezTo>
                  <a:pt x="543" y="223"/>
                  <a:pt x="543" y="213"/>
                  <a:pt x="543" y="202"/>
                </a:cubicBezTo>
                <a:cubicBezTo>
                  <a:pt x="543" y="159"/>
                  <a:pt x="533" y="122"/>
                  <a:pt x="514" y="90"/>
                </a:cubicBezTo>
                <a:cubicBezTo>
                  <a:pt x="495" y="58"/>
                  <a:pt x="462" y="42"/>
                  <a:pt x="416" y="42"/>
                </a:cubicBezTo>
                <a:cubicBezTo>
                  <a:pt x="405" y="42"/>
                  <a:pt x="393" y="42"/>
                  <a:pt x="381" y="44"/>
                </a:cubicBezTo>
                <a:cubicBezTo>
                  <a:pt x="368" y="46"/>
                  <a:pt x="352" y="50"/>
                  <a:pt x="333" y="56"/>
                </a:cubicBezTo>
                <a:cubicBezTo>
                  <a:pt x="314" y="62"/>
                  <a:pt x="295" y="70"/>
                  <a:pt x="278" y="81"/>
                </a:cubicBezTo>
                <a:cubicBezTo>
                  <a:pt x="260" y="92"/>
                  <a:pt x="241" y="107"/>
                  <a:pt x="221" y="125"/>
                </a:cubicBezTo>
                <a:cubicBezTo>
                  <a:pt x="200" y="143"/>
                  <a:pt x="183" y="164"/>
                  <a:pt x="169" y="189"/>
                </a:cubicBezTo>
                <a:cubicBezTo>
                  <a:pt x="154" y="213"/>
                  <a:pt x="140" y="244"/>
                  <a:pt x="126" y="281"/>
                </a:cubicBezTo>
                <a:cubicBezTo>
                  <a:pt x="112" y="317"/>
                  <a:pt x="102" y="358"/>
                  <a:pt x="97" y="401"/>
                </a:cubicBezTo>
                <a:cubicBezTo>
                  <a:pt x="96" y="412"/>
                  <a:pt x="95" y="425"/>
                  <a:pt x="95" y="438"/>
                </a:cubicBezTo>
                <a:cubicBezTo>
                  <a:pt x="95" y="467"/>
                  <a:pt x="100" y="492"/>
                  <a:pt x="109" y="514"/>
                </a:cubicBezTo>
                <a:cubicBezTo>
                  <a:pt x="117" y="537"/>
                  <a:pt x="128" y="554"/>
                  <a:pt x="142" y="566"/>
                </a:cubicBezTo>
                <a:cubicBezTo>
                  <a:pt x="155" y="578"/>
                  <a:pt x="170" y="588"/>
                  <a:pt x="187" y="596"/>
                </a:cubicBezTo>
                <a:cubicBezTo>
                  <a:pt x="203" y="605"/>
                  <a:pt x="219" y="610"/>
                  <a:pt x="234" y="612"/>
                </a:cubicBezTo>
                <a:cubicBezTo>
                  <a:pt x="248" y="614"/>
                  <a:pt x="261" y="615"/>
                  <a:pt x="274" y="615"/>
                </a:cubicBezTo>
                <a:cubicBezTo>
                  <a:pt x="307" y="615"/>
                  <a:pt x="336" y="608"/>
                  <a:pt x="363" y="595"/>
                </a:cubicBezTo>
                <a:cubicBezTo>
                  <a:pt x="390" y="581"/>
                  <a:pt x="409" y="563"/>
                  <a:pt x="419" y="541"/>
                </a:cubicBezTo>
                <a:cubicBezTo>
                  <a:pt x="421" y="537"/>
                  <a:pt x="426" y="520"/>
                  <a:pt x="433" y="492"/>
                </a:cubicBezTo>
                <a:cubicBezTo>
                  <a:pt x="440" y="464"/>
                  <a:pt x="444" y="448"/>
                  <a:pt x="444" y="444"/>
                </a:cubicBezTo>
                <a:cubicBezTo>
                  <a:pt x="444" y="439"/>
                  <a:pt x="440" y="436"/>
                  <a:pt x="432" y="435"/>
                </a:cubicBezTo>
                <a:cubicBezTo>
                  <a:pt x="424" y="434"/>
                  <a:pt x="406" y="433"/>
                  <a:pt x="378" y="432"/>
                </a:cubicBezTo>
                <a:lnTo>
                  <a:pt x="344" y="432"/>
                </a:lnTo>
                <a:cubicBezTo>
                  <a:pt x="341" y="429"/>
                  <a:pt x="339" y="426"/>
                  <a:pt x="339" y="425"/>
                </a:cubicBezTo>
                <a:cubicBezTo>
                  <a:pt x="339" y="424"/>
                  <a:pt x="340" y="417"/>
                  <a:pt x="341" y="407"/>
                </a:cubicBezTo>
                <a:cubicBezTo>
                  <a:pt x="343" y="399"/>
                  <a:pt x="346" y="393"/>
                  <a:pt x="350" y="390"/>
                </a:cubicBezTo>
                <a:lnTo>
                  <a:pt x="365" y="390"/>
                </a:lnTo>
                <a:cubicBezTo>
                  <a:pt x="389" y="391"/>
                  <a:pt x="431" y="392"/>
                  <a:pt x="492" y="392"/>
                </a:cubicBezTo>
                <a:cubicBezTo>
                  <a:pt x="516" y="392"/>
                  <a:pt x="535" y="392"/>
                  <a:pt x="550" y="392"/>
                </a:cubicBezTo>
                <a:cubicBezTo>
                  <a:pt x="565" y="392"/>
                  <a:pt x="576" y="391"/>
                  <a:pt x="583" y="391"/>
                </a:cubicBezTo>
                <a:cubicBezTo>
                  <a:pt x="589" y="390"/>
                  <a:pt x="593" y="390"/>
                  <a:pt x="593" y="391"/>
                </a:cubicBezTo>
                <a:cubicBezTo>
                  <a:pt x="602" y="391"/>
                  <a:pt x="606" y="393"/>
                  <a:pt x="606" y="399"/>
                </a:cubicBezTo>
                <a:cubicBezTo>
                  <a:pt x="606" y="400"/>
                  <a:pt x="605" y="404"/>
                  <a:pt x="604" y="411"/>
                </a:cubicBezTo>
                <a:cubicBezTo>
                  <a:pt x="601" y="424"/>
                  <a:pt x="598" y="430"/>
                  <a:pt x="595" y="431"/>
                </a:cubicBezTo>
                <a:cubicBezTo>
                  <a:pt x="593" y="432"/>
                  <a:pt x="589" y="432"/>
                  <a:pt x="582" y="432"/>
                </a:cubicBezTo>
                <a:cubicBezTo>
                  <a:pt x="570" y="432"/>
                  <a:pt x="557" y="433"/>
                  <a:pt x="545" y="435"/>
                </a:cubicBezTo>
                <a:cubicBezTo>
                  <a:pt x="541" y="437"/>
                  <a:pt x="538" y="439"/>
                  <a:pt x="536" y="443"/>
                </a:cubicBezTo>
                <a:cubicBezTo>
                  <a:pt x="534" y="447"/>
                  <a:pt x="530" y="462"/>
                  <a:pt x="523" y="489"/>
                </a:cubicBezTo>
                <a:cubicBezTo>
                  <a:pt x="518" y="509"/>
                  <a:pt x="513" y="526"/>
                  <a:pt x="510" y="540"/>
                </a:cubicBezTo>
                <a:cubicBezTo>
                  <a:pt x="495" y="601"/>
                  <a:pt x="486" y="632"/>
                  <a:pt x="484" y="634"/>
                </a:cubicBezTo>
                <a:cubicBezTo>
                  <a:pt x="483" y="635"/>
                  <a:pt x="482" y="636"/>
                  <a:pt x="480" y="636"/>
                </a:cubicBezTo>
                <a:cubicBezTo>
                  <a:pt x="474" y="636"/>
                  <a:pt x="465" y="630"/>
                  <a:pt x="455" y="618"/>
                </a:cubicBezTo>
                <a:cubicBezTo>
                  <a:pt x="444" y="606"/>
                  <a:pt x="437" y="597"/>
                  <a:pt x="434" y="590"/>
                </a:cubicBezTo>
                <a:cubicBezTo>
                  <a:pt x="434" y="589"/>
                  <a:pt x="433" y="589"/>
                  <a:pt x="432" y="590"/>
                </a:cubicBezTo>
                <a:cubicBezTo>
                  <a:pt x="431" y="591"/>
                  <a:pt x="429" y="592"/>
                  <a:pt x="427" y="595"/>
                </a:cubicBezTo>
                <a:cubicBezTo>
                  <a:pt x="382" y="636"/>
                  <a:pt x="322" y="657"/>
                  <a:pt x="246" y="657"/>
                </a:cubicBezTo>
                <a:cubicBezTo>
                  <a:pt x="173" y="657"/>
                  <a:pt x="114" y="634"/>
                  <a:pt x="68" y="587"/>
                </a:cubicBezTo>
                <a:cubicBezTo>
                  <a:pt x="23" y="541"/>
                  <a:pt x="0" y="482"/>
                  <a:pt x="0" y="4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203000" y="4914720"/>
            <a:ext cx="7034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（本物）からサンプリングされたものなのか、それとも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768600" y="5962680"/>
            <a:ext cx="230760" cy="236160"/>
          </a:xfrm>
          <a:custGeom>
            <a:avLst/>
            <a:gdLst/>
            <a:ahLst/>
            <a:rect l="0" t="0" r="r" b="b"/>
            <a:pathLst>
              <a:path w="641" h="656">
                <a:moveTo>
                  <a:pt x="0" y="409"/>
                </a:moveTo>
                <a:cubicBezTo>
                  <a:pt x="0" y="340"/>
                  <a:pt x="20" y="274"/>
                  <a:pt x="60" y="210"/>
                </a:cubicBezTo>
                <a:cubicBezTo>
                  <a:pt x="101" y="146"/>
                  <a:pt x="152" y="95"/>
                  <a:pt x="214" y="57"/>
                </a:cubicBezTo>
                <a:cubicBezTo>
                  <a:pt x="275" y="20"/>
                  <a:pt x="336" y="1"/>
                  <a:pt x="398" y="0"/>
                </a:cubicBezTo>
                <a:cubicBezTo>
                  <a:pt x="452" y="0"/>
                  <a:pt x="495" y="16"/>
                  <a:pt x="527" y="46"/>
                </a:cubicBezTo>
                <a:cubicBezTo>
                  <a:pt x="532" y="52"/>
                  <a:pt x="537" y="58"/>
                  <a:pt x="540" y="62"/>
                </a:cubicBezTo>
                <a:cubicBezTo>
                  <a:pt x="544" y="66"/>
                  <a:pt x="546" y="69"/>
                  <a:pt x="547" y="71"/>
                </a:cubicBezTo>
                <a:lnTo>
                  <a:pt x="548" y="74"/>
                </a:lnTo>
                <a:cubicBezTo>
                  <a:pt x="550" y="74"/>
                  <a:pt x="558" y="66"/>
                  <a:pt x="573" y="50"/>
                </a:cubicBezTo>
                <a:cubicBezTo>
                  <a:pt x="577" y="46"/>
                  <a:pt x="581" y="42"/>
                  <a:pt x="586" y="37"/>
                </a:cubicBezTo>
                <a:cubicBezTo>
                  <a:pt x="591" y="33"/>
                  <a:pt x="596" y="28"/>
                  <a:pt x="601" y="23"/>
                </a:cubicBezTo>
                <a:cubicBezTo>
                  <a:pt x="605" y="18"/>
                  <a:pt x="608" y="15"/>
                  <a:pt x="610" y="13"/>
                </a:cubicBezTo>
                <a:lnTo>
                  <a:pt x="623" y="0"/>
                </a:lnTo>
                <a:lnTo>
                  <a:pt x="629" y="0"/>
                </a:lnTo>
                <a:cubicBezTo>
                  <a:pt x="637" y="0"/>
                  <a:pt x="641" y="2"/>
                  <a:pt x="641" y="6"/>
                </a:cubicBezTo>
                <a:cubicBezTo>
                  <a:pt x="641" y="8"/>
                  <a:pt x="632" y="49"/>
                  <a:pt x="612" y="129"/>
                </a:cubicBezTo>
                <a:cubicBezTo>
                  <a:pt x="591" y="214"/>
                  <a:pt x="580" y="256"/>
                  <a:pt x="580" y="257"/>
                </a:cubicBezTo>
                <a:cubicBezTo>
                  <a:pt x="579" y="260"/>
                  <a:pt x="577" y="262"/>
                  <a:pt x="575" y="262"/>
                </a:cubicBezTo>
                <a:cubicBezTo>
                  <a:pt x="574" y="263"/>
                  <a:pt x="568" y="263"/>
                  <a:pt x="559" y="264"/>
                </a:cubicBezTo>
                <a:lnTo>
                  <a:pt x="545" y="264"/>
                </a:lnTo>
                <a:cubicBezTo>
                  <a:pt x="541" y="260"/>
                  <a:pt x="539" y="258"/>
                  <a:pt x="539" y="256"/>
                </a:cubicBezTo>
                <a:cubicBezTo>
                  <a:pt x="539" y="255"/>
                  <a:pt x="540" y="253"/>
                  <a:pt x="540" y="250"/>
                </a:cubicBezTo>
                <a:cubicBezTo>
                  <a:pt x="541" y="246"/>
                  <a:pt x="541" y="240"/>
                  <a:pt x="542" y="231"/>
                </a:cubicBezTo>
                <a:cubicBezTo>
                  <a:pt x="543" y="223"/>
                  <a:pt x="543" y="213"/>
                  <a:pt x="543" y="203"/>
                </a:cubicBezTo>
                <a:cubicBezTo>
                  <a:pt x="543" y="160"/>
                  <a:pt x="533" y="122"/>
                  <a:pt x="514" y="90"/>
                </a:cubicBezTo>
                <a:cubicBezTo>
                  <a:pt x="495" y="58"/>
                  <a:pt x="462" y="42"/>
                  <a:pt x="416" y="41"/>
                </a:cubicBezTo>
                <a:cubicBezTo>
                  <a:pt x="405" y="41"/>
                  <a:pt x="393" y="42"/>
                  <a:pt x="381" y="44"/>
                </a:cubicBezTo>
                <a:cubicBezTo>
                  <a:pt x="368" y="46"/>
                  <a:pt x="352" y="49"/>
                  <a:pt x="333" y="55"/>
                </a:cubicBezTo>
                <a:cubicBezTo>
                  <a:pt x="314" y="62"/>
                  <a:pt x="295" y="70"/>
                  <a:pt x="278" y="81"/>
                </a:cubicBezTo>
                <a:cubicBezTo>
                  <a:pt x="260" y="92"/>
                  <a:pt x="241" y="106"/>
                  <a:pt x="221" y="124"/>
                </a:cubicBezTo>
                <a:cubicBezTo>
                  <a:pt x="200" y="143"/>
                  <a:pt x="183" y="164"/>
                  <a:pt x="169" y="189"/>
                </a:cubicBezTo>
                <a:cubicBezTo>
                  <a:pt x="154" y="214"/>
                  <a:pt x="140" y="244"/>
                  <a:pt x="126" y="281"/>
                </a:cubicBezTo>
                <a:cubicBezTo>
                  <a:pt x="112" y="318"/>
                  <a:pt x="102" y="358"/>
                  <a:pt x="97" y="402"/>
                </a:cubicBezTo>
                <a:cubicBezTo>
                  <a:pt x="96" y="413"/>
                  <a:pt x="95" y="425"/>
                  <a:pt x="95" y="437"/>
                </a:cubicBezTo>
                <a:cubicBezTo>
                  <a:pt x="95" y="466"/>
                  <a:pt x="100" y="492"/>
                  <a:pt x="109" y="514"/>
                </a:cubicBezTo>
                <a:cubicBezTo>
                  <a:pt x="117" y="536"/>
                  <a:pt x="128" y="553"/>
                  <a:pt x="142" y="565"/>
                </a:cubicBezTo>
                <a:cubicBezTo>
                  <a:pt x="155" y="577"/>
                  <a:pt x="170" y="587"/>
                  <a:pt x="187" y="596"/>
                </a:cubicBezTo>
                <a:cubicBezTo>
                  <a:pt x="203" y="604"/>
                  <a:pt x="219" y="609"/>
                  <a:pt x="234" y="611"/>
                </a:cubicBezTo>
                <a:cubicBezTo>
                  <a:pt x="248" y="613"/>
                  <a:pt x="261" y="614"/>
                  <a:pt x="274" y="615"/>
                </a:cubicBezTo>
                <a:cubicBezTo>
                  <a:pt x="307" y="615"/>
                  <a:pt x="336" y="608"/>
                  <a:pt x="363" y="594"/>
                </a:cubicBezTo>
                <a:cubicBezTo>
                  <a:pt x="390" y="580"/>
                  <a:pt x="409" y="563"/>
                  <a:pt x="419" y="541"/>
                </a:cubicBezTo>
                <a:cubicBezTo>
                  <a:pt x="421" y="536"/>
                  <a:pt x="426" y="520"/>
                  <a:pt x="433" y="491"/>
                </a:cubicBezTo>
                <a:cubicBezTo>
                  <a:pt x="440" y="463"/>
                  <a:pt x="444" y="447"/>
                  <a:pt x="444" y="443"/>
                </a:cubicBezTo>
                <a:cubicBezTo>
                  <a:pt x="444" y="439"/>
                  <a:pt x="440" y="436"/>
                  <a:pt x="432" y="434"/>
                </a:cubicBezTo>
                <a:cubicBezTo>
                  <a:pt x="424" y="433"/>
                  <a:pt x="406" y="432"/>
                  <a:pt x="378" y="432"/>
                </a:cubicBezTo>
                <a:lnTo>
                  <a:pt x="344" y="432"/>
                </a:lnTo>
                <a:cubicBezTo>
                  <a:pt x="341" y="428"/>
                  <a:pt x="339" y="426"/>
                  <a:pt x="339" y="425"/>
                </a:cubicBezTo>
                <a:cubicBezTo>
                  <a:pt x="339" y="423"/>
                  <a:pt x="340" y="418"/>
                  <a:pt x="341" y="407"/>
                </a:cubicBezTo>
                <a:cubicBezTo>
                  <a:pt x="343" y="400"/>
                  <a:pt x="346" y="394"/>
                  <a:pt x="350" y="390"/>
                </a:cubicBezTo>
                <a:lnTo>
                  <a:pt x="365" y="390"/>
                </a:lnTo>
                <a:cubicBezTo>
                  <a:pt x="389" y="391"/>
                  <a:pt x="431" y="392"/>
                  <a:pt x="492" y="392"/>
                </a:cubicBezTo>
                <a:cubicBezTo>
                  <a:pt x="516" y="392"/>
                  <a:pt x="535" y="392"/>
                  <a:pt x="550" y="392"/>
                </a:cubicBezTo>
                <a:cubicBezTo>
                  <a:pt x="565" y="392"/>
                  <a:pt x="576" y="392"/>
                  <a:pt x="583" y="391"/>
                </a:cubicBezTo>
                <a:cubicBezTo>
                  <a:pt x="589" y="391"/>
                  <a:pt x="593" y="391"/>
                  <a:pt x="593" y="391"/>
                </a:cubicBezTo>
                <a:cubicBezTo>
                  <a:pt x="602" y="391"/>
                  <a:pt x="606" y="394"/>
                  <a:pt x="606" y="399"/>
                </a:cubicBezTo>
                <a:cubicBezTo>
                  <a:pt x="606" y="400"/>
                  <a:pt x="605" y="405"/>
                  <a:pt x="604" y="412"/>
                </a:cubicBezTo>
                <a:cubicBezTo>
                  <a:pt x="601" y="423"/>
                  <a:pt x="598" y="430"/>
                  <a:pt x="595" y="431"/>
                </a:cubicBezTo>
                <a:cubicBezTo>
                  <a:pt x="593" y="431"/>
                  <a:pt x="589" y="432"/>
                  <a:pt x="582" y="432"/>
                </a:cubicBezTo>
                <a:cubicBezTo>
                  <a:pt x="570" y="432"/>
                  <a:pt x="557" y="433"/>
                  <a:pt x="545" y="434"/>
                </a:cubicBezTo>
                <a:cubicBezTo>
                  <a:pt x="541" y="436"/>
                  <a:pt x="538" y="439"/>
                  <a:pt x="536" y="443"/>
                </a:cubicBezTo>
                <a:cubicBezTo>
                  <a:pt x="534" y="446"/>
                  <a:pt x="530" y="462"/>
                  <a:pt x="523" y="489"/>
                </a:cubicBezTo>
                <a:cubicBezTo>
                  <a:pt x="518" y="508"/>
                  <a:pt x="513" y="525"/>
                  <a:pt x="510" y="539"/>
                </a:cubicBezTo>
                <a:cubicBezTo>
                  <a:pt x="495" y="600"/>
                  <a:pt x="486" y="632"/>
                  <a:pt x="484" y="634"/>
                </a:cubicBezTo>
                <a:cubicBezTo>
                  <a:pt x="483" y="635"/>
                  <a:pt x="482" y="636"/>
                  <a:pt x="480" y="636"/>
                </a:cubicBezTo>
                <a:cubicBezTo>
                  <a:pt x="474" y="636"/>
                  <a:pt x="465" y="630"/>
                  <a:pt x="455" y="618"/>
                </a:cubicBezTo>
                <a:cubicBezTo>
                  <a:pt x="444" y="606"/>
                  <a:pt x="437" y="596"/>
                  <a:pt x="434" y="590"/>
                </a:cubicBezTo>
                <a:cubicBezTo>
                  <a:pt x="434" y="589"/>
                  <a:pt x="433" y="589"/>
                  <a:pt x="432" y="590"/>
                </a:cubicBezTo>
                <a:cubicBezTo>
                  <a:pt x="431" y="590"/>
                  <a:pt x="429" y="592"/>
                  <a:pt x="427" y="594"/>
                </a:cubicBezTo>
                <a:cubicBezTo>
                  <a:pt x="382" y="636"/>
                  <a:pt x="322" y="656"/>
                  <a:pt x="246" y="656"/>
                </a:cubicBezTo>
                <a:cubicBezTo>
                  <a:pt x="173" y="656"/>
                  <a:pt x="114" y="633"/>
                  <a:pt x="68" y="587"/>
                </a:cubicBezTo>
                <a:cubicBezTo>
                  <a:pt x="23" y="541"/>
                  <a:pt x="0" y="481"/>
                  <a:pt x="0" y="4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002960" y="5324400"/>
            <a:ext cx="89715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により生成された偽物なのかを正しく分類する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2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クラス分類をすること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2477520" y="596268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29" y="49"/>
                </a:moveTo>
                <a:cubicBezTo>
                  <a:pt x="229" y="45"/>
                  <a:pt x="212" y="42"/>
                  <a:pt x="178" y="41"/>
                </a:cubicBezTo>
                <a:cubicBezTo>
                  <a:pt x="164" y="41"/>
                  <a:pt x="155" y="41"/>
                  <a:pt x="151" y="40"/>
                </a:cubicBezTo>
                <a:cubicBezTo>
                  <a:pt x="146" y="40"/>
                  <a:pt x="144" y="37"/>
                  <a:pt x="144" y="32"/>
                </a:cubicBezTo>
                <a:cubicBezTo>
                  <a:pt x="144" y="27"/>
                  <a:pt x="146" y="21"/>
                  <a:pt x="148" y="14"/>
                </a:cubicBezTo>
                <a:cubicBezTo>
                  <a:pt x="150" y="7"/>
                  <a:pt x="152" y="2"/>
                  <a:pt x="154" y="0"/>
                </a:cubicBezTo>
                <a:cubicBezTo>
                  <a:pt x="155" y="0"/>
                  <a:pt x="215" y="0"/>
                  <a:pt x="334" y="0"/>
                </a:cubicBezTo>
                <a:cubicBezTo>
                  <a:pt x="435" y="0"/>
                  <a:pt x="491" y="0"/>
                  <a:pt x="504" y="0"/>
                </a:cubicBezTo>
                <a:cubicBezTo>
                  <a:pt x="516" y="0"/>
                  <a:pt x="528" y="2"/>
                  <a:pt x="540" y="6"/>
                </a:cubicBezTo>
                <a:cubicBezTo>
                  <a:pt x="583" y="16"/>
                  <a:pt x="620" y="40"/>
                  <a:pt x="650" y="77"/>
                </a:cubicBezTo>
                <a:cubicBezTo>
                  <a:pt x="680" y="114"/>
                  <a:pt x="695" y="164"/>
                  <a:pt x="696" y="227"/>
                </a:cubicBezTo>
                <a:cubicBezTo>
                  <a:pt x="696" y="321"/>
                  <a:pt x="664" y="406"/>
                  <a:pt x="599" y="480"/>
                </a:cubicBezTo>
                <a:cubicBezTo>
                  <a:pt x="535" y="555"/>
                  <a:pt x="459" y="600"/>
                  <a:pt x="371" y="614"/>
                </a:cubicBezTo>
                <a:lnTo>
                  <a:pt x="358" y="616"/>
                </a:lnTo>
                <a:lnTo>
                  <a:pt x="183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1" y="617"/>
                  <a:pt x="11" y="616"/>
                  <a:pt x="7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1"/>
                  <a:pt x="3" y="594"/>
                </a:cubicBezTo>
                <a:cubicBezTo>
                  <a:pt x="5" y="585"/>
                  <a:pt x="7" y="579"/>
                  <a:pt x="10" y="578"/>
                </a:cubicBezTo>
                <a:cubicBezTo>
                  <a:pt x="12" y="577"/>
                  <a:pt x="19" y="576"/>
                  <a:pt x="31" y="575"/>
                </a:cubicBezTo>
                <a:cubicBezTo>
                  <a:pt x="47" y="575"/>
                  <a:pt x="65" y="574"/>
                  <a:pt x="85" y="573"/>
                </a:cubicBezTo>
                <a:cubicBezTo>
                  <a:pt x="93" y="571"/>
                  <a:pt x="99" y="567"/>
                  <a:pt x="102" y="562"/>
                </a:cubicBezTo>
                <a:cubicBezTo>
                  <a:pt x="104" y="559"/>
                  <a:pt x="125" y="476"/>
                  <a:pt x="167" y="310"/>
                </a:cubicBezTo>
                <a:cubicBezTo>
                  <a:pt x="208" y="145"/>
                  <a:pt x="229" y="58"/>
                  <a:pt x="229" y="49"/>
                </a:cubicBezTo>
                <a:moveTo>
                  <a:pt x="605" y="193"/>
                </a:moveTo>
                <a:cubicBezTo>
                  <a:pt x="605" y="170"/>
                  <a:pt x="602" y="149"/>
                  <a:pt x="596" y="131"/>
                </a:cubicBezTo>
                <a:cubicBezTo>
                  <a:pt x="589" y="113"/>
                  <a:pt x="581" y="99"/>
                  <a:pt x="572" y="89"/>
                </a:cubicBezTo>
                <a:cubicBezTo>
                  <a:pt x="563" y="79"/>
                  <a:pt x="552" y="70"/>
                  <a:pt x="539" y="63"/>
                </a:cubicBezTo>
                <a:cubicBezTo>
                  <a:pt x="525" y="55"/>
                  <a:pt x="514" y="51"/>
                  <a:pt x="504" y="48"/>
                </a:cubicBezTo>
                <a:cubicBezTo>
                  <a:pt x="493" y="46"/>
                  <a:pt x="483" y="44"/>
                  <a:pt x="472" y="42"/>
                </a:cubicBezTo>
                <a:cubicBezTo>
                  <a:pt x="471" y="42"/>
                  <a:pt x="467" y="42"/>
                  <a:pt x="459" y="42"/>
                </a:cubicBezTo>
                <a:cubicBezTo>
                  <a:pt x="452" y="42"/>
                  <a:pt x="443" y="42"/>
                  <a:pt x="433" y="42"/>
                </a:cubicBezTo>
                <a:cubicBezTo>
                  <a:pt x="423" y="42"/>
                  <a:pt x="413" y="42"/>
                  <a:pt x="402" y="41"/>
                </a:cubicBezTo>
                <a:lnTo>
                  <a:pt x="364" y="41"/>
                </a:lnTo>
                <a:cubicBezTo>
                  <a:pt x="337" y="41"/>
                  <a:pt x="322" y="44"/>
                  <a:pt x="318" y="50"/>
                </a:cubicBezTo>
                <a:cubicBezTo>
                  <a:pt x="317" y="52"/>
                  <a:pt x="295" y="139"/>
                  <a:pt x="253" y="310"/>
                </a:cubicBezTo>
                <a:cubicBezTo>
                  <a:pt x="210" y="482"/>
                  <a:pt x="189" y="568"/>
                  <a:pt x="189" y="570"/>
                </a:cubicBezTo>
                <a:cubicBezTo>
                  <a:pt x="189" y="572"/>
                  <a:pt x="192" y="573"/>
                  <a:pt x="198" y="573"/>
                </a:cubicBezTo>
                <a:cubicBezTo>
                  <a:pt x="205" y="573"/>
                  <a:pt x="228" y="574"/>
                  <a:pt x="268" y="574"/>
                </a:cubicBezTo>
                <a:cubicBezTo>
                  <a:pt x="271" y="574"/>
                  <a:pt x="277" y="574"/>
                  <a:pt x="285" y="574"/>
                </a:cubicBezTo>
                <a:cubicBezTo>
                  <a:pt x="294" y="574"/>
                  <a:pt x="301" y="575"/>
                  <a:pt x="307" y="575"/>
                </a:cubicBezTo>
                <a:cubicBezTo>
                  <a:pt x="383" y="575"/>
                  <a:pt x="446" y="551"/>
                  <a:pt x="495" y="501"/>
                </a:cubicBezTo>
                <a:cubicBezTo>
                  <a:pt x="517" y="480"/>
                  <a:pt x="535" y="454"/>
                  <a:pt x="549" y="425"/>
                </a:cubicBezTo>
                <a:cubicBezTo>
                  <a:pt x="562" y="397"/>
                  <a:pt x="575" y="357"/>
                  <a:pt x="587" y="310"/>
                </a:cubicBezTo>
                <a:cubicBezTo>
                  <a:pt x="599" y="262"/>
                  <a:pt x="605" y="223"/>
                  <a:pt x="605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002960" y="5896080"/>
            <a:ext cx="89658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はこの際、  に偽物だと判断されない良質な偽物を生成することを狙う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52400" y="2504880"/>
            <a:ext cx="1705320" cy="543240"/>
          </a:xfrm>
          <a:custGeom>
            <a:avLst/>
            <a:gdLst/>
            <a:ahLst/>
            <a:rect l="0" t="0" r="r" b="b"/>
            <a:pathLst>
              <a:path w="4737" h="1509">
                <a:moveTo>
                  <a:pt x="0" y="0"/>
                </a:moveTo>
                <a:lnTo>
                  <a:pt x="4737" y="0"/>
                </a:lnTo>
                <a:lnTo>
                  <a:pt x="473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2457360" y="2504880"/>
            <a:ext cx="1733760" cy="543240"/>
          </a:xfrm>
          <a:custGeom>
            <a:avLst/>
            <a:gdLst/>
            <a:ahLst/>
            <a:rect l="0" t="0" r="r" b="b"/>
            <a:pathLst>
              <a:path w="4816" h="1509">
                <a:moveTo>
                  <a:pt x="0" y="0"/>
                </a:moveTo>
                <a:lnTo>
                  <a:pt x="4816" y="0"/>
                </a:lnTo>
                <a:lnTo>
                  <a:pt x="481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4190760" y="2504880"/>
            <a:ext cx="962280" cy="543240"/>
          </a:xfrm>
          <a:custGeom>
            <a:avLst/>
            <a:gdLst/>
            <a:ahLst/>
            <a:rect l="0" t="0" r="r" b="b"/>
            <a:pathLst>
              <a:path w="2673" h="1509">
                <a:moveTo>
                  <a:pt x="0" y="0"/>
                </a:moveTo>
                <a:lnTo>
                  <a:pt x="2673" y="0"/>
                </a:lnTo>
                <a:lnTo>
                  <a:pt x="267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5152680" y="2504880"/>
            <a:ext cx="5124960" cy="543240"/>
          </a:xfrm>
          <a:custGeom>
            <a:avLst/>
            <a:gdLst/>
            <a:ahLst/>
            <a:rect l="0" t="0" r="r" b="b"/>
            <a:pathLst>
              <a:path w="14236" h="1509">
                <a:moveTo>
                  <a:pt x="0" y="0"/>
                </a:moveTo>
                <a:lnTo>
                  <a:pt x="14236" y="0"/>
                </a:lnTo>
                <a:lnTo>
                  <a:pt x="1423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52400" y="3047760"/>
            <a:ext cx="1705320" cy="533880"/>
          </a:xfrm>
          <a:custGeom>
            <a:avLst/>
            <a:gdLst/>
            <a:ahLst/>
            <a:rect l="0" t="0" r="r" b="b"/>
            <a:pathLst>
              <a:path w="4737" h="1483">
                <a:moveTo>
                  <a:pt x="0" y="0"/>
                </a:moveTo>
                <a:lnTo>
                  <a:pt x="4737" y="0"/>
                </a:lnTo>
                <a:lnTo>
                  <a:pt x="473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457360" y="3047760"/>
            <a:ext cx="1733760" cy="533880"/>
          </a:xfrm>
          <a:custGeom>
            <a:avLst/>
            <a:gdLst/>
            <a:ahLst/>
            <a:rect l="0" t="0" r="r" b="b"/>
            <a:pathLst>
              <a:path w="4816" h="1483">
                <a:moveTo>
                  <a:pt x="0" y="0"/>
                </a:moveTo>
                <a:lnTo>
                  <a:pt x="4816" y="0"/>
                </a:lnTo>
                <a:lnTo>
                  <a:pt x="481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190760" y="3047760"/>
            <a:ext cx="962280" cy="533880"/>
          </a:xfrm>
          <a:custGeom>
            <a:avLst/>
            <a:gdLst/>
            <a:ahLst/>
            <a:rect l="0" t="0" r="r" b="b"/>
            <a:pathLst>
              <a:path w="2673" h="1483">
                <a:moveTo>
                  <a:pt x="0" y="0"/>
                </a:moveTo>
                <a:lnTo>
                  <a:pt x="2673" y="0"/>
                </a:lnTo>
                <a:lnTo>
                  <a:pt x="2673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152680" y="3047760"/>
            <a:ext cx="5124960" cy="533880"/>
          </a:xfrm>
          <a:custGeom>
            <a:avLst/>
            <a:gdLst/>
            <a:ahLst/>
            <a:rect l="0" t="0" r="r" b="b"/>
            <a:pathLst>
              <a:path w="14236" h="1483">
                <a:moveTo>
                  <a:pt x="0" y="0"/>
                </a:moveTo>
                <a:lnTo>
                  <a:pt x="14236" y="0"/>
                </a:lnTo>
                <a:lnTo>
                  <a:pt x="1423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52400" y="3581280"/>
            <a:ext cx="1705320" cy="543240"/>
          </a:xfrm>
          <a:custGeom>
            <a:avLst/>
            <a:gdLst/>
            <a:ahLst/>
            <a:rect l="0" t="0" r="r" b="b"/>
            <a:pathLst>
              <a:path w="4737" h="1509">
                <a:moveTo>
                  <a:pt x="0" y="0"/>
                </a:moveTo>
                <a:lnTo>
                  <a:pt x="4737" y="0"/>
                </a:lnTo>
                <a:lnTo>
                  <a:pt x="473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457360" y="3581280"/>
            <a:ext cx="1733760" cy="543240"/>
          </a:xfrm>
          <a:custGeom>
            <a:avLst/>
            <a:gdLst/>
            <a:ahLst/>
            <a:rect l="0" t="0" r="r" b="b"/>
            <a:pathLst>
              <a:path w="4816" h="1509">
                <a:moveTo>
                  <a:pt x="0" y="0"/>
                </a:moveTo>
                <a:lnTo>
                  <a:pt x="4816" y="0"/>
                </a:lnTo>
                <a:lnTo>
                  <a:pt x="481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190760" y="3581280"/>
            <a:ext cx="962280" cy="543240"/>
          </a:xfrm>
          <a:custGeom>
            <a:avLst/>
            <a:gdLst/>
            <a:ahLst/>
            <a:rect l="0" t="0" r="r" b="b"/>
            <a:pathLst>
              <a:path w="2673" h="1509">
                <a:moveTo>
                  <a:pt x="0" y="0"/>
                </a:moveTo>
                <a:lnTo>
                  <a:pt x="2673" y="0"/>
                </a:lnTo>
                <a:lnTo>
                  <a:pt x="267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5152680" y="3581280"/>
            <a:ext cx="5124960" cy="543240"/>
          </a:xfrm>
          <a:custGeom>
            <a:avLst/>
            <a:gdLst/>
            <a:ahLst/>
            <a:rect l="0" t="0" r="r" b="b"/>
            <a:pathLst>
              <a:path w="14236" h="1509">
                <a:moveTo>
                  <a:pt x="0" y="0"/>
                </a:moveTo>
                <a:lnTo>
                  <a:pt x="14236" y="0"/>
                </a:lnTo>
                <a:lnTo>
                  <a:pt x="1423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752400" y="2504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752400" y="2504880"/>
            <a:ext cx="1705320" cy="9720"/>
          </a:xfrm>
          <a:custGeom>
            <a:avLst/>
            <a:gdLst/>
            <a:ahLst/>
            <a:rect l="0" t="0" r="r" b="b"/>
            <a:pathLst>
              <a:path w="4737" h="27">
                <a:moveTo>
                  <a:pt x="0" y="0"/>
                </a:moveTo>
                <a:lnTo>
                  <a:pt x="4737" y="0"/>
                </a:lnTo>
                <a:lnTo>
                  <a:pt x="47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447640" y="25048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457360" y="250488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4190760" y="25048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4200480" y="2504880"/>
            <a:ext cx="952560" cy="9720"/>
          </a:xfrm>
          <a:custGeom>
            <a:avLst/>
            <a:gdLst/>
            <a:ahLst/>
            <a:rect l="0" t="0" r="r" b="b"/>
            <a:pathLst>
              <a:path w="2646" h="27">
                <a:moveTo>
                  <a:pt x="0" y="0"/>
                </a:moveTo>
                <a:lnTo>
                  <a:pt x="2646" y="0"/>
                </a:lnTo>
                <a:lnTo>
                  <a:pt x="26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143320" y="2504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152680" y="2504880"/>
            <a:ext cx="5134320" cy="9720"/>
          </a:xfrm>
          <a:custGeom>
            <a:avLst/>
            <a:gdLst/>
            <a:ahLst/>
            <a:rect l="0" t="0" r="r" b="b"/>
            <a:pathLst>
              <a:path w="14262" h="27">
                <a:moveTo>
                  <a:pt x="0" y="0"/>
                </a:moveTo>
                <a:lnTo>
                  <a:pt x="14262" y="0"/>
                </a:lnTo>
                <a:lnTo>
                  <a:pt x="142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0277280" y="2504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752400" y="3038400"/>
            <a:ext cx="1705320" cy="9720"/>
          </a:xfrm>
          <a:custGeom>
            <a:avLst/>
            <a:gdLst/>
            <a:ahLst/>
            <a:rect l="0" t="0" r="r" b="b"/>
            <a:pathLst>
              <a:path w="4737" h="27">
                <a:moveTo>
                  <a:pt x="0" y="0"/>
                </a:moveTo>
                <a:lnTo>
                  <a:pt x="4737" y="0"/>
                </a:lnTo>
                <a:lnTo>
                  <a:pt x="47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2457360" y="303840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4200480" y="3038400"/>
            <a:ext cx="952560" cy="9720"/>
          </a:xfrm>
          <a:custGeom>
            <a:avLst/>
            <a:gdLst/>
            <a:ahLst/>
            <a:rect l="0" t="0" r="r" b="b"/>
            <a:pathLst>
              <a:path w="2646" h="27">
                <a:moveTo>
                  <a:pt x="0" y="0"/>
                </a:moveTo>
                <a:lnTo>
                  <a:pt x="2646" y="0"/>
                </a:lnTo>
                <a:lnTo>
                  <a:pt x="26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5152680" y="3038400"/>
            <a:ext cx="5134320" cy="9720"/>
          </a:xfrm>
          <a:custGeom>
            <a:avLst/>
            <a:gdLst/>
            <a:ahLst/>
            <a:rect l="0" t="0" r="r" b="b"/>
            <a:pathLst>
              <a:path w="14262" h="27">
                <a:moveTo>
                  <a:pt x="0" y="0"/>
                </a:moveTo>
                <a:lnTo>
                  <a:pt x="14262" y="0"/>
                </a:lnTo>
                <a:lnTo>
                  <a:pt x="142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752400" y="30477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2447640" y="30477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4190760" y="30477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5143320" y="30477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0277280" y="30477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752400" y="35906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752400" y="3581280"/>
            <a:ext cx="1705320" cy="9720"/>
          </a:xfrm>
          <a:custGeom>
            <a:avLst/>
            <a:gdLst/>
            <a:ahLst/>
            <a:rect l="0" t="0" r="r" b="b"/>
            <a:pathLst>
              <a:path w="4737" h="27">
                <a:moveTo>
                  <a:pt x="0" y="0"/>
                </a:moveTo>
                <a:lnTo>
                  <a:pt x="4737" y="0"/>
                </a:lnTo>
                <a:lnTo>
                  <a:pt x="47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2447640" y="35906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457360" y="358128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4190760" y="35906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4200480" y="3581280"/>
            <a:ext cx="952560" cy="9720"/>
          </a:xfrm>
          <a:custGeom>
            <a:avLst/>
            <a:gdLst/>
            <a:ahLst/>
            <a:rect l="0" t="0" r="r" b="b"/>
            <a:pathLst>
              <a:path w="2646" h="27">
                <a:moveTo>
                  <a:pt x="0" y="0"/>
                </a:moveTo>
                <a:lnTo>
                  <a:pt x="2646" y="0"/>
                </a:lnTo>
                <a:lnTo>
                  <a:pt x="26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143320" y="35906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152680" y="3581280"/>
            <a:ext cx="5134320" cy="9720"/>
          </a:xfrm>
          <a:custGeom>
            <a:avLst/>
            <a:gdLst/>
            <a:ahLst/>
            <a:rect l="0" t="0" r="r" b="b"/>
            <a:pathLst>
              <a:path w="14262" h="27">
                <a:moveTo>
                  <a:pt x="0" y="0"/>
                </a:moveTo>
                <a:lnTo>
                  <a:pt x="14262" y="0"/>
                </a:lnTo>
                <a:lnTo>
                  <a:pt x="142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10277280" y="35906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752400" y="4114440"/>
            <a:ext cx="1705320" cy="10080"/>
          </a:xfrm>
          <a:custGeom>
            <a:avLst/>
            <a:gdLst/>
            <a:ahLst/>
            <a:rect l="0" t="0" r="r" b="b"/>
            <a:pathLst>
              <a:path w="4737" h="28">
                <a:moveTo>
                  <a:pt x="0" y="0"/>
                </a:moveTo>
                <a:lnTo>
                  <a:pt x="4737" y="0"/>
                </a:lnTo>
                <a:lnTo>
                  <a:pt x="47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2457360" y="4114440"/>
            <a:ext cx="1743480" cy="10080"/>
          </a:xfrm>
          <a:custGeom>
            <a:avLst/>
            <a:gdLst/>
            <a:ahLst/>
            <a:rect l="0" t="0" r="r" b="b"/>
            <a:pathLst>
              <a:path w="4843" h="28">
                <a:moveTo>
                  <a:pt x="0" y="0"/>
                </a:moveTo>
                <a:lnTo>
                  <a:pt x="4843" y="0"/>
                </a:lnTo>
                <a:lnTo>
                  <a:pt x="48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4200480" y="4114440"/>
            <a:ext cx="952560" cy="10080"/>
          </a:xfrm>
          <a:custGeom>
            <a:avLst/>
            <a:gdLst/>
            <a:ahLst/>
            <a:rect l="0" t="0" r="r" b="b"/>
            <a:pathLst>
              <a:path w="2646" h="28">
                <a:moveTo>
                  <a:pt x="0" y="0"/>
                </a:moveTo>
                <a:lnTo>
                  <a:pt x="2646" y="0"/>
                </a:lnTo>
                <a:lnTo>
                  <a:pt x="26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152680" y="4114440"/>
            <a:ext cx="5134320" cy="10080"/>
          </a:xfrm>
          <a:custGeom>
            <a:avLst/>
            <a:gdLst/>
            <a:ahLst/>
            <a:rect l="0" t="0" r="r" b="b"/>
            <a:pathLst>
              <a:path w="14262" h="28">
                <a:moveTo>
                  <a:pt x="0" y="0"/>
                </a:moveTo>
                <a:lnTo>
                  <a:pt x="14262" y="0"/>
                </a:lnTo>
                <a:lnTo>
                  <a:pt x="142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47720" y="766440"/>
            <a:ext cx="310680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8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GAN</a:t>
            </a:r>
            <a:r>
              <a:rPr b="1" lang="zh-CN" sz="228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の目的関数と学習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2317320" y="1947600"/>
            <a:ext cx="258480" cy="144000"/>
          </a:xfrm>
          <a:custGeom>
            <a:avLst/>
            <a:gdLst/>
            <a:ahLst/>
            <a:rect l="0" t="0" r="r" b="b"/>
            <a:pathLst>
              <a:path w="718" h="400">
                <a:moveTo>
                  <a:pt x="15" y="358"/>
                </a:moveTo>
                <a:lnTo>
                  <a:pt x="27" y="358"/>
                </a:lnTo>
                <a:cubicBezTo>
                  <a:pt x="51" y="358"/>
                  <a:pt x="65" y="354"/>
                  <a:pt x="70" y="345"/>
                </a:cubicBezTo>
                <a:lnTo>
                  <a:pt x="70" y="338"/>
                </a:lnTo>
                <a:cubicBezTo>
                  <a:pt x="70" y="333"/>
                  <a:pt x="70" y="326"/>
                  <a:pt x="70" y="317"/>
                </a:cubicBezTo>
                <a:cubicBezTo>
                  <a:pt x="70" y="309"/>
                  <a:pt x="70" y="300"/>
                  <a:pt x="70" y="289"/>
                </a:cubicBezTo>
                <a:cubicBezTo>
                  <a:pt x="70" y="279"/>
                  <a:pt x="70" y="267"/>
                  <a:pt x="71" y="254"/>
                </a:cubicBezTo>
                <a:cubicBezTo>
                  <a:pt x="71" y="241"/>
                  <a:pt x="71" y="228"/>
                  <a:pt x="71" y="216"/>
                </a:cubicBezTo>
                <a:cubicBezTo>
                  <a:pt x="71" y="198"/>
                  <a:pt x="71" y="178"/>
                  <a:pt x="71" y="157"/>
                </a:cubicBezTo>
                <a:cubicBezTo>
                  <a:pt x="71" y="136"/>
                  <a:pt x="70" y="118"/>
                  <a:pt x="70" y="103"/>
                </a:cubicBezTo>
                <a:lnTo>
                  <a:pt x="70" y="83"/>
                </a:lnTo>
                <a:cubicBezTo>
                  <a:pt x="68" y="71"/>
                  <a:pt x="64" y="64"/>
                  <a:pt x="57" y="60"/>
                </a:cubicBezTo>
                <a:cubicBezTo>
                  <a:pt x="51" y="56"/>
                  <a:pt x="37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6" y="8"/>
                </a:cubicBezTo>
                <a:cubicBezTo>
                  <a:pt x="47" y="7"/>
                  <a:pt x="58" y="6"/>
                  <a:pt x="70" y="6"/>
                </a:cubicBezTo>
                <a:cubicBezTo>
                  <a:pt x="80" y="5"/>
                  <a:pt x="91" y="5"/>
                  <a:pt x="102" y="4"/>
                </a:cubicBezTo>
                <a:cubicBezTo>
                  <a:pt x="114" y="3"/>
                  <a:pt x="122" y="3"/>
                  <a:pt x="128" y="1"/>
                </a:cubicBezTo>
                <a:cubicBezTo>
                  <a:pt x="134" y="0"/>
                  <a:pt x="138" y="0"/>
                  <a:pt x="138" y="0"/>
                </a:cubicBezTo>
                <a:lnTo>
                  <a:pt x="141" y="0"/>
                </a:lnTo>
                <a:lnTo>
                  <a:pt x="141" y="37"/>
                </a:lnTo>
                <a:cubicBezTo>
                  <a:pt x="141" y="59"/>
                  <a:pt x="141" y="71"/>
                  <a:pt x="142" y="71"/>
                </a:cubicBezTo>
                <a:cubicBezTo>
                  <a:pt x="143" y="71"/>
                  <a:pt x="144" y="69"/>
                  <a:pt x="146" y="66"/>
                </a:cubicBezTo>
                <a:cubicBezTo>
                  <a:pt x="149" y="63"/>
                  <a:pt x="153" y="59"/>
                  <a:pt x="157" y="53"/>
                </a:cubicBezTo>
                <a:cubicBezTo>
                  <a:pt x="162" y="47"/>
                  <a:pt x="168" y="41"/>
                  <a:pt x="174" y="37"/>
                </a:cubicBezTo>
                <a:cubicBezTo>
                  <a:pt x="181" y="32"/>
                  <a:pt x="190" y="26"/>
                  <a:pt x="201" y="19"/>
                </a:cubicBezTo>
                <a:cubicBezTo>
                  <a:pt x="211" y="13"/>
                  <a:pt x="223" y="8"/>
                  <a:pt x="235" y="5"/>
                </a:cubicBezTo>
                <a:cubicBezTo>
                  <a:pt x="247" y="2"/>
                  <a:pt x="262" y="0"/>
                  <a:pt x="281" y="0"/>
                </a:cubicBezTo>
                <a:cubicBezTo>
                  <a:pt x="290" y="0"/>
                  <a:pt x="298" y="1"/>
                  <a:pt x="306" y="2"/>
                </a:cubicBezTo>
                <a:cubicBezTo>
                  <a:pt x="314" y="3"/>
                  <a:pt x="321" y="5"/>
                  <a:pt x="327" y="8"/>
                </a:cubicBezTo>
                <a:cubicBezTo>
                  <a:pt x="333" y="10"/>
                  <a:pt x="339" y="12"/>
                  <a:pt x="344" y="15"/>
                </a:cubicBezTo>
                <a:cubicBezTo>
                  <a:pt x="350" y="17"/>
                  <a:pt x="354" y="20"/>
                  <a:pt x="358" y="23"/>
                </a:cubicBezTo>
                <a:cubicBezTo>
                  <a:pt x="361" y="26"/>
                  <a:pt x="366" y="29"/>
                  <a:pt x="369" y="33"/>
                </a:cubicBezTo>
                <a:cubicBezTo>
                  <a:pt x="372" y="37"/>
                  <a:pt x="374" y="40"/>
                  <a:pt x="377" y="43"/>
                </a:cubicBezTo>
                <a:cubicBezTo>
                  <a:pt x="379" y="46"/>
                  <a:pt x="381" y="49"/>
                  <a:pt x="383" y="53"/>
                </a:cubicBezTo>
                <a:cubicBezTo>
                  <a:pt x="385" y="56"/>
                  <a:pt x="386" y="59"/>
                  <a:pt x="387" y="62"/>
                </a:cubicBezTo>
                <a:cubicBezTo>
                  <a:pt x="387" y="64"/>
                  <a:pt x="388" y="67"/>
                  <a:pt x="389" y="69"/>
                </a:cubicBezTo>
                <a:lnTo>
                  <a:pt x="391" y="74"/>
                </a:lnTo>
                <a:lnTo>
                  <a:pt x="394" y="70"/>
                </a:lnTo>
                <a:cubicBezTo>
                  <a:pt x="396" y="68"/>
                  <a:pt x="398" y="65"/>
                  <a:pt x="399" y="63"/>
                </a:cubicBezTo>
                <a:cubicBezTo>
                  <a:pt x="401" y="60"/>
                  <a:pt x="404" y="57"/>
                  <a:pt x="407" y="53"/>
                </a:cubicBezTo>
                <a:cubicBezTo>
                  <a:pt x="411" y="49"/>
                  <a:pt x="415" y="45"/>
                  <a:pt x="419" y="41"/>
                </a:cubicBezTo>
                <a:cubicBezTo>
                  <a:pt x="423" y="37"/>
                  <a:pt x="428" y="34"/>
                  <a:pt x="433" y="29"/>
                </a:cubicBezTo>
                <a:cubicBezTo>
                  <a:pt x="438" y="25"/>
                  <a:pt x="444" y="21"/>
                  <a:pt x="451" y="18"/>
                </a:cubicBezTo>
                <a:cubicBezTo>
                  <a:pt x="458" y="15"/>
                  <a:pt x="465" y="12"/>
                  <a:pt x="472" y="9"/>
                </a:cubicBezTo>
                <a:cubicBezTo>
                  <a:pt x="478" y="6"/>
                  <a:pt x="486" y="4"/>
                  <a:pt x="495" y="3"/>
                </a:cubicBezTo>
                <a:cubicBezTo>
                  <a:pt x="504" y="2"/>
                  <a:pt x="513" y="1"/>
                  <a:pt x="523" y="0"/>
                </a:cubicBezTo>
                <a:cubicBezTo>
                  <a:pt x="599" y="0"/>
                  <a:pt x="640" y="34"/>
                  <a:pt x="647" y="102"/>
                </a:cubicBezTo>
                <a:cubicBezTo>
                  <a:pt x="647" y="107"/>
                  <a:pt x="648" y="148"/>
                  <a:pt x="648" y="228"/>
                </a:cubicBezTo>
                <a:lnTo>
                  <a:pt x="648" y="306"/>
                </a:lnTo>
                <a:cubicBezTo>
                  <a:pt x="648" y="328"/>
                  <a:pt x="648" y="342"/>
                  <a:pt x="649" y="346"/>
                </a:cubicBezTo>
                <a:cubicBezTo>
                  <a:pt x="651" y="350"/>
                  <a:pt x="654" y="353"/>
                  <a:pt x="659" y="355"/>
                </a:cubicBezTo>
                <a:cubicBezTo>
                  <a:pt x="672" y="357"/>
                  <a:pt x="687" y="358"/>
                  <a:pt x="704" y="358"/>
                </a:cubicBezTo>
                <a:lnTo>
                  <a:pt x="718" y="358"/>
                </a:lnTo>
                <a:lnTo>
                  <a:pt x="718" y="400"/>
                </a:lnTo>
                <a:lnTo>
                  <a:pt x="711" y="400"/>
                </a:lnTo>
                <a:lnTo>
                  <a:pt x="690" y="400"/>
                </a:lnTo>
                <a:cubicBezTo>
                  <a:pt x="676" y="399"/>
                  <a:pt x="660" y="399"/>
                  <a:pt x="644" y="399"/>
                </a:cubicBezTo>
                <a:cubicBezTo>
                  <a:pt x="628" y="399"/>
                  <a:pt x="616" y="398"/>
                  <a:pt x="610" y="398"/>
                </a:cubicBezTo>
                <a:cubicBezTo>
                  <a:pt x="548" y="398"/>
                  <a:pt x="514" y="399"/>
                  <a:pt x="509" y="400"/>
                </a:cubicBezTo>
                <a:lnTo>
                  <a:pt x="501" y="400"/>
                </a:lnTo>
                <a:lnTo>
                  <a:pt x="501" y="358"/>
                </a:lnTo>
                <a:lnTo>
                  <a:pt x="516" y="358"/>
                </a:lnTo>
                <a:cubicBezTo>
                  <a:pt x="552" y="358"/>
                  <a:pt x="571" y="353"/>
                  <a:pt x="571" y="343"/>
                </a:cubicBezTo>
                <a:cubicBezTo>
                  <a:pt x="571" y="342"/>
                  <a:pt x="572" y="301"/>
                  <a:pt x="572" y="219"/>
                </a:cubicBezTo>
                <a:cubicBezTo>
                  <a:pt x="571" y="138"/>
                  <a:pt x="571" y="95"/>
                  <a:pt x="570" y="90"/>
                </a:cubicBezTo>
                <a:cubicBezTo>
                  <a:pt x="566" y="73"/>
                  <a:pt x="560" y="60"/>
                  <a:pt x="552" y="52"/>
                </a:cubicBezTo>
                <a:cubicBezTo>
                  <a:pt x="543" y="43"/>
                  <a:pt x="536" y="38"/>
                  <a:pt x="530" y="37"/>
                </a:cubicBezTo>
                <a:cubicBezTo>
                  <a:pt x="524" y="35"/>
                  <a:pt x="516" y="34"/>
                  <a:pt x="507" y="35"/>
                </a:cubicBezTo>
                <a:cubicBezTo>
                  <a:pt x="480" y="35"/>
                  <a:pt x="456" y="45"/>
                  <a:pt x="435" y="65"/>
                </a:cubicBezTo>
                <a:cubicBezTo>
                  <a:pt x="419" y="82"/>
                  <a:pt x="409" y="98"/>
                  <a:pt x="405" y="115"/>
                </a:cubicBezTo>
                <a:cubicBezTo>
                  <a:pt x="401" y="132"/>
                  <a:pt x="398" y="157"/>
                  <a:pt x="398" y="190"/>
                </a:cubicBezTo>
                <a:lnTo>
                  <a:pt x="398" y="248"/>
                </a:lnTo>
                <a:lnTo>
                  <a:pt x="398" y="302"/>
                </a:lnTo>
                <a:cubicBezTo>
                  <a:pt x="398" y="320"/>
                  <a:pt x="398" y="332"/>
                  <a:pt x="398" y="338"/>
                </a:cubicBezTo>
                <a:cubicBezTo>
                  <a:pt x="399" y="344"/>
                  <a:pt x="400" y="348"/>
                  <a:pt x="401" y="350"/>
                </a:cubicBezTo>
                <a:cubicBezTo>
                  <a:pt x="402" y="352"/>
                  <a:pt x="405" y="353"/>
                  <a:pt x="409" y="355"/>
                </a:cubicBezTo>
                <a:cubicBezTo>
                  <a:pt x="422" y="357"/>
                  <a:pt x="437" y="358"/>
                  <a:pt x="453" y="358"/>
                </a:cubicBezTo>
                <a:lnTo>
                  <a:pt x="468" y="358"/>
                </a:lnTo>
                <a:lnTo>
                  <a:pt x="468" y="400"/>
                </a:lnTo>
                <a:lnTo>
                  <a:pt x="461" y="400"/>
                </a:lnTo>
                <a:lnTo>
                  <a:pt x="439" y="400"/>
                </a:lnTo>
                <a:cubicBezTo>
                  <a:pt x="425" y="399"/>
                  <a:pt x="410" y="399"/>
                  <a:pt x="394" y="399"/>
                </a:cubicBezTo>
                <a:cubicBezTo>
                  <a:pt x="378" y="399"/>
                  <a:pt x="366" y="398"/>
                  <a:pt x="359" y="398"/>
                </a:cubicBezTo>
                <a:cubicBezTo>
                  <a:pt x="297" y="398"/>
                  <a:pt x="263" y="399"/>
                  <a:pt x="258" y="400"/>
                </a:cubicBezTo>
                <a:lnTo>
                  <a:pt x="250" y="400"/>
                </a:lnTo>
                <a:lnTo>
                  <a:pt x="250" y="358"/>
                </a:lnTo>
                <a:lnTo>
                  <a:pt x="265" y="358"/>
                </a:lnTo>
                <a:cubicBezTo>
                  <a:pt x="301" y="358"/>
                  <a:pt x="320" y="353"/>
                  <a:pt x="320" y="343"/>
                </a:cubicBezTo>
                <a:cubicBezTo>
                  <a:pt x="320" y="342"/>
                  <a:pt x="321" y="301"/>
                  <a:pt x="321" y="219"/>
                </a:cubicBezTo>
                <a:cubicBezTo>
                  <a:pt x="320" y="138"/>
                  <a:pt x="319" y="95"/>
                  <a:pt x="319" y="90"/>
                </a:cubicBezTo>
                <a:cubicBezTo>
                  <a:pt x="315" y="73"/>
                  <a:pt x="309" y="60"/>
                  <a:pt x="301" y="52"/>
                </a:cubicBezTo>
                <a:cubicBezTo>
                  <a:pt x="292" y="43"/>
                  <a:pt x="285" y="38"/>
                  <a:pt x="279" y="37"/>
                </a:cubicBezTo>
                <a:cubicBezTo>
                  <a:pt x="273" y="35"/>
                  <a:pt x="265" y="34"/>
                  <a:pt x="256" y="35"/>
                </a:cubicBezTo>
                <a:cubicBezTo>
                  <a:pt x="229" y="35"/>
                  <a:pt x="205" y="45"/>
                  <a:pt x="184" y="65"/>
                </a:cubicBezTo>
                <a:cubicBezTo>
                  <a:pt x="168" y="82"/>
                  <a:pt x="158" y="98"/>
                  <a:pt x="154" y="115"/>
                </a:cubicBezTo>
                <a:cubicBezTo>
                  <a:pt x="149" y="132"/>
                  <a:pt x="147" y="157"/>
                  <a:pt x="146" y="190"/>
                </a:cubicBezTo>
                <a:lnTo>
                  <a:pt x="146" y="248"/>
                </a:lnTo>
                <a:lnTo>
                  <a:pt x="146" y="302"/>
                </a:lnTo>
                <a:cubicBezTo>
                  <a:pt x="146" y="320"/>
                  <a:pt x="147" y="332"/>
                  <a:pt x="147" y="338"/>
                </a:cubicBezTo>
                <a:cubicBezTo>
                  <a:pt x="148" y="344"/>
                  <a:pt x="149" y="348"/>
                  <a:pt x="150" y="350"/>
                </a:cubicBezTo>
                <a:cubicBezTo>
                  <a:pt x="151" y="352"/>
                  <a:pt x="154" y="353"/>
                  <a:pt x="158" y="355"/>
                </a:cubicBezTo>
                <a:cubicBezTo>
                  <a:pt x="171" y="357"/>
                  <a:pt x="186" y="358"/>
                  <a:pt x="202" y="358"/>
                </a:cubicBezTo>
                <a:lnTo>
                  <a:pt x="217" y="358"/>
                </a:lnTo>
                <a:lnTo>
                  <a:pt x="217" y="400"/>
                </a:lnTo>
                <a:lnTo>
                  <a:pt x="210" y="400"/>
                </a:lnTo>
                <a:lnTo>
                  <a:pt x="189" y="400"/>
                </a:lnTo>
                <a:cubicBezTo>
                  <a:pt x="174" y="399"/>
                  <a:pt x="159" y="399"/>
                  <a:pt x="143" y="399"/>
                </a:cubicBezTo>
                <a:cubicBezTo>
                  <a:pt x="127" y="399"/>
                  <a:pt x="115" y="398"/>
                  <a:pt x="109" y="398"/>
                </a:cubicBezTo>
                <a:cubicBezTo>
                  <a:pt x="47" y="398"/>
                  <a:pt x="13" y="399"/>
                  <a:pt x="7" y="400"/>
                </a:cubicBezTo>
                <a:lnTo>
                  <a:pt x="0" y="400"/>
                </a:lnTo>
                <a:lnTo>
                  <a:pt x="0" y="358"/>
                </a:lnTo>
                <a:lnTo>
                  <a:pt x="15" y="35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2588400" y="1874160"/>
            <a:ext cx="74880" cy="217440"/>
          </a:xfrm>
          <a:custGeom>
            <a:avLst/>
            <a:gdLst/>
            <a:ahLst/>
            <a:rect l="0" t="0" r="r" b="b"/>
            <a:pathLst>
              <a:path w="208" h="604">
                <a:moveTo>
                  <a:pt x="39" y="54"/>
                </a:moveTo>
                <a:cubicBezTo>
                  <a:pt x="39" y="37"/>
                  <a:pt x="44" y="24"/>
                  <a:pt x="55" y="14"/>
                </a:cubicBezTo>
                <a:cubicBezTo>
                  <a:pt x="66" y="4"/>
                  <a:pt x="79" y="0"/>
                  <a:pt x="95" y="0"/>
                </a:cubicBezTo>
                <a:cubicBezTo>
                  <a:pt x="109" y="1"/>
                  <a:pt x="121" y="6"/>
                  <a:pt x="132" y="15"/>
                </a:cubicBezTo>
                <a:cubicBezTo>
                  <a:pt x="142" y="24"/>
                  <a:pt x="147" y="37"/>
                  <a:pt x="147" y="54"/>
                </a:cubicBezTo>
                <a:cubicBezTo>
                  <a:pt x="147" y="72"/>
                  <a:pt x="142" y="85"/>
                  <a:pt x="132" y="94"/>
                </a:cubicBezTo>
                <a:cubicBezTo>
                  <a:pt x="121" y="103"/>
                  <a:pt x="108" y="108"/>
                  <a:pt x="93" y="108"/>
                </a:cubicBezTo>
                <a:cubicBezTo>
                  <a:pt x="78" y="108"/>
                  <a:pt x="65" y="103"/>
                  <a:pt x="55" y="94"/>
                </a:cubicBezTo>
                <a:cubicBezTo>
                  <a:pt x="45" y="85"/>
                  <a:pt x="39" y="72"/>
                  <a:pt x="39" y="54"/>
                </a:cubicBezTo>
                <a:moveTo>
                  <a:pt x="201" y="604"/>
                </a:moveTo>
                <a:cubicBezTo>
                  <a:pt x="192" y="603"/>
                  <a:pt x="160" y="602"/>
                  <a:pt x="106" y="602"/>
                </a:cubicBezTo>
                <a:cubicBezTo>
                  <a:pt x="99" y="602"/>
                  <a:pt x="88" y="602"/>
                  <a:pt x="72" y="602"/>
                </a:cubicBezTo>
                <a:cubicBezTo>
                  <a:pt x="57" y="602"/>
                  <a:pt x="42" y="602"/>
                  <a:pt x="27" y="604"/>
                </a:cubicBezTo>
                <a:lnTo>
                  <a:pt x="7" y="604"/>
                </a:lnTo>
                <a:lnTo>
                  <a:pt x="0" y="604"/>
                </a:lnTo>
                <a:lnTo>
                  <a:pt x="0" y="563"/>
                </a:lnTo>
                <a:lnTo>
                  <a:pt x="15" y="563"/>
                </a:lnTo>
                <a:cubicBezTo>
                  <a:pt x="31" y="563"/>
                  <a:pt x="46" y="562"/>
                  <a:pt x="59" y="560"/>
                </a:cubicBezTo>
                <a:cubicBezTo>
                  <a:pt x="64" y="558"/>
                  <a:pt x="67" y="554"/>
                  <a:pt x="69" y="550"/>
                </a:cubicBezTo>
                <a:cubicBezTo>
                  <a:pt x="70" y="546"/>
                  <a:pt x="70" y="533"/>
                  <a:pt x="70" y="511"/>
                </a:cubicBezTo>
                <a:lnTo>
                  <a:pt x="70" y="418"/>
                </a:lnTo>
                <a:lnTo>
                  <a:pt x="70" y="339"/>
                </a:lnTo>
                <a:cubicBezTo>
                  <a:pt x="70" y="308"/>
                  <a:pt x="70" y="288"/>
                  <a:pt x="69" y="279"/>
                </a:cubicBezTo>
                <a:cubicBezTo>
                  <a:pt x="67" y="271"/>
                  <a:pt x="63" y="265"/>
                  <a:pt x="56" y="262"/>
                </a:cubicBezTo>
                <a:cubicBezTo>
                  <a:pt x="48" y="258"/>
                  <a:pt x="33" y="256"/>
                  <a:pt x="14" y="256"/>
                </a:cubicBezTo>
                <a:lnTo>
                  <a:pt x="4" y="256"/>
                </a:lnTo>
                <a:lnTo>
                  <a:pt x="4" y="235"/>
                </a:lnTo>
                <a:cubicBezTo>
                  <a:pt x="4" y="221"/>
                  <a:pt x="4" y="214"/>
                  <a:pt x="5" y="214"/>
                </a:cubicBezTo>
                <a:lnTo>
                  <a:pt x="15" y="213"/>
                </a:lnTo>
                <a:cubicBezTo>
                  <a:pt x="21" y="213"/>
                  <a:pt x="29" y="212"/>
                  <a:pt x="40" y="212"/>
                </a:cubicBezTo>
                <a:cubicBezTo>
                  <a:pt x="51" y="211"/>
                  <a:pt x="61" y="210"/>
                  <a:pt x="72" y="210"/>
                </a:cubicBezTo>
                <a:cubicBezTo>
                  <a:pt x="83" y="209"/>
                  <a:pt x="93" y="209"/>
                  <a:pt x="105" y="208"/>
                </a:cubicBezTo>
                <a:cubicBezTo>
                  <a:pt x="116" y="207"/>
                  <a:pt x="126" y="207"/>
                  <a:pt x="132" y="205"/>
                </a:cubicBezTo>
                <a:cubicBezTo>
                  <a:pt x="138" y="204"/>
                  <a:pt x="141" y="204"/>
                  <a:pt x="142" y="204"/>
                </a:cubicBezTo>
                <a:lnTo>
                  <a:pt x="145" y="204"/>
                </a:lnTo>
                <a:lnTo>
                  <a:pt x="145" y="548"/>
                </a:lnTo>
                <a:cubicBezTo>
                  <a:pt x="148" y="554"/>
                  <a:pt x="151" y="558"/>
                  <a:pt x="155" y="559"/>
                </a:cubicBezTo>
                <a:cubicBezTo>
                  <a:pt x="160" y="560"/>
                  <a:pt x="170" y="562"/>
                  <a:pt x="187" y="563"/>
                </a:cubicBezTo>
                <a:lnTo>
                  <a:pt x="208" y="563"/>
                </a:lnTo>
                <a:lnTo>
                  <a:pt x="208" y="604"/>
                </a:lnTo>
                <a:lnTo>
                  <a:pt x="201" y="60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2678400" y="1947600"/>
            <a:ext cx="168480" cy="144000"/>
          </a:xfrm>
          <a:custGeom>
            <a:avLst/>
            <a:gdLst/>
            <a:ahLst/>
            <a:rect l="0" t="0" r="r" b="b"/>
            <a:pathLst>
              <a:path w="468" h="400">
                <a:moveTo>
                  <a:pt x="15" y="358"/>
                </a:moveTo>
                <a:lnTo>
                  <a:pt x="27" y="358"/>
                </a:lnTo>
                <a:cubicBezTo>
                  <a:pt x="51" y="358"/>
                  <a:pt x="65" y="354"/>
                  <a:pt x="70" y="345"/>
                </a:cubicBezTo>
                <a:lnTo>
                  <a:pt x="70" y="338"/>
                </a:lnTo>
                <a:cubicBezTo>
                  <a:pt x="70" y="333"/>
                  <a:pt x="70" y="326"/>
                  <a:pt x="70" y="317"/>
                </a:cubicBezTo>
                <a:cubicBezTo>
                  <a:pt x="70" y="309"/>
                  <a:pt x="70" y="300"/>
                  <a:pt x="70" y="289"/>
                </a:cubicBezTo>
                <a:cubicBezTo>
                  <a:pt x="70" y="279"/>
                  <a:pt x="70" y="267"/>
                  <a:pt x="71" y="254"/>
                </a:cubicBezTo>
                <a:cubicBezTo>
                  <a:pt x="71" y="241"/>
                  <a:pt x="71" y="228"/>
                  <a:pt x="71" y="216"/>
                </a:cubicBezTo>
                <a:cubicBezTo>
                  <a:pt x="71" y="198"/>
                  <a:pt x="71" y="178"/>
                  <a:pt x="71" y="157"/>
                </a:cubicBezTo>
                <a:cubicBezTo>
                  <a:pt x="71" y="136"/>
                  <a:pt x="70" y="118"/>
                  <a:pt x="70" y="103"/>
                </a:cubicBezTo>
                <a:lnTo>
                  <a:pt x="70" y="83"/>
                </a:lnTo>
                <a:cubicBezTo>
                  <a:pt x="68" y="71"/>
                  <a:pt x="64" y="64"/>
                  <a:pt x="57" y="60"/>
                </a:cubicBezTo>
                <a:cubicBezTo>
                  <a:pt x="50" y="56"/>
                  <a:pt x="37" y="54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5" y="8"/>
                  <a:pt x="36" y="8"/>
                </a:cubicBezTo>
                <a:cubicBezTo>
                  <a:pt x="47" y="7"/>
                  <a:pt x="58" y="6"/>
                  <a:pt x="70" y="6"/>
                </a:cubicBezTo>
                <a:cubicBezTo>
                  <a:pt x="80" y="5"/>
                  <a:pt x="91" y="5"/>
                  <a:pt x="102" y="4"/>
                </a:cubicBezTo>
                <a:cubicBezTo>
                  <a:pt x="114" y="3"/>
                  <a:pt x="122" y="3"/>
                  <a:pt x="128" y="1"/>
                </a:cubicBezTo>
                <a:cubicBezTo>
                  <a:pt x="134" y="0"/>
                  <a:pt x="138" y="0"/>
                  <a:pt x="138" y="0"/>
                </a:cubicBezTo>
                <a:lnTo>
                  <a:pt x="141" y="0"/>
                </a:lnTo>
                <a:lnTo>
                  <a:pt x="141" y="37"/>
                </a:lnTo>
                <a:cubicBezTo>
                  <a:pt x="141" y="59"/>
                  <a:pt x="141" y="71"/>
                  <a:pt x="142" y="71"/>
                </a:cubicBezTo>
                <a:cubicBezTo>
                  <a:pt x="142" y="71"/>
                  <a:pt x="144" y="69"/>
                  <a:pt x="146" y="66"/>
                </a:cubicBezTo>
                <a:cubicBezTo>
                  <a:pt x="149" y="63"/>
                  <a:pt x="152" y="59"/>
                  <a:pt x="157" y="53"/>
                </a:cubicBezTo>
                <a:cubicBezTo>
                  <a:pt x="162" y="47"/>
                  <a:pt x="168" y="41"/>
                  <a:pt x="174" y="37"/>
                </a:cubicBezTo>
                <a:cubicBezTo>
                  <a:pt x="181" y="32"/>
                  <a:pt x="190" y="26"/>
                  <a:pt x="201" y="19"/>
                </a:cubicBezTo>
                <a:cubicBezTo>
                  <a:pt x="211" y="13"/>
                  <a:pt x="223" y="8"/>
                  <a:pt x="235" y="5"/>
                </a:cubicBezTo>
                <a:cubicBezTo>
                  <a:pt x="247" y="2"/>
                  <a:pt x="263" y="0"/>
                  <a:pt x="282" y="0"/>
                </a:cubicBezTo>
                <a:cubicBezTo>
                  <a:pt x="350" y="3"/>
                  <a:pt x="389" y="37"/>
                  <a:pt x="396" y="102"/>
                </a:cubicBezTo>
                <a:cubicBezTo>
                  <a:pt x="397" y="107"/>
                  <a:pt x="397" y="148"/>
                  <a:pt x="397" y="228"/>
                </a:cubicBezTo>
                <a:lnTo>
                  <a:pt x="397" y="306"/>
                </a:lnTo>
                <a:cubicBezTo>
                  <a:pt x="397" y="328"/>
                  <a:pt x="398" y="342"/>
                  <a:pt x="399" y="346"/>
                </a:cubicBezTo>
                <a:cubicBezTo>
                  <a:pt x="400" y="350"/>
                  <a:pt x="404" y="353"/>
                  <a:pt x="409" y="355"/>
                </a:cubicBezTo>
                <a:cubicBezTo>
                  <a:pt x="422" y="357"/>
                  <a:pt x="437" y="358"/>
                  <a:pt x="453" y="358"/>
                </a:cubicBezTo>
                <a:lnTo>
                  <a:pt x="468" y="358"/>
                </a:lnTo>
                <a:lnTo>
                  <a:pt x="468" y="400"/>
                </a:lnTo>
                <a:lnTo>
                  <a:pt x="461" y="400"/>
                </a:lnTo>
                <a:lnTo>
                  <a:pt x="439" y="400"/>
                </a:lnTo>
                <a:cubicBezTo>
                  <a:pt x="425" y="399"/>
                  <a:pt x="410" y="399"/>
                  <a:pt x="394" y="399"/>
                </a:cubicBezTo>
                <a:cubicBezTo>
                  <a:pt x="378" y="399"/>
                  <a:pt x="366" y="398"/>
                  <a:pt x="359" y="398"/>
                </a:cubicBezTo>
                <a:cubicBezTo>
                  <a:pt x="297" y="398"/>
                  <a:pt x="264" y="399"/>
                  <a:pt x="258" y="400"/>
                </a:cubicBezTo>
                <a:lnTo>
                  <a:pt x="251" y="400"/>
                </a:lnTo>
                <a:lnTo>
                  <a:pt x="251" y="358"/>
                </a:lnTo>
                <a:lnTo>
                  <a:pt x="266" y="358"/>
                </a:lnTo>
                <a:cubicBezTo>
                  <a:pt x="302" y="358"/>
                  <a:pt x="321" y="353"/>
                  <a:pt x="321" y="343"/>
                </a:cubicBezTo>
                <a:cubicBezTo>
                  <a:pt x="321" y="342"/>
                  <a:pt x="322" y="301"/>
                  <a:pt x="322" y="219"/>
                </a:cubicBezTo>
                <a:cubicBezTo>
                  <a:pt x="321" y="138"/>
                  <a:pt x="320" y="95"/>
                  <a:pt x="320" y="90"/>
                </a:cubicBezTo>
                <a:cubicBezTo>
                  <a:pt x="316" y="73"/>
                  <a:pt x="310" y="60"/>
                  <a:pt x="302" y="52"/>
                </a:cubicBezTo>
                <a:cubicBezTo>
                  <a:pt x="293" y="43"/>
                  <a:pt x="286" y="38"/>
                  <a:pt x="280" y="37"/>
                </a:cubicBezTo>
                <a:cubicBezTo>
                  <a:pt x="274" y="35"/>
                  <a:pt x="266" y="34"/>
                  <a:pt x="257" y="35"/>
                </a:cubicBezTo>
                <a:cubicBezTo>
                  <a:pt x="228" y="35"/>
                  <a:pt x="205" y="45"/>
                  <a:pt x="184" y="65"/>
                </a:cubicBezTo>
                <a:cubicBezTo>
                  <a:pt x="168" y="82"/>
                  <a:pt x="158" y="98"/>
                  <a:pt x="154" y="115"/>
                </a:cubicBezTo>
                <a:cubicBezTo>
                  <a:pt x="149" y="132"/>
                  <a:pt x="147" y="157"/>
                  <a:pt x="146" y="190"/>
                </a:cubicBezTo>
                <a:lnTo>
                  <a:pt x="146" y="248"/>
                </a:lnTo>
                <a:lnTo>
                  <a:pt x="146" y="302"/>
                </a:lnTo>
                <a:cubicBezTo>
                  <a:pt x="146" y="320"/>
                  <a:pt x="147" y="332"/>
                  <a:pt x="147" y="338"/>
                </a:cubicBezTo>
                <a:cubicBezTo>
                  <a:pt x="148" y="344"/>
                  <a:pt x="149" y="348"/>
                  <a:pt x="150" y="350"/>
                </a:cubicBezTo>
                <a:cubicBezTo>
                  <a:pt x="151" y="352"/>
                  <a:pt x="154" y="353"/>
                  <a:pt x="158" y="355"/>
                </a:cubicBezTo>
                <a:cubicBezTo>
                  <a:pt x="171" y="357"/>
                  <a:pt x="185" y="358"/>
                  <a:pt x="202" y="358"/>
                </a:cubicBezTo>
                <a:lnTo>
                  <a:pt x="217" y="358"/>
                </a:lnTo>
                <a:lnTo>
                  <a:pt x="217" y="400"/>
                </a:lnTo>
                <a:lnTo>
                  <a:pt x="210" y="400"/>
                </a:lnTo>
                <a:lnTo>
                  <a:pt x="189" y="400"/>
                </a:lnTo>
                <a:cubicBezTo>
                  <a:pt x="174" y="399"/>
                  <a:pt x="159" y="399"/>
                  <a:pt x="143" y="399"/>
                </a:cubicBezTo>
                <a:cubicBezTo>
                  <a:pt x="126" y="399"/>
                  <a:pt x="115" y="398"/>
                  <a:pt x="108" y="398"/>
                </a:cubicBezTo>
                <a:cubicBezTo>
                  <a:pt x="46" y="398"/>
                  <a:pt x="13" y="399"/>
                  <a:pt x="7" y="400"/>
                </a:cubicBezTo>
                <a:lnTo>
                  <a:pt x="0" y="400"/>
                </a:lnTo>
                <a:lnTo>
                  <a:pt x="0" y="358"/>
                </a:lnTo>
                <a:lnTo>
                  <a:pt x="15" y="35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501280" y="2145600"/>
            <a:ext cx="163440" cy="167400"/>
          </a:xfrm>
          <a:custGeom>
            <a:avLst/>
            <a:gdLst/>
            <a:ahLst/>
            <a:rect l="0" t="0" r="r" b="b"/>
            <a:pathLst>
              <a:path w="454" h="465">
                <a:moveTo>
                  <a:pt x="0" y="289"/>
                </a:moveTo>
                <a:cubicBezTo>
                  <a:pt x="0" y="240"/>
                  <a:pt x="14" y="193"/>
                  <a:pt x="43" y="148"/>
                </a:cubicBezTo>
                <a:cubicBezTo>
                  <a:pt x="71" y="103"/>
                  <a:pt x="108" y="67"/>
                  <a:pt x="152" y="41"/>
                </a:cubicBezTo>
                <a:cubicBezTo>
                  <a:pt x="195" y="15"/>
                  <a:pt x="239" y="1"/>
                  <a:pt x="282" y="1"/>
                </a:cubicBezTo>
                <a:cubicBezTo>
                  <a:pt x="320" y="1"/>
                  <a:pt x="351" y="12"/>
                  <a:pt x="373" y="33"/>
                </a:cubicBezTo>
                <a:cubicBezTo>
                  <a:pt x="377" y="38"/>
                  <a:pt x="380" y="41"/>
                  <a:pt x="383" y="44"/>
                </a:cubicBezTo>
                <a:cubicBezTo>
                  <a:pt x="385" y="47"/>
                  <a:pt x="387" y="49"/>
                  <a:pt x="388" y="51"/>
                </a:cubicBezTo>
                <a:lnTo>
                  <a:pt x="388" y="53"/>
                </a:lnTo>
                <a:cubicBezTo>
                  <a:pt x="390" y="53"/>
                  <a:pt x="396" y="47"/>
                  <a:pt x="406" y="36"/>
                </a:cubicBezTo>
                <a:cubicBezTo>
                  <a:pt x="409" y="33"/>
                  <a:pt x="412" y="30"/>
                  <a:pt x="415" y="27"/>
                </a:cubicBezTo>
                <a:cubicBezTo>
                  <a:pt x="419" y="24"/>
                  <a:pt x="422" y="20"/>
                  <a:pt x="426" y="17"/>
                </a:cubicBezTo>
                <a:cubicBezTo>
                  <a:pt x="429" y="13"/>
                  <a:pt x="431" y="11"/>
                  <a:pt x="432" y="10"/>
                </a:cubicBezTo>
                <a:lnTo>
                  <a:pt x="441" y="0"/>
                </a:lnTo>
                <a:lnTo>
                  <a:pt x="445" y="0"/>
                </a:lnTo>
                <a:cubicBezTo>
                  <a:pt x="451" y="0"/>
                  <a:pt x="454" y="2"/>
                  <a:pt x="454" y="5"/>
                </a:cubicBezTo>
                <a:cubicBezTo>
                  <a:pt x="454" y="6"/>
                  <a:pt x="447" y="36"/>
                  <a:pt x="434" y="92"/>
                </a:cubicBezTo>
                <a:cubicBezTo>
                  <a:pt x="418" y="151"/>
                  <a:pt x="411" y="181"/>
                  <a:pt x="411" y="181"/>
                </a:cubicBezTo>
                <a:cubicBezTo>
                  <a:pt x="410" y="184"/>
                  <a:pt x="409" y="185"/>
                  <a:pt x="408" y="185"/>
                </a:cubicBezTo>
                <a:cubicBezTo>
                  <a:pt x="406" y="186"/>
                  <a:pt x="403" y="186"/>
                  <a:pt x="396" y="187"/>
                </a:cubicBezTo>
                <a:lnTo>
                  <a:pt x="386" y="187"/>
                </a:lnTo>
                <a:cubicBezTo>
                  <a:pt x="383" y="184"/>
                  <a:pt x="382" y="182"/>
                  <a:pt x="382" y="181"/>
                </a:cubicBezTo>
                <a:cubicBezTo>
                  <a:pt x="382" y="180"/>
                  <a:pt x="382" y="179"/>
                  <a:pt x="383" y="176"/>
                </a:cubicBezTo>
                <a:cubicBezTo>
                  <a:pt x="383" y="174"/>
                  <a:pt x="384" y="170"/>
                  <a:pt x="384" y="164"/>
                </a:cubicBezTo>
                <a:cubicBezTo>
                  <a:pt x="384" y="158"/>
                  <a:pt x="385" y="151"/>
                  <a:pt x="385" y="143"/>
                </a:cubicBezTo>
                <a:cubicBezTo>
                  <a:pt x="385" y="113"/>
                  <a:pt x="378" y="87"/>
                  <a:pt x="364" y="64"/>
                </a:cubicBezTo>
                <a:cubicBezTo>
                  <a:pt x="351" y="41"/>
                  <a:pt x="327" y="30"/>
                  <a:pt x="295" y="30"/>
                </a:cubicBezTo>
                <a:cubicBezTo>
                  <a:pt x="287" y="30"/>
                  <a:pt x="279" y="30"/>
                  <a:pt x="270" y="31"/>
                </a:cubicBezTo>
                <a:cubicBezTo>
                  <a:pt x="261" y="33"/>
                  <a:pt x="250" y="36"/>
                  <a:pt x="236" y="40"/>
                </a:cubicBezTo>
                <a:cubicBezTo>
                  <a:pt x="222" y="44"/>
                  <a:pt x="209" y="50"/>
                  <a:pt x="197" y="58"/>
                </a:cubicBezTo>
                <a:cubicBezTo>
                  <a:pt x="185" y="65"/>
                  <a:pt x="171" y="76"/>
                  <a:pt x="157" y="88"/>
                </a:cubicBezTo>
                <a:cubicBezTo>
                  <a:pt x="142" y="101"/>
                  <a:pt x="130" y="116"/>
                  <a:pt x="120" y="134"/>
                </a:cubicBezTo>
                <a:cubicBezTo>
                  <a:pt x="110" y="151"/>
                  <a:pt x="100" y="173"/>
                  <a:pt x="90" y="199"/>
                </a:cubicBezTo>
                <a:cubicBezTo>
                  <a:pt x="80" y="225"/>
                  <a:pt x="72" y="253"/>
                  <a:pt x="69" y="284"/>
                </a:cubicBezTo>
                <a:cubicBezTo>
                  <a:pt x="68" y="293"/>
                  <a:pt x="68" y="301"/>
                  <a:pt x="68" y="310"/>
                </a:cubicBezTo>
                <a:cubicBezTo>
                  <a:pt x="68" y="331"/>
                  <a:pt x="71" y="349"/>
                  <a:pt x="78" y="364"/>
                </a:cubicBezTo>
                <a:cubicBezTo>
                  <a:pt x="84" y="380"/>
                  <a:pt x="91" y="392"/>
                  <a:pt x="101" y="401"/>
                </a:cubicBezTo>
                <a:cubicBezTo>
                  <a:pt x="110" y="409"/>
                  <a:pt x="121" y="416"/>
                  <a:pt x="133" y="422"/>
                </a:cubicBezTo>
                <a:cubicBezTo>
                  <a:pt x="144" y="428"/>
                  <a:pt x="156" y="432"/>
                  <a:pt x="166" y="433"/>
                </a:cubicBezTo>
                <a:cubicBezTo>
                  <a:pt x="176" y="435"/>
                  <a:pt x="186" y="435"/>
                  <a:pt x="194" y="436"/>
                </a:cubicBezTo>
                <a:cubicBezTo>
                  <a:pt x="217" y="436"/>
                  <a:pt x="239" y="431"/>
                  <a:pt x="258" y="421"/>
                </a:cubicBezTo>
                <a:cubicBezTo>
                  <a:pt x="277" y="411"/>
                  <a:pt x="290" y="399"/>
                  <a:pt x="297" y="383"/>
                </a:cubicBezTo>
                <a:cubicBezTo>
                  <a:pt x="299" y="380"/>
                  <a:pt x="302" y="368"/>
                  <a:pt x="307" y="348"/>
                </a:cubicBezTo>
                <a:cubicBezTo>
                  <a:pt x="312" y="328"/>
                  <a:pt x="314" y="317"/>
                  <a:pt x="314" y="315"/>
                </a:cubicBezTo>
                <a:cubicBezTo>
                  <a:pt x="314" y="311"/>
                  <a:pt x="312" y="309"/>
                  <a:pt x="306" y="308"/>
                </a:cubicBezTo>
                <a:cubicBezTo>
                  <a:pt x="301" y="307"/>
                  <a:pt x="288" y="307"/>
                  <a:pt x="268" y="306"/>
                </a:cubicBezTo>
                <a:lnTo>
                  <a:pt x="244" y="306"/>
                </a:lnTo>
                <a:cubicBezTo>
                  <a:pt x="242" y="304"/>
                  <a:pt x="240" y="302"/>
                  <a:pt x="240" y="301"/>
                </a:cubicBezTo>
                <a:cubicBezTo>
                  <a:pt x="240" y="300"/>
                  <a:pt x="241" y="296"/>
                  <a:pt x="242" y="288"/>
                </a:cubicBezTo>
                <a:cubicBezTo>
                  <a:pt x="243" y="283"/>
                  <a:pt x="246" y="278"/>
                  <a:pt x="248" y="276"/>
                </a:cubicBezTo>
                <a:lnTo>
                  <a:pt x="259" y="276"/>
                </a:lnTo>
                <a:cubicBezTo>
                  <a:pt x="276" y="277"/>
                  <a:pt x="306" y="277"/>
                  <a:pt x="348" y="277"/>
                </a:cubicBezTo>
                <a:cubicBezTo>
                  <a:pt x="365" y="277"/>
                  <a:pt x="379" y="277"/>
                  <a:pt x="390" y="277"/>
                </a:cubicBezTo>
                <a:cubicBezTo>
                  <a:pt x="400" y="277"/>
                  <a:pt x="408" y="277"/>
                  <a:pt x="413" y="277"/>
                </a:cubicBezTo>
                <a:cubicBezTo>
                  <a:pt x="417" y="276"/>
                  <a:pt x="420" y="276"/>
                  <a:pt x="420" y="277"/>
                </a:cubicBezTo>
                <a:cubicBezTo>
                  <a:pt x="426" y="277"/>
                  <a:pt x="429" y="278"/>
                  <a:pt x="429" y="282"/>
                </a:cubicBezTo>
                <a:cubicBezTo>
                  <a:pt x="429" y="283"/>
                  <a:pt x="429" y="286"/>
                  <a:pt x="428" y="292"/>
                </a:cubicBezTo>
                <a:cubicBezTo>
                  <a:pt x="426" y="300"/>
                  <a:pt x="424" y="305"/>
                  <a:pt x="422" y="306"/>
                </a:cubicBezTo>
                <a:cubicBezTo>
                  <a:pt x="420" y="306"/>
                  <a:pt x="417" y="306"/>
                  <a:pt x="412" y="306"/>
                </a:cubicBezTo>
                <a:cubicBezTo>
                  <a:pt x="404" y="306"/>
                  <a:pt x="395" y="307"/>
                  <a:pt x="386" y="308"/>
                </a:cubicBezTo>
                <a:cubicBezTo>
                  <a:pt x="383" y="309"/>
                  <a:pt x="381" y="311"/>
                  <a:pt x="380" y="314"/>
                </a:cubicBezTo>
                <a:cubicBezTo>
                  <a:pt x="378" y="316"/>
                  <a:pt x="375" y="327"/>
                  <a:pt x="371" y="346"/>
                </a:cubicBezTo>
                <a:cubicBezTo>
                  <a:pt x="367" y="361"/>
                  <a:pt x="364" y="372"/>
                  <a:pt x="361" y="382"/>
                </a:cubicBezTo>
                <a:cubicBezTo>
                  <a:pt x="350" y="426"/>
                  <a:pt x="344" y="448"/>
                  <a:pt x="343" y="449"/>
                </a:cubicBezTo>
                <a:cubicBezTo>
                  <a:pt x="342" y="450"/>
                  <a:pt x="341" y="450"/>
                  <a:pt x="340" y="450"/>
                </a:cubicBezTo>
                <a:cubicBezTo>
                  <a:pt x="336" y="450"/>
                  <a:pt x="330" y="446"/>
                  <a:pt x="322" y="438"/>
                </a:cubicBezTo>
                <a:cubicBezTo>
                  <a:pt x="314" y="429"/>
                  <a:pt x="310" y="423"/>
                  <a:pt x="307" y="418"/>
                </a:cubicBezTo>
                <a:lnTo>
                  <a:pt x="306" y="418"/>
                </a:lnTo>
                <a:cubicBezTo>
                  <a:pt x="305" y="418"/>
                  <a:pt x="304" y="419"/>
                  <a:pt x="302" y="421"/>
                </a:cubicBezTo>
                <a:cubicBezTo>
                  <a:pt x="271" y="450"/>
                  <a:pt x="228" y="465"/>
                  <a:pt x="175" y="465"/>
                </a:cubicBezTo>
                <a:cubicBezTo>
                  <a:pt x="123" y="465"/>
                  <a:pt x="82" y="449"/>
                  <a:pt x="49" y="416"/>
                </a:cubicBezTo>
                <a:cubicBezTo>
                  <a:pt x="17" y="383"/>
                  <a:pt x="1" y="341"/>
                  <a:pt x="0" y="28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913120" y="1947600"/>
            <a:ext cx="258480" cy="144000"/>
          </a:xfrm>
          <a:custGeom>
            <a:avLst/>
            <a:gdLst/>
            <a:ahLst/>
            <a:rect l="0" t="0" r="r" b="b"/>
            <a:pathLst>
              <a:path w="718" h="400">
                <a:moveTo>
                  <a:pt x="15" y="358"/>
                </a:moveTo>
                <a:lnTo>
                  <a:pt x="28" y="358"/>
                </a:lnTo>
                <a:cubicBezTo>
                  <a:pt x="51" y="358"/>
                  <a:pt x="65" y="354"/>
                  <a:pt x="70" y="345"/>
                </a:cubicBezTo>
                <a:lnTo>
                  <a:pt x="70" y="338"/>
                </a:lnTo>
                <a:cubicBezTo>
                  <a:pt x="70" y="333"/>
                  <a:pt x="70" y="326"/>
                  <a:pt x="70" y="317"/>
                </a:cubicBezTo>
                <a:cubicBezTo>
                  <a:pt x="70" y="309"/>
                  <a:pt x="70" y="300"/>
                  <a:pt x="70" y="289"/>
                </a:cubicBezTo>
                <a:cubicBezTo>
                  <a:pt x="70" y="279"/>
                  <a:pt x="70" y="267"/>
                  <a:pt x="71" y="254"/>
                </a:cubicBezTo>
                <a:cubicBezTo>
                  <a:pt x="71" y="241"/>
                  <a:pt x="71" y="228"/>
                  <a:pt x="71" y="216"/>
                </a:cubicBezTo>
                <a:cubicBezTo>
                  <a:pt x="71" y="198"/>
                  <a:pt x="71" y="178"/>
                  <a:pt x="71" y="157"/>
                </a:cubicBezTo>
                <a:cubicBezTo>
                  <a:pt x="71" y="136"/>
                  <a:pt x="71" y="118"/>
                  <a:pt x="70" y="103"/>
                </a:cubicBezTo>
                <a:lnTo>
                  <a:pt x="70" y="83"/>
                </a:lnTo>
                <a:cubicBezTo>
                  <a:pt x="68" y="71"/>
                  <a:pt x="64" y="64"/>
                  <a:pt x="57" y="60"/>
                </a:cubicBezTo>
                <a:cubicBezTo>
                  <a:pt x="51" y="56"/>
                  <a:pt x="37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7" y="8"/>
                </a:cubicBezTo>
                <a:cubicBezTo>
                  <a:pt x="47" y="7"/>
                  <a:pt x="59" y="6"/>
                  <a:pt x="70" y="6"/>
                </a:cubicBezTo>
                <a:cubicBezTo>
                  <a:pt x="80" y="5"/>
                  <a:pt x="91" y="5"/>
                  <a:pt x="102" y="4"/>
                </a:cubicBezTo>
                <a:cubicBezTo>
                  <a:pt x="114" y="3"/>
                  <a:pt x="123" y="3"/>
                  <a:pt x="129" y="1"/>
                </a:cubicBezTo>
                <a:cubicBezTo>
                  <a:pt x="135" y="0"/>
                  <a:pt x="138" y="0"/>
                  <a:pt x="139" y="0"/>
                </a:cubicBezTo>
                <a:lnTo>
                  <a:pt x="141" y="0"/>
                </a:lnTo>
                <a:lnTo>
                  <a:pt x="141" y="37"/>
                </a:lnTo>
                <a:cubicBezTo>
                  <a:pt x="141" y="59"/>
                  <a:pt x="143" y="71"/>
                  <a:pt x="143" y="71"/>
                </a:cubicBezTo>
                <a:cubicBezTo>
                  <a:pt x="144" y="71"/>
                  <a:pt x="145" y="69"/>
                  <a:pt x="148" y="66"/>
                </a:cubicBezTo>
                <a:cubicBezTo>
                  <a:pt x="150" y="63"/>
                  <a:pt x="154" y="59"/>
                  <a:pt x="159" y="53"/>
                </a:cubicBezTo>
                <a:cubicBezTo>
                  <a:pt x="163" y="47"/>
                  <a:pt x="169" y="41"/>
                  <a:pt x="176" y="37"/>
                </a:cubicBezTo>
                <a:cubicBezTo>
                  <a:pt x="182" y="32"/>
                  <a:pt x="191" y="26"/>
                  <a:pt x="202" y="19"/>
                </a:cubicBezTo>
                <a:cubicBezTo>
                  <a:pt x="213" y="13"/>
                  <a:pt x="224" y="8"/>
                  <a:pt x="236" y="5"/>
                </a:cubicBezTo>
                <a:cubicBezTo>
                  <a:pt x="248" y="2"/>
                  <a:pt x="264" y="0"/>
                  <a:pt x="282" y="0"/>
                </a:cubicBezTo>
                <a:cubicBezTo>
                  <a:pt x="291" y="0"/>
                  <a:pt x="300" y="1"/>
                  <a:pt x="307" y="2"/>
                </a:cubicBezTo>
                <a:cubicBezTo>
                  <a:pt x="315" y="3"/>
                  <a:pt x="322" y="5"/>
                  <a:pt x="328" y="8"/>
                </a:cubicBezTo>
                <a:cubicBezTo>
                  <a:pt x="334" y="10"/>
                  <a:pt x="340" y="12"/>
                  <a:pt x="345" y="15"/>
                </a:cubicBezTo>
                <a:cubicBezTo>
                  <a:pt x="351" y="17"/>
                  <a:pt x="355" y="20"/>
                  <a:pt x="359" y="23"/>
                </a:cubicBezTo>
                <a:cubicBezTo>
                  <a:pt x="363" y="26"/>
                  <a:pt x="366" y="29"/>
                  <a:pt x="369" y="33"/>
                </a:cubicBezTo>
                <a:cubicBezTo>
                  <a:pt x="372" y="37"/>
                  <a:pt x="375" y="40"/>
                  <a:pt x="377" y="43"/>
                </a:cubicBezTo>
                <a:cubicBezTo>
                  <a:pt x="379" y="46"/>
                  <a:pt x="381" y="49"/>
                  <a:pt x="383" y="53"/>
                </a:cubicBezTo>
                <a:cubicBezTo>
                  <a:pt x="385" y="56"/>
                  <a:pt x="386" y="59"/>
                  <a:pt x="387" y="62"/>
                </a:cubicBezTo>
                <a:cubicBezTo>
                  <a:pt x="388" y="64"/>
                  <a:pt x="388" y="67"/>
                  <a:pt x="390" y="69"/>
                </a:cubicBezTo>
                <a:lnTo>
                  <a:pt x="391" y="74"/>
                </a:lnTo>
                <a:lnTo>
                  <a:pt x="394" y="70"/>
                </a:lnTo>
                <a:cubicBezTo>
                  <a:pt x="396" y="68"/>
                  <a:pt x="398" y="65"/>
                  <a:pt x="400" y="63"/>
                </a:cubicBezTo>
                <a:cubicBezTo>
                  <a:pt x="401" y="60"/>
                  <a:pt x="404" y="57"/>
                  <a:pt x="408" y="53"/>
                </a:cubicBezTo>
                <a:cubicBezTo>
                  <a:pt x="411" y="49"/>
                  <a:pt x="415" y="45"/>
                  <a:pt x="419" y="41"/>
                </a:cubicBezTo>
                <a:cubicBezTo>
                  <a:pt x="424" y="37"/>
                  <a:pt x="428" y="34"/>
                  <a:pt x="433" y="29"/>
                </a:cubicBezTo>
                <a:cubicBezTo>
                  <a:pt x="438" y="25"/>
                  <a:pt x="444" y="21"/>
                  <a:pt x="451" y="18"/>
                </a:cubicBezTo>
                <a:cubicBezTo>
                  <a:pt x="458" y="15"/>
                  <a:pt x="465" y="12"/>
                  <a:pt x="472" y="9"/>
                </a:cubicBezTo>
                <a:cubicBezTo>
                  <a:pt x="478" y="6"/>
                  <a:pt x="486" y="4"/>
                  <a:pt x="495" y="3"/>
                </a:cubicBezTo>
                <a:cubicBezTo>
                  <a:pt x="504" y="2"/>
                  <a:pt x="514" y="1"/>
                  <a:pt x="523" y="0"/>
                </a:cubicBezTo>
                <a:cubicBezTo>
                  <a:pt x="599" y="0"/>
                  <a:pt x="640" y="34"/>
                  <a:pt x="647" y="102"/>
                </a:cubicBezTo>
                <a:cubicBezTo>
                  <a:pt x="647" y="107"/>
                  <a:pt x="648" y="148"/>
                  <a:pt x="648" y="228"/>
                </a:cubicBezTo>
                <a:lnTo>
                  <a:pt x="648" y="306"/>
                </a:lnTo>
                <a:cubicBezTo>
                  <a:pt x="648" y="328"/>
                  <a:pt x="648" y="342"/>
                  <a:pt x="650" y="346"/>
                </a:cubicBezTo>
                <a:cubicBezTo>
                  <a:pt x="651" y="350"/>
                  <a:pt x="654" y="353"/>
                  <a:pt x="660" y="355"/>
                </a:cubicBezTo>
                <a:cubicBezTo>
                  <a:pt x="672" y="357"/>
                  <a:pt x="687" y="358"/>
                  <a:pt x="704" y="358"/>
                </a:cubicBezTo>
                <a:lnTo>
                  <a:pt x="718" y="358"/>
                </a:lnTo>
                <a:lnTo>
                  <a:pt x="718" y="400"/>
                </a:lnTo>
                <a:lnTo>
                  <a:pt x="711" y="400"/>
                </a:lnTo>
                <a:lnTo>
                  <a:pt x="690" y="400"/>
                </a:lnTo>
                <a:cubicBezTo>
                  <a:pt x="676" y="399"/>
                  <a:pt x="660" y="399"/>
                  <a:pt x="644" y="399"/>
                </a:cubicBezTo>
                <a:cubicBezTo>
                  <a:pt x="628" y="399"/>
                  <a:pt x="616" y="398"/>
                  <a:pt x="610" y="398"/>
                </a:cubicBezTo>
                <a:cubicBezTo>
                  <a:pt x="548" y="398"/>
                  <a:pt x="514" y="399"/>
                  <a:pt x="509" y="400"/>
                </a:cubicBezTo>
                <a:lnTo>
                  <a:pt x="502" y="400"/>
                </a:lnTo>
                <a:lnTo>
                  <a:pt x="502" y="358"/>
                </a:lnTo>
                <a:lnTo>
                  <a:pt x="516" y="358"/>
                </a:lnTo>
                <a:cubicBezTo>
                  <a:pt x="553" y="358"/>
                  <a:pt x="571" y="353"/>
                  <a:pt x="571" y="343"/>
                </a:cubicBezTo>
                <a:cubicBezTo>
                  <a:pt x="572" y="342"/>
                  <a:pt x="572" y="301"/>
                  <a:pt x="572" y="219"/>
                </a:cubicBezTo>
                <a:cubicBezTo>
                  <a:pt x="571" y="138"/>
                  <a:pt x="571" y="95"/>
                  <a:pt x="570" y="90"/>
                </a:cubicBezTo>
                <a:cubicBezTo>
                  <a:pt x="567" y="73"/>
                  <a:pt x="561" y="60"/>
                  <a:pt x="552" y="52"/>
                </a:cubicBezTo>
                <a:cubicBezTo>
                  <a:pt x="544" y="43"/>
                  <a:pt x="536" y="38"/>
                  <a:pt x="530" y="37"/>
                </a:cubicBezTo>
                <a:cubicBezTo>
                  <a:pt x="524" y="35"/>
                  <a:pt x="517" y="34"/>
                  <a:pt x="507" y="35"/>
                </a:cubicBezTo>
                <a:cubicBezTo>
                  <a:pt x="480" y="35"/>
                  <a:pt x="456" y="45"/>
                  <a:pt x="436" y="65"/>
                </a:cubicBezTo>
                <a:cubicBezTo>
                  <a:pt x="419" y="82"/>
                  <a:pt x="409" y="98"/>
                  <a:pt x="405" y="115"/>
                </a:cubicBezTo>
                <a:cubicBezTo>
                  <a:pt x="401" y="132"/>
                  <a:pt x="398" y="157"/>
                  <a:pt x="398" y="190"/>
                </a:cubicBezTo>
                <a:lnTo>
                  <a:pt x="398" y="248"/>
                </a:lnTo>
                <a:lnTo>
                  <a:pt x="398" y="302"/>
                </a:lnTo>
                <a:cubicBezTo>
                  <a:pt x="398" y="320"/>
                  <a:pt x="398" y="332"/>
                  <a:pt x="399" y="338"/>
                </a:cubicBezTo>
                <a:cubicBezTo>
                  <a:pt x="399" y="344"/>
                  <a:pt x="400" y="348"/>
                  <a:pt x="401" y="350"/>
                </a:cubicBezTo>
                <a:cubicBezTo>
                  <a:pt x="403" y="352"/>
                  <a:pt x="405" y="353"/>
                  <a:pt x="409" y="355"/>
                </a:cubicBezTo>
                <a:cubicBezTo>
                  <a:pt x="422" y="357"/>
                  <a:pt x="437" y="358"/>
                  <a:pt x="454" y="358"/>
                </a:cubicBezTo>
                <a:lnTo>
                  <a:pt x="468" y="358"/>
                </a:lnTo>
                <a:lnTo>
                  <a:pt x="468" y="400"/>
                </a:lnTo>
                <a:lnTo>
                  <a:pt x="461" y="400"/>
                </a:lnTo>
                <a:lnTo>
                  <a:pt x="439" y="400"/>
                </a:lnTo>
                <a:cubicBezTo>
                  <a:pt x="425" y="399"/>
                  <a:pt x="410" y="399"/>
                  <a:pt x="394" y="399"/>
                </a:cubicBezTo>
                <a:cubicBezTo>
                  <a:pt x="378" y="399"/>
                  <a:pt x="366" y="398"/>
                  <a:pt x="360" y="398"/>
                </a:cubicBezTo>
                <a:cubicBezTo>
                  <a:pt x="298" y="398"/>
                  <a:pt x="264" y="399"/>
                  <a:pt x="259" y="400"/>
                </a:cubicBezTo>
                <a:lnTo>
                  <a:pt x="252" y="400"/>
                </a:lnTo>
                <a:lnTo>
                  <a:pt x="252" y="358"/>
                </a:lnTo>
                <a:lnTo>
                  <a:pt x="266" y="358"/>
                </a:lnTo>
                <a:cubicBezTo>
                  <a:pt x="303" y="358"/>
                  <a:pt x="321" y="353"/>
                  <a:pt x="321" y="343"/>
                </a:cubicBezTo>
                <a:cubicBezTo>
                  <a:pt x="322" y="342"/>
                  <a:pt x="322" y="301"/>
                  <a:pt x="322" y="219"/>
                </a:cubicBezTo>
                <a:cubicBezTo>
                  <a:pt x="321" y="138"/>
                  <a:pt x="321" y="95"/>
                  <a:pt x="320" y="90"/>
                </a:cubicBezTo>
                <a:cubicBezTo>
                  <a:pt x="317" y="73"/>
                  <a:pt x="310" y="60"/>
                  <a:pt x="302" y="52"/>
                </a:cubicBezTo>
                <a:cubicBezTo>
                  <a:pt x="294" y="43"/>
                  <a:pt x="286" y="38"/>
                  <a:pt x="280" y="37"/>
                </a:cubicBezTo>
                <a:cubicBezTo>
                  <a:pt x="274" y="35"/>
                  <a:pt x="267" y="34"/>
                  <a:pt x="257" y="35"/>
                </a:cubicBezTo>
                <a:cubicBezTo>
                  <a:pt x="230" y="35"/>
                  <a:pt x="206" y="45"/>
                  <a:pt x="186" y="65"/>
                </a:cubicBezTo>
                <a:cubicBezTo>
                  <a:pt x="169" y="82"/>
                  <a:pt x="159" y="98"/>
                  <a:pt x="155" y="115"/>
                </a:cubicBezTo>
                <a:cubicBezTo>
                  <a:pt x="151" y="132"/>
                  <a:pt x="148" y="157"/>
                  <a:pt x="148" y="190"/>
                </a:cubicBezTo>
                <a:lnTo>
                  <a:pt x="148" y="248"/>
                </a:lnTo>
                <a:lnTo>
                  <a:pt x="148" y="302"/>
                </a:lnTo>
                <a:cubicBezTo>
                  <a:pt x="148" y="320"/>
                  <a:pt x="148" y="332"/>
                  <a:pt x="149" y="338"/>
                </a:cubicBezTo>
                <a:cubicBezTo>
                  <a:pt x="149" y="344"/>
                  <a:pt x="150" y="348"/>
                  <a:pt x="151" y="350"/>
                </a:cubicBezTo>
                <a:cubicBezTo>
                  <a:pt x="153" y="352"/>
                  <a:pt x="155" y="353"/>
                  <a:pt x="159" y="355"/>
                </a:cubicBezTo>
                <a:cubicBezTo>
                  <a:pt x="172" y="357"/>
                  <a:pt x="187" y="358"/>
                  <a:pt x="204" y="358"/>
                </a:cubicBezTo>
                <a:lnTo>
                  <a:pt x="218" y="358"/>
                </a:lnTo>
                <a:lnTo>
                  <a:pt x="218" y="400"/>
                </a:lnTo>
                <a:lnTo>
                  <a:pt x="211" y="400"/>
                </a:lnTo>
                <a:lnTo>
                  <a:pt x="190" y="400"/>
                </a:lnTo>
                <a:cubicBezTo>
                  <a:pt x="176" y="399"/>
                  <a:pt x="160" y="399"/>
                  <a:pt x="144" y="399"/>
                </a:cubicBezTo>
                <a:cubicBezTo>
                  <a:pt x="127" y="399"/>
                  <a:pt x="115" y="398"/>
                  <a:pt x="109" y="398"/>
                </a:cubicBezTo>
                <a:cubicBezTo>
                  <a:pt x="47" y="398"/>
                  <a:pt x="13" y="399"/>
                  <a:pt x="8" y="400"/>
                </a:cubicBezTo>
                <a:lnTo>
                  <a:pt x="0" y="400"/>
                </a:lnTo>
                <a:lnTo>
                  <a:pt x="0" y="358"/>
                </a:lnTo>
                <a:lnTo>
                  <a:pt x="15" y="35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3187080" y="1945800"/>
            <a:ext cx="149400" cy="149400"/>
          </a:xfrm>
          <a:custGeom>
            <a:avLst/>
            <a:gdLst/>
            <a:ahLst/>
            <a:rect l="0" t="0" r="r" b="b"/>
            <a:pathLst>
              <a:path w="415" h="415">
                <a:moveTo>
                  <a:pt x="93" y="129"/>
                </a:moveTo>
                <a:cubicBezTo>
                  <a:pt x="93" y="129"/>
                  <a:pt x="87" y="129"/>
                  <a:pt x="74" y="129"/>
                </a:cubicBezTo>
                <a:cubicBezTo>
                  <a:pt x="60" y="129"/>
                  <a:pt x="49" y="125"/>
                  <a:pt x="39" y="116"/>
                </a:cubicBezTo>
                <a:cubicBezTo>
                  <a:pt x="30" y="107"/>
                  <a:pt x="26" y="95"/>
                  <a:pt x="26" y="80"/>
                </a:cubicBezTo>
                <a:cubicBezTo>
                  <a:pt x="26" y="59"/>
                  <a:pt x="36" y="41"/>
                  <a:pt x="57" y="24"/>
                </a:cubicBezTo>
                <a:cubicBezTo>
                  <a:pt x="78" y="8"/>
                  <a:pt x="114" y="0"/>
                  <a:pt x="167" y="0"/>
                </a:cubicBezTo>
                <a:cubicBezTo>
                  <a:pt x="211" y="0"/>
                  <a:pt x="246" y="10"/>
                  <a:pt x="273" y="29"/>
                </a:cubicBezTo>
                <a:cubicBezTo>
                  <a:pt x="300" y="48"/>
                  <a:pt x="318" y="71"/>
                  <a:pt x="327" y="98"/>
                </a:cubicBezTo>
                <a:cubicBezTo>
                  <a:pt x="330" y="106"/>
                  <a:pt x="332" y="115"/>
                  <a:pt x="332" y="125"/>
                </a:cubicBezTo>
                <a:cubicBezTo>
                  <a:pt x="332" y="136"/>
                  <a:pt x="332" y="170"/>
                  <a:pt x="333" y="230"/>
                </a:cubicBezTo>
                <a:lnTo>
                  <a:pt x="333" y="293"/>
                </a:lnTo>
                <a:cubicBezTo>
                  <a:pt x="333" y="322"/>
                  <a:pt x="334" y="342"/>
                  <a:pt x="337" y="353"/>
                </a:cubicBezTo>
                <a:cubicBezTo>
                  <a:pt x="340" y="364"/>
                  <a:pt x="347" y="369"/>
                  <a:pt x="356" y="369"/>
                </a:cubicBezTo>
                <a:cubicBezTo>
                  <a:pt x="365" y="369"/>
                  <a:pt x="371" y="364"/>
                  <a:pt x="374" y="355"/>
                </a:cubicBezTo>
                <a:cubicBezTo>
                  <a:pt x="377" y="345"/>
                  <a:pt x="379" y="329"/>
                  <a:pt x="379" y="307"/>
                </a:cubicBezTo>
                <a:lnTo>
                  <a:pt x="379" y="275"/>
                </a:lnTo>
                <a:lnTo>
                  <a:pt x="415" y="275"/>
                </a:lnTo>
                <a:lnTo>
                  <a:pt x="415" y="310"/>
                </a:lnTo>
                <a:cubicBezTo>
                  <a:pt x="414" y="334"/>
                  <a:pt x="413" y="348"/>
                  <a:pt x="412" y="352"/>
                </a:cubicBezTo>
                <a:cubicBezTo>
                  <a:pt x="407" y="370"/>
                  <a:pt x="396" y="384"/>
                  <a:pt x="381" y="395"/>
                </a:cubicBezTo>
                <a:cubicBezTo>
                  <a:pt x="365" y="405"/>
                  <a:pt x="348" y="410"/>
                  <a:pt x="331" y="411"/>
                </a:cubicBezTo>
                <a:cubicBezTo>
                  <a:pt x="313" y="411"/>
                  <a:pt x="299" y="406"/>
                  <a:pt x="288" y="395"/>
                </a:cubicBezTo>
                <a:cubicBezTo>
                  <a:pt x="278" y="383"/>
                  <a:pt x="270" y="371"/>
                  <a:pt x="267" y="357"/>
                </a:cubicBezTo>
                <a:lnTo>
                  <a:pt x="267" y="353"/>
                </a:lnTo>
                <a:lnTo>
                  <a:pt x="265" y="356"/>
                </a:lnTo>
                <a:cubicBezTo>
                  <a:pt x="264" y="358"/>
                  <a:pt x="262" y="359"/>
                  <a:pt x="260" y="361"/>
                </a:cubicBezTo>
                <a:cubicBezTo>
                  <a:pt x="259" y="363"/>
                  <a:pt x="256" y="366"/>
                  <a:pt x="253" y="369"/>
                </a:cubicBezTo>
                <a:cubicBezTo>
                  <a:pt x="250" y="373"/>
                  <a:pt x="247" y="376"/>
                  <a:pt x="242" y="379"/>
                </a:cubicBezTo>
                <a:cubicBezTo>
                  <a:pt x="238" y="382"/>
                  <a:pt x="234" y="386"/>
                  <a:pt x="229" y="390"/>
                </a:cubicBezTo>
                <a:cubicBezTo>
                  <a:pt x="224" y="394"/>
                  <a:pt x="219" y="398"/>
                  <a:pt x="213" y="400"/>
                </a:cubicBezTo>
                <a:cubicBezTo>
                  <a:pt x="207" y="402"/>
                  <a:pt x="200" y="405"/>
                  <a:pt x="193" y="407"/>
                </a:cubicBezTo>
                <a:cubicBezTo>
                  <a:pt x="186" y="410"/>
                  <a:pt x="178" y="411"/>
                  <a:pt x="169" y="413"/>
                </a:cubicBezTo>
                <a:cubicBezTo>
                  <a:pt x="161" y="414"/>
                  <a:pt x="152" y="415"/>
                  <a:pt x="141" y="415"/>
                </a:cubicBezTo>
                <a:cubicBezTo>
                  <a:pt x="105" y="415"/>
                  <a:pt x="73" y="406"/>
                  <a:pt x="43" y="387"/>
                </a:cubicBezTo>
                <a:cubicBezTo>
                  <a:pt x="14" y="369"/>
                  <a:pt x="0" y="343"/>
                  <a:pt x="0" y="309"/>
                </a:cubicBezTo>
                <a:cubicBezTo>
                  <a:pt x="0" y="296"/>
                  <a:pt x="2" y="284"/>
                  <a:pt x="6" y="273"/>
                </a:cubicBezTo>
                <a:cubicBezTo>
                  <a:pt x="10" y="261"/>
                  <a:pt x="18" y="249"/>
                  <a:pt x="30" y="236"/>
                </a:cubicBezTo>
                <a:cubicBezTo>
                  <a:pt x="42" y="222"/>
                  <a:pt x="58" y="211"/>
                  <a:pt x="75" y="202"/>
                </a:cubicBezTo>
                <a:cubicBezTo>
                  <a:pt x="91" y="193"/>
                  <a:pt x="115" y="185"/>
                  <a:pt x="145" y="176"/>
                </a:cubicBezTo>
                <a:cubicBezTo>
                  <a:pt x="175" y="168"/>
                  <a:pt x="208" y="164"/>
                  <a:pt x="244" y="163"/>
                </a:cubicBezTo>
                <a:lnTo>
                  <a:pt x="257" y="163"/>
                </a:lnTo>
                <a:lnTo>
                  <a:pt x="257" y="143"/>
                </a:lnTo>
                <a:cubicBezTo>
                  <a:pt x="257" y="122"/>
                  <a:pt x="255" y="107"/>
                  <a:pt x="251" y="98"/>
                </a:cubicBezTo>
                <a:cubicBezTo>
                  <a:pt x="238" y="55"/>
                  <a:pt x="209" y="33"/>
                  <a:pt x="164" y="33"/>
                </a:cubicBezTo>
                <a:cubicBezTo>
                  <a:pt x="153" y="33"/>
                  <a:pt x="143" y="34"/>
                  <a:pt x="133" y="34"/>
                </a:cubicBezTo>
                <a:cubicBezTo>
                  <a:pt x="124" y="35"/>
                  <a:pt x="116" y="36"/>
                  <a:pt x="111" y="38"/>
                </a:cubicBezTo>
                <a:cubicBezTo>
                  <a:pt x="105" y="40"/>
                  <a:pt x="103" y="41"/>
                  <a:pt x="103" y="41"/>
                </a:cubicBezTo>
                <a:cubicBezTo>
                  <a:pt x="117" y="50"/>
                  <a:pt x="123" y="63"/>
                  <a:pt x="123" y="80"/>
                </a:cubicBezTo>
                <a:cubicBezTo>
                  <a:pt x="123" y="95"/>
                  <a:pt x="118" y="107"/>
                  <a:pt x="109" y="116"/>
                </a:cubicBezTo>
                <a:lnTo>
                  <a:pt x="93" y="129"/>
                </a:lnTo>
                <a:moveTo>
                  <a:pt x="84" y="310"/>
                </a:moveTo>
                <a:cubicBezTo>
                  <a:pt x="84" y="328"/>
                  <a:pt x="91" y="345"/>
                  <a:pt x="105" y="359"/>
                </a:cubicBezTo>
                <a:cubicBezTo>
                  <a:pt x="120" y="374"/>
                  <a:pt x="137" y="381"/>
                  <a:pt x="158" y="382"/>
                </a:cubicBezTo>
                <a:cubicBezTo>
                  <a:pt x="181" y="382"/>
                  <a:pt x="202" y="375"/>
                  <a:pt x="219" y="361"/>
                </a:cubicBezTo>
                <a:cubicBezTo>
                  <a:pt x="236" y="347"/>
                  <a:pt x="248" y="329"/>
                  <a:pt x="254" y="307"/>
                </a:cubicBezTo>
                <a:cubicBezTo>
                  <a:pt x="255" y="303"/>
                  <a:pt x="256" y="283"/>
                  <a:pt x="257" y="247"/>
                </a:cubicBezTo>
                <a:cubicBezTo>
                  <a:pt x="257" y="213"/>
                  <a:pt x="257" y="195"/>
                  <a:pt x="256" y="195"/>
                </a:cubicBezTo>
                <a:cubicBezTo>
                  <a:pt x="251" y="195"/>
                  <a:pt x="245" y="195"/>
                  <a:pt x="237" y="196"/>
                </a:cubicBezTo>
                <a:cubicBezTo>
                  <a:pt x="229" y="197"/>
                  <a:pt x="216" y="199"/>
                  <a:pt x="196" y="204"/>
                </a:cubicBezTo>
                <a:cubicBezTo>
                  <a:pt x="177" y="209"/>
                  <a:pt x="160" y="215"/>
                  <a:pt x="144" y="222"/>
                </a:cubicBezTo>
                <a:cubicBezTo>
                  <a:pt x="128" y="229"/>
                  <a:pt x="115" y="241"/>
                  <a:pt x="103" y="256"/>
                </a:cubicBezTo>
                <a:cubicBezTo>
                  <a:pt x="90" y="271"/>
                  <a:pt x="84" y="289"/>
                  <a:pt x="84" y="31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3341880" y="1951200"/>
            <a:ext cx="164520" cy="140400"/>
          </a:xfrm>
          <a:custGeom>
            <a:avLst/>
            <a:gdLst/>
            <a:ahLst/>
            <a:rect l="0" t="0" r="r" b="b"/>
            <a:pathLst>
              <a:path w="457" h="390">
                <a:moveTo>
                  <a:pt x="173" y="390"/>
                </a:moveTo>
                <a:cubicBezTo>
                  <a:pt x="165" y="389"/>
                  <a:pt x="136" y="388"/>
                  <a:pt x="83" y="388"/>
                </a:cubicBezTo>
                <a:cubicBezTo>
                  <a:pt x="36" y="388"/>
                  <a:pt x="11" y="389"/>
                  <a:pt x="6" y="390"/>
                </a:cubicBezTo>
                <a:lnTo>
                  <a:pt x="0" y="390"/>
                </a:lnTo>
                <a:lnTo>
                  <a:pt x="0" y="349"/>
                </a:lnTo>
                <a:lnTo>
                  <a:pt x="13" y="349"/>
                </a:lnTo>
                <a:cubicBezTo>
                  <a:pt x="27" y="348"/>
                  <a:pt x="39" y="346"/>
                  <a:pt x="52" y="343"/>
                </a:cubicBezTo>
                <a:cubicBezTo>
                  <a:pt x="63" y="340"/>
                  <a:pt x="72" y="338"/>
                  <a:pt x="78" y="335"/>
                </a:cubicBezTo>
                <a:cubicBezTo>
                  <a:pt x="84" y="333"/>
                  <a:pt x="91" y="328"/>
                  <a:pt x="100" y="320"/>
                </a:cubicBezTo>
                <a:cubicBezTo>
                  <a:pt x="109" y="312"/>
                  <a:pt x="115" y="307"/>
                  <a:pt x="117" y="304"/>
                </a:cubicBezTo>
                <a:cubicBezTo>
                  <a:pt x="118" y="301"/>
                  <a:pt x="125" y="293"/>
                  <a:pt x="136" y="280"/>
                </a:cubicBezTo>
                <a:cubicBezTo>
                  <a:pt x="146" y="268"/>
                  <a:pt x="152" y="259"/>
                  <a:pt x="154" y="255"/>
                </a:cubicBezTo>
                <a:lnTo>
                  <a:pt x="195" y="200"/>
                </a:lnTo>
                <a:lnTo>
                  <a:pt x="143" y="129"/>
                </a:lnTo>
                <a:cubicBezTo>
                  <a:pt x="137" y="122"/>
                  <a:pt x="132" y="114"/>
                  <a:pt x="126" y="105"/>
                </a:cubicBezTo>
                <a:cubicBezTo>
                  <a:pt x="120" y="97"/>
                  <a:pt x="115" y="90"/>
                  <a:pt x="111" y="86"/>
                </a:cubicBezTo>
                <a:cubicBezTo>
                  <a:pt x="108" y="82"/>
                  <a:pt x="104" y="77"/>
                  <a:pt x="101" y="73"/>
                </a:cubicBezTo>
                <a:cubicBezTo>
                  <a:pt x="98" y="68"/>
                  <a:pt x="96" y="64"/>
                  <a:pt x="93" y="62"/>
                </a:cubicBezTo>
                <a:cubicBezTo>
                  <a:pt x="91" y="59"/>
                  <a:pt x="89" y="57"/>
                  <a:pt x="88" y="55"/>
                </a:cubicBezTo>
                <a:cubicBezTo>
                  <a:pt x="87" y="54"/>
                  <a:pt x="84" y="52"/>
                  <a:pt x="81" y="50"/>
                </a:cubicBezTo>
                <a:cubicBezTo>
                  <a:pt x="78" y="48"/>
                  <a:pt x="77" y="47"/>
                  <a:pt x="76" y="47"/>
                </a:cubicBezTo>
                <a:cubicBezTo>
                  <a:pt x="75" y="47"/>
                  <a:pt x="74" y="47"/>
                  <a:pt x="71" y="45"/>
                </a:cubicBezTo>
                <a:cubicBezTo>
                  <a:pt x="68" y="44"/>
                  <a:pt x="65" y="44"/>
                  <a:pt x="63" y="44"/>
                </a:cubicBezTo>
                <a:cubicBezTo>
                  <a:pt x="60" y="44"/>
                  <a:pt x="49" y="43"/>
                  <a:pt x="30" y="42"/>
                </a:cubicBezTo>
                <a:lnTo>
                  <a:pt x="5" y="42"/>
                </a:lnTo>
                <a:lnTo>
                  <a:pt x="5" y="0"/>
                </a:lnTo>
                <a:lnTo>
                  <a:pt x="11" y="0"/>
                </a:lnTo>
                <a:cubicBezTo>
                  <a:pt x="33" y="2"/>
                  <a:pt x="65" y="2"/>
                  <a:pt x="105" y="2"/>
                </a:cubicBezTo>
                <a:cubicBezTo>
                  <a:pt x="161" y="2"/>
                  <a:pt x="192" y="2"/>
                  <a:pt x="198" y="0"/>
                </a:cubicBezTo>
                <a:lnTo>
                  <a:pt x="205" y="0"/>
                </a:lnTo>
                <a:lnTo>
                  <a:pt x="205" y="42"/>
                </a:lnTo>
                <a:cubicBezTo>
                  <a:pt x="183" y="44"/>
                  <a:pt x="173" y="49"/>
                  <a:pt x="173" y="56"/>
                </a:cubicBezTo>
                <a:cubicBezTo>
                  <a:pt x="173" y="58"/>
                  <a:pt x="176" y="62"/>
                  <a:pt x="182" y="71"/>
                </a:cubicBezTo>
                <a:cubicBezTo>
                  <a:pt x="188" y="79"/>
                  <a:pt x="196" y="91"/>
                  <a:pt x="207" y="105"/>
                </a:cubicBezTo>
                <a:cubicBezTo>
                  <a:pt x="218" y="120"/>
                  <a:pt x="226" y="132"/>
                  <a:pt x="233" y="142"/>
                </a:cubicBezTo>
                <a:lnTo>
                  <a:pt x="237" y="146"/>
                </a:lnTo>
                <a:lnTo>
                  <a:pt x="259" y="115"/>
                </a:lnTo>
                <a:cubicBezTo>
                  <a:pt x="279" y="90"/>
                  <a:pt x="288" y="74"/>
                  <a:pt x="288" y="66"/>
                </a:cubicBezTo>
                <a:cubicBezTo>
                  <a:pt x="288" y="63"/>
                  <a:pt x="288" y="59"/>
                  <a:pt x="286" y="56"/>
                </a:cubicBezTo>
                <a:cubicBezTo>
                  <a:pt x="285" y="53"/>
                  <a:pt x="284" y="51"/>
                  <a:pt x="282" y="50"/>
                </a:cubicBezTo>
                <a:cubicBezTo>
                  <a:pt x="280" y="49"/>
                  <a:pt x="279" y="48"/>
                  <a:pt x="277" y="46"/>
                </a:cubicBezTo>
                <a:cubicBezTo>
                  <a:pt x="276" y="45"/>
                  <a:pt x="274" y="44"/>
                  <a:pt x="271" y="43"/>
                </a:cubicBezTo>
                <a:lnTo>
                  <a:pt x="268" y="42"/>
                </a:lnTo>
                <a:lnTo>
                  <a:pt x="264" y="42"/>
                </a:lnTo>
                <a:lnTo>
                  <a:pt x="264" y="0"/>
                </a:lnTo>
                <a:lnTo>
                  <a:pt x="270" y="0"/>
                </a:lnTo>
                <a:cubicBezTo>
                  <a:pt x="279" y="2"/>
                  <a:pt x="309" y="3"/>
                  <a:pt x="359" y="3"/>
                </a:cubicBezTo>
                <a:cubicBezTo>
                  <a:pt x="407" y="3"/>
                  <a:pt x="433" y="2"/>
                  <a:pt x="436" y="0"/>
                </a:cubicBezTo>
                <a:lnTo>
                  <a:pt x="442" y="0"/>
                </a:lnTo>
                <a:lnTo>
                  <a:pt x="442" y="42"/>
                </a:lnTo>
                <a:lnTo>
                  <a:pt x="435" y="42"/>
                </a:lnTo>
                <a:cubicBezTo>
                  <a:pt x="406" y="42"/>
                  <a:pt x="381" y="47"/>
                  <a:pt x="362" y="57"/>
                </a:cubicBezTo>
                <a:cubicBezTo>
                  <a:pt x="352" y="62"/>
                  <a:pt x="342" y="70"/>
                  <a:pt x="331" y="82"/>
                </a:cubicBezTo>
                <a:cubicBezTo>
                  <a:pt x="321" y="93"/>
                  <a:pt x="302" y="118"/>
                  <a:pt x="273" y="157"/>
                </a:cubicBezTo>
                <a:lnTo>
                  <a:pt x="258" y="176"/>
                </a:lnTo>
                <a:lnTo>
                  <a:pt x="314" y="254"/>
                </a:lnTo>
                <a:cubicBezTo>
                  <a:pt x="354" y="308"/>
                  <a:pt x="375" y="337"/>
                  <a:pt x="378" y="339"/>
                </a:cubicBezTo>
                <a:cubicBezTo>
                  <a:pt x="381" y="341"/>
                  <a:pt x="387" y="343"/>
                  <a:pt x="394" y="345"/>
                </a:cubicBezTo>
                <a:cubicBezTo>
                  <a:pt x="405" y="348"/>
                  <a:pt x="421" y="349"/>
                  <a:pt x="442" y="349"/>
                </a:cubicBezTo>
                <a:lnTo>
                  <a:pt x="457" y="349"/>
                </a:lnTo>
                <a:lnTo>
                  <a:pt x="457" y="390"/>
                </a:lnTo>
                <a:lnTo>
                  <a:pt x="452" y="390"/>
                </a:lnTo>
                <a:lnTo>
                  <a:pt x="444" y="390"/>
                </a:lnTo>
                <a:cubicBezTo>
                  <a:pt x="439" y="390"/>
                  <a:pt x="433" y="390"/>
                  <a:pt x="426" y="390"/>
                </a:cubicBezTo>
                <a:cubicBezTo>
                  <a:pt x="419" y="390"/>
                  <a:pt x="411" y="389"/>
                  <a:pt x="404" y="389"/>
                </a:cubicBezTo>
                <a:cubicBezTo>
                  <a:pt x="396" y="388"/>
                  <a:pt x="388" y="388"/>
                  <a:pt x="381" y="389"/>
                </a:cubicBezTo>
                <a:cubicBezTo>
                  <a:pt x="374" y="389"/>
                  <a:pt x="368" y="389"/>
                  <a:pt x="365" y="388"/>
                </a:cubicBezTo>
                <a:cubicBezTo>
                  <a:pt x="358" y="388"/>
                  <a:pt x="347" y="388"/>
                  <a:pt x="331" y="388"/>
                </a:cubicBezTo>
                <a:cubicBezTo>
                  <a:pt x="316" y="388"/>
                  <a:pt x="301" y="388"/>
                  <a:pt x="286" y="390"/>
                </a:cubicBezTo>
                <a:lnTo>
                  <a:pt x="266" y="390"/>
                </a:lnTo>
                <a:lnTo>
                  <a:pt x="257" y="390"/>
                </a:lnTo>
                <a:lnTo>
                  <a:pt x="257" y="349"/>
                </a:lnTo>
                <a:lnTo>
                  <a:pt x="260" y="349"/>
                </a:lnTo>
                <a:cubicBezTo>
                  <a:pt x="267" y="349"/>
                  <a:pt x="273" y="347"/>
                  <a:pt x="280" y="344"/>
                </a:cubicBezTo>
                <a:cubicBezTo>
                  <a:pt x="287" y="341"/>
                  <a:pt x="290" y="338"/>
                  <a:pt x="290" y="334"/>
                </a:cubicBezTo>
                <a:cubicBezTo>
                  <a:pt x="290" y="332"/>
                  <a:pt x="278" y="315"/>
                  <a:pt x="254" y="282"/>
                </a:cubicBezTo>
                <a:lnTo>
                  <a:pt x="217" y="232"/>
                </a:lnTo>
                <a:cubicBezTo>
                  <a:pt x="216" y="233"/>
                  <a:pt x="207" y="246"/>
                  <a:pt x="189" y="270"/>
                </a:cubicBezTo>
                <a:cubicBezTo>
                  <a:pt x="171" y="295"/>
                  <a:pt x="161" y="309"/>
                  <a:pt x="158" y="311"/>
                </a:cubicBezTo>
                <a:cubicBezTo>
                  <a:pt x="156" y="314"/>
                  <a:pt x="155" y="318"/>
                  <a:pt x="155" y="324"/>
                </a:cubicBezTo>
                <a:cubicBezTo>
                  <a:pt x="155" y="330"/>
                  <a:pt x="157" y="336"/>
                  <a:pt x="161" y="341"/>
                </a:cubicBezTo>
                <a:cubicBezTo>
                  <a:pt x="165" y="346"/>
                  <a:pt x="170" y="348"/>
                  <a:pt x="177" y="349"/>
                </a:cubicBezTo>
                <a:cubicBezTo>
                  <a:pt x="178" y="349"/>
                  <a:pt x="179" y="356"/>
                  <a:pt x="179" y="370"/>
                </a:cubicBezTo>
                <a:lnTo>
                  <a:pt x="179" y="390"/>
                </a:lnTo>
                <a:lnTo>
                  <a:pt x="173" y="39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3120120" y="2149200"/>
            <a:ext cx="177120" cy="157320"/>
          </a:xfrm>
          <a:custGeom>
            <a:avLst/>
            <a:gdLst/>
            <a:ahLst/>
            <a:rect l="0" t="0" r="r" b="b"/>
            <a:pathLst>
              <a:path w="492" h="437">
                <a:moveTo>
                  <a:pt x="162" y="35"/>
                </a:moveTo>
                <a:cubicBezTo>
                  <a:pt x="162" y="32"/>
                  <a:pt x="150" y="30"/>
                  <a:pt x="125" y="30"/>
                </a:cubicBezTo>
                <a:cubicBezTo>
                  <a:pt x="116" y="30"/>
                  <a:pt x="109" y="29"/>
                  <a:pt x="106" y="29"/>
                </a:cubicBezTo>
                <a:cubicBezTo>
                  <a:pt x="103" y="28"/>
                  <a:pt x="102" y="27"/>
                  <a:pt x="102" y="23"/>
                </a:cubicBezTo>
                <a:cubicBezTo>
                  <a:pt x="102" y="20"/>
                  <a:pt x="103" y="16"/>
                  <a:pt x="104" y="10"/>
                </a:cubicBezTo>
                <a:cubicBezTo>
                  <a:pt x="106" y="5"/>
                  <a:pt x="108" y="2"/>
                  <a:pt x="109" y="1"/>
                </a:cubicBezTo>
                <a:cubicBezTo>
                  <a:pt x="110" y="0"/>
                  <a:pt x="152" y="0"/>
                  <a:pt x="236" y="0"/>
                </a:cubicBezTo>
                <a:cubicBezTo>
                  <a:pt x="307" y="1"/>
                  <a:pt x="347" y="1"/>
                  <a:pt x="355" y="1"/>
                </a:cubicBezTo>
                <a:cubicBezTo>
                  <a:pt x="364" y="1"/>
                  <a:pt x="372" y="2"/>
                  <a:pt x="381" y="5"/>
                </a:cubicBezTo>
                <a:cubicBezTo>
                  <a:pt x="411" y="12"/>
                  <a:pt x="438" y="29"/>
                  <a:pt x="460" y="55"/>
                </a:cubicBezTo>
                <a:cubicBezTo>
                  <a:pt x="481" y="81"/>
                  <a:pt x="492" y="117"/>
                  <a:pt x="492" y="161"/>
                </a:cubicBezTo>
                <a:cubicBezTo>
                  <a:pt x="492" y="227"/>
                  <a:pt x="469" y="287"/>
                  <a:pt x="424" y="341"/>
                </a:cubicBezTo>
                <a:cubicBezTo>
                  <a:pt x="377" y="393"/>
                  <a:pt x="324" y="425"/>
                  <a:pt x="262" y="435"/>
                </a:cubicBezTo>
                <a:lnTo>
                  <a:pt x="253" y="436"/>
                </a:lnTo>
                <a:lnTo>
                  <a:pt x="129" y="437"/>
                </a:lnTo>
                <a:lnTo>
                  <a:pt x="58" y="437"/>
                </a:lnTo>
                <a:lnTo>
                  <a:pt x="25" y="437"/>
                </a:lnTo>
                <a:cubicBezTo>
                  <a:pt x="14" y="437"/>
                  <a:pt x="8" y="437"/>
                  <a:pt x="5" y="436"/>
                </a:cubicBezTo>
                <a:cubicBezTo>
                  <a:pt x="2" y="435"/>
                  <a:pt x="0" y="433"/>
                  <a:pt x="0" y="430"/>
                </a:cubicBezTo>
                <a:cubicBezTo>
                  <a:pt x="0" y="429"/>
                  <a:pt x="0" y="426"/>
                  <a:pt x="2" y="421"/>
                </a:cubicBezTo>
                <a:cubicBezTo>
                  <a:pt x="3" y="414"/>
                  <a:pt x="5" y="410"/>
                  <a:pt x="7" y="410"/>
                </a:cubicBezTo>
                <a:cubicBezTo>
                  <a:pt x="8" y="409"/>
                  <a:pt x="13" y="408"/>
                  <a:pt x="21" y="408"/>
                </a:cubicBezTo>
                <a:cubicBezTo>
                  <a:pt x="33" y="408"/>
                  <a:pt x="46" y="407"/>
                  <a:pt x="60" y="406"/>
                </a:cubicBezTo>
                <a:cubicBezTo>
                  <a:pt x="66" y="405"/>
                  <a:pt x="70" y="402"/>
                  <a:pt x="72" y="398"/>
                </a:cubicBezTo>
                <a:cubicBezTo>
                  <a:pt x="73" y="396"/>
                  <a:pt x="88" y="336"/>
                  <a:pt x="118" y="220"/>
                </a:cubicBezTo>
                <a:cubicBezTo>
                  <a:pt x="147" y="103"/>
                  <a:pt x="162" y="42"/>
                  <a:pt x="162" y="35"/>
                </a:cubicBezTo>
                <a:moveTo>
                  <a:pt x="428" y="137"/>
                </a:moveTo>
                <a:cubicBezTo>
                  <a:pt x="428" y="121"/>
                  <a:pt x="426" y="106"/>
                  <a:pt x="421" y="93"/>
                </a:cubicBezTo>
                <a:cubicBezTo>
                  <a:pt x="416" y="81"/>
                  <a:pt x="410" y="71"/>
                  <a:pt x="404" y="63"/>
                </a:cubicBezTo>
                <a:cubicBezTo>
                  <a:pt x="397" y="56"/>
                  <a:pt x="389" y="50"/>
                  <a:pt x="380" y="45"/>
                </a:cubicBezTo>
                <a:cubicBezTo>
                  <a:pt x="371" y="40"/>
                  <a:pt x="362" y="36"/>
                  <a:pt x="355" y="35"/>
                </a:cubicBezTo>
                <a:cubicBezTo>
                  <a:pt x="348" y="33"/>
                  <a:pt x="340" y="31"/>
                  <a:pt x="333" y="30"/>
                </a:cubicBezTo>
                <a:cubicBezTo>
                  <a:pt x="332" y="30"/>
                  <a:pt x="329" y="30"/>
                  <a:pt x="324" y="30"/>
                </a:cubicBezTo>
                <a:cubicBezTo>
                  <a:pt x="319" y="30"/>
                  <a:pt x="313" y="30"/>
                  <a:pt x="305" y="30"/>
                </a:cubicBezTo>
                <a:cubicBezTo>
                  <a:pt x="298" y="30"/>
                  <a:pt x="291" y="30"/>
                  <a:pt x="284" y="30"/>
                </a:cubicBezTo>
                <a:lnTo>
                  <a:pt x="257" y="30"/>
                </a:lnTo>
                <a:cubicBezTo>
                  <a:pt x="238" y="30"/>
                  <a:pt x="228" y="32"/>
                  <a:pt x="225" y="36"/>
                </a:cubicBezTo>
                <a:cubicBezTo>
                  <a:pt x="224" y="38"/>
                  <a:pt x="209" y="99"/>
                  <a:pt x="178" y="220"/>
                </a:cubicBezTo>
                <a:cubicBezTo>
                  <a:pt x="148" y="342"/>
                  <a:pt x="133" y="403"/>
                  <a:pt x="133" y="404"/>
                </a:cubicBezTo>
                <a:cubicBezTo>
                  <a:pt x="133" y="406"/>
                  <a:pt x="135" y="406"/>
                  <a:pt x="140" y="406"/>
                </a:cubicBezTo>
                <a:cubicBezTo>
                  <a:pt x="145" y="406"/>
                  <a:pt x="161" y="407"/>
                  <a:pt x="189" y="407"/>
                </a:cubicBezTo>
                <a:cubicBezTo>
                  <a:pt x="191" y="407"/>
                  <a:pt x="195" y="407"/>
                  <a:pt x="201" y="407"/>
                </a:cubicBezTo>
                <a:cubicBezTo>
                  <a:pt x="207" y="407"/>
                  <a:pt x="212" y="407"/>
                  <a:pt x="217" y="408"/>
                </a:cubicBezTo>
                <a:cubicBezTo>
                  <a:pt x="270" y="408"/>
                  <a:pt x="315" y="390"/>
                  <a:pt x="349" y="355"/>
                </a:cubicBezTo>
                <a:cubicBezTo>
                  <a:pt x="365" y="340"/>
                  <a:pt x="377" y="321"/>
                  <a:pt x="387" y="301"/>
                </a:cubicBezTo>
                <a:cubicBezTo>
                  <a:pt x="397" y="280"/>
                  <a:pt x="406" y="253"/>
                  <a:pt x="415" y="220"/>
                </a:cubicBezTo>
                <a:cubicBezTo>
                  <a:pt x="424" y="186"/>
                  <a:pt x="428" y="158"/>
                  <a:pt x="428" y="13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3572280" y="1870560"/>
            <a:ext cx="204120" cy="221040"/>
          </a:xfrm>
          <a:custGeom>
            <a:avLst/>
            <a:gdLst/>
            <a:ahLst/>
            <a:rect l="0" t="0" r="r" b="b"/>
            <a:pathLst>
              <a:path w="567" h="614">
                <a:moveTo>
                  <a:pt x="93" y="56"/>
                </a:moveTo>
                <a:cubicBezTo>
                  <a:pt x="88" y="51"/>
                  <a:pt x="85" y="49"/>
                  <a:pt x="83" y="48"/>
                </a:cubicBezTo>
                <a:cubicBezTo>
                  <a:pt x="80" y="46"/>
                  <a:pt x="76" y="45"/>
                  <a:pt x="68" y="45"/>
                </a:cubicBezTo>
                <a:cubicBezTo>
                  <a:pt x="61" y="44"/>
                  <a:pt x="48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516" y="0"/>
                </a:lnTo>
                <a:lnTo>
                  <a:pt x="516" y="3"/>
                </a:lnTo>
                <a:cubicBezTo>
                  <a:pt x="517" y="7"/>
                  <a:pt x="521" y="43"/>
                  <a:pt x="529" y="109"/>
                </a:cubicBezTo>
                <a:cubicBezTo>
                  <a:pt x="537" y="175"/>
                  <a:pt x="541" y="210"/>
                  <a:pt x="542" y="214"/>
                </a:cubicBezTo>
                <a:lnTo>
                  <a:pt x="542" y="217"/>
                </a:lnTo>
                <a:lnTo>
                  <a:pt x="505" y="217"/>
                </a:lnTo>
                <a:lnTo>
                  <a:pt x="505" y="214"/>
                </a:lnTo>
                <a:cubicBezTo>
                  <a:pt x="505" y="212"/>
                  <a:pt x="504" y="206"/>
                  <a:pt x="502" y="195"/>
                </a:cubicBezTo>
                <a:cubicBezTo>
                  <a:pt x="500" y="174"/>
                  <a:pt x="496" y="155"/>
                  <a:pt x="492" y="140"/>
                </a:cubicBezTo>
                <a:cubicBezTo>
                  <a:pt x="487" y="124"/>
                  <a:pt x="482" y="110"/>
                  <a:pt x="476" y="99"/>
                </a:cubicBezTo>
                <a:cubicBezTo>
                  <a:pt x="471" y="88"/>
                  <a:pt x="463" y="79"/>
                  <a:pt x="454" y="72"/>
                </a:cubicBezTo>
                <a:cubicBezTo>
                  <a:pt x="444" y="65"/>
                  <a:pt x="435" y="60"/>
                  <a:pt x="427" y="56"/>
                </a:cubicBezTo>
                <a:cubicBezTo>
                  <a:pt x="418" y="51"/>
                  <a:pt x="406" y="48"/>
                  <a:pt x="390" y="47"/>
                </a:cubicBezTo>
                <a:cubicBezTo>
                  <a:pt x="373" y="45"/>
                  <a:pt x="360" y="44"/>
                  <a:pt x="348" y="43"/>
                </a:cubicBezTo>
                <a:cubicBezTo>
                  <a:pt x="337" y="42"/>
                  <a:pt x="319" y="42"/>
                  <a:pt x="296" y="42"/>
                </a:cubicBezTo>
                <a:cubicBezTo>
                  <a:pt x="243" y="42"/>
                  <a:pt x="213" y="42"/>
                  <a:pt x="204" y="43"/>
                </a:cubicBezTo>
                <a:cubicBezTo>
                  <a:pt x="195" y="44"/>
                  <a:pt x="189" y="47"/>
                  <a:pt x="187" y="53"/>
                </a:cubicBezTo>
                <a:lnTo>
                  <a:pt x="187" y="54"/>
                </a:lnTo>
                <a:cubicBezTo>
                  <a:pt x="187" y="55"/>
                  <a:pt x="187" y="92"/>
                  <a:pt x="187" y="166"/>
                </a:cubicBezTo>
                <a:lnTo>
                  <a:pt x="187" y="275"/>
                </a:lnTo>
                <a:lnTo>
                  <a:pt x="235" y="275"/>
                </a:lnTo>
                <a:cubicBezTo>
                  <a:pt x="279" y="274"/>
                  <a:pt x="307" y="271"/>
                  <a:pt x="317" y="267"/>
                </a:cubicBezTo>
                <a:cubicBezTo>
                  <a:pt x="339" y="257"/>
                  <a:pt x="351" y="232"/>
                  <a:pt x="353" y="191"/>
                </a:cubicBezTo>
                <a:cubicBezTo>
                  <a:pt x="353" y="190"/>
                  <a:pt x="353" y="189"/>
                  <a:pt x="353" y="187"/>
                </a:cubicBezTo>
                <a:lnTo>
                  <a:pt x="353" y="169"/>
                </a:lnTo>
                <a:lnTo>
                  <a:pt x="389" y="169"/>
                </a:lnTo>
                <a:lnTo>
                  <a:pt x="389" y="422"/>
                </a:lnTo>
                <a:lnTo>
                  <a:pt x="353" y="422"/>
                </a:lnTo>
                <a:lnTo>
                  <a:pt x="353" y="404"/>
                </a:lnTo>
                <a:cubicBezTo>
                  <a:pt x="352" y="383"/>
                  <a:pt x="350" y="366"/>
                  <a:pt x="345" y="354"/>
                </a:cubicBezTo>
                <a:cubicBezTo>
                  <a:pt x="341" y="342"/>
                  <a:pt x="334" y="334"/>
                  <a:pt x="323" y="328"/>
                </a:cubicBezTo>
                <a:cubicBezTo>
                  <a:pt x="312" y="323"/>
                  <a:pt x="302" y="320"/>
                  <a:pt x="292" y="318"/>
                </a:cubicBezTo>
                <a:cubicBezTo>
                  <a:pt x="283" y="317"/>
                  <a:pt x="267" y="317"/>
                  <a:pt x="245" y="317"/>
                </a:cubicBezTo>
                <a:cubicBezTo>
                  <a:pt x="241" y="317"/>
                  <a:pt x="238" y="317"/>
                  <a:pt x="235" y="317"/>
                </a:cubicBezTo>
                <a:lnTo>
                  <a:pt x="187" y="317"/>
                </a:lnTo>
                <a:lnTo>
                  <a:pt x="187" y="437"/>
                </a:lnTo>
                <a:lnTo>
                  <a:pt x="187" y="512"/>
                </a:lnTo>
                <a:cubicBezTo>
                  <a:pt x="187" y="546"/>
                  <a:pt x="188" y="564"/>
                  <a:pt x="191" y="567"/>
                </a:cubicBezTo>
                <a:cubicBezTo>
                  <a:pt x="195" y="570"/>
                  <a:pt x="210" y="572"/>
                  <a:pt x="238" y="572"/>
                </a:cubicBezTo>
                <a:lnTo>
                  <a:pt x="284" y="572"/>
                </a:lnTo>
                <a:lnTo>
                  <a:pt x="330" y="572"/>
                </a:lnTo>
                <a:cubicBezTo>
                  <a:pt x="352" y="572"/>
                  <a:pt x="371" y="571"/>
                  <a:pt x="385" y="569"/>
                </a:cubicBezTo>
                <a:cubicBezTo>
                  <a:pt x="400" y="567"/>
                  <a:pt x="416" y="564"/>
                  <a:pt x="433" y="558"/>
                </a:cubicBezTo>
                <a:cubicBezTo>
                  <a:pt x="450" y="553"/>
                  <a:pt x="465" y="544"/>
                  <a:pt x="475" y="531"/>
                </a:cubicBezTo>
                <a:cubicBezTo>
                  <a:pt x="486" y="519"/>
                  <a:pt x="496" y="502"/>
                  <a:pt x="504" y="483"/>
                </a:cubicBezTo>
                <a:cubicBezTo>
                  <a:pt x="510" y="467"/>
                  <a:pt x="515" y="451"/>
                  <a:pt x="518" y="434"/>
                </a:cubicBezTo>
                <a:cubicBezTo>
                  <a:pt x="521" y="417"/>
                  <a:pt x="523" y="403"/>
                  <a:pt x="525" y="391"/>
                </a:cubicBezTo>
                <a:cubicBezTo>
                  <a:pt x="527" y="380"/>
                  <a:pt x="528" y="373"/>
                  <a:pt x="531" y="371"/>
                </a:cubicBezTo>
                <a:lnTo>
                  <a:pt x="531" y="368"/>
                </a:lnTo>
                <a:lnTo>
                  <a:pt x="567" y="368"/>
                </a:lnTo>
                <a:lnTo>
                  <a:pt x="567" y="371"/>
                </a:lnTo>
                <a:cubicBezTo>
                  <a:pt x="566" y="373"/>
                  <a:pt x="560" y="413"/>
                  <a:pt x="549" y="491"/>
                </a:cubicBezTo>
                <a:cubicBezTo>
                  <a:pt x="537" y="569"/>
                  <a:pt x="531" y="609"/>
                  <a:pt x="528" y="612"/>
                </a:cubicBezTo>
                <a:lnTo>
                  <a:pt x="528" y="614"/>
                </a:lnTo>
                <a:lnTo>
                  <a:pt x="0" y="614"/>
                </a:lnTo>
                <a:lnTo>
                  <a:pt x="0" y="573"/>
                </a:lnTo>
                <a:lnTo>
                  <a:pt x="30" y="573"/>
                </a:lnTo>
                <a:cubicBezTo>
                  <a:pt x="55" y="572"/>
                  <a:pt x="70" y="571"/>
                  <a:pt x="76" y="570"/>
                </a:cubicBezTo>
                <a:cubicBezTo>
                  <a:pt x="81" y="569"/>
                  <a:pt x="87" y="565"/>
                  <a:pt x="93" y="559"/>
                </a:cubicBezTo>
                <a:lnTo>
                  <a:pt x="93" y="5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3800880" y="2046960"/>
            <a:ext cx="130320" cy="102240"/>
          </a:xfrm>
          <a:custGeom>
            <a:avLst/>
            <a:gdLst/>
            <a:ahLst/>
            <a:rect l="0" t="0" r="r" b="b"/>
            <a:pathLst>
              <a:path w="362" h="284">
                <a:moveTo>
                  <a:pt x="133" y="284"/>
                </a:moveTo>
                <a:cubicBezTo>
                  <a:pt x="126" y="283"/>
                  <a:pt x="104" y="282"/>
                  <a:pt x="65" y="282"/>
                </a:cubicBezTo>
                <a:cubicBezTo>
                  <a:pt x="29" y="282"/>
                  <a:pt x="10" y="283"/>
                  <a:pt x="5" y="284"/>
                </a:cubicBezTo>
                <a:lnTo>
                  <a:pt x="0" y="284"/>
                </a:lnTo>
                <a:lnTo>
                  <a:pt x="0" y="244"/>
                </a:lnTo>
                <a:lnTo>
                  <a:pt x="61" y="244"/>
                </a:lnTo>
                <a:lnTo>
                  <a:pt x="144" y="148"/>
                </a:lnTo>
                <a:lnTo>
                  <a:pt x="56" y="39"/>
                </a:lnTo>
                <a:lnTo>
                  <a:pt x="3" y="39"/>
                </a:lnTo>
                <a:lnTo>
                  <a:pt x="3" y="0"/>
                </a:lnTo>
                <a:lnTo>
                  <a:pt x="8" y="0"/>
                </a:lnTo>
                <a:cubicBezTo>
                  <a:pt x="15" y="1"/>
                  <a:pt x="38" y="1"/>
                  <a:pt x="79" y="1"/>
                </a:cubicBezTo>
                <a:cubicBezTo>
                  <a:pt x="123" y="1"/>
                  <a:pt x="149" y="1"/>
                  <a:pt x="157" y="0"/>
                </a:cubicBezTo>
                <a:lnTo>
                  <a:pt x="163" y="0"/>
                </a:lnTo>
                <a:lnTo>
                  <a:pt x="163" y="39"/>
                </a:lnTo>
                <a:lnTo>
                  <a:pt x="145" y="39"/>
                </a:lnTo>
                <a:lnTo>
                  <a:pt x="167" y="67"/>
                </a:lnTo>
                <a:cubicBezTo>
                  <a:pt x="181" y="84"/>
                  <a:pt x="189" y="93"/>
                  <a:pt x="189" y="93"/>
                </a:cubicBezTo>
                <a:cubicBezTo>
                  <a:pt x="191" y="93"/>
                  <a:pt x="199" y="84"/>
                  <a:pt x="214" y="65"/>
                </a:cubicBezTo>
                <a:lnTo>
                  <a:pt x="236" y="39"/>
                </a:lnTo>
                <a:lnTo>
                  <a:pt x="212" y="39"/>
                </a:lnTo>
                <a:lnTo>
                  <a:pt x="212" y="0"/>
                </a:lnTo>
                <a:lnTo>
                  <a:pt x="217" y="0"/>
                </a:lnTo>
                <a:cubicBezTo>
                  <a:pt x="224" y="1"/>
                  <a:pt x="246" y="1"/>
                  <a:pt x="285" y="1"/>
                </a:cubicBezTo>
                <a:cubicBezTo>
                  <a:pt x="320" y="1"/>
                  <a:pt x="339" y="1"/>
                  <a:pt x="344" y="0"/>
                </a:cubicBezTo>
                <a:lnTo>
                  <a:pt x="349" y="0"/>
                </a:lnTo>
                <a:lnTo>
                  <a:pt x="349" y="39"/>
                </a:lnTo>
                <a:lnTo>
                  <a:pt x="288" y="39"/>
                </a:lnTo>
                <a:lnTo>
                  <a:pt x="214" y="127"/>
                </a:lnTo>
                <a:lnTo>
                  <a:pt x="309" y="244"/>
                </a:lnTo>
                <a:lnTo>
                  <a:pt x="335" y="244"/>
                </a:lnTo>
                <a:lnTo>
                  <a:pt x="362" y="244"/>
                </a:lnTo>
                <a:lnTo>
                  <a:pt x="362" y="284"/>
                </a:lnTo>
                <a:lnTo>
                  <a:pt x="357" y="284"/>
                </a:lnTo>
                <a:cubicBezTo>
                  <a:pt x="350" y="283"/>
                  <a:pt x="327" y="282"/>
                  <a:pt x="287" y="282"/>
                </a:cubicBezTo>
                <a:cubicBezTo>
                  <a:pt x="243" y="282"/>
                  <a:pt x="217" y="283"/>
                  <a:pt x="209" y="284"/>
                </a:cubicBezTo>
                <a:lnTo>
                  <a:pt x="203" y="284"/>
                </a:lnTo>
                <a:lnTo>
                  <a:pt x="203" y="244"/>
                </a:lnTo>
                <a:lnTo>
                  <a:pt x="221" y="244"/>
                </a:lnTo>
                <a:cubicBezTo>
                  <a:pt x="221" y="244"/>
                  <a:pt x="213" y="233"/>
                  <a:pt x="196" y="212"/>
                </a:cubicBezTo>
                <a:cubicBezTo>
                  <a:pt x="179" y="192"/>
                  <a:pt x="170" y="181"/>
                  <a:pt x="170" y="180"/>
                </a:cubicBezTo>
                <a:lnTo>
                  <a:pt x="114" y="244"/>
                </a:lnTo>
                <a:lnTo>
                  <a:pt x="126" y="244"/>
                </a:lnTo>
                <a:lnTo>
                  <a:pt x="138" y="244"/>
                </a:lnTo>
                <a:lnTo>
                  <a:pt x="138" y="284"/>
                </a:lnTo>
                <a:lnTo>
                  <a:pt x="133" y="28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3948120" y="2064600"/>
            <a:ext cx="153720" cy="54000"/>
          </a:xfrm>
          <a:custGeom>
            <a:avLst/>
            <a:gdLst/>
            <a:ahLst/>
            <a:rect l="0" t="0" r="r" b="b"/>
            <a:pathLst>
              <a:path w="427" h="150">
                <a:moveTo>
                  <a:pt x="0" y="129"/>
                </a:moveTo>
                <a:cubicBezTo>
                  <a:pt x="0" y="97"/>
                  <a:pt x="10" y="68"/>
                  <a:pt x="29" y="41"/>
                </a:cubicBezTo>
                <a:cubicBezTo>
                  <a:pt x="49" y="14"/>
                  <a:pt x="75" y="0"/>
                  <a:pt x="107" y="0"/>
                </a:cubicBezTo>
                <a:cubicBezTo>
                  <a:pt x="123" y="0"/>
                  <a:pt x="139" y="5"/>
                  <a:pt x="154" y="12"/>
                </a:cubicBezTo>
                <a:cubicBezTo>
                  <a:pt x="169" y="20"/>
                  <a:pt x="183" y="29"/>
                  <a:pt x="196" y="41"/>
                </a:cubicBezTo>
                <a:cubicBezTo>
                  <a:pt x="209" y="52"/>
                  <a:pt x="221" y="63"/>
                  <a:pt x="234" y="74"/>
                </a:cubicBezTo>
                <a:cubicBezTo>
                  <a:pt x="246" y="85"/>
                  <a:pt x="259" y="94"/>
                  <a:pt x="274" y="102"/>
                </a:cubicBezTo>
                <a:cubicBezTo>
                  <a:pt x="288" y="110"/>
                  <a:pt x="304" y="114"/>
                  <a:pt x="320" y="114"/>
                </a:cubicBezTo>
                <a:cubicBezTo>
                  <a:pt x="346" y="114"/>
                  <a:pt x="367" y="104"/>
                  <a:pt x="384" y="84"/>
                </a:cubicBezTo>
                <a:cubicBezTo>
                  <a:pt x="401" y="64"/>
                  <a:pt x="409" y="43"/>
                  <a:pt x="409" y="19"/>
                </a:cubicBezTo>
                <a:cubicBezTo>
                  <a:pt x="409" y="14"/>
                  <a:pt x="410" y="10"/>
                  <a:pt x="411" y="6"/>
                </a:cubicBezTo>
                <a:cubicBezTo>
                  <a:pt x="413" y="3"/>
                  <a:pt x="415" y="0"/>
                  <a:pt x="418" y="0"/>
                </a:cubicBezTo>
                <a:cubicBezTo>
                  <a:pt x="424" y="0"/>
                  <a:pt x="427" y="8"/>
                  <a:pt x="427" y="22"/>
                </a:cubicBezTo>
                <a:cubicBezTo>
                  <a:pt x="427" y="53"/>
                  <a:pt x="417" y="82"/>
                  <a:pt x="398" y="109"/>
                </a:cubicBezTo>
                <a:cubicBezTo>
                  <a:pt x="379" y="136"/>
                  <a:pt x="354" y="149"/>
                  <a:pt x="325" y="149"/>
                </a:cubicBezTo>
                <a:lnTo>
                  <a:pt x="320" y="149"/>
                </a:lnTo>
                <a:cubicBezTo>
                  <a:pt x="304" y="149"/>
                  <a:pt x="287" y="146"/>
                  <a:pt x="272" y="138"/>
                </a:cubicBezTo>
                <a:cubicBezTo>
                  <a:pt x="257" y="130"/>
                  <a:pt x="242" y="121"/>
                  <a:pt x="229" y="110"/>
                </a:cubicBezTo>
                <a:cubicBezTo>
                  <a:pt x="216" y="99"/>
                  <a:pt x="203" y="88"/>
                  <a:pt x="192" y="77"/>
                </a:cubicBezTo>
                <a:cubicBezTo>
                  <a:pt x="180" y="66"/>
                  <a:pt x="166" y="56"/>
                  <a:pt x="151" y="48"/>
                </a:cubicBezTo>
                <a:cubicBezTo>
                  <a:pt x="136" y="40"/>
                  <a:pt x="122" y="36"/>
                  <a:pt x="107" y="36"/>
                </a:cubicBezTo>
                <a:cubicBezTo>
                  <a:pt x="89" y="36"/>
                  <a:pt x="72" y="42"/>
                  <a:pt x="58" y="52"/>
                </a:cubicBezTo>
                <a:cubicBezTo>
                  <a:pt x="42" y="65"/>
                  <a:pt x="32" y="79"/>
                  <a:pt x="26" y="96"/>
                </a:cubicBezTo>
                <a:cubicBezTo>
                  <a:pt x="21" y="112"/>
                  <a:pt x="17" y="126"/>
                  <a:pt x="16" y="135"/>
                </a:cubicBezTo>
                <a:cubicBezTo>
                  <a:pt x="15" y="145"/>
                  <a:pt x="12" y="150"/>
                  <a:pt x="9" y="150"/>
                </a:cubicBezTo>
                <a:cubicBezTo>
                  <a:pt x="3" y="150"/>
                  <a:pt x="0" y="143"/>
                  <a:pt x="0" y="12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4105440" y="2047320"/>
            <a:ext cx="123480" cy="146520"/>
          </a:xfrm>
          <a:custGeom>
            <a:avLst/>
            <a:gdLst/>
            <a:ahLst/>
            <a:rect l="0" t="0" r="r" b="b"/>
            <a:pathLst>
              <a:path w="343" h="407">
                <a:moveTo>
                  <a:pt x="39" y="99"/>
                </a:moveTo>
                <a:cubicBezTo>
                  <a:pt x="40" y="97"/>
                  <a:pt x="40" y="96"/>
                  <a:pt x="40" y="94"/>
                </a:cubicBezTo>
                <a:cubicBezTo>
                  <a:pt x="41" y="92"/>
                  <a:pt x="42" y="87"/>
                  <a:pt x="44" y="80"/>
                </a:cubicBezTo>
                <a:cubicBezTo>
                  <a:pt x="45" y="72"/>
                  <a:pt x="48" y="66"/>
                  <a:pt x="50" y="60"/>
                </a:cubicBezTo>
                <a:cubicBezTo>
                  <a:pt x="54" y="54"/>
                  <a:pt x="57" y="47"/>
                  <a:pt x="61" y="39"/>
                </a:cubicBezTo>
                <a:cubicBezTo>
                  <a:pt x="64" y="31"/>
                  <a:pt x="69" y="24"/>
                  <a:pt x="73" y="20"/>
                </a:cubicBezTo>
                <a:cubicBezTo>
                  <a:pt x="78" y="15"/>
                  <a:pt x="84" y="10"/>
                  <a:pt x="90" y="6"/>
                </a:cubicBezTo>
                <a:cubicBezTo>
                  <a:pt x="96" y="1"/>
                  <a:pt x="103" y="-1"/>
                  <a:pt x="111" y="0"/>
                </a:cubicBezTo>
                <a:cubicBezTo>
                  <a:pt x="143" y="0"/>
                  <a:pt x="163" y="13"/>
                  <a:pt x="172" y="41"/>
                </a:cubicBezTo>
                <a:lnTo>
                  <a:pt x="179" y="35"/>
                </a:lnTo>
                <a:cubicBezTo>
                  <a:pt x="205" y="12"/>
                  <a:pt x="230" y="0"/>
                  <a:pt x="254" y="0"/>
                </a:cubicBezTo>
                <a:cubicBezTo>
                  <a:pt x="282" y="0"/>
                  <a:pt x="303" y="10"/>
                  <a:pt x="319" y="30"/>
                </a:cubicBezTo>
                <a:cubicBezTo>
                  <a:pt x="335" y="50"/>
                  <a:pt x="343" y="74"/>
                  <a:pt x="343" y="103"/>
                </a:cubicBezTo>
                <a:cubicBezTo>
                  <a:pt x="343" y="149"/>
                  <a:pt x="327" y="191"/>
                  <a:pt x="294" y="231"/>
                </a:cubicBezTo>
                <a:cubicBezTo>
                  <a:pt x="262" y="269"/>
                  <a:pt x="225" y="289"/>
                  <a:pt x="184" y="289"/>
                </a:cubicBezTo>
                <a:cubicBezTo>
                  <a:pt x="175" y="289"/>
                  <a:pt x="167" y="288"/>
                  <a:pt x="160" y="285"/>
                </a:cubicBezTo>
                <a:cubicBezTo>
                  <a:pt x="155" y="283"/>
                  <a:pt x="150" y="280"/>
                  <a:pt x="145" y="276"/>
                </a:cubicBezTo>
                <a:cubicBezTo>
                  <a:pt x="140" y="272"/>
                  <a:pt x="136" y="268"/>
                  <a:pt x="133" y="265"/>
                </a:cubicBezTo>
                <a:lnTo>
                  <a:pt x="128" y="260"/>
                </a:lnTo>
                <a:cubicBezTo>
                  <a:pt x="128" y="260"/>
                  <a:pt x="123" y="279"/>
                  <a:pt x="114" y="315"/>
                </a:cubicBezTo>
                <a:cubicBezTo>
                  <a:pt x="105" y="352"/>
                  <a:pt x="101" y="371"/>
                  <a:pt x="101" y="371"/>
                </a:cubicBezTo>
                <a:cubicBezTo>
                  <a:pt x="101" y="374"/>
                  <a:pt x="103" y="375"/>
                  <a:pt x="106" y="375"/>
                </a:cubicBezTo>
                <a:cubicBezTo>
                  <a:pt x="109" y="376"/>
                  <a:pt x="117" y="377"/>
                  <a:pt x="130" y="377"/>
                </a:cubicBezTo>
                <a:lnTo>
                  <a:pt x="146" y="377"/>
                </a:lnTo>
                <a:cubicBezTo>
                  <a:pt x="148" y="380"/>
                  <a:pt x="149" y="382"/>
                  <a:pt x="149" y="383"/>
                </a:cubicBezTo>
                <a:cubicBezTo>
                  <a:pt x="149" y="384"/>
                  <a:pt x="149" y="388"/>
                  <a:pt x="147" y="395"/>
                </a:cubicBezTo>
                <a:cubicBezTo>
                  <a:pt x="146" y="400"/>
                  <a:pt x="145" y="403"/>
                  <a:pt x="144" y="404"/>
                </a:cubicBezTo>
                <a:cubicBezTo>
                  <a:pt x="142" y="405"/>
                  <a:pt x="140" y="406"/>
                  <a:pt x="135" y="407"/>
                </a:cubicBezTo>
                <a:cubicBezTo>
                  <a:pt x="134" y="407"/>
                  <a:pt x="132" y="407"/>
                  <a:pt x="128" y="407"/>
                </a:cubicBezTo>
                <a:cubicBezTo>
                  <a:pt x="124" y="407"/>
                  <a:pt x="117" y="407"/>
                  <a:pt x="107" y="406"/>
                </a:cubicBezTo>
                <a:cubicBezTo>
                  <a:pt x="96" y="406"/>
                  <a:pt x="83" y="405"/>
                  <a:pt x="67" y="405"/>
                </a:cubicBezTo>
                <a:cubicBezTo>
                  <a:pt x="36" y="405"/>
                  <a:pt x="17" y="406"/>
                  <a:pt x="9" y="407"/>
                </a:cubicBezTo>
                <a:lnTo>
                  <a:pt x="4" y="407"/>
                </a:lnTo>
                <a:cubicBezTo>
                  <a:pt x="1" y="404"/>
                  <a:pt x="0" y="401"/>
                  <a:pt x="0" y="400"/>
                </a:cubicBezTo>
                <a:cubicBezTo>
                  <a:pt x="0" y="388"/>
                  <a:pt x="3" y="381"/>
                  <a:pt x="8" y="377"/>
                </a:cubicBezTo>
                <a:lnTo>
                  <a:pt x="21" y="377"/>
                </a:lnTo>
                <a:cubicBezTo>
                  <a:pt x="35" y="377"/>
                  <a:pt x="43" y="374"/>
                  <a:pt x="46" y="370"/>
                </a:cubicBezTo>
                <a:cubicBezTo>
                  <a:pt x="47" y="367"/>
                  <a:pt x="61" y="316"/>
                  <a:pt x="86" y="217"/>
                </a:cubicBezTo>
                <a:cubicBezTo>
                  <a:pt x="110" y="117"/>
                  <a:pt x="123" y="65"/>
                  <a:pt x="124" y="59"/>
                </a:cubicBezTo>
                <a:cubicBezTo>
                  <a:pt x="125" y="56"/>
                  <a:pt x="125" y="53"/>
                  <a:pt x="125" y="50"/>
                </a:cubicBezTo>
                <a:cubicBezTo>
                  <a:pt x="125" y="32"/>
                  <a:pt x="120" y="23"/>
                  <a:pt x="109" y="23"/>
                </a:cubicBezTo>
                <a:cubicBezTo>
                  <a:pt x="100" y="23"/>
                  <a:pt x="92" y="29"/>
                  <a:pt x="86" y="41"/>
                </a:cubicBezTo>
                <a:cubicBezTo>
                  <a:pt x="79" y="53"/>
                  <a:pt x="74" y="66"/>
                  <a:pt x="71" y="80"/>
                </a:cubicBezTo>
                <a:cubicBezTo>
                  <a:pt x="67" y="94"/>
                  <a:pt x="65" y="102"/>
                  <a:pt x="63" y="103"/>
                </a:cubicBezTo>
                <a:cubicBezTo>
                  <a:pt x="62" y="104"/>
                  <a:pt x="59" y="105"/>
                  <a:pt x="52" y="105"/>
                </a:cubicBezTo>
                <a:lnTo>
                  <a:pt x="43" y="105"/>
                </a:lnTo>
                <a:cubicBezTo>
                  <a:pt x="40" y="102"/>
                  <a:pt x="39" y="100"/>
                  <a:pt x="39" y="99"/>
                </a:cubicBezTo>
                <a:moveTo>
                  <a:pt x="139" y="218"/>
                </a:moveTo>
                <a:cubicBezTo>
                  <a:pt x="148" y="250"/>
                  <a:pt x="164" y="266"/>
                  <a:pt x="186" y="266"/>
                </a:cubicBezTo>
                <a:cubicBezTo>
                  <a:pt x="199" y="266"/>
                  <a:pt x="211" y="261"/>
                  <a:pt x="223" y="252"/>
                </a:cubicBezTo>
                <a:cubicBezTo>
                  <a:pt x="235" y="242"/>
                  <a:pt x="245" y="230"/>
                  <a:pt x="253" y="215"/>
                </a:cubicBezTo>
                <a:cubicBezTo>
                  <a:pt x="260" y="199"/>
                  <a:pt x="268" y="176"/>
                  <a:pt x="276" y="145"/>
                </a:cubicBezTo>
                <a:cubicBezTo>
                  <a:pt x="283" y="113"/>
                  <a:pt x="287" y="90"/>
                  <a:pt x="288" y="75"/>
                </a:cubicBezTo>
                <a:lnTo>
                  <a:pt x="288" y="71"/>
                </a:lnTo>
                <a:cubicBezTo>
                  <a:pt x="288" y="39"/>
                  <a:pt x="275" y="23"/>
                  <a:pt x="249" y="23"/>
                </a:cubicBezTo>
                <a:cubicBezTo>
                  <a:pt x="244" y="23"/>
                  <a:pt x="240" y="24"/>
                  <a:pt x="235" y="25"/>
                </a:cubicBezTo>
                <a:cubicBezTo>
                  <a:pt x="230" y="27"/>
                  <a:pt x="225" y="29"/>
                  <a:pt x="221" y="31"/>
                </a:cubicBezTo>
                <a:cubicBezTo>
                  <a:pt x="216" y="34"/>
                  <a:pt x="212" y="36"/>
                  <a:pt x="208" y="39"/>
                </a:cubicBezTo>
                <a:cubicBezTo>
                  <a:pt x="204" y="42"/>
                  <a:pt x="201" y="46"/>
                  <a:pt x="197" y="49"/>
                </a:cubicBezTo>
                <a:cubicBezTo>
                  <a:pt x="194" y="52"/>
                  <a:pt x="191" y="56"/>
                  <a:pt x="188" y="59"/>
                </a:cubicBezTo>
                <a:cubicBezTo>
                  <a:pt x="185" y="62"/>
                  <a:pt x="182" y="65"/>
                  <a:pt x="181" y="67"/>
                </a:cubicBezTo>
                <a:cubicBezTo>
                  <a:pt x="179" y="70"/>
                  <a:pt x="177" y="73"/>
                  <a:pt x="176" y="74"/>
                </a:cubicBezTo>
                <a:lnTo>
                  <a:pt x="174" y="76"/>
                </a:lnTo>
                <a:cubicBezTo>
                  <a:pt x="174" y="77"/>
                  <a:pt x="173" y="80"/>
                  <a:pt x="172" y="85"/>
                </a:cubicBezTo>
                <a:cubicBezTo>
                  <a:pt x="170" y="91"/>
                  <a:pt x="168" y="100"/>
                  <a:pt x="165" y="113"/>
                </a:cubicBezTo>
                <a:cubicBezTo>
                  <a:pt x="161" y="127"/>
                  <a:pt x="158" y="138"/>
                  <a:pt x="156" y="147"/>
                </a:cubicBezTo>
                <a:cubicBezTo>
                  <a:pt x="145" y="192"/>
                  <a:pt x="139" y="216"/>
                  <a:pt x="139" y="21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4251600" y="1976400"/>
            <a:ext cx="55080" cy="230040"/>
          </a:xfrm>
          <a:custGeom>
            <a:avLst/>
            <a:gdLst/>
            <a:ahLst/>
            <a:rect l="0" t="0" r="r" b="b"/>
            <a:pathLst>
              <a:path w="153" h="639">
                <a:moveTo>
                  <a:pt x="0" y="319"/>
                </a:moveTo>
                <a:cubicBezTo>
                  <a:pt x="0" y="290"/>
                  <a:pt x="2" y="262"/>
                  <a:pt x="6" y="236"/>
                </a:cubicBezTo>
                <a:cubicBezTo>
                  <a:pt x="10" y="209"/>
                  <a:pt x="15" y="187"/>
                  <a:pt x="21" y="167"/>
                </a:cubicBezTo>
                <a:cubicBezTo>
                  <a:pt x="26" y="148"/>
                  <a:pt x="34" y="130"/>
                  <a:pt x="44" y="111"/>
                </a:cubicBezTo>
                <a:cubicBezTo>
                  <a:pt x="54" y="93"/>
                  <a:pt x="62" y="79"/>
                  <a:pt x="68" y="69"/>
                </a:cubicBezTo>
                <a:cubicBezTo>
                  <a:pt x="74" y="58"/>
                  <a:pt x="83" y="47"/>
                  <a:pt x="95" y="35"/>
                </a:cubicBezTo>
                <a:cubicBezTo>
                  <a:pt x="107" y="23"/>
                  <a:pt x="114" y="16"/>
                  <a:pt x="116" y="14"/>
                </a:cubicBezTo>
                <a:cubicBezTo>
                  <a:pt x="118" y="11"/>
                  <a:pt x="125" y="7"/>
                  <a:pt x="133" y="0"/>
                </a:cubicBezTo>
                <a:lnTo>
                  <a:pt x="142" y="0"/>
                </a:lnTo>
                <a:lnTo>
                  <a:pt x="144" y="0"/>
                </a:lnTo>
                <a:cubicBezTo>
                  <a:pt x="150" y="0"/>
                  <a:pt x="153" y="2"/>
                  <a:pt x="153" y="6"/>
                </a:cubicBezTo>
                <a:cubicBezTo>
                  <a:pt x="153" y="7"/>
                  <a:pt x="149" y="12"/>
                  <a:pt x="142" y="19"/>
                </a:cubicBezTo>
                <a:cubicBezTo>
                  <a:pt x="135" y="27"/>
                  <a:pt x="126" y="38"/>
                  <a:pt x="115" y="53"/>
                </a:cubicBezTo>
                <a:cubicBezTo>
                  <a:pt x="105" y="68"/>
                  <a:pt x="94" y="86"/>
                  <a:pt x="84" y="108"/>
                </a:cubicBezTo>
                <a:cubicBezTo>
                  <a:pt x="73" y="130"/>
                  <a:pt x="64" y="159"/>
                  <a:pt x="57" y="196"/>
                </a:cubicBezTo>
                <a:cubicBezTo>
                  <a:pt x="50" y="233"/>
                  <a:pt x="46" y="274"/>
                  <a:pt x="46" y="319"/>
                </a:cubicBezTo>
                <a:cubicBezTo>
                  <a:pt x="46" y="364"/>
                  <a:pt x="50" y="405"/>
                  <a:pt x="57" y="442"/>
                </a:cubicBezTo>
                <a:cubicBezTo>
                  <a:pt x="64" y="478"/>
                  <a:pt x="73" y="508"/>
                  <a:pt x="83" y="531"/>
                </a:cubicBezTo>
                <a:cubicBezTo>
                  <a:pt x="93" y="553"/>
                  <a:pt x="104" y="571"/>
                  <a:pt x="114" y="586"/>
                </a:cubicBezTo>
                <a:cubicBezTo>
                  <a:pt x="126" y="601"/>
                  <a:pt x="135" y="612"/>
                  <a:pt x="142" y="620"/>
                </a:cubicBezTo>
                <a:cubicBezTo>
                  <a:pt x="149" y="629"/>
                  <a:pt x="153" y="633"/>
                  <a:pt x="153" y="634"/>
                </a:cubicBezTo>
                <a:cubicBezTo>
                  <a:pt x="153" y="638"/>
                  <a:pt x="150" y="639"/>
                  <a:pt x="143" y="639"/>
                </a:cubicBezTo>
                <a:lnTo>
                  <a:pt x="142" y="639"/>
                </a:lnTo>
                <a:lnTo>
                  <a:pt x="133" y="639"/>
                </a:lnTo>
                <a:lnTo>
                  <a:pt x="114" y="624"/>
                </a:lnTo>
                <a:cubicBezTo>
                  <a:pt x="74" y="588"/>
                  <a:pt x="45" y="542"/>
                  <a:pt x="27" y="488"/>
                </a:cubicBezTo>
                <a:cubicBezTo>
                  <a:pt x="9" y="434"/>
                  <a:pt x="0" y="378"/>
                  <a:pt x="0" y="31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4323960" y="2046960"/>
            <a:ext cx="130320" cy="102240"/>
          </a:xfrm>
          <a:custGeom>
            <a:avLst/>
            <a:gdLst/>
            <a:ahLst/>
            <a:rect l="0" t="0" r="r" b="b"/>
            <a:pathLst>
              <a:path w="362" h="284">
                <a:moveTo>
                  <a:pt x="133" y="284"/>
                </a:moveTo>
                <a:cubicBezTo>
                  <a:pt x="126" y="283"/>
                  <a:pt x="104" y="282"/>
                  <a:pt x="65" y="282"/>
                </a:cubicBezTo>
                <a:cubicBezTo>
                  <a:pt x="30" y="282"/>
                  <a:pt x="10" y="283"/>
                  <a:pt x="5" y="284"/>
                </a:cubicBezTo>
                <a:lnTo>
                  <a:pt x="0" y="284"/>
                </a:lnTo>
                <a:lnTo>
                  <a:pt x="0" y="244"/>
                </a:lnTo>
                <a:lnTo>
                  <a:pt x="62" y="244"/>
                </a:lnTo>
                <a:lnTo>
                  <a:pt x="144" y="148"/>
                </a:lnTo>
                <a:lnTo>
                  <a:pt x="57" y="39"/>
                </a:lnTo>
                <a:lnTo>
                  <a:pt x="3" y="39"/>
                </a:lnTo>
                <a:lnTo>
                  <a:pt x="3" y="0"/>
                </a:lnTo>
                <a:lnTo>
                  <a:pt x="8" y="0"/>
                </a:lnTo>
                <a:cubicBezTo>
                  <a:pt x="15" y="1"/>
                  <a:pt x="38" y="1"/>
                  <a:pt x="79" y="1"/>
                </a:cubicBezTo>
                <a:cubicBezTo>
                  <a:pt x="123" y="1"/>
                  <a:pt x="149" y="1"/>
                  <a:pt x="157" y="0"/>
                </a:cubicBezTo>
                <a:lnTo>
                  <a:pt x="163" y="0"/>
                </a:lnTo>
                <a:lnTo>
                  <a:pt x="163" y="39"/>
                </a:lnTo>
                <a:lnTo>
                  <a:pt x="145" y="39"/>
                </a:lnTo>
                <a:lnTo>
                  <a:pt x="167" y="67"/>
                </a:lnTo>
                <a:cubicBezTo>
                  <a:pt x="182" y="84"/>
                  <a:pt x="189" y="93"/>
                  <a:pt x="189" y="93"/>
                </a:cubicBezTo>
                <a:cubicBezTo>
                  <a:pt x="191" y="93"/>
                  <a:pt x="199" y="84"/>
                  <a:pt x="214" y="65"/>
                </a:cubicBezTo>
                <a:lnTo>
                  <a:pt x="236" y="39"/>
                </a:lnTo>
                <a:lnTo>
                  <a:pt x="212" y="39"/>
                </a:lnTo>
                <a:lnTo>
                  <a:pt x="212" y="0"/>
                </a:lnTo>
                <a:lnTo>
                  <a:pt x="218" y="0"/>
                </a:lnTo>
                <a:cubicBezTo>
                  <a:pt x="224" y="1"/>
                  <a:pt x="246" y="1"/>
                  <a:pt x="285" y="1"/>
                </a:cubicBezTo>
                <a:cubicBezTo>
                  <a:pt x="320" y="1"/>
                  <a:pt x="339" y="1"/>
                  <a:pt x="345" y="0"/>
                </a:cubicBezTo>
                <a:lnTo>
                  <a:pt x="349" y="0"/>
                </a:lnTo>
                <a:lnTo>
                  <a:pt x="349" y="39"/>
                </a:lnTo>
                <a:lnTo>
                  <a:pt x="288" y="39"/>
                </a:lnTo>
                <a:lnTo>
                  <a:pt x="214" y="127"/>
                </a:lnTo>
                <a:lnTo>
                  <a:pt x="309" y="244"/>
                </a:lnTo>
                <a:lnTo>
                  <a:pt x="336" y="244"/>
                </a:lnTo>
                <a:lnTo>
                  <a:pt x="362" y="244"/>
                </a:lnTo>
                <a:lnTo>
                  <a:pt x="362" y="284"/>
                </a:lnTo>
                <a:lnTo>
                  <a:pt x="357" y="284"/>
                </a:lnTo>
                <a:cubicBezTo>
                  <a:pt x="350" y="283"/>
                  <a:pt x="327" y="282"/>
                  <a:pt x="287" y="282"/>
                </a:cubicBezTo>
                <a:cubicBezTo>
                  <a:pt x="243" y="282"/>
                  <a:pt x="217" y="283"/>
                  <a:pt x="209" y="284"/>
                </a:cubicBezTo>
                <a:lnTo>
                  <a:pt x="203" y="284"/>
                </a:lnTo>
                <a:lnTo>
                  <a:pt x="203" y="244"/>
                </a:lnTo>
                <a:lnTo>
                  <a:pt x="221" y="244"/>
                </a:lnTo>
                <a:cubicBezTo>
                  <a:pt x="221" y="244"/>
                  <a:pt x="213" y="233"/>
                  <a:pt x="196" y="212"/>
                </a:cubicBezTo>
                <a:cubicBezTo>
                  <a:pt x="179" y="192"/>
                  <a:pt x="170" y="181"/>
                  <a:pt x="170" y="180"/>
                </a:cubicBezTo>
                <a:lnTo>
                  <a:pt x="114" y="244"/>
                </a:lnTo>
                <a:lnTo>
                  <a:pt x="126" y="244"/>
                </a:lnTo>
                <a:lnTo>
                  <a:pt x="138" y="244"/>
                </a:lnTo>
                <a:lnTo>
                  <a:pt x="138" y="284"/>
                </a:lnTo>
                <a:lnTo>
                  <a:pt x="133" y="28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4471200" y="1976400"/>
            <a:ext cx="55440" cy="230040"/>
          </a:xfrm>
          <a:custGeom>
            <a:avLst/>
            <a:gdLst/>
            <a:ahLst/>
            <a:rect l="0" t="0" r="r" b="b"/>
            <a:pathLst>
              <a:path w="154" h="639">
                <a:moveTo>
                  <a:pt x="3" y="1"/>
                </a:moveTo>
                <a:lnTo>
                  <a:pt x="6" y="0"/>
                </a:lnTo>
                <a:cubicBezTo>
                  <a:pt x="8" y="0"/>
                  <a:pt x="10" y="0"/>
                  <a:pt x="12" y="0"/>
                </a:cubicBezTo>
                <a:lnTo>
                  <a:pt x="20" y="0"/>
                </a:lnTo>
                <a:lnTo>
                  <a:pt x="38" y="16"/>
                </a:lnTo>
                <a:cubicBezTo>
                  <a:pt x="78" y="52"/>
                  <a:pt x="107" y="97"/>
                  <a:pt x="126" y="151"/>
                </a:cubicBezTo>
                <a:cubicBezTo>
                  <a:pt x="145" y="205"/>
                  <a:pt x="154" y="261"/>
                  <a:pt x="154" y="319"/>
                </a:cubicBezTo>
                <a:cubicBezTo>
                  <a:pt x="154" y="348"/>
                  <a:pt x="152" y="376"/>
                  <a:pt x="147" y="403"/>
                </a:cubicBezTo>
                <a:cubicBezTo>
                  <a:pt x="143" y="430"/>
                  <a:pt x="138" y="453"/>
                  <a:pt x="133" y="471"/>
                </a:cubicBezTo>
                <a:cubicBezTo>
                  <a:pt x="127" y="490"/>
                  <a:pt x="118" y="509"/>
                  <a:pt x="108" y="527"/>
                </a:cubicBezTo>
                <a:cubicBezTo>
                  <a:pt x="98" y="546"/>
                  <a:pt x="90" y="560"/>
                  <a:pt x="84" y="570"/>
                </a:cubicBezTo>
                <a:cubicBezTo>
                  <a:pt x="78" y="581"/>
                  <a:pt x="69" y="592"/>
                  <a:pt x="58" y="604"/>
                </a:cubicBezTo>
                <a:cubicBezTo>
                  <a:pt x="46" y="616"/>
                  <a:pt x="39" y="623"/>
                  <a:pt x="37" y="625"/>
                </a:cubicBezTo>
                <a:cubicBezTo>
                  <a:pt x="35" y="627"/>
                  <a:pt x="30" y="631"/>
                  <a:pt x="23" y="637"/>
                </a:cubicBezTo>
                <a:cubicBezTo>
                  <a:pt x="21" y="638"/>
                  <a:pt x="20" y="639"/>
                  <a:pt x="20" y="639"/>
                </a:cubicBezTo>
                <a:lnTo>
                  <a:pt x="12" y="639"/>
                </a:lnTo>
                <a:cubicBezTo>
                  <a:pt x="9" y="639"/>
                  <a:pt x="7" y="639"/>
                  <a:pt x="5" y="639"/>
                </a:cubicBezTo>
                <a:cubicBezTo>
                  <a:pt x="4" y="639"/>
                  <a:pt x="3" y="639"/>
                  <a:pt x="2" y="638"/>
                </a:cubicBezTo>
                <a:cubicBezTo>
                  <a:pt x="1" y="636"/>
                  <a:pt x="1" y="634"/>
                  <a:pt x="0" y="632"/>
                </a:cubicBezTo>
                <a:cubicBezTo>
                  <a:pt x="1" y="631"/>
                  <a:pt x="3" y="629"/>
                  <a:pt x="7" y="624"/>
                </a:cubicBezTo>
                <a:cubicBezTo>
                  <a:pt x="73" y="554"/>
                  <a:pt x="106" y="453"/>
                  <a:pt x="106" y="319"/>
                </a:cubicBezTo>
                <a:cubicBezTo>
                  <a:pt x="106" y="186"/>
                  <a:pt x="73" y="85"/>
                  <a:pt x="7" y="16"/>
                </a:cubicBezTo>
                <a:cubicBezTo>
                  <a:pt x="3" y="11"/>
                  <a:pt x="1" y="8"/>
                  <a:pt x="0" y="8"/>
                </a:cubicBezTo>
                <a:cubicBezTo>
                  <a:pt x="0" y="5"/>
                  <a:pt x="1" y="2"/>
                  <a:pt x="3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4602600" y="1847520"/>
            <a:ext cx="45000" cy="325440"/>
          </a:xfrm>
          <a:custGeom>
            <a:avLst/>
            <a:gdLst/>
            <a:ahLst/>
            <a:rect l="0" t="0" r="r" b="b"/>
            <a:pathLst>
              <a:path w="125" h="904">
                <a:moveTo>
                  <a:pt x="0" y="904"/>
                </a:moveTo>
                <a:lnTo>
                  <a:pt x="0" y="0"/>
                </a:lnTo>
                <a:lnTo>
                  <a:pt x="125" y="0"/>
                </a:lnTo>
                <a:lnTo>
                  <a:pt x="125" y="37"/>
                </a:lnTo>
                <a:lnTo>
                  <a:pt x="37" y="37"/>
                </a:lnTo>
                <a:lnTo>
                  <a:pt x="37" y="868"/>
                </a:lnTo>
                <a:lnTo>
                  <a:pt x="125" y="868"/>
                </a:lnTo>
                <a:lnTo>
                  <a:pt x="125" y="904"/>
                </a:lnTo>
                <a:lnTo>
                  <a:pt x="0" y="90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4663080" y="1865880"/>
            <a:ext cx="77400" cy="225720"/>
          </a:xfrm>
          <a:custGeom>
            <a:avLst/>
            <a:gdLst/>
            <a:ahLst/>
            <a:rect l="0" t="0" r="r" b="b"/>
            <a:pathLst>
              <a:path w="215" h="627">
                <a:moveTo>
                  <a:pt x="15" y="586"/>
                </a:moveTo>
                <a:lnTo>
                  <a:pt x="27" y="586"/>
                </a:lnTo>
                <a:cubicBezTo>
                  <a:pt x="51" y="586"/>
                  <a:pt x="65" y="582"/>
                  <a:pt x="70" y="573"/>
                </a:cubicBezTo>
                <a:lnTo>
                  <a:pt x="70" y="566"/>
                </a:lnTo>
                <a:cubicBezTo>
                  <a:pt x="70" y="561"/>
                  <a:pt x="70" y="554"/>
                  <a:pt x="70" y="545"/>
                </a:cubicBezTo>
                <a:cubicBezTo>
                  <a:pt x="70" y="537"/>
                  <a:pt x="70" y="527"/>
                  <a:pt x="70" y="515"/>
                </a:cubicBezTo>
                <a:cubicBezTo>
                  <a:pt x="70" y="504"/>
                  <a:pt x="70" y="491"/>
                  <a:pt x="71" y="477"/>
                </a:cubicBezTo>
                <a:cubicBezTo>
                  <a:pt x="71" y="462"/>
                  <a:pt x="71" y="447"/>
                  <a:pt x="71" y="432"/>
                </a:cubicBezTo>
                <a:cubicBezTo>
                  <a:pt x="70" y="416"/>
                  <a:pt x="70" y="399"/>
                  <a:pt x="71" y="382"/>
                </a:cubicBezTo>
                <a:cubicBezTo>
                  <a:pt x="71" y="364"/>
                  <a:pt x="71" y="347"/>
                  <a:pt x="71" y="330"/>
                </a:cubicBezTo>
                <a:cubicBezTo>
                  <a:pt x="71" y="308"/>
                  <a:pt x="71" y="285"/>
                  <a:pt x="71" y="260"/>
                </a:cubicBezTo>
                <a:cubicBezTo>
                  <a:pt x="71" y="235"/>
                  <a:pt x="71" y="213"/>
                  <a:pt x="71" y="192"/>
                </a:cubicBezTo>
                <a:cubicBezTo>
                  <a:pt x="71" y="172"/>
                  <a:pt x="71" y="154"/>
                  <a:pt x="71" y="137"/>
                </a:cubicBezTo>
                <a:cubicBezTo>
                  <a:pt x="71" y="122"/>
                  <a:pt x="70" y="108"/>
                  <a:pt x="70" y="97"/>
                </a:cubicBezTo>
                <a:cubicBezTo>
                  <a:pt x="69" y="87"/>
                  <a:pt x="69" y="82"/>
                  <a:pt x="70" y="82"/>
                </a:cubicBezTo>
                <a:cubicBezTo>
                  <a:pt x="68" y="71"/>
                  <a:pt x="64" y="63"/>
                  <a:pt x="57" y="60"/>
                </a:cubicBezTo>
                <a:cubicBezTo>
                  <a:pt x="51" y="56"/>
                  <a:pt x="37" y="53"/>
                  <a:pt x="17" y="51"/>
                </a:cubicBezTo>
                <a:lnTo>
                  <a:pt x="0" y="51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8"/>
                  <a:pt x="26" y="8"/>
                  <a:pt x="37" y="7"/>
                </a:cubicBezTo>
                <a:cubicBezTo>
                  <a:pt x="49" y="7"/>
                  <a:pt x="60" y="6"/>
                  <a:pt x="71" y="5"/>
                </a:cubicBezTo>
                <a:cubicBezTo>
                  <a:pt x="81" y="5"/>
                  <a:pt x="92" y="4"/>
                  <a:pt x="104" y="4"/>
                </a:cubicBezTo>
                <a:cubicBezTo>
                  <a:pt x="116" y="3"/>
                  <a:pt x="125" y="2"/>
                  <a:pt x="131" y="1"/>
                </a:cubicBezTo>
                <a:cubicBezTo>
                  <a:pt x="137" y="0"/>
                  <a:pt x="141" y="-1"/>
                  <a:pt x="141" y="0"/>
                </a:cubicBezTo>
                <a:lnTo>
                  <a:pt x="144" y="0"/>
                </a:lnTo>
                <a:lnTo>
                  <a:pt x="144" y="285"/>
                </a:lnTo>
                <a:cubicBezTo>
                  <a:pt x="144" y="476"/>
                  <a:pt x="144" y="572"/>
                  <a:pt x="145" y="573"/>
                </a:cubicBezTo>
                <a:cubicBezTo>
                  <a:pt x="148" y="578"/>
                  <a:pt x="152" y="581"/>
                  <a:pt x="157" y="583"/>
                </a:cubicBezTo>
                <a:cubicBezTo>
                  <a:pt x="169" y="585"/>
                  <a:pt x="184" y="586"/>
                  <a:pt x="201" y="586"/>
                </a:cubicBezTo>
                <a:lnTo>
                  <a:pt x="215" y="586"/>
                </a:lnTo>
                <a:lnTo>
                  <a:pt x="215" y="627"/>
                </a:lnTo>
                <a:lnTo>
                  <a:pt x="208" y="627"/>
                </a:lnTo>
                <a:lnTo>
                  <a:pt x="187" y="627"/>
                </a:lnTo>
                <a:cubicBezTo>
                  <a:pt x="173" y="626"/>
                  <a:pt x="159" y="626"/>
                  <a:pt x="142" y="626"/>
                </a:cubicBezTo>
                <a:cubicBezTo>
                  <a:pt x="126" y="626"/>
                  <a:pt x="115" y="625"/>
                  <a:pt x="108" y="625"/>
                </a:cubicBezTo>
                <a:cubicBezTo>
                  <a:pt x="101" y="624"/>
                  <a:pt x="89" y="624"/>
                  <a:pt x="73" y="625"/>
                </a:cubicBezTo>
                <a:cubicBezTo>
                  <a:pt x="58" y="625"/>
                  <a:pt x="43" y="626"/>
                  <a:pt x="28" y="627"/>
                </a:cubicBezTo>
                <a:lnTo>
                  <a:pt x="8" y="627"/>
                </a:lnTo>
                <a:lnTo>
                  <a:pt x="0" y="627"/>
                </a:lnTo>
                <a:lnTo>
                  <a:pt x="0" y="586"/>
                </a:lnTo>
                <a:lnTo>
                  <a:pt x="15" y="58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4754160" y="1945800"/>
            <a:ext cx="144360" cy="149040"/>
          </a:xfrm>
          <a:custGeom>
            <a:avLst/>
            <a:gdLst/>
            <a:ahLst/>
            <a:rect l="0" t="0" r="r" b="b"/>
            <a:pathLst>
              <a:path w="401" h="414">
                <a:moveTo>
                  <a:pt x="0" y="212"/>
                </a:moveTo>
                <a:cubicBezTo>
                  <a:pt x="0" y="154"/>
                  <a:pt x="20" y="105"/>
                  <a:pt x="59" y="63"/>
                </a:cubicBezTo>
                <a:cubicBezTo>
                  <a:pt x="98" y="22"/>
                  <a:pt x="145" y="1"/>
                  <a:pt x="201" y="0"/>
                </a:cubicBezTo>
                <a:cubicBezTo>
                  <a:pt x="256" y="0"/>
                  <a:pt x="302" y="20"/>
                  <a:pt x="341" y="61"/>
                </a:cubicBezTo>
                <a:cubicBezTo>
                  <a:pt x="380" y="102"/>
                  <a:pt x="400" y="152"/>
                  <a:pt x="401" y="211"/>
                </a:cubicBezTo>
                <a:cubicBezTo>
                  <a:pt x="401" y="269"/>
                  <a:pt x="382" y="317"/>
                  <a:pt x="343" y="356"/>
                </a:cubicBezTo>
                <a:cubicBezTo>
                  <a:pt x="305" y="395"/>
                  <a:pt x="257" y="414"/>
                  <a:pt x="201" y="414"/>
                </a:cubicBezTo>
                <a:cubicBezTo>
                  <a:pt x="142" y="414"/>
                  <a:pt x="94" y="394"/>
                  <a:pt x="57" y="354"/>
                </a:cubicBezTo>
                <a:cubicBezTo>
                  <a:pt x="20" y="314"/>
                  <a:pt x="1" y="266"/>
                  <a:pt x="0" y="212"/>
                </a:cubicBezTo>
                <a:moveTo>
                  <a:pt x="201" y="378"/>
                </a:moveTo>
                <a:cubicBezTo>
                  <a:pt x="275" y="378"/>
                  <a:pt x="312" y="329"/>
                  <a:pt x="312" y="231"/>
                </a:cubicBezTo>
                <a:lnTo>
                  <a:pt x="312" y="202"/>
                </a:lnTo>
                <a:lnTo>
                  <a:pt x="312" y="180"/>
                </a:lnTo>
                <a:cubicBezTo>
                  <a:pt x="312" y="166"/>
                  <a:pt x="311" y="154"/>
                  <a:pt x="311" y="144"/>
                </a:cubicBezTo>
                <a:cubicBezTo>
                  <a:pt x="310" y="135"/>
                  <a:pt x="308" y="123"/>
                  <a:pt x="304" y="110"/>
                </a:cubicBezTo>
                <a:cubicBezTo>
                  <a:pt x="301" y="97"/>
                  <a:pt x="296" y="86"/>
                  <a:pt x="290" y="78"/>
                </a:cubicBezTo>
                <a:cubicBezTo>
                  <a:pt x="284" y="69"/>
                  <a:pt x="275" y="61"/>
                  <a:pt x="262" y="52"/>
                </a:cubicBezTo>
                <a:cubicBezTo>
                  <a:pt x="249" y="44"/>
                  <a:pt x="235" y="38"/>
                  <a:pt x="218" y="34"/>
                </a:cubicBezTo>
                <a:cubicBezTo>
                  <a:pt x="215" y="34"/>
                  <a:pt x="210" y="33"/>
                  <a:pt x="203" y="33"/>
                </a:cubicBezTo>
                <a:cubicBezTo>
                  <a:pt x="185" y="33"/>
                  <a:pt x="168" y="37"/>
                  <a:pt x="151" y="44"/>
                </a:cubicBezTo>
                <a:cubicBezTo>
                  <a:pt x="125" y="57"/>
                  <a:pt x="108" y="76"/>
                  <a:pt x="100" y="99"/>
                </a:cubicBezTo>
                <a:cubicBezTo>
                  <a:pt x="92" y="123"/>
                  <a:pt x="89" y="150"/>
                  <a:pt x="89" y="183"/>
                </a:cubicBezTo>
                <a:lnTo>
                  <a:pt x="89" y="201"/>
                </a:lnTo>
                <a:cubicBezTo>
                  <a:pt x="89" y="259"/>
                  <a:pt x="94" y="300"/>
                  <a:pt x="106" y="323"/>
                </a:cubicBezTo>
                <a:cubicBezTo>
                  <a:pt x="125" y="360"/>
                  <a:pt x="157" y="378"/>
                  <a:pt x="201" y="37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4916880" y="1944360"/>
            <a:ext cx="148680" cy="214200"/>
          </a:xfrm>
          <a:custGeom>
            <a:avLst/>
            <a:gdLst/>
            <a:ahLst/>
            <a:rect l="0" t="0" r="r" b="b"/>
            <a:pathLst>
              <a:path w="413" h="595">
                <a:moveTo>
                  <a:pt x="272" y="39"/>
                </a:moveTo>
                <a:cubicBezTo>
                  <a:pt x="299" y="13"/>
                  <a:pt x="329" y="0"/>
                  <a:pt x="362" y="0"/>
                </a:cubicBezTo>
                <a:cubicBezTo>
                  <a:pt x="380" y="0"/>
                  <a:pt x="393" y="5"/>
                  <a:pt x="401" y="17"/>
                </a:cubicBezTo>
                <a:cubicBezTo>
                  <a:pt x="409" y="28"/>
                  <a:pt x="413" y="40"/>
                  <a:pt x="413" y="51"/>
                </a:cubicBezTo>
                <a:cubicBezTo>
                  <a:pt x="413" y="59"/>
                  <a:pt x="410" y="67"/>
                  <a:pt x="405" y="74"/>
                </a:cubicBezTo>
                <a:cubicBezTo>
                  <a:pt x="399" y="80"/>
                  <a:pt x="391" y="83"/>
                  <a:pt x="380" y="83"/>
                </a:cubicBezTo>
                <a:cubicBezTo>
                  <a:pt x="361" y="83"/>
                  <a:pt x="349" y="74"/>
                  <a:pt x="347" y="56"/>
                </a:cubicBezTo>
                <a:cubicBezTo>
                  <a:pt x="346" y="48"/>
                  <a:pt x="347" y="42"/>
                  <a:pt x="350" y="37"/>
                </a:cubicBezTo>
                <a:cubicBezTo>
                  <a:pt x="350" y="37"/>
                  <a:pt x="350" y="36"/>
                  <a:pt x="351" y="35"/>
                </a:cubicBezTo>
                <a:lnTo>
                  <a:pt x="351" y="34"/>
                </a:lnTo>
                <a:cubicBezTo>
                  <a:pt x="334" y="36"/>
                  <a:pt x="318" y="42"/>
                  <a:pt x="303" y="54"/>
                </a:cubicBezTo>
                <a:cubicBezTo>
                  <a:pt x="298" y="57"/>
                  <a:pt x="296" y="59"/>
                  <a:pt x="296" y="60"/>
                </a:cubicBezTo>
                <a:cubicBezTo>
                  <a:pt x="296" y="61"/>
                  <a:pt x="297" y="62"/>
                  <a:pt x="299" y="64"/>
                </a:cubicBezTo>
                <a:cubicBezTo>
                  <a:pt x="302" y="67"/>
                  <a:pt x="304" y="71"/>
                  <a:pt x="307" y="75"/>
                </a:cubicBezTo>
                <a:cubicBezTo>
                  <a:pt x="310" y="80"/>
                  <a:pt x="314" y="86"/>
                  <a:pt x="317" y="92"/>
                </a:cubicBezTo>
                <a:cubicBezTo>
                  <a:pt x="321" y="98"/>
                  <a:pt x="324" y="105"/>
                  <a:pt x="325" y="115"/>
                </a:cubicBezTo>
                <a:cubicBezTo>
                  <a:pt x="327" y="125"/>
                  <a:pt x="328" y="135"/>
                  <a:pt x="329" y="145"/>
                </a:cubicBezTo>
                <a:cubicBezTo>
                  <a:pt x="329" y="182"/>
                  <a:pt x="314" y="214"/>
                  <a:pt x="285" y="240"/>
                </a:cubicBezTo>
                <a:cubicBezTo>
                  <a:pt x="255" y="266"/>
                  <a:pt x="219" y="280"/>
                  <a:pt x="176" y="280"/>
                </a:cubicBezTo>
                <a:cubicBezTo>
                  <a:pt x="145" y="280"/>
                  <a:pt x="116" y="272"/>
                  <a:pt x="85" y="255"/>
                </a:cubicBezTo>
                <a:cubicBezTo>
                  <a:pt x="79" y="266"/>
                  <a:pt x="75" y="277"/>
                  <a:pt x="75" y="289"/>
                </a:cubicBezTo>
                <a:cubicBezTo>
                  <a:pt x="75" y="310"/>
                  <a:pt x="83" y="326"/>
                  <a:pt x="99" y="336"/>
                </a:cubicBezTo>
                <a:cubicBezTo>
                  <a:pt x="104" y="340"/>
                  <a:pt x="109" y="342"/>
                  <a:pt x="115" y="342"/>
                </a:cubicBezTo>
                <a:cubicBezTo>
                  <a:pt x="120" y="342"/>
                  <a:pt x="142" y="342"/>
                  <a:pt x="180" y="344"/>
                </a:cubicBezTo>
                <a:cubicBezTo>
                  <a:pt x="231" y="344"/>
                  <a:pt x="263" y="346"/>
                  <a:pt x="278" y="349"/>
                </a:cubicBezTo>
                <a:cubicBezTo>
                  <a:pt x="314" y="354"/>
                  <a:pt x="343" y="367"/>
                  <a:pt x="364" y="386"/>
                </a:cubicBezTo>
                <a:cubicBezTo>
                  <a:pt x="388" y="409"/>
                  <a:pt x="399" y="439"/>
                  <a:pt x="399" y="474"/>
                </a:cubicBezTo>
                <a:cubicBezTo>
                  <a:pt x="399" y="515"/>
                  <a:pt x="376" y="546"/>
                  <a:pt x="329" y="567"/>
                </a:cubicBezTo>
                <a:cubicBezTo>
                  <a:pt x="293" y="586"/>
                  <a:pt x="250" y="595"/>
                  <a:pt x="201" y="595"/>
                </a:cubicBezTo>
                <a:cubicBezTo>
                  <a:pt x="151" y="595"/>
                  <a:pt x="107" y="586"/>
                  <a:pt x="71" y="567"/>
                </a:cubicBezTo>
                <a:cubicBezTo>
                  <a:pt x="24" y="546"/>
                  <a:pt x="0" y="516"/>
                  <a:pt x="0" y="477"/>
                </a:cubicBezTo>
                <a:cubicBezTo>
                  <a:pt x="0" y="455"/>
                  <a:pt x="7" y="437"/>
                  <a:pt x="19" y="423"/>
                </a:cubicBezTo>
                <a:cubicBezTo>
                  <a:pt x="32" y="409"/>
                  <a:pt x="45" y="399"/>
                  <a:pt x="57" y="393"/>
                </a:cubicBezTo>
                <a:lnTo>
                  <a:pt x="67" y="388"/>
                </a:lnTo>
                <a:cubicBezTo>
                  <a:pt x="45" y="369"/>
                  <a:pt x="35" y="344"/>
                  <a:pt x="35" y="312"/>
                </a:cubicBezTo>
                <a:cubicBezTo>
                  <a:pt x="35" y="284"/>
                  <a:pt x="43" y="258"/>
                  <a:pt x="61" y="234"/>
                </a:cubicBezTo>
                <a:cubicBezTo>
                  <a:pt x="34" y="208"/>
                  <a:pt x="21" y="178"/>
                  <a:pt x="21" y="145"/>
                </a:cubicBezTo>
                <a:cubicBezTo>
                  <a:pt x="21" y="107"/>
                  <a:pt x="36" y="75"/>
                  <a:pt x="66" y="49"/>
                </a:cubicBezTo>
                <a:cubicBezTo>
                  <a:pt x="96" y="23"/>
                  <a:pt x="134" y="10"/>
                  <a:pt x="176" y="9"/>
                </a:cubicBezTo>
                <a:cubicBezTo>
                  <a:pt x="207" y="9"/>
                  <a:pt x="236" y="17"/>
                  <a:pt x="262" y="33"/>
                </a:cubicBezTo>
                <a:lnTo>
                  <a:pt x="272" y="39"/>
                </a:lnTo>
                <a:moveTo>
                  <a:pt x="245" y="99"/>
                </a:moveTo>
                <a:cubicBezTo>
                  <a:pt x="242" y="82"/>
                  <a:pt x="234" y="69"/>
                  <a:pt x="222" y="59"/>
                </a:cubicBezTo>
                <a:cubicBezTo>
                  <a:pt x="209" y="49"/>
                  <a:pt x="193" y="44"/>
                  <a:pt x="175" y="44"/>
                </a:cubicBezTo>
                <a:cubicBezTo>
                  <a:pt x="157" y="44"/>
                  <a:pt x="142" y="49"/>
                  <a:pt x="129" y="58"/>
                </a:cubicBezTo>
                <a:cubicBezTo>
                  <a:pt x="117" y="68"/>
                  <a:pt x="108" y="81"/>
                  <a:pt x="105" y="99"/>
                </a:cubicBezTo>
                <a:cubicBezTo>
                  <a:pt x="103" y="109"/>
                  <a:pt x="102" y="124"/>
                  <a:pt x="102" y="145"/>
                </a:cubicBezTo>
                <a:cubicBezTo>
                  <a:pt x="102" y="171"/>
                  <a:pt x="104" y="191"/>
                  <a:pt x="109" y="204"/>
                </a:cubicBezTo>
                <a:cubicBezTo>
                  <a:pt x="114" y="216"/>
                  <a:pt x="123" y="227"/>
                  <a:pt x="137" y="235"/>
                </a:cubicBezTo>
                <a:cubicBezTo>
                  <a:pt x="147" y="241"/>
                  <a:pt x="160" y="245"/>
                  <a:pt x="176" y="245"/>
                </a:cubicBezTo>
                <a:cubicBezTo>
                  <a:pt x="189" y="245"/>
                  <a:pt x="200" y="243"/>
                  <a:pt x="210" y="238"/>
                </a:cubicBezTo>
                <a:cubicBezTo>
                  <a:pt x="219" y="234"/>
                  <a:pt x="226" y="228"/>
                  <a:pt x="231" y="222"/>
                </a:cubicBezTo>
                <a:cubicBezTo>
                  <a:pt x="235" y="215"/>
                  <a:pt x="238" y="209"/>
                  <a:pt x="241" y="204"/>
                </a:cubicBezTo>
                <a:cubicBezTo>
                  <a:pt x="243" y="198"/>
                  <a:pt x="244" y="194"/>
                  <a:pt x="245" y="190"/>
                </a:cubicBezTo>
                <a:cubicBezTo>
                  <a:pt x="247" y="180"/>
                  <a:pt x="248" y="165"/>
                  <a:pt x="248" y="145"/>
                </a:cubicBezTo>
                <a:cubicBezTo>
                  <a:pt x="248" y="124"/>
                  <a:pt x="247" y="109"/>
                  <a:pt x="245" y="99"/>
                </a:cubicBezTo>
                <a:moveTo>
                  <a:pt x="339" y="477"/>
                </a:moveTo>
                <a:cubicBezTo>
                  <a:pt x="339" y="462"/>
                  <a:pt x="335" y="450"/>
                  <a:pt x="326" y="440"/>
                </a:cubicBezTo>
                <a:cubicBezTo>
                  <a:pt x="318" y="430"/>
                  <a:pt x="305" y="424"/>
                  <a:pt x="289" y="419"/>
                </a:cubicBezTo>
                <a:cubicBezTo>
                  <a:pt x="273" y="415"/>
                  <a:pt x="258" y="412"/>
                  <a:pt x="245" y="411"/>
                </a:cubicBezTo>
                <a:cubicBezTo>
                  <a:pt x="232" y="410"/>
                  <a:pt x="216" y="409"/>
                  <a:pt x="196" y="409"/>
                </a:cubicBezTo>
                <a:lnTo>
                  <a:pt x="172" y="409"/>
                </a:lnTo>
                <a:cubicBezTo>
                  <a:pt x="132" y="409"/>
                  <a:pt x="107" y="411"/>
                  <a:pt x="99" y="415"/>
                </a:cubicBezTo>
                <a:cubicBezTo>
                  <a:pt x="87" y="420"/>
                  <a:pt x="77" y="429"/>
                  <a:pt x="71" y="440"/>
                </a:cubicBezTo>
                <a:cubicBezTo>
                  <a:pt x="64" y="452"/>
                  <a:pt x="60" y="464"/>
                  <a:pt x="60" y="476"/>
                </a:cubicBezTo>
                <a:cubicBezTo>
                  <a:pt x="60" y="482"/>
                  <a:pt x="62" y="489"/>
                  <a:pt x="65" y="497"/>
                </a:cubicBezTo>
                <a:cubicBezTo>
                  <a:pt x="69" y="505"/>
                  <a:pt x="75" y="514"/>
                  <a:pt x="84" y="524"/>
                </a:cubicBezTo>
                <a:cubicBezTo>
                  <a:pt x="93" y="534"/>
                  <a:pt x="108" y="543"/>
                  <a:pt x="129" y="549"/>
                </a:cubicBezTo>
                <a:cubicBezTo>
                  <a:pt x="148" y="556"/>
                  <a:pt x="173" y="560"/>
                  <a:pt x="201" y="560"/>
                </a:cubicBezTo>
                <a:cubicBezTo>
                  <a:pt x="242" y="560"/>
                  <a:pt x="276" y="552"/>
                  <a:pt x="301" y="535"/>
                </a:cubicBezTo>
                <a:cubicBezTo>
                  <a:pt x="326" y="518"/>
                  <a:pt x="339" y="499"/>
                  <a:pt x="339" y="47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5135040" y="186948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29" y="51"/>
                </a:moveTo>
                <a:cubicBezTo>
                  <a:pt x="229" y="46"/>
                  <a:pt x="212" y="44"/>
                  <a:pt x="178" y="41"/>
                </a:cubicBezTo>
                <a:cubicBezTo>
                  <a:pt x="164" y="41"/>
                  <a:pt x="155" y="41"/>
                  <a:pt x="150" y="41"/>
                </a:cubicBezTo>
                <a:cubicBezTo>
                  <a:pt x="146" y="40"/>
                  <a:pt x="144" y="37"/>
                  <a:pt x="144" y="32"/>
                </a:cubicBezTo>
                <a:cubicBezTo>
                  <a:pt x="144" y="28"/>
                  <a:pt x="145" y="22"/>
                  <a:pt x="148" y="14"/>
                </a:cubicBezTo>
                <a:cubicBezTo>
                  <a:pt x="150" y="7"/>
                  <a:pt x="152" y="3"/>
                  <a:pt x="154" y="1"/>
                </a:cubicBezTo>
                <a:cubicBezTo>
                  <a:pt x="155" y="0"/>
                  <a:pt x="215" y="0"/>
                  <a:pt x="334" y="0"/>
                </a:cubicBezTo>
                <a:cubicBezTo>
                  <a:pt x="434" y="0"/>
                  <a:pt x="490" y="1"/>
                  <a:pt x="502" y="1"/>
                </a:cubicBezTo>
                <a:cubicBezTo>
                  <a:pt x="515" y="1"/>
                  <a:pt x="527" y="3"/>
                  <a:pt x="539" y="6"/>
                </a:cubicBezTo>
                <a:cubicBezTo>
                  <a:pt x="582" y="16"/>
                  <a:pt x="619" y="40"/>
                  <a:pt x="649" y="79"/>
                </a:cubicBezTo>
                <a:cubicBezTo>
                  <a:pt x="680" y="116"/>
                  <a:pt x="695" y="166"/>
                  <a:pt x="696" y="228"/>
                </a:cubicBezTo>
                <a:cubicBezTo>
                  <a:pt x="696" y="322"/>
                  <a:pt x="663" y="406"/>
                  <a:pt x="598" y="481"/>
                </a:cubicBezTo>
                <a:cubicBezTo>
                  <a:pt x="534" y="556"/>
                  <a:pt x="458" y="600"/>
                  <a:pt x="371" y="615"/>
                </a:cubicBezTo>
                <a:lnTo>
                  <a:pt x="358" y="617"/>
                </a:lnTo>
                <a:lnTo>
                  <a:pt x="183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0" y="617"/>
                  <a:pt x="11" y="617"/>
                  <a:pt x="7" y="616"/>
                </a:cubicBezTo>
                <a:cubicBezTo>
                  <a:pt x="3" y="614"/>
                  <a:pt x="0" y="612"/>
                  <a:pt x="0" y="607"/>
                </a:cubicBezTo>
                <a:cubicBezTo>
                  <a:pt x="0" y="606"/>
                  <a:pt x="1" y="602"/>
                  <a:pt x="2" y="595"/>
                </a:cubicBezTo>
                <a:cubicBezTo>
                  <a:pt x="5" y="585"/>
                  <a:pt x="7" y="580"/>
                  <a:pt x="10" y="579"/>
                </a:cubicBezTo>
                <a:cubicBezTo>
                  <a:pt x="12" y="577"/>
                  <a:pt x="19" y="576"/>
                  <a:pt x="30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1"/>
                  <a:pt x="99" y="568"/>
                  <a:pt x="102" y="562"/>
                </a:cubicBezTo>
                <a:cubicBezTo>
                  <a:pt x="104" y="560"/>
                  <a:pt x="125" y="476"/>
                  <a:pt x="167" y="311"/>
                </a:cubicBezTo>
                <a:cubicBezTo>
                  <a:pt x="208" y="147"/>
                  <a:pt x="229" y="60"/>
                  <a:pt x="229" y="51"/>
                </a:cubicBezTo>
                <a:moveTo>
                  <a:pt x="605" y="194"/>
                </a:moveTo>
                <a:cubicBezTo>
                  <a:pt x="605" y="171"/>
                  <a:pt x="601" y="151"/>
                  <a:pt x="595" y="133"/>
                </a:cubicBezTo>
                <a:cubicBezTo>
                  <a:pt x="588" y="115"/>
                  <a:pt x="580" y="100"/>
                  <a:pt x="571" y="90"/>
                </a:cubicBezTo>
                <a:cubicBezTo>
                  <a:pt x="562" y="80"/>
                  <a:pt x="551" y="71"/>
                  <a:pt x="538" y="64"/>
                </a:cubicBezTo>
                <a:cubicBezTo>
                  <a:pt x="524" y="57"/>
                  <a:pt x="513" y="52"/>
                  <a:pt x="502" y="50"/>
                </a:cubicBezTo>
                <a:cubicBezTo>
                  <a:pt x="492" y="47"/>
                  <a:pt x="482" y="45"/>
                  <a:pt x="471" y="42"/>
                </a:cubicBezTo>
                <a:cubicBezTo>
                  <a:pt x="470" y="42"/>
                  <a:pt x="465" y="42"/>
                  <a:pt x="458" y="42"/>
                </a:cubicBezTo>
                <a:cubicBezTo>
                  <a:pt x="451" y="42"/>
                  <a:pt x="442" y="42"/>
                  <a:pt x="432" y="42"/>
                </a:cubicBezTo>
                <a:cubicBezTo>
                  <a:pt x="422" y="42"/>
                  <a:pt x="412" y="42"/>
                  <a:pt x="402" y="41"/>
                </a:cubicBezTo>
                <a:lnTo>
                  <a:pt x="363" y="41"/>
                </a:lnTo>
                <a:cubicBezTo>
                  <a:pt x="337" y="41"/>
                  <a:pt x="322" y="45"/>
                  <a:pt x="318" y="51"/>
                </a:cubicBezTo>
                <a:cubicBezTo>
                  <a:pt x="317" y="54"/>
                  <a:pt x="295" y="141"/>
                  <a:pt x="252" y="311"/>
                </a:cubicBezTo>
                <a:cubicBezTo>
                  <a:pt x="210" y="482"/>
                  <a:pt x="188" y="569"/>
                  <a:pt x="188" y="570"/>
                </a:cubicBezTo>
                <a:cubicBezTo>
                  <a:pt x="188" y="573"/>
                  <a:pt x="192" y="574"/>
                  <a:pt x="198" y="574"/>
                </a:cubicBezTo>
                <a:cubicBezTo>
                  <a:pt x="205" y="574"/>
                  <a:pt x="228" y="574"/>
                  <a:pt x="268" y="575"/>
                </a:cubicBezTo>
                <a:cubicBezTo>
                  <a:pt x="271" y="575"/>
                  <a:pt x="277" y="575"/>
                  <a:pt x="285" y="575"/>
                </a:cubicBezTo>
                <a:cubicBezTo>
                  <a:pt x="293" y="575"/>
                  <a:pt x="301" y="575"/>
                  <a:pt x="307" y="576"/>
                </a:cubicBezTo>
                <a:cubicBezTo>
                  <a:pt x="382" y="576"/>
                  <a:pt x="445" y="551"/>
                  <a:pt x="494" y="502"/>
                </a:cubicBezTo>
                <a:cubicBezTo>
                  <a:pt x="516" y="480"/>
                  <a:pt x="534" y="455"/>
                  <a:pt x="548" y="426"/>
                </a:cubicBezTo>
                <a:cubicBezTo>
                  <a:pt x="561" y="397"/>
                  <a:pt x="574" y="359"/>
                  <a:pt x="586" y="311"/>
                </a:cubicBezTo>
                <a:cubicBezTo>
                  <a:pt x="598" y="264"/>
                  <a:pt x="605" y="225"/>
                  <a:pt x="605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5423760" y="184752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2"/>
                </a:moveTo>
                <a:cubicBezTo>
                  <a:pt x="0" y="410"/>
                  <a:pt x="3" y="371"/>
                  <a:pt x="9" y="333"/>
                </a:cubicBezTo>
                <a:cubicBezTo>
                  <a:pt x="15" y="296"/>
                  <a:pt x="22" y="264"/>
                  <a:pt x="30" y="237"/>
                </a:cubicBezTo>
                <a:cubicBezTo>
                  <a:pt x="38" y="210"/>
                  <a:pt x="49" y="183"/>
                  <a:pt x="63" y="157"/>
                </a:cubicBezTo>
                <a:cubicBezTo>
                  <a:pt x="78" y="132"/>
                  <a:pt x="89" y="111"/>
                  <a:pt x="99" y="97"/>
                </a:cubicBezTo>
                <a:cubicBezTo>
                  <a:pt x="107" y="83"/>
                  <a:pt x="120" y="67"/>
                  <a:pt x="137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6"/>
                  <a:pt x="177" y="9"/>
                  <a:pt x="189" y="0"/>
                </a:cubicBezTo>
                <a:lnTo>
                  <a:pt x="201" y="0"/>
                </a:lnTo>
                <a:lnTo>
                  <a:pt x="204" y="0"/>
                </a:lnTo>
                <a:cubicBezTo>
                  <a:pt x="213" y="0"/>
                  <a:pt x="217" y="3"/>
                  <a:pt x="217" y="9"/>
                </a:cubicBezTo>
                <a:cubicBezTo>
                  <a:pt x="217" y="10"/>
                  <a:pt x="212" y="17"/>
                  <a:pt x="202" y="27"/>
                </a:cubicBezTo>
                <a:cubicBezTo>
                  <a:pt x="191" y="38"/>
                  <a:pt x="179" y="54"/>
                  <a:pt x="165" y="75"/>
                </a:cubicBezTo>
                <a:cubicBezTo>
                  <a:pt x="150" y="96"/>
                  <a:pt x="135" y="122"/>
                  <a:pt x="120" y="153"/>
                </a:cubicBezTo>
                <a:cubicBezTo>
                  <a:pt x="105" y="184"/>
                  <a:pt x="93" y="225"/>
                  <a:pt x="81" y="278"/>
                </a:cubicBezTo>
                <a:cubicBezTo>
                  <a:pt x="71" y="330"/>
                  <a:pt x="66" y="388"/>
                  <a:pt x="66" y="452"/>
                </a:cubicBezTo>
                <a:cubicBezTo>
                  <a:pt x="66" y="516"/>
                  <a:pt x="71" y="573"/>
                  <a:pt x="81" y="625"/>
                </a:cubicBezTo>
                <a:cubicBezTo>
                  <a:pt x="93" y="677"/>
                  <a:pt x="105" y="719"/>
                  <a:pt x="119" y="752"/>
                </a:cubicBezTo>
                <a:cubicBezTo>
                  <a:pt x="134" y="783"/>
                  <a:pt x="149" y="809"/>
                  <a:pt x="164" y="829"/>
                </a:cubicBezTo>
                <a:cubicBezTo>
                  <a:pt x="179" y="849"/>
                  <a:pt x="191" y="865"/>
                  <a:pt x="202" y="877"/>
                </a:cubicBezTo>
                <a:cubicBezTo>
                  <a:pt x="212" y="889"/>
                  <a:pt x="217" y="895"/>
                  <a:pt x="217" y="896"/>
                </a:cubicBezTo>
                <a:cubicBezTo>
                  <a:pt x="217" y="901"/>
                  <a:pt x="212" y="904"/>
                  <a:pt x="203" y="904"/>
                </a:cubicBezTo>
                <a:lnTo>
                  <a:pt x="201" y="904"/>
                </a:lnTo>
                <a:lnTo>
                  <a:pt x="189" y="904"/>
                </a:lnTo>
                <a:lnTo>
                  <a:pt x="164" y="882"/>
                </a:lnTo>
                <a:cubicBezTo>
                  <a:pt x="107" y="831"/>
                  <a:pt x="65" y="767"/>
                  <a:pt x="39" y="690"/>
                </a:cubicBezTo>
                <a:cubicBezTo>
                  <a:pt x="13" y="614"/>
                  <a:pt x="0" y="534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5526360" y="1947240"/>
            <a:ext cx="183960" cy="144360"/>
          </a:xfrm>
          <a:custGeom>
            <a:avLst/>
            <a:gdLst/>
            <a:ahLst/>
            <a:rect l="0" t="0" r="r" b="b"/>
            <a:pathLst>
              <a:path w="511" h="401">
                <a:moveTo>
                  <a:pt x="186" y="401"/>
                </a:moveTo>
                <a:cubicBezTo>
                  <a:pt x="177" y="400"/>
                  <a:pt x="145" y="399"/>
                  <a:pt x="91" y="399"/>
                </a:cubicBezTo>
                <a:cubicBezTo>
                  <a:pt x="42" y="399"/>
                  <a:pt x="14" y="400"/>
                  <a:pt x="7" y="401"/>
                </a:cubicBezTo>
                <a:lnTo>
                  <a:pt x="0" y="401"/>
                </a:lnTo>
                <a:lnTo>
                  <a:pt x="0" y="344"/>
                </a:lnTo>
                <a:lnTo>
                  <a:pt x="87" y="344"/>
                </a:lnTo>
                <a:lnTo>
                  <a:pt x="203" y="208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1"/>
                  <a:pt x="54" y="2"/>
                  <a:pt x="111" y="2"/>
                </a:cubicBezTo>
                <a:cubicBezTo>
                  <a:pt x="173" y="2"/>
                  <a:pt x="211" y="1"/>
                  <a:pt x="222" y="0"/>
                </a:cubicBezTo>
                <a:lnTo>
                  <a:pt x="230" y="0"/>
                </a:lnTo>
                <a:lnTo>
                  <a:pt x="230" y="56"/>
                </a:lnTo>
                <a:lnTo>
                  <a:pt x="205" y="56"/>
                </a:lnTo>
                <a:lnTo>
                  <a:pt x="236" y="94"/>
                </a:lnTo>
                <a:cubicBezTo>
                  <a:pt x="257" y="120"/>
                  <a:pt x="267" y="132"/>
                  <a:pt x="268" y="132"/>
                </a:cubicBezTo>
                <a:cubicBezTo>
                  <a:pt x="270" y="132"/>
                  <a:pt x="282" y="119"/>
                  <a:pt x="302" y="93"/>
                </a:cubicBezTo>
                <a:lnTo>
                  <a:pt x="334" y="56"/>
                </a:lnTo>
                <a:lnTo>
                  <a:pt x="300" y="56"/>
                </a:lnTo>
                <a:lnTo>
                  <a:pt x="300" y="0"/>
                </a:lnTo>
                <a:lnTo>
                  <a:pt x="307" y="0"/>
                </a:lnTo>
                <a:cubicBezTo>
                  <a:pt x="316" y="1"/>
                  <a:pt x="348" y="2"/>
                  <a:pt x="403" y="2"/>
                </a:cubicBezTo>
                <a:cubicBezTo>
                  <a:pt x="452" y="2"/>
                  <a:pt x="480" y="1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8" y="56"/>
                </a:lnTo>
                <a:lnTo>
                  <a:pt x="303" y="178"/>
                </a:lnTo>
                <a:lnTo>
                  <a:pt x="437" y="344"/>
                </a:lnTo>
                <a:lnTo>
                  <a:pt x="474" y="344"/>
                </a:lnTo>
                <a:lnTo>
                  <a:pt x="511" y="344"/>
                </a:lnTo>
                <a:lnTo>
                  <a:pt x="511" y="401"/>
                </a:lnTo>
                <a:lnTo>
                  <a:pt x="504" y="401"/>
                </a:lnTo>
                <a:cubicBezTo>
                  <a:pt x="495" y="400"/>
                  <a:pt x="462" y="399"/>
                  <a:pt x="406" y="399"/>
                </a:cubicBezTo>
                <a:cubicBezTo>
                  <a:pt x="343" y="399"/>
                  <a:pt x="307" y="400"/>
                  <a:pt x="296" y="401"/>
                </a:cubicBezTo>
                <a:lnTo>
                  <a:pt x="288" y="401"/>
                </a:lnTo>
                <a:lnTo>
                  <a:pt x="288" y="344"/>
                </a:lnTo>
                <a:lnTo>
                  <a:pt x="313" y="344"/>
                </a:lnTo>
                <a:cubicBezTo>
                  <a:pt x="313" y="344"/>
                  <a:pt x="301" y="329"/>
                  <a:pt x="277" y="299"/>
                </a:cubicBezTo>
                <a:cubicBezTo>
                  <a:pt x="253" y="270"/>
                  <a:pt x="240" y="254"/>
                  <a:pt x="240" y="253"/>
                </a:cubicBezTo>
                <a:lnTo>
                  <a:pt x="160" y="344"/>
                </a:lnTo>
                <a:lnTo>
                  <a:pt x="177" y="344"/>
                </a:lnTo>
                <a:lnTo>
                  <a:pt x="194" y="344"/>
                </a:lnTo>
                <a:lnTo>
                  <a:pt x="194" y="401"/>
                </a:lnTo>
                <a:lnTo>
                  <a:pt x="186" y="4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5734800" y="184752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1" y="73"/>
                  <a:pt x="152" y="137"/>
                  <a:pt x="178" y="213"/>
                </a:cubicBezTo>
                <a:cubicBezTo>
                  <a:pt x="204" y="290"/>
                  <a:pt x="217" y="369"/>
                  <a:pt x="217" y="452"/>
                </a:cubicBezTo>
                <a:cubicBezTo>
                  <a:pt x="217" y="493"/>
                  <a:pt x="214" y="532"/>
                  <a:pt x="208" y="570"/>
                </a:cubicBezTo>
                <a:cubicBezTo>
                  <a:pt x="202" y="608"/>
                  <a:pt x="195" y="640"/>
                  <a:pt x="187" y="667"/>
                </a:cubicBezTo>
                <a:cubicBezTo>
                  <a:pt x="179" y="693"/>
                  <a:pt x="168" y="720"/>
                  <a:pt x="154" y="747"/>
                </a:cubicBezTo>
                <a:cubicBezTo>
                  <a:pt x="139" y="773"/>
                  <a:pt x="128" y="794"/>
                  <a:pt x="119" y="807"/>
                </a:cubicBezTo>
                <a:cubicBezTo>
                  <a:pt x="111" y="821"/>
                  <a:pt x="99" y="837"/>
                  <a:pt x="81" y="854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2" y="900"/>
                </a:cubicBezTo>
                <a:cubicBezTo>
                  <a:pt x="30" y="902"/>
                  <a:pt x="29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3" y="901"/>
                </a:cubicBezTo>
                <a:cubicBezTo>
                  <a:pt x="2" y="900"/>
                  <a:pt x="1" y="897"/>
                  <a:pt x="0" y="893"/>
                </a:cubicBezTo>
                <a:cubicBezTo>
                  <a:pt x="1" y="893"/>
                  <a:pt x="4" y="889"/>
                  <a:pt x="10" y="882"/>
                </a:cubicBezTo>
                <a:cubicBezTo>
                  <a:pt x="104" y="785"/>
                  <a:pt x="151" y="641"/>
                  <a:pt x="151" y="452"/>
                </a:cubicBezTo>
                <a:cubicBezTo>
                  <a:pt x="151" y="263"/>
                  <a:pt x="104" y="120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850360" y="1847520"/>
            <a:ext cx="45000" cy="325440"/>
          </a:xfrm>
          <a:custGeom>
            <a:avLst/>
            <a:gdLst/>
            <a:ahLst/>
            <a:rect l="0" t="0" r="r" b="b"/>
            <a:pathLst>
              <a:path w="125" h="904">
                <a:moveTo>
                  <a:pt x="0" y="37"/>
                </a:moveTo>
                <a:lnTo>
                  <a:pt x="0" y="0"/>
                </a:lnTo>
                <a:lnTo>
                  <a:pt x="125" y="0"/>
                </a:lnTo>
                <a:lnTo>
                  <a:pt x="125" y="904"/>
                </a:lnTo>
                <a:lnTo>
                  <a:pt x="0" y="904"/>
                </a:lnTo>
                <a:lnTo>
                  <a:pt x="0" y="868"/>
                </a:lnTo>
                <a:lnTo>
                  <a:pt x="89" y="868"/>
                </a:lnTo>
                <a:lnTo>
                  <a:pt x="89" y="37"/>
                </a:lnTo>
                <a:lnTo>
                  <a:pt x="0" y="3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6024240" y="1901880"/>
            <a:ext cx="216720" cy="216360"/>
          </a:xfrm>
          <a:custGeom>
            <a:avLst/>
            <a:gdLst/>
            <a:ahLst/>
            <a:rect l="0" t="0" r="r" b="b"/>
            <a:pathLst>
              <a:path w="602" h="601">
                <a:moveTo>
                  <a:pt x="12" y="283"/>
                </a:moveTo>
                <a:lnTo>
                  <a:pt x="282" y="283"/>
                </a:lnTo>
                <a:lnTo>
                  <a:pt x="282" y="147"/>
                </a:lnTo>
                <a:lnTo>
                  <a:pt x="283" y="12"/>
                </a:lnTo>
                <a:cubicBezTo>
                  <a:pt x="289" y="4"/>
                  <a:pt x="295" y="0"/>
                  <a:pt x="300" y="0"/>
                </a:cubicBezTo>
                <a:cubicBezTo>
                  <a:pt x="308" y="0"/>
                  <a:pt x="314" y="5"/>
                  <a:pt x="318" y="14"/>
                </a:cubicBezTo>
                <a:lnTo>
                  <a:pt x="318" y="283"/>
                </a:lnTo>
                <a:lnTo>
                  <a:pt x="588" y="283"/>
                </a:lnTo>
                <a:cubicBezTo>
                  <a:pt x="597" y="288"/>
                  <a:pt x="602" y="294"/>
                  <a:pt x="602" y="301"/>
                </a:cubicBezTo>
                <a:cubicBezTo>
                  <a:pt x="602" y="308"/>
                  <a:pt x="597" y="314"/>
                  <a:pt x="588" y="319"/>
                </a:cubicBezTo>
                <a:lnTo>
                  <a:pt x="318" y="319"/>
                </a:lnTo>
                <a:lnTo>
                  <a:pt x="318" y="589"/>
                </a:lnTo>
                <a:cubicBezTo>
                  <a:pt x="313" y="597"/>
                  <a:pt x="308" y="601"/>
                  <a:pt x="302" y="601"/>
                </a:cubicBezTo>
                <a:lnTo>
                  <a:pt x="300" y="601"/>
                </a:lnTo>
                <a:lnTo>
                  <a:pt x="298" y="601"/>
                </a:lnTo>
                <a:cubicBezTo>
                  <a:pt x="291" y="601"/>
                  <a:pt x="286" y="597"/>
                  <a:pt x="282" y="589"/>
                </a:cubicBezTo>
                <a:lnTo>
                  <a:pt x="282" y="319"/>
                </a:lnTo>
                <a:lnTo>
                  <a:pt x="12" y="319"/>
                </a:lnTo>
                <a:cubicBezTo>
                  <a:pt x="4" y="315"/>
                  <a:pt x="0" y="309"/>
                  <a:pt x="0" y="301"/>
                </a:cubicBezTo>
                <a:cubicBezTo>
                  <a:pt x="0" y="293"/>
                  <a:pt x="4" y="287"/>
                  <a:pt x="12" y="28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6338880" y="1870560"/>
            <a:ext cx="204120" cy="221040"/>
          </a:xfrm>
          <a:custGeom>
            <a:avLst/>
            <a:gdLst/>
            <a:ahLst/>
            <a:rect l="0" t="0" r="r" b="b"/>
            <a:pathLst>
              <a:path w="567" h="614">
                <a:moveTo>
                  <a:pt x="93" y="56"/>
                </a:moveTo>
                <a:cubicBezTo>
                  <a:pt x="89" y="51"/>
                  <a:pt x="86" y="49"/>
                  <a:pt x="83" y="48"/>
                </a:cubicBezTo>
                <a:cubicBezTo>
                  <a:pt x="81" y="46"/>
                  <a:pt x="76" y="45"/>
                  <a:pt x="69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518" y="0"/>
                </a:lnTo>
                <a:lnTo>
                  <a:pt x="518" y="3"/>
                </a:lnTo>
                <a:cubicBezTo>
                  <a:pt x="519" y="7"/>
                  <a:pt x="523" y="43"/>
                  <a:pt x="530" y="109"/>
                </a:cubicBezTo>
                <a:cubicBezTo>
                  <a:pt x="538" y="175"/>
                  <a:pt x="542" y="210"/>
                  <a:pt x="543" y="214"/>
                </a:cubicBezTo>
                <a:lnTo>
                  <a:pt x="543" y="217"/>
                </a:lnTo>
                <a:lnTo>
                  <a:pt x="507" y="217"/>
                </a:lnTo>
                <a:lnTo>
                  <a:pt x="507" y="214"/>
                </a:lnTo>
                <a:cubicBezTo>
                  <a:pt x="506" y="212"/>
                  <a:pt x="505" y="206"/>
                  <a:pt x="504" y="195"/>
                </a:cubicBezTo>
                <a:cubicBezTo>
                  <a:pt x="502" y="174"/>
                  <a:pt x="498" y="155"/>
                  <a:pt x="493" y="140"/>
                </a:cubicBezTo>
                <a:cubicBezTo>
                  <a:pt x="489" y="124"/>
                  <a:pt x="483" y="110"/>
                  <a:pt x="478" y="99"/>
                </a:cubicBezTo>
                <a:cubicBezTo>
                  <a:pt x="473" y="88"/>
                  <a:pt x="465" y="79"/>
                  <a:pt x="455" y="72"/>
                </a:cubicBezTo>
                <a:cubicBezTo>
                  <a:pt x="446" y="65"/>
                  <a:pt x="437" y="60"/>
                  <a:pt x="428" y="56"/>
                </a:cubicBezTo>
                <a:cubicBezTo>
                  <a:pt x="420" y="51"/>
                  <a:pt x="408" y="48"/>
                  <a:pt x="391" y="47"/>
                </a:cubicBezTo>
                <a:cubicBezTo>
                  <a:pt x="375" y="45"/>
                  <a:pt x="361" y="44"/>
                  <a:pt x="350" y="43"/>
                </a:cubicBezTo>
                <a:cubicBezTo>
                  <a:pt x="338" y="42"/>
                  <a:pt x="321" y="42"/>
                  <a:pt x="298" y="42"/>
                </a:cubicBezTo>
                <a:cubicBezTo>
                  <a:pt x="245" y="42"/>
                  <a:pt x="214" y="42"/>
                  <a:pt x="205" y="43"/>
                </a:cubicBezTo>
                <a:cubicBezTo>
                  <a:pt x="196" y="44"/>
                  <a:pt x="191" y="47"/>
                  <a:pt x="188" y="53"/>
                </a:cubicBezTo>
                <a:lnTo>
                  <a:pt x="188" y="54"/>
                </a:lnTo>
                <a:cubicBezTo>
                  <a:pt x="188" y="55"/>
                  <a:pt x="187" y="92"/>
                  <a:pt x="187" y="166"/>
                </a:cubicBezTo>
                <a:lnTo>
                  <a:pt x="187" y="275"/>
                </a:lnTo>
                <a:lnTo>
                  <a:pt x="237" y="275"/>
                </a:lnTo>
                <a:cubicBezTo>
                  <a:pt x="281" y="274"/>
                  <a:pt x="308" y="271"/>
                  <a:pt x="319" y="267"/>
                </a:cubicBezTo>
                <a:cubicBezTo>
                  <a:pt x="341" y="257"/>
                  <a:pt x="353" y="232"/>
                  <a:pt x="354" y="191"/>
                </a:cubicBezTo>
                <a:cubicBezTo>
                  <a:pt x="354" y="190"/>
                  <a:pt x="354" y="189"/>
                  <a:pt x="354" y="187"/>
                </a:cubicBezTo>
                <a:lnTo>
                  <a:pt x="354" y="169"/>
                </a:lnTo>
                <a:lnTo>
                  <a:pt x="390" y="169"/>
                </a:lnTo>
                <a:lnTo>
                  <a:pt x="390" y="422"/>
                </a:lnTo>
                <a:lnTo>
                  <a:pt x="354" y="422"/>
                </a:lnTo>
                <a:lnTo>
                  <a:pt x="354" y="404"/>
                </a:lnTo>
                <a:cubicBezTo>
                  <a:pt x="354" y="383"/>
                  <a:pt x="351" y="366"/>
                  <a:pt x="347" y="354"/>
                </a:cubicBezTo>
                <a:cubicBezTo>
                  <a:pt x="343" y="342"/>
                  <a:pt x="335" y="334"/>
                  <a:pt x="325" y="328"/>
                </a:cubicBezTo>
                <a:cubicBezTo>
                  <a:pt x="314" y="323"/>
                  <a:pt x="304" y="320"/>
                  <a:pt x="294" y="318"/>
                </a:cubicBezTo>
                <a:cubicBezTo>
                  <a:pt x="284" y="317"/>
                  <a:pt x="269" y="317"/>
                  <a:pt x="247" y="317"/>
                </a:cubicBezTo>
                <a:cubicBezTo>
                  <a:pt x="243" y="317"/>
                  <a:pt x="239" y="317"/>
                  <a:pt x="237" y="317"/>
                </a:cubicBezTo>
                <a:lnTo>
                  <a:pt x="187" y="317"/>
                </a:lnTo>
                <a:lnTo>
                  <a:pt x="187" y="437"/>
                </a:lnTo>
                <a:lnTo>
                  <a:pt x="187" y="512"/>
                </a:lnTo>
                <a:cubicBezTo>
                  <a:pt x="187" y="546"/>
                  <a:pt x="189" y="564"/>
                  <a:pt x="193" y="567"/>
                </a:cubicBezTo>
                <a:cubicBezTo>
                  <a:pt x="196" y="570"/>
                  <a:pt x="212" y="572"/>
                  <a:pt x="240" y="572"/>
                </a:cubicBezTo>
                <a:lnTo>
                  <a:pt x="286" y="572"/>
                </a:lnTo>
                <a:lnTo>
                  <a:pt x="332" y="572"/>
                </a:lnTo>
                <a:cubicBezTo>
                  <a:pt x="354" y="572"/>
                  <a:pt x="372" y="571"/>
                  <a:pt x="387" y="569"/>
                </a:cubicBezTo>
                <a:cubicBezTo>
                  <a:pt x="401" y="567"/>
                  <a:pt x="417" y="564"/>
                  <a:pt x="435" y="558"/>
                </a:cubicBezTo>
                <a:cubicBezTo>
                  <a:pt x="452" y="553"/>
                  <a:pt x="466" y="544"/>
                  <a:pt x="477" y="531"/>
                </a:cubicBezTo>
                <a:cubicBezTo>
                  <a:pt x="488" y="519"/>
                  <a:pt x="498" y="502"/>
                  <a:pt x="506" y="483"/>
                </a:cubicBezTo>
                <a:cubicBezTo>
                  <a:pt x="512" y="467"/>
                  <a:pt x="517" y="451"/>
                  <a:pt x="520" y="434"/>
                </a:cubicBezTo>
                <a:cubicBezTo>
                  <a:pt x="523" y="417"/>
                  <a:pt x="525" y="403"/>
                  <a:pt x="527" y="391"/>
                </a:cubicBezTo>
                <a:cubicBezTo>
                  <a:pt x="529" y="380"/>
                  <a:pt x="530" y="373"/>
                  <a:pt x="531" y="371"/>
                </a:cubicBezTo>
                <a:lnTo>
                  <a:pt x="531" y="368"/>
                </a:lnTo>
                <a:lnTo>
                  <a:pt x="567" y="368"/>
                </a:lnTo>
                <a:lnTo>
                  <a:pt x="567" y="371"/>
                </a:lnTo>
                <a:cubicBezTo>
                  <a:pt x="567" y="373"/>
                  <a:pt x="561" y="413"/>
                  <a:pt x="549" y="491"/>
                </a:cubicBezTo>
                <a:cubicBezTo>
                  <a:pt x="538" y="569"/>
                  <a:pt x="531" y="609"/>
                  <a:pt x="530" y="612"/>
                </a:cubicBezTo>
                <a:lnTo>
                  <a:pt x="530" y="614"/>
                </a:lnTo>
                <a:lnTo>
                  <a:pt x="0" y="614"/>
                </a:lnTo>
                <a:lnTo>
                  <a:pt x="0" y="573"/>
                </a:lnTo>
                <a:lnTo>
                  <a:pt x="30" y="573"/>
                </a:lnTo>
                <a:cubicBezTo>
                  <a:pt x="56" y="572"/>
                  <a:pt x="71" y="571"/>
                  <a:pt x="76" y="570"/>
                </a:cubicBezTo>
                <a:cubicBezTo>
                  <a:pt x="82" y="569"/>
                  <a:pt x="87" y="565"/>
                  <a:pt x="93" y="559"/>
                </a:cubicBezTo>
                <a:lnTo>
                  <a:pt x="93" y="5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6570360" y="2046600"/>
            <a:ext cx="99000" cy="102600"/>
          </a:xfrm>
          <a:custGeom>
            <a:avLst/>
            <a:gdLst/>
            <a:ahLst/>
            <a:rect l="0" t="0" r="r" b="b"/>
            <a:pathLst>
              <a:path w="275" h="285">
                <a:moveTo>
                  <a:pt x="10" y="118"/>
                </a:moveTo>
                <a:cubicBezTo>
                  <a:pt x="10" y="116"/>
                  <a:pt x="11" y="97"/>
                  <a:pt x="14" y="61"/>
                </a:cubicBezTo>
                <a:cubicBezTo>
                  <a:pt x="16" y="25"/>
                  <a:pt x="18" y="7"/>
                  <a:pt x="18" y="6"/>
                </a:cubicBezTo>
                <a:lnTo>
                  <a:pt x="18" y="1"/>
                </a:lnTo>
                <a:lnTo>
                  <a:pt x="140" y="1"/>
                </a:lnTo>
                <a:cubicBezTo>
                  <a:pt x="156" y="1"/>
                  <a:pt x="174" y="1"/>
                  <a:pt x="194" y="1"/>
                </a:cubicBezTo>
                <a:cubicBezTo>
                  <a:pt x="214" y="1"/>
                  <a:pt x="226" y="0"/>
                  <a:pt x="231" y="0"/>
                </a:cubicBezTo>
                <a:cubicBezTo>
                  <a:pt x="252" y="0"/>
                  <a:pt x="264" y="1"/>
                  <a:pt x="268" y="2"/>
                </a:cubicBezTo>
                <a:cubicBezTo>
                  <a:pt x="271" y="4"/>
                  <a:pt x="273" y="9"/>
                  <a:pt x="273" y="17"/>
                </a:cubicBezTo>
                <a:cubicBezTo>
                  <a:pt x="273" y="22"/>
                  <a:pt x="273" y="25"/>
                  <a:pt x="273" y="26"/>
                </a:cubicBezTo>
                <a:cubicBezTo>
                  <a:pt x="272" y="28"/>
                  <a:pt x="243" y="65"/>
                  <a:pt x="188" y="139"/>
                </a:cubicBezTo>
                <a:cubicBezTo>
                  <a:pt x="133" y="211"/>
                  <a:pt x="105" y="248"/>
                  <a:pt x="103" y="250"/>
                </a:cubicBezTo>
                <a:lnTo>
                  <a:pt x="131" y="250"/>
                </a:lnTo>
                <a:cubicBezTo>
                  <a:pt x="140" y="249"/>
                  <a:pt x="147" y="249"/>
                  <a:pt x="150" y="249"/>
                </a:cubicBezTo>
                <a:cubicBezTo>
                  <a:pt x="154" y="249"/>
                  <a:pt x="160" y="249"/>
                  <a:pt x="169" y="248"/>
                </a:cubicBezTo>
                <a:cubicBezTo>
                  <a:pt x="178" y="247"/>
                  <a:pt x="184" y="246"/>
                  <a:pt x="187" y="243"/>
                </a:cubicBezTo>
                <a:cubicBezTo>
                  <a:pt x="190" y="241"/>
                  <a:pt x="195" y="239"/>
                  <a:pt x="201" y="236"/>
                </a:cubicBezTo>
                <a:cubicBezTo>
                  <a:pt x="208" y="233"/>
                  <a:pt x="213" y="228"/>
                  <a:pt x="216" y="222"/>
                </a:cubicBezTo>
                <a:cubicBezTo>
                  <a:pt x="218" y="216"/>
                  <a:pt x="221" y="210"/>
                  <a:pt x="224" y="203"/>
                </a:cubicBezTo>
                <a:cubicBezTo>
                  <a:pt x="228" y="196"/>
                  <a:pt x="230" y="187"/>
                  <a:pt x="231" y="176"/>
                </a:cubicBezTo>
                <a:cubicBezTo>
                  <a:pt x="234" y="165"/>
                  <a:pt x="235" y="155"/>
                  <a:pt x="235" y="147"/>
                </a:cubicBezTo>
                <a:cubicBezTo>
                  <a:pt x="235" y="147"/>
                  <a:pt x="241" y="146"/>
                  <a:pt x="255" y="146"/>
                </a:cubicBezTo>
                <a:lnTo>
                  <a:pt x="275" y="146"/>
                </a:lnTo>
                <a:lnTo>
                  <a:pt x="275" y="150"/>
                </a:lnTo>
                <a:cubicBezTo>
                  <a:pt x="275" y="152"/>
                  <a:pt x="273" y="173"/>
                  <a:pt x="269" y="216"/>
                </a:cubicBezTo>
                <a:cubicBezTo>
                  <a:pt x="266" y="259"/>
                  <a:pt x="264" y="280"/>
                  <a:pt x="264" y="281"/>
                </a:cubicBezTo>
                <a:lnTo>
                  <a:pt x="264" y="285"/>
                </a:lnTo>
                <a:lnTo>
                  <a:pt x="136" y="285"/>
                </a:lnTo>
                <a:cubicBezTo>
                  <a:pt x="51" y="285"/>
                  <a:pt x="8" y="284"/>
                  <a:pt x="7" y="284"/>
                </a:cubicBezTo>
                <a:cubicBezTo>
                  <a:pt x="2" y="282"/>
                  <a:pt x="0" y="276"/>
                  <a:pt x="0" y="267"/>
                </a:cubicBezTo>
                <a:lnTo>
                  <a:pt x="0" y="264"/>
                </a:lnTo>
                <a:cubicBezTo>
                  <a:pt x="0" y="260"/>
                  <a:pt x="2" y="256"/>
                  <a:pt x="5" y="252"/>
                </a:cubicBezTo>
                <a:cubicBezTo>
                  <a:pt x="8" y="247"/>
                  <a:pt x="18" y="234"/>
                  <a:pt x="33" y="213"/>
                </a:cubicBezTo>
                <a:cubicBezTo>
                  <a:pt x="52" y="189"/>
                  <a:pt x="69" y="166"/>
                  <a:pt x="84" y="146"/>
                </a:cubicBezTo>
                <a:lnTo>
                  <a:pt x="170" y="33"/>
                </a:lnTo>
                <a:lnTo>
                  <a:pt x="143" y="33"/>
                </a:lnTo>
                <a:cubicBezTo>
                  <a:pt x="114" y="34"/>
                  <a:pt x="95" y="36"/>
                  <a:pt x="85" y="41"/>
                </a:cubicBezTo>
                <a:cubicBezTo>
                  <a:pt x="67" y="50"/>
                  <a:pt x="57" y="66"/>
                  <a:pt x="53" y="91"/>
                </a:cubicBezTo>
                <a:cubicBezTo>
                  <a:pt x="51" y="100"/>
                  <a:pt x="50" y="110"/>
                  <a:pt x="50" y="122"/>
                </a:cubicBezTo>
                <a:cubicBezTo>
                  <a:pt x="50" y="122"/>
                  <a:pt x="43" y="123"/>
                  <a:pt x="30" y="123"/>
                </a:cubicBezTo>
                <a:lnTo>
                  <a:pt x="10" y="123"/>
                </a:lnTo>
                <a:lnTo>
                  <a:pt x="10" y="11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6693120" y="2064600"/>
            <a:ext cx="153360" cy="54000"/>
          </a:xfrm>
          <a:custGeom>
            <a:avLst/>
            <a:gdLst/>
            <a:ahLst/>
            <a:rect l="0" t="0" r="r" b="b"/>
            <a:pathLst>
              <a:path w="426" h="150">
                <a:moveTo>
                  <a:pt x="0" y="129"/>
                </a:moveTo>
                <a:cubicBezTo>
                  <a:pt x="0" y="97"/>
                  <a:pt x="9" y="68"/>
                  <a:pt x="29" y="41"/>
                </a:cubicBezTo>
                <a:cubicBezTo>
                  <a:pt x="49" y="14"/>
                  <a:pt x="74" y="0"/>
                  <a:pt x="106" y="0"/>
                </a:cubicBezTo>
                <a:cubicBezTo>
                  <a:pt x="122" y="0"/>
                  <a:pt x="138" y="5"/>
                  <a:pt x="153" y="12"/>
                </a:cubicBezTo>
                <a:cubicBezTo>
                  <a:pt x="169" y="20"/>
                  <a:pt x="183" y="29"/>
                  <a:pt x="196" y="41"/>
                </a:cubicBezTo>
                <a:cubicBezTo>
                  <a:pt x="208" y="52"/>
                  <a:pt x="221" y="63"/>
                  <a:pt x="233" y="74"/>
                </a:cubicBezTo>
                <a:cubicBezTo>
                  <a:pt x="246" y="85"/>
                  <a:pt x="259" y="94"/>
                  <a:pt x="273" y="102"/>
                </a:cubicBezTo>
                <a:cubicBezTo>
                  <a:pt x="288" y="110"/>
                  <a:pt x="303" y="114"/>
                  <a:pt x="318" y="114"/>
                </a:cubicBezTo>
                <a:cubicBezTo>
                  <a:pt x="345" y="114"/>
                  <a:pt x="367" y="104"/>
                  <a:pt x="384" y="84"/>
                </a:cubicBezTo>
                <a:cubicBezTo>
                  <a:pt x="400" y="64"/>
                  <a:pt x="408" y="43"/>
                  <a:pt x="408" y="19"/>
                </a:cubicBezTo>
                <a:cubicBezTo>
                  <a:pt x="408" y="14"/>
                  <a:pt x="409" y="10"/>
                  <a:pt x="411" y="6"/>
                </a:cubicBezTo>
                <a:cubicBezTo>
                  <a:pt x="413" y="3"/>
                  <a:pt x="415" y="0"/>
                  <a:pt x="417" y="0"/>
                </a:cubicBezTo>
                <a:cubicBezTo>
                  <a:pt x="423" y="0"/>
                  <a:pt x="426" y="8"/>
                  <a:pt x="426" y="22"/>
                </a:cubicBezTo>
                <a:cubicBezTo>
                  <a:pt x="426" y="53"/>
                  <a:pt x="417" y="82"/>
                  <a:pt x="398" y="109"/>
                </a:cubicBezTo>
                <a:cubicBezTo>
                  <a:pt x="378" y="136"/>
                  <a:pt x="354" y="149"/>
                  <a:pt x="324" y="149"/>
                </a:cubicBezTo>
                <a:lnTo>
                  <a:pt x="318" y="149"/>
                </a:lnTo>
                <a:cubicBezTo>
                  <a:pt x="302" y="149"/>
                  <a:pt x="287" y="146"/>
                  <a:pt x="271" y="138"/>
                </a:cubicBezTo>
                <a:cubicBezTo>
                  <a:pt x="256" y="130"/>
                  <a:pt x="242" y="121"/>
                  <a:pt x="229" y="110"/>
                </a:cubicBezTo>
                <a:cubicBezTo>
                  <a:pt x="216" y="99"/>
                  <a:pt x="203" y="88"/>
                  <a:pt x="191" y="77"/>
                </a:cubicBezTo>
                <a:cubicBezTo>
                  <a:pt x="179" y="66"/>
                  <a:pt x="166" y="56"/>
                  <a:pt x="151" y="48"/>
                </a:cubicBezTo>
                <a:cubicBezTo>
                  <a:pt x="136" y="40"/>
                  <a:pt x="121" y="36"/>
                  <a:pt x="107" y="36"/>
                </a:cubicBezTo>
                <a:cubicBezTo>
                  <a:pt x="88" y="36"/>
                  <a:pt x="71" y="42"/>
                  <a:pt x="57" y="52"/>
                </a:cubicBezTo>
                <a:cubicBezTo>
                  <a:pt x="42" y="65"/>
                  <a:pt x="31" y="79"/>
                  <a:pt x="26" y="96"/>
                </a:cubicBezTo>
                <a:cubicBezTo>
                  <a:pt x="20" y="112"/>
                  <a:pt x="17" y="126"/>
                  <a:pt x="16" y="135"/>
                </a:cubicBezTo>
                <a:cubicBezTo>
                  <a:pt x="14" y="145"/>
                  <a:pt x="12" y="150"/>
                  <a:pt x="9" y="150"/>
                </a:cubicBezTo>
                <a:cubicBezTo>
                  <a:pt x="3" y="150"/>
                  <a:pt x="0" y="143"/>
                  <a:pt x="0" y="12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6850080" y="2047320"/>
            <a:ext cx="123480" cy="146520"/>
          </a:xfrm>
          <a:custGeom>
            <a:avLst/>
            <a:gdLst/>
            <a:ahLst/>
            <a:rect l="0" t="0" r="r" b="b"/>
            <a:pathLst>
              <a:path w="343" h="407">
                <a:moveTo>
                  <a:pt x="40" y="99"/>
                </a:moveTo>
                <a:cubicBezTo>
                  <a:pt x="40" y="97"/>
                  <a:pt x="41" y="96"/>
                  <a:pt x="41" y="94"/>
                </a:cubicBezTo>
                <a:cubicBezTo>
                  <a:pt x="41" y="92"/>
                  <a:pt x="42" y="87"/>
                  <a:pt x="44" y="80"/>
                </a:cubicBezTo>
                <a:cubicBezTo>
                  <a:pt x="46" y="72"/>
                  <a:pt x="48" y="66"/>
                  <a:pt x="51" y="60"/>
                </a:cubicBezTo>
                <a:cubicBezTo>
                  <a:pt x="53" y="54"/>
                  <a:pt x="56" y="47"/>
                  <a:pt x="60" y="39"/>
                </a:cubicBezTo>
                <a:cubicBezTo>
                  <a:pt x="64" y="31"/>
                  <a:pt x="68" y="24"/>
                  <a:pt x="73" y="20"/>
                </a:cubicBezTo>
                <a:cubicBezTo>
                  <a:pt x="78" y="15"/>
                  <a:pt x="83" y="10"/>
                  <a:pt x="89" y="6"/>
                </a:cubicBezTo>
                <a:cubicBezTo>
                  <a:pt x="96" y="1"/>
                  <a:pt x="103" y="-1"/>
                  <a:pt x="111" y="0"/>
                </a:cubicBezTo>
                <a:cubicBezTo>
                  <a:pt x="142" y="0"/>
                  <a:pt x="163" y="13"/>
                  <a:pt x="172" y="41"/>
                </a:cubicBezTo>
                <a:lnTo>
                  <a:pt x="178" y="35"/>
                </a:lnTo>
                <a:cubicBezTo>
                  <a:pt x="205" y="12"/>
                  <a:pt x="230" y="0"/>
                  <a:pt x="253" y="0"/>
                </a:cubicBezTo>
                <a:cubicBezTo>
                  <a:pt x="281" y="0"/>
                  <a:pt x="304" y="10"/>
                  <a:pt x="320" y="30"/>
                </a:cubicBezTo>
                <a:cubicBezTo>
                  <a:pt x="335" y="50"/>
                  <a:pt x="343" y="74"/>
                  <a:pt x="343" y="103"/>
                </a:cubicBezTo>
                <a:cubicBezTo>
                  <a:pt x="343" y="149"/>
                  <a:pt x="327" y="191"/>
                  <a:pt x="294" y="231"/>
                </a:cubicBezTo>
                <a:cubicBezTo>
                  <a:pt x="261" y="269"/>
                  <a:pt x="225" y="289"/>
                  <a:pt x="184" y="289"/>
                </a:cubicBezTo>
                <a:cubicBezTo>
                  <a:pt x="175" y="289"/>
                  <a:pt x="166" y="288"/>
                  <a:pt x="159" y="285"/>
                </a:cubicBezTo>
                <a:cubicBezTo>
                  <a:pt x="154" y="283"/>
                  <a:pt x="149" y="280"/>
                  <a:pt x="144" y="276"/>
                </a:cubicBezTo>
                <a:cubicBezTo>
                  <a:pt x="139" y="272"/>
                  <a:pt x="135" y="268"/>
                  <a:pt x="132" y="265"/>
                </a:cubicBezTo>
                <a:lnTo>
                  <a:pt x="128" y="260"/>
                </a:lnTo>
                <a:cubicBezTo>
                  <a:pt x="127" y="260"/>
                  <a:pt x="123" y="279"/>
                  <a:pt x="114" y="315"/>
                </a:cubicBezTo>
                <a:cubicBezTo>
                  <a:pt x="105" y="352"/>
                  <a:pt x="100" y="371"/>
                  <a:pt x="100" y="371"/>
                </a:cubicBezTo>
                <a:cubicBezTo>
                  <a:pt x="100" y="374"/>
                  <a:pt x="102" y="375"/>
                  <a:pt x="105" y="375"/>
                </a:cubicBezTo>
                <a:cubicBezTo>
                  <a:pt x="109" y="376"/>
                  <a:pt x="117" y="377"/>
                  <a:pt x="129" y="377"/>
                </a:cubicBezTo>
                <a:lnTo>
                  <a:pt x="145" y="377"/>
                </a:lnTo>
                <a:cubicBezTo>
                  <a:pt x="148" y="380"/>
                  <a:pt x="149" y="382"/>
                  <a:pt x="149" y="383"/>
                </a:cubicBezTo>
                <a:cubicBezTo>
                  <a:pt x="149" y="384"/>
                  <a:pt x="148" y="388"/>
                  <a:pt x="147" y="395"/>
                </a:cubicBezTo>
                <a:cubicBezTo>
                  <a:pt x="146" y="400"/>
                  <a:pt x="144" y="403"/>
                  <a:pt x="143" y="404"/>
                </a:cubicBezTo>
                <a:cubicBezTo>
                  <a:pt x="142" y="405"/>
                  <a:pt x="139" y="406"/>
                  <a:pt x="135" y="407"/>
                </a:cubicBezTo>
                <a:cubicBezTo>
                  <a:pt x="134" y="407"/>
                  <a:pt x="132" y="407"/>
                  <a:pt x="128" y="407"/>
                </a:cubicBezTo>
                <a:cubicBezTo>
                  <a:pt x="124" y="407"/>
                  <a:pt x="117" y="407"/>
                  <a:pt x="106" y="406"/>
                </a:cubicBezTo>
                <a:cubicBezTo>
                  <a:pt x="95" y="406"/>
                  <a:pt x="82" y="405"/>
                  <a:pt x="66" y="405"/>
                </a:cubicBezTo>
                <a:cubicBezTo>
                  <a:pt x="37" y="405"/>
                  <a:pt x="18" y="406"/>
                  <a:pt x="10" y="407"/>
                </a:cubicBezTo>
                <a:lnTo>
                  <a:pt x="5" y="407"/>
                </a:lnTo>
                <a:cubicBezTo>
                  <a:pt x="2" y="404"/>
                  <a:pt x="0" y="401"/>
                  <a:pt x="0" y="400"/>
                </a:cubicBezTo>
                <a:cubicBezTo>
                  <a:pt x="1" y="388"/>
                  <a:pt x="4" y="381"/>
                  <a:pt x="8" y="377"/>
                </a:cubicBezTo>
                <a:lnTo>
                  <a:pt x="21" y="377"/>
                </a:lnTo>
                <a:cubicBezTo>
                  <a:pt x="36" y="377"/>
                  <a:pt x="44" y="374"/>
                  <a:pt x="46" y="370"/>
                </a:cubicBezTo>
                <a:cubicBezTo>
                  <a:pt x="47" y="367"/>
                  <a:pt x="60" y="316"/>
                  <a:pt x="85" y="217"/>
                </a:cubicBezTo>
                <a:cubicBezTo>
                  <a:pt x="110" y="117"/>
                  <a:pt x="123" y="65"/>
                  <a:pt x="124" y="59"/>
                </a:cubicBezTo>
                <a:cubicBezTo>
                  <a:pt x="124" y="56"/>
                  <a:pt x="125" y="53"/>
                  <a:pt x="125" y="50"/>
                </a:cubicBezTo>
                <a:cubicBezTo>
                  <a:pt x="125" y="32"/>
                  <a:pt x="119" y="23"/>
                  <a:pt x="109" y="23"/>
                </a:cubicBezTo>
                <a:cubicBezTo>
                  <a:pt x="99" y="23"/>
                  <a:pt x="91" y="29"/>
                  <a:pt x="85" y="41"/>
                </a:cubicBezTo>
                <a:cubicBezTo>
                  <a:pt x="79" y="53"/>
                  <a:pt x="74" y="66"/>
                  <a:pt x="70" y="80"/>
                </a:cubicBezTo>
                <a:cubicBezTo>
                  <a:pt x="67" y="94"/>
                  <a:pt x="64" y="102"/>
                  <a:pt x="63" y="103"/>
                </a:cubicBezTo>
                <a:cubicBezTo>
                  <a:pt x="62" y="104"/>
                  <a:pt x="58" y="105"/>
                  <a:pt x="52" y="105"/>
                </a:cubicBezTo>
                <a:lnTo>
                  <a:pt x="44" y="105"/>
                </a:lnTo>
                <a:cubicBezTo>
                  <a:pt x="41" y="102"/>
                  <a:pt x="40" y="100"/>
                  <a:pt x="40" y="99"/>
                </a:cubicBezTo>
                <a:moveTo>
                  <a:pt x="139" y="218"/>
                </a:moveTo>
                <a:cubicBezTo>
                  <a:pt x="148" y="250"/>
                  <a:pt x="164" y="266"/>
                  <a:pt x="186" y="266"/>
                </a:cubicBezTo>
                <a:cubicBezTo>
                  <a:pt x="199" y="266"/>
                  <a:pt x="211" y="261"/>
                  <a:pt x="223" y="252"/>
                </a:cubicBezTo>
                <a:cubicBezTo>
                  <a:pt x="235" y="242"/>
                  <a:pt x="245" y="230"/>
                  <a:pt x="252" y="215"/>
                </a:cubicBezTo>
                <a:cubicBezTo>
                  <a:pt x="260" y="199"/>
                  <a:pt x="268" y="176"/>
                  <a:pt x="275" y="145"/>
                </a:cubicBezTo>
                <a:cubicBezTo>
                  <a:pt x="283" y="113"/>
                  <a:pt x="287" y="90"/>
                  <a:pt x="287" y="75"/>
                </a:cubicBezTo>
                <a:lnTo>
                  <a:pt x="287" y="71"/>
                </a:lnTo>
                <a:cubicBezTo>
                  <a:pt x="287" y="39"/>
                  <a:pt x="274" y="23"/>
                  <a:pt x="248" y="23"/>
                </a:cubicBezTo>
                <a:cubicBezTo>
                  <a:pt x="244" y="23"/>
                  <a:pt x="239" y="24"/>
                  <a:pt x="234" y="25"/>
                </a:cubicBezTo>
                <a:cubicBezTo>
                  <a:pt x="230" y="27"/>
                  <a:pt x="225" y="29"/>
                  <a:pt x="220" y="31"/>
                </a:cubicBezTo>
                <a:cubicBezTo>
                  <a:pt x="216" y="34"/>
                  <a:pt x="211" y="36"/>
                  <a:pt x="208" y="39"/>
                </a:cubicBezTo>
                <a:cubicBezTo>
                  <a:pt x="204" y="42"/>
                  <a:pt x="200" y="46"/>
                  <a:pt x="197" y="49"/>
                </a:cubicBezTo>
                <a:cubicBezTo>
                  <a:pt x="193" y="52"/>
                  <a:pt x="190" y="56"/>
                  <a:pt x="187" y="59"/>
                </a:cubicBezTo>
                <a:cubicBezTo>
                  <a:pt x="184" y="62"/>
                  <a:pt x="182" y="65"/>
                  <a:pt x="180" y="67"/>
                </a:cubicBezTo>
                <a:cubicBezTo>
                  <a:pt x="178" y="70"/>
                  <a:pt x="177" y="73"/>
                  <a:pt x="175" y="74"/>
                </a:cubicBezTo>
                <a:lnTo>
                  <a:pt x="173" y="76"/>
                </a:lnTo>
                <a:cubicBezTo>
                  <a:pt x="173" y="77"/>
                  <a:pt x="172" y="80"/>
                  <a:pt x="171" y="85"/>
                </a:cubicBezTo>
                <a:cubicBezTo>
                  <a:pt x="170" y="91"/>
                  <a:pt x="168" y="100"/>
                  <a:pt x="164" y="113"/>
                </a:cubicBezTo>
                <a:cubicBezTo>
                  <a:pt x="161" y="127"/>
                  <a:pt x="158" y="138"/>
                  <a:pt x="155" y="147"/>
                </a:cubicBezTo>
                <a:cubicBezTo>
                  <a:pt x="144" y="192"/>
                  <a:pt x="139" y="216"/>
                  <a:pt x="139" y="21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6996240" y="1976400"/>
            <a:ext cx="55440" cy="230040"/>
          </a:xfrm>
          <a:custGeom>
            <a:avLst/>
            <a:gdLst/>
            <a:ahLst/>
            <a:rect l="0" t="0" r="r" b="b"/>
            <a:pathLst>
              <a:path w="154" h="639">
                <a:moveTo>
                  <a:pt x="0" y="319"/>
                </a:moveTo>
                <a:cubicBezTo>
                  <a:pt x="0" y="290"/>
                  <a:pt x="2" y="262"/>
                  <a:pt x="6" y="236"/>
                </a:cubicBezTo>
                <a:cubicBezTo>
                  <a:pt x="11" y="209"/>
                  <a:pt x="16" y="187"/>
                  <a:pt x="21" y="167"/>
                </a:cubicBezTo>
                <a:cubicBezTo>
                  <a:pt x="27" y="148"/>
                  <a:pt x="34" y="130"/>
                  <a:pt x="45" y="111"/>
                </a:cubicBezTo>
                <a:cubicBezTo>
                  <a:pt x="55" y="93"/>
                  <a:pt x="63" y="79"/>
                  <a:pt x="69" y="69"/>
                </a:cubicBezTo>
                <a:cubicBezTo>
                  <a:pt x="75" y="58"/>
                  <a:pt x="84" y="47"/>
                  <a:pt x="96" y="35"/>
                </a:cubicBezTo>
                <a:cubicBezTo>
                  <a:pt x="109" y="23"/>
                  <a:pt x="116" y="16"/>
                  <a:pt x="118" y="14"/>
                </a:cubicBezTo>
                <a:cubicBezTo>
                  <a:pt x="120" y="11"/>
                  <a:pt x="125" y="7"/>
                  <a:pt x="134" y="0"/>
                </a:cubicBezTo>
                <a:lnTo>
                  <a:pt x="142" y="0"/>
                </a:lnTo>
                <a:lnTo>
                  <a:pt x="145" y="0"/>
                </a:lnTo>
                <a:cubicBezTo>
                  <a:pt x="151" y="0"/>
                  <a:pt x="154" y="2"/>
                  <a:pt x="154" y="6"/>
                </a:cubicBezTo>
                <a:cubicBezTo>
                  <a:pt x="154" y="7"/>
                  <a:pt x="150" y="12"/>
                  <a:pt x="143" y="19"/>
                </a:cubicBezTo>
                <a:cubicBezTo>
                  <a:pt x="135" y="27"/>
                  <a:pt x="127" y="38"/>
                  <a:pt x="117" y="53"/>
                </a:cubicBezTo>
                <a:cubicBezTo>
                  <a:pt x="106" y="68"/>
                  <a:pt x="95" y="86"/>
                  <a:pt x="84" y="108"/>
                </a:cubicBezTo>
                <a:cubicBezTo>
                  <a:pt x="74" y="130"/>
                  <a:pt x="65" y="159"/>
                  <a:pt x="57" y="196"/>
                </a:cubicBezTo>
                <a:cubicBezTo>
                  <a:pt x="50" y="233"/>
                  <a:pt x="47" y="274"/>
                  <a:pt x="47" y="319"/>
                </a:cubicBezTo>
                <a:cubicBezTo>
                  <a:pt x="47" y="364"/>
                  <a:pt x="50" y="405"/>
                  <a:pt x="57" y="442"/>
                </a:cubicBezTo>
                <a:cubicBezTo>
                  <a:pt x="65" y="478"/>
                  <a:pt x="73" y="508"/>
                  <a:pt x="84" y="531"/>
                </a:cubicBezTo>
                <a:cubicBezTo>
                  <a:pt x="94" y="553"/>
                  <a:pt x="105" y="571"/>
                  <a:pt x="116" y="586"/>
                </a:cubicBezTo>
                <a:cubicBezTo>
                  <a:pt x="127" y="601"/>
                  <a:pt x="135" y="612"/>
                  <a:pt x="143" y="620"/>
                </a:cubicBezTo>
                <a:cubicBezTo>
                  <a:pt x="150" y="629"/>
                  <a:pt x="154" y="633"/>
                  <a:pt x="154" y="634"/>
                </a:cubicBezTo>
                <a:cubicBezTo>
                  <a:pt x="154" y="638"/>
                  <a:pt x="150" y="639"/>
                  <a:pt x="144" y="639"/>
                </a:cubicBezTo>
                <a:lnTo>
                  <a:pt x="142" y="639"/>
                </a:lnTo>
                <a:lnTo>
                  <a:pt x="134" y="639"/>
                </a:lnTo>
                <a:lnTo>
                  <a:pt x="116" y="624"/>
                </a:lnTo>
                <a:cubicBezTo>
                  <a:pt x="75" y="588"/>
                  <a:pt x="46" y="542"/>
                  <a:pt x="27" y="488"/>
                </a:cubicBezTo>
                <a:cubicBezTo>
                  <a:pt x="9" y="434"/>
                  <a:pt x="0" y="378"/>
                  <a:pt x="0" y="31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7071480" y="2046600"/>
            <a:ext cx="99000" cy="102600"/>
          </a:xfrm>
          <a:custGeom>
            <a:avLst/>
            <a:gdLst/>
            <a:ahLst/>
            <a:rect l="0" t="0" r="r" b="b"/>
            <a:pathLst>
              <a:path w="275" h="285">
                <a:moveTo>
                  <a:pt x="10" y="118"/>
                </a:moveTo>
                <a:cubicBezTo>
                  <a:pt x="10" y="116"/>
                  <a:pt x="11" y="97"/>
                  <a:pt x="14" y="61"/>
                </a:cubicBezTo>
                <a:cubicBezTo>
                  <a:pt x="16" y="25"/>
                  <a:pt x="18" y="7"/>
                  <a:pt x="18" y="6"/>
                </a:cubicBezTo>
                <a:lnTo>
                  <a:pt x="18" y="1"/>
                </a:lnTo>
                <a:lnTo>
                  <a:pt x="140" y="1"/>
                </a:lnTo>
                <a:cubicBezTo>
                  <a:pt x="156" y="1"/>
                  <a:pt x="174" y="1"/>
                  <a:pt x="194" y="1"/>
                </a:cubicBezTo>
                <a:cubicBezTo>
                  <a:pt x="214" y="1"/>
                  <a:pt x="227" y="0"/>
                  <a:pt x="232" y="0"/>
                </a:cubicBezTo>
                <a:cubicBezTo>
                  <a:pt x="252" y="0"/>
                  <a:pt x="264" y="1"/>
                  <a:pt x="267" y="2"/>
                </a:cubicBezTo>
                <a:cubicBezTo>
                  <a:pt x="271" y="4"/>
                  <a:pt x="273" y="9"/>
                  <a:pt x="273" y="17"/>
                </a:cubicBezTo>
                <a:cubicBezTo>
                  <a:pt x="273" y="22"/>
                  <a:pt x="273" y="25"/>
                  <a:pt x="273" y="26"/>
                </a:cubicBezTo>
                <a:cubicBezTo>
                  <a:pt x="272" y="28"/>
                  <a:pt x="244" y="65"/>
                  <a:pt x="188" y="139"/>
                </a:cubicBezTo>
                <a:cubicBezTo>
                  <a:pt x="133" y="211"/>
                  <a:pt x="105" y="248"/>
                  <a:pt x="103" y="250"/>
                </a:cubicBezTo>
                <a:lnTo>
                  <a:pt x="131" y="250"/>
                </a:lnTo>
                <a:cubicBezTo>
                  <a:pt x="140" y="249"/>
                  <a:pt x="147" y="249"/>
                  <a:pt x="150" y="249"/>
                </a:cubicBezTo>
                <a:cubicBezTo>
                  <a:pt x="154" y="249"/>
                  <a:pt x="160" y="249"/>
                  <a:pt x="169" y="248"/>
                </a:cubicBezTo>
                <a:cubicBezTo>
                  <a:pt x="178" y="247"/>
                  <a:pt x="184" y="246"/>
                  <a:pt x="187" y="243"/>
                </a:cubicBezTo>
                <a:cubicBezTo>
                  <a:pt x="190" y="241"/>
                  <a:pt x="195" y="239"/>
                  <a:pt x="201" y="236"/>
                </a:cubicBezTo>
                <a:cubicBezTo>
                  <a:pt x="208" y="233"/>
                  <a:pt x="213" y="228"/>
                  <a:pt x="215" y="222"/>
                </a:cubicBezTo>
                <a:cubicBezTo>
                  <a:pt x="218" y="216"/>
                  <a:pt x="221" y="210"/>
                  <a:pt x="225" y="203"/>
                </a:cubicBezTo>
                <a:cubicBezTo>
                  <a:pt x="229" y="196"/>
                  <a:pt x="231" y="187"/>
                  <a:pt x="232" y="176"/>
                </a:cubicBezTo>
                <a:cubicBezTo>
                  <a:pt x="234" y="165"/>
                  <a:pt x="236" y="155"/>
                  <a:pt x="236" y="147"/>
                </a:cubicBezTo>
                <a:cubicBezTo>
                  <a:pt x="236" y="147"/>
                  <a:pt x="242" y="146"/>
                  <a:pt x="255" y="146"/>
                </a:cubicBezTo>
                <a:lnTo>
                  <a:pt x="275" y="146"/>
                </a:lnTo>
                <a:lnTo>
                  <a:pt x="275" y="150"/>
                </a:lnTo>
                <a:cubicBezTo>
                  <a:pt x="275" y="152"/>
                  <a:pt x="273" y="173"/>
                  <a:pt x="269" y="216"/>
                </a:cubicBezTo>
                <a:cubicBezTo>
                  <a:pt x="266" y="259"/>
                  <a:pt x="264" y="280"/>
                  <a:pt x="264" y="281"/>
                </a:cubicBezTo>
                <a:lnTo>
                  <a:pt x="264" y="285"/>
                </a:lnTo>
                <a:lnTo>
                  <a:pt x="136" y="285"/>
                </a:lnTo>
                <a:cubicBezTo>
                  <a:pt x="51" y="285"/>
                  <a:pt x="8" y="284"/>
                  <a:pt x="7" y="284"/>
                </a:cubicBezTo>
                <a:cubicBezTo>
                  <a:pt x="2" y="282"/>
                  <a:pt x="0" y="276"/>
                  <a:pt x="0" y="267"/>
                </a:cubicBezTo>
                <a:lnTo>
                  <a:pt x="0" y="264"/>
                </a:lnTo>
                <a:cubicBezTo>
                  <a:pt x="0" y="260"/>
                  <a:pt x="1" y="256"/>
                  <a:pt x="5" y="252"/>
                </a:cubicBezTo>
                <a:cubicBezTo>
                  <a:pt x="8" y="247"/>
                  <a:pt x="18" y="234"/>
                  <a:pt x="33" y="213"/>
                </a:cubicBezTo>
                <a:cubicBezTo>
                  <a:pt x="52" y="189"/>
                  <a:pt x="69" y="166"/>
                  <a:pt x="84" y="146"/>
                </a:cubicBezTo>
                <a:lnTo>
                  <a:pt x="169" y="33"/>
                </a:lnTo>
                <a:lnTo>
                  <a:pt x="143" y="33"/>
                </a:lnTo>
                <a:cubicBezTo>
                  <a:pt x="114" y="34"/>
                  <a:pt x="95" y="36"/>
                  <a:pt x="85" y="41"/>
                </a:cubicBezTo>
                <a:cubicBezTo>
                  <a:pt x="67" y="50"/>
                  <a:pt x="56" y="66"/>
                  <a:pt x="53" y="91"/>
                </a:cubicBezTo>
                <a:cubicBezTo>
                  <a:pt x="51" y="100"/>
                  <a:pt x="49" y="110"/>
                  <a:pt x="49" y="122"/>
                </a:cubicBezTo>
                <a:cubicBezTo>
                  <a:pt x="49" y="122"/>
                  <a:pt x="43" y="123"/>
                  <a:pt x="30" y="123"/>
                </a:cubicBezTo>
                <a:lnTo>
                  <a:pt x="10" y="123"/>
                </a:lnTo>
                <a:lnTo>
                  <a:pt x="10" y="11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7193880" y="1976400"/>
            <a:ext cx="55440" cy="230040"/>
          </a:xfrm>
          <a:custGeom>
            <a:avLst/>
            <a:gdLst/>
            <a:ahLst/>
            <a:rect l="0" t="0" r="r" b="b"/>
            <a:pathLst>
              <a:path w="154" h="639">
                <a:moveTo>
                  <a:pt x="4" y="1"/>
                </a:moveTo>
                <a:lnTo>
                  <a:pt x="7" y="0"/>
                </a:lnTo>
                <a:cubicBezTo>
                  <a:pt x="9" y="0"/>
                  <a:pt x="11" y="0"/>
                  <a:pt x="14" y="0"/>
                </a:cubicBezTo>
                <a:lnTo>
                  <a:pt x="21" y="0"/>
                </a:lnTo>
                <a:lnTo>
                  <a:pt x="39" y="16"/>
                </a:lnTo>
                <a:cubicBezTo>
                  <a:pt x="79" y="52"/>
                  <a:pt x="108" y="97"/>
                  <a:pt x="127" y="151"/>
                </a:cubicBezTo>
                <a:cubicBezTo>
                  <a:pt x="145" y="205"/>
                  <a:pt x="154" y="261"/>
                  <a:pt x="154" y="319"/>
                </a:cubicBezTo>
                <a:cubicBezTo>
                  <a:pt x="154" y="348"/>
                  <a:pt x="152" y="376"/>
                  <a:pt x="148" y="403"/>
                </a:cubicBezTo>
                <a:cubicBezTo>
                  <a:pt x="143" y="430"/>
                  <a:pt x="138" y="453"/>
                  <a:pt x="133" y="471"/>
                </a:cubicBezTo>
                <a:cubicBezTo>
                  <a:pt x="127" y="490"/>
                  <a:pt x="120" y="509"/>
                  <a:pt x="109" y="527"/>
                </a:cubicBezTo>
                <a:cubicBezTo>
                  <a:pt x="99" y="546"/>
                  <a:pt x="91" y="560"/>
                  <a:pt x="85" y="570"/>
                </a:cubicBezTo>
                <a:cubicBezTo>
                  <a:pt x="79" y="581"/>
                  <a:pt x="70" y="592"/>
                  <a:pt x="59" y="604"/>
                </a:cubicBezTo>
                <a:cubicBezTo>
                  <a:pt x="47" y="616"/>
                  <a:pt x="41" y="623"/>
                  <a:pt x="38" y="625"/>
                </a:cubicBezTo>
                <a:cubicBezTo>
                  <a:pt x="36" y="627"/>
                  <a:pt x="31" y="631"/>
                  <a:pt x="24" y="637"/>
                </a:cubicBezTo>
                <a:cubicBezTo>
                  <a:pt x="23" y="638"/>
                  <a:pt x="22" y="639"/>
                  <a:pt x="21" y="639"/>
                </a:cubicBezTo>
                <a:lnTo>
                  <a:pt x="14" y="639"/>
                </a:lnTo>
                <a:cubicBezTo>
                  <a:pt x="10" y="639"/>
                  <a:pt x="8" y="639"/>
                  <a:pt x="7" y="639"/>
                </a:cubicBezTo>
                <a:cubicBezTo>
                  <a:pt x="4" y="639"/>
                  <a:pt x="3" y="639"/>
                  <a:pt x="2" y="638"/>
                </a:cubicBezTo>
                <a:cubicBezTo>
                  <a:pt x="2" y="636"/>
                  <a:pt x="1" y="634"/>
                  <a:pt x="0" y="632"/>
                </a:cubicBezTo>
                <a:cubicBezTo>
                  <a:pt x="1" y="631"/>
                  <a:pt x="3" y="629"/>
                  <a:pt x="8" y="624"/>
                </a:cubicBezTo>
                <a:cubicBezTo>
                  <a:pt x="74" y="554"/>
                  <a:pt x="107" y="453"/>
                  <a:pt x="107" y="319"/>
                </a:cubicBezTo>
                <a:cubicBezTo>
                  <a:pt x="107" y="186"/>
                  <a:pt x="74" y="85"/>
                  <a:pt x="8" y="16"/>
                </a:cubicBezTo>
                <a:cubicBezTo>
                  <a:pt x="3" y="11"/>
                  <a:pt x="1" y="8"/>
                  <a:pt x="0" y="8"/>
                </a:cubicBezTo>
                <a:cubicBezTo>
                  <a:pt x="0" y="5"/>
                  <a:pt x="2" y="2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7325640" y="1847520"/>
            <a:ext cx="44640" cy="325440"/>
          </a:xfrm>
          <a:custGeom>
            <a:avLst/>
            <a:gdLst/>
            <a:ahLst/>
            <a:rect l="0" t="0" r="r" b="b"/>
            <a:pathLst>
              <a:path w="124" h="904">
                <a:moveTo>
                  <a:pt x="0" y="904"/>
                </a:moveTo>
                <a:lnTo>
                  <a:pt x="0" y="0"/>
                </a:lnTo>
                <a:lnTo>
                  <a:pt x="124" y="0"/>
                </a:lnTo>
                <a:lnTo>
                  <a:pt x="124" y="37"/>
                </a:lnTo>
                <a:lnTo>
                  <a:pt x="37" y="37"/>
                </a:lnTo>
                <a:lnTo>
                  <a:pt x="37" y="868"/>
                </a:lnTo>
                <a:lnTo>
                  <a:pt x="124" y="868"/>
                </a:lnTo>
                <a:lnTo>
                  <a:pt x="124" y="904"/>
                </a:lnTo>
                <a:lnTo>
                  <a:pt x="0" y="90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7385760" y="1865880"/>
            <a:ext cx="77400" cy="225720"/>
          </a:xfrm>
          <a:custGeom>
            <a:avLst/>
            <a:gdLst/>
            <a:ahLst/>
            <a:rect l="0" t="0" r="r" b="b"/>
            <a:pathLst>
              <a:path w="215" h="627">
                <a:moveTo>
                  <a:pt x="15" y="586"/>
                </a:moveTo>
                <a:lnTo>
                  <a:pt x="28" y="586"/>
                </a:lnTo>
                <a:cubicBezTo>
                  <a:pt x="52" y="586"/>
                  <a:pt x="66" y="582"/>
                  <a:pt x="71" y="573"/>
                </a:cubicBezTo>
                <a:lnTo>
                  <a:pt x="71" y="566"/>
                </a:lnTo>
                <a:cubicBezTo>
                  <a:pt x="71" y="561"/>
                  <a:pt x="71" y="554"/>
                  <a:pt x="71" y="545"/>
                </a:cubicBezTo>
                <a:cubicBezTo>
                  <a:pt x="71" y="537"/>
                  <a:pt x="71" y="527"/>
                  <a:pt x="71" y="515"/>
                </a:cubicBezTo>
                <a:cubicBezTo>
                  <a:pt x="71" y="504"/>
                  <a:pt x="71" y="491"/>
                  <a:pt x="72" y="477"/>
                </a:cubicBezTo>
                <a:cubicBezTo>
                  <a:pt x="72" y="462"/>
                  <a:pt x="72" y="447"/>
                  <a:pt x="72" y="432"/>
                </a:cubicBezTo>
                <a:cubicBezTo>
                  <a:pt x="71" y="416"/>
                  <a:pt x="71" y="399"/>
                  <a:pt x="72" y="382"/>
                </a:cubicBezTo>
                <a:cubicBezTo>
                  <a:pt x="72" y="364"/>
                  <a:pt x="72" y="347"/>
                  <a:pt x="72" y="330"/>
                </a:cubicBezTo>
                <a:cubicBezTo>
                  <a:pt x="72" y="308"/>
                  <a:pt x="72" y="285"/>
                  <a:pt x="72" y="260"/>
                </a:cubicBezTo>
                <a:cubicBezTo>
                  <a:pt x="72" y="235"/>
                  <a:pt x="72" y="213"/>
                  <a:pt x="72" y="192"/>
                </a:cubicBezTo>
                <a:cubicBezTo>
                  <a:pt x="72" y="172"/>
                  <a:pt x="72" y="154"/>
                  <a:pt x="72" y="137"/>
                </a:cubicBezTo>
                <a:cubicBezTo>
                  <a:pt x="72" y="122"/>
                  <a:pt x="72" y="108"/>
                  <a:pt x="71" y="97"/>
                </a:cubicBezTo>
                <a:cubicBezTo>
                  <a:pt x="70" y="87"/>
                  <a:pt x="70" y="82"/>
                  <a:pt x="71" y="82"/>
                </a:cubicBezTo>
                <a:cubicBezTo>
                  <a:pt x="69" y="71"/>
                  <a:pt x="65" y="63"/>
                  <a:pt x="58" y="60"/>
                </a:cubicBezTo>
                <a:cubicBezTo>
                  <a:pt x="52" y="56"/>
                  <a:pt x="37" y="53"/>
                  <a:pt x="17" y="51"/>
                </a:cubicBezTo>
                <a:lnTo>
                  <a:pt x="0" y="51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8"/>
                  <a:pt x="26" y="8"/>
                  <a:pt x="37" y="7"/>
                </a:cubicBezTo>
                <a:cubicBezTo>
                  <a:pt x="50" y="7"/>
                  <a:pt x="61" y="6"/>
                  <a:pt x="72" y="5"/>
                </a:cubicBezTo>
                <a:cubicBezTo>
                  <a:pt x="82" y="5"/>
                  <a:pt x="93" y="4"/>
                  <a:pt x="105" y="4"/>
                </a:cubicBezTo>
                <a:cubicBezTo>
                  <a:pt x="117" y="3"/>
                  <a:pt x="126" y="2"/>
                  <a:pt x="132" y="1"/>
                </a:cubicBezTo>
                <a:cubicBezTo>
                  <a:pt x="138" y="0"/>
                  <a:pt x="142" y="-1"/>
                  <a:pt x="142" y="0"/>
                </a:cubicBezTo>
                <a:lnTo>
                  <a:pt x="145" y="0"/>
                </a:lnTo>
                <a:lnTo>
                  <a:pt x="145" y="285"/>
                </a:lnTo>
                <a:cubicBezTo>
                  <a:pt x="145" y="476"/>
                  <a:pt x="145" y="572"/>
                  <a:pt x="146" y="573"/>
                </a:cubicBezTo>
                <a:cubicBezTo>
                  <a:pt x="148" y="578"/>
                  <a:pt x="152" y="581"/>
                  <a:pt x="157" y="583"/>
                </a:cubicBezTo>
                <a:cubicBezTo>
                  <a:pt x="169" y="585"/>
                  <a:pt x="184" y="586"/>
                  <a:pt x="201" y="586"/>
                </a:cubicBezTo>
                <a:lnTo>
                  <a:pt x="215" y="586"/>
                </a:lnTo>
                <a:lnTo>
                  <a:pt x="215" y="627"/>
                </a:lnTo>
                <a:lnTo>
                  <a:pt x="208" y="627"/>
                </a:lnTo>
                <a:lnTo>
                  <a:pt x="187" y="627"/>
                </a:lnTo>
                <a:cubicBezTo>
                  <a:pt x="174" y="626"/>
                  <a:pt x="159" y="626"/>
                  <a:pt x="143" y="626"/>
                </a:cubicBezTo>
                <a:cubicBezTo>
                  <a:pt x="128" y="626"/>
                  <a:pt x="116" y="625"/>
                  <a:pt x="109" y="625"/>
                </a:cubicBezTo>
                <a:cubicBezTo>
                  <a:pt x="102" y="624"/>
                  <a:pt x="90" y="624"/>
                  <a:pt x="75" y="625"/>
                </a:cubicBezTo>
                <a:cubicBezTo>
                  <a:pt x="59" y="625"/>
                  <a:pt x="44" y="626"/>
                  <a:pt x="28" y="627"/>
                </a:cubicBezTo>
                <a:lnTo>
                  <a:pt x="8" y="627"/>
                </a:lnTo>
                <a:lnTo>
                  <a:pt x="0" y="627"/>
                </a:lnTo>
                <a:lnTo>
                  <a:pt x="0" y="586"/>
                </a:lnTo>
                <a:lnTo>
                  <a:pt x="15" y="58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7476840" y="1945800"/>
            <a:ext cx="144360" cy="149040"/>
          </a:xfrm>
          <a:custGeom>
            <a:avLst/>
            <a:gdLst/>
            <a:ahLst/>
            <a:rect l="0" t="0" r="r" b="b"/>
            <a:pathLst>
              <a:path w="401" h="414">
                <a:moveTo>
                  <a:pt x="0" y="212"/>
                </a:moveTo>
                <a:cubicBezTo>
                  <a:pt x="0" y="154"/>
                  <a:pt x="20" y="105"/>
                  <a:pt x="59" y="63"/>
                </a:cubicBezTo>
                <a:cubicBezTo>
                  <a:pt x="98" y="22"/>
                  <a:pt x="145" y="1"/>
                  <a:pt x="202" y="0"/>
                </a:cubicBezTo>
                <a:cubicBezTo>
                  <a:pt x="256" y="0"/>
                  <a:pt x="302" y="20"/>
                  <a:pt x="342" y="61"/>
                </a:cubicBezTo>
                <a:cubicBezTo>
                  <a:pt x="381" y="102"/>
                  <a:pt x="400" y="152"/>
                  <a:pt x="401" y="211"/>
                </a:cubicBezTo>
                <a:cubicBezTo>
                  <a:pt x="401" y="269"/>
                  <a:pt x="382" y="317"/>
                  <a:pt x="343" y="356"/>
                </a:cubicBezTo>
                <a:cubicBezTo>
                  <a:pt x="305" y="395"/>
                  <a:pt x="258" y="414"/>
                  <a:pt x="202" y="414"/>
                </a:cubicBezTo>
                <a:cubicBezTo>
                  <a:pt x="142" y="414"/>
                  <a:pt x="94" y="394"/>
                  <a:pt x="57" y="354"/>
                </a:cubicBezTo>
                <a:cubicBezTo>
                  <a:pt x="20" y="314"/>
                  <a:pt x="1" y="266"/>
                  <a:pt x="0" y="212"/>
                </a:cubicBezTo>
                <a:moveTo>
                  <a:pt x="202" y="378"/>
                </a:moveTo>
                <a:cubicBezTo>
                  <a:pt x="275" y="378"/>
                  <a:pt x="312" y="329"/>
                  <a:pt x="312" y="231"/>
                </a:cubicBezTo>
                <a:lnTo>
                  <a:pt x="312" y="202"/>
                </a:lnTo>
                <a:lnTo>
                  <a:pt x="312" y="180"/>
                </a:lnTo>
                <a:cubicBezTo>
                  <a:pt x="312" y="166"/>
                  <a:pt x="311" y="154"/>
                  <a:pt x="311" y="144"/>
                </a:cubicBezTo>
                <a:cubicBezTo>
                  <a:pt x="310" y="135"/>
                  <a:pt x="308" y="123"/>
                  <a:pt x="305" y="110"/>
                </a:cubicBezTo>
                <a:cubicBezTo>
                  <a:pt x="301" y="97"/>
                  <a:pt x="296" y="86"/>
                  <a:pt x="290" y="78"/>
                </a:cubicBezTo>
                <a:cubicBezTo>
                  <a:pt x="284" y="69"/>
                  <a:pt x="275" y="61"/>
                  <a:pt x="262" y="52"/>
                </a:cubicBezTo>
                <a:cubicBezTo>
                  <a:pt x="249" y="44"/>
                  <a:pt x="235" y="38"/>
                  <a:pt x="218" y="34"/>
                </a:cubicBezTo>
                <a:cubicBezTo>
                  <a:pt x="215" y="34"/>
                  <a:pt x="210" y="33"/>
                  <a:pt x="203" y="33"/>
                </a:cubicBezTo>
                <a:cubicBezTo>
                  <a:pt x="185" y="33"/>
                  <a:pt x="167" y="37"/>
                  <a:pt x="151" y="44"/>
                </a:cubicBezTo>
                <a:cubicBezTo>
                  <a:pt x="125" y="57"/>
                  <a:pt x="108" y="76"/>
                  <a:pt x="100" y="99"/>
                </a:cubicBezTo>
                <a:cubicBezTo>
                  <a:pt x="93" y="123"/>
                  <a:pt x="89" y="150"/>
                  <a:pt x="89" y="183"/>
                </a:cubicBezTo>
                <a:lnTo>
                  <a:pt x="89" y="201"/>
                </a:lnTo>
                <a:cubicBezTo>
                  <a:pt x="89" y="259"/>
                  <a:pt x="94" y="300"/>
                  <a:pt x="106" y="323"/>
                </a:cubicBezTo>
                <a:cubicBezTo>
                  <a:pt x="125" y="360"/>
                  <a:pt x="157" y="378"/>
                  <a:pt x="202" y="37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7639560" y="1944360"/>
            <a:ext cx="148680" cy="214200"/>
          </a:xfrm>
          <a:custGeom>
            <a:avLst/>
            <a:gdLst/>
            <a:ahLst/>
            <a:rect l="0" t="0" r="r" b="b"/>
            <a:pathLst>
              <a:path w="413" h="595">
                <a:moveTo>
                  <a:pt x="271" y="39"/>
                </a:moveTo>
                <a:cubicBezTo>
                  <a:pt x="298" y="13"/>
                  <a:pt x="328" y="0"/>
                  <a:pt x="363" y="0"/>
                </a:cubicBezTo>
                <a:cubicBezTo>
                  <a:pt x="381" y="0"/>
                  <a:pt x="394" y="5"/>
                  <a:pt x="401" y="17"/>
                </a:cubicBezTo>
                <a:cubicBezTo>
                  <a:pt x="409" y="28"/>
                  <a:pt x="413" y="40"/>
                  <a:pt x="413" y="51"/>
                </a:cubicBezTo>
                <a:cubicBezTo>
                  <a:pt x="413" y="59"/>
                  <a:pt x="410" y="67"/>
                  <a:pt x="405" y="74"/>
                </a:cubicBezTo>
                <a:cubicBezTo>
                  <a:pt x="400" y="80"/>
                  <a:pt x="391" y="83"/>
                  <a:pt x="381" y="83"/>
                </a:cubicBezTo>
                <a:cubicBezTo>
                  <a:pt x="361" y="83"/>
                  <a:pt x="349" y="74"/>
                  <a:pt x="346" y="56"/>
                </a:cubicBezTo>
                <a:cubicBezTo>
                  <a:pt x="345" y="48"/>
                  <a:pt x="346" y="42"/>
                  <a:pt x="349" y="37"/>
                </a:cubicBezTo>
                <a:cubicBezTo>
                  <a:pt x="349" y="37"/>
                  <a:pt x="349" y="36"/>
                  <a:pt x="350" y="35"/>
                </a:cubicBezTo>
                <a:lnTo>
                  <a:pt x="350" y="34"/>
                </a:lnTo>
                <a:cubicBezTo>
                  <a:pt x="333" y="36"/>
                  <a:pt x="317" y="42"/>
                  <a:pt x="302" y="54"/>
                </a:cubicBezTo>
                <a:cubicBezTo>
                  <a:pt x="297" y="57"/>
                  <a:pt x="295" y="59"/>
                  <a:pt x="295" y="60"/>
                </a:cubicBezTo>
                <a:cubicBezTo>
                  <a:pt x="295" y="61"/>
                  <a:pt x="296" y="62"/>
                  <a:pt x="298" y="64"/>
                </a:cubicBezTo>
                <a:cubicBezTo>
                  <a:pt x="301" y="67"/>
                  <a:pt x="303" y="71"/>
                  <a:pt x="306" y="75"/>
                </a:cubicBezTo>
                <a:cubicBezTo>
                  <a:pt x="309" y="80"/>
                  <a:pt x="313" y="86"/>
                  <a:pt x="316" y="92"/>
                </a:cubicBezTo>
                <a:cubicBezTo>
                  <a:pt x="320" y="98"/>
                  <a:pt x="323" y="105"/>
                  <a:pt x="325" y="115"/>
                </a:cubicBezTo>
                <a:cubicBezTo>
                  <a:pt x="326" y="125"/>
                  <a:pt x="328" y="135"/>
                  <a:pt x="328" y="145"/>
                </a:cubicBezTo>
                <a:cubicBezTo>
                  <a:pt x="328" y="182"/>
                  <a:pt x="313" y="214"/>
                  <a:pt x="284" y="240"/>
                </a:cubicBezTo>
                <a:cubicBezTo>
                  <a:pt x="254" y="266"/>
                  <a:pt x="218" y="280"/>
                  <a:pt x="175" y="280"/>
                </a:cubicBezTo>
                <a:cubicBezTo>
                  <a:pt x="145" y="280"/>
                  <a:pt x="115" y="272"/>
                  <a:pt x="85" y="255"/>
                </a:cubicBezTo>
                <a:cubicBezTo>
                  <a:pt x="79" y="266"/>
                  <a:pt x="75" y="277"/>
                  <a:pt x="75" y="289"/>
                </a:cubicBezTo>
                <a:cubicBezTo>
                  <a:pt x="75" y="310"/>
                  <a:pt x="83" y="326"/>
                  <a:pt x="99" y="336"/>
                </a:cubicBezTo>
                <a:cubicBezTo>
                  <a:pt x="104" y="340"/>
                  <a:pt x="109" y="342"/>
                  <a:pt x="114" y="342"/>
                </a:cubicBezTo>
                <a:cubicBezTo>
                  <a:pt x="119" y="342"/>
                  <a:pt x="141" y="342"/>
                  <a:pt x="179" y="344"/>
                </a:cubicBezTo>
                <a:cubicBezTo>
                  <a:pt x="230" y="344"/>
                  <a:pt x="262" y="346"/>
                  <a:pt x="277" y="349"/>
                </a:cubicBezTo>
                <a:cubicBezTo>
                  <a:pt x="313" y="354"/>
                  <a:pt x="342" y="367"/>
                  <a:pt x="364" y="386"/>
                </a:cubicBezTo>
                <a:cubicBezTo>
                  <a:pt x="388" y="409"/>
                  <a:pt x="400" y="439"/>
                  <a:pt x="400" y="474"/>
                </a:cubicBezTo>
                <a:cubicBezTo>
                  <a:pt x="400" y="515"/>
                  <a:pt x="376" y="546"/>
                  <a:pt x="328" y="567"/>
                </a:cubicBezTo>
                <a:cubicBezTo>
                  <a:pt x="292" y="586"/>
                  <a:pt x="249" y="595"/>
                  <a:pt x="200" y="595"/>
                </a:cubicBezTo>
                <a:cubicBezTo>
                  <a:pt x="150" y="595"/>
                  <a:pt x="107" y="586"/>
                  <a:pt x="71" y="567"/>
                </a:cubicBezTo>
                <a:cubicBezTo>
                  <a:pt x="24" y="546"/>
                  <a:pt x="0" y="516"/>
                  <a:pt x="0" y="477"/>
                </a:cubicBezTo>
                <a:cubicBezTo>
                  <a:pt x="0" y="455"/>
                  <a:pt x="7" y="437"/>
                  <a:pt x="19" y="423"/>
                </a:cubicBezTo>
                <a:cubicBezTo>
                  <a:pt x="32" y="409"/>
                  <a:pt x="45" y="399"/>
                  <a:pt x="57" y="393"/>
                </a:cubicBezTo>
                <a:lnTo>
                  <a:pt x="67" y="388"/>
                </a:lnTo>
                <a:cubicBezTo>
                  <a:pt x="46" y="369"/>
                  <a:pt x="35" y="344"/>
                  <a:pt x="35" y="312"/>
                </a:cubicBezTo>
                <a:cubicBezTo>
                  <a:pt x="35" y="284"/>
                  <a:pt x="43" y="258"/>
                  <a:pt x="61" y="234"/>
                </a:cubicBezTo>
                <a:cubicBezTo>
                  <a:pt x="34" y="208"/>
                  <a:pt x="21" y="178"/>
                  <a:pt x="21" y="145"/>
                </a:cubicBezTo>
                <a:cubicBezTo>
                  <a:pt x="21" y="107"/>
                  <a:pt x="36" y="75"/>
                  <a:pt x="66" y="49"/>
                </a:cubicBezTo>
                <a:cubicBezTo>
                  <a:pt x="96" y="23"/>
                  <a:pt x="133" y="10"/>
                  <a:pt x="176" y="9"/>
                </a:cubicBezTo>
                <a:cubicBezTo>
                  <a:pt x="206" y="9"/>
                  <a:pt x="235" y="17"/>
                  <a:pt x="261" y="33"/>
                </a:cubicBezTo>
                <a:lnTo>
                  <a:pt x="271" y="39"/>
                </a:lnTo>
                <a:moveTo>
                  <a:pt x="244" y="99"/>
                </a:moveTo>
                <a:cubicBezTo>
                  <a:pt x="241" y="82"/>
                  <a:pt x="233" y="69"/>
                  <a:pt x="221" y="59"/>
                </a:cubicBezTo>
                <a:cubicBezTo>
                  <a:pt x="208" y="49"/>
                  <a:pt x="192" y="44"/>
                  <a:pt x="174" y="44"/>
                </a:cubicBezTo>
                <a:cubicBezTo>
                  <a:pt x="156" y="44"/>
                  <a:pt x="141" y="49"/>
                  <a:pt x="129" y="58"/>
                </a:cubicBezTo>
                <a:cubicBezTo>
                  <a:pt x="116" y="68"/>
                  <a:pt x="108" y="81"/>
                  <a:pt x="105" y="99"/>
                </a:cubicBezTo>
                <a:cubicBezTo>
                  <a:pt x="103" y="109"/>
                  <a:pt x="102" y="124"/>
                  <a:pt x="102" y="145"/>
                </a:cubicBezTo>
                <a:cubicBezTo>
                  <a:pt x="102" y="171"/>
                  <a:pt x="105" y="191"/>
                  <a:pt x="109" y="204"/>
                </a:cubicBezTo>
                <a:cubicBezTo>
                  <a:pt x="113" y="216"/>
                  <a:pt x="122" y="227"/>
                  <a:pt x="136" y="235"/>
                </a:cubicBezTo>
                <a:cubicBezTo>
                  <a:pt x="146" y="241"/>
                  <a:pt x="159" y="245"/>
                  <a:pt x="175" y="245"/>
                </a:cubicBezTo>
                <a:cubicBezTo>
                  <a:pt x="188" y="245"/>
                  <a:pt x="199" y="243"/>
                  <a:pt x="209" y="238"/>
                </a:cubicBezTo>
                <a:cubicBezTo>
                  <a:pt x="219" y="234"/>
                  <a:pt x="226" y="228"/>
                  <a:pt x="230" y="222"/>
                </a:cubicBezTo>
                <a:cubicBezTo>
                  <a:pt x="234" y="215"/>
                  <a:pt x="237" y="209"/>
                  <a:pt x="240" y="204"/>
                </a:cubicBezTo>
                <a:cubicBezTo>
                  <a:pt x="242" y="198"/>
                  <a:pt x="244" y="194"/>
                  <a:pt x="244" y="190"/>
                </a:cubicBezTo>
                <a:cubicBezTo>
                  <a:pt x="246" y="180"/>
                  <a:pt x="247" y="165"/>
                  <a:pt x="247" y="145"/>
                </a:cubicBezTo>
                <a:cubicBezTo>
                  <a:pt x="247" y="124"/>
                  <a:pt x="246" y="109"/>
                  <a:pt x="244" y="99"/>
                </a:cubicBezTo>
                <a:moveTo>
                  <a:pt x="338" y="477"/>
                </a:moveTo>
                <a:cubicBezTo>
                  <a:pt x="338" y="462"/>
                  <a:pt x="334" y="450"/>
                  <a:pt x="325" y="440"/>
                </a:cubicBezTo>
                <a:cubicBezTo>
                  <a:pt x="317" y="430"/>
                  <a:pt x="305" y="424"/>
                  <a:pt x="288" y="419"/>
                </a:cubicBezTo>
                <a:cubicBezTo>
                  <a:pt x="272" y="415"/>
                  <a:pt x="257" y="412"/>
                  <a:pt x="244" y="411"/>
                </a:cubicBezTo>
                <a:cubicBezTo>
                  <a:pt x="231" y="410"/>
                  <a:pt x="215" y="409"/>
                  <a:pt x="195" y="409"/>
                </a:cubicBezTo>
                <a:lnTo>
                  <a:pt x="171" y="409"/>
                </a:lnTo>
                <a:cubicBezTo>
                  <a:pt x="131" y="409"/>
                  <a:pt x="107" y="411"/>
                  <a:pt x="99" y="415"/>
                </a:cubicBezTo>
                <a:cubicBezTo>
                  <a:pt x="87" y="420"/>
                  <a:pt x="77" y="429"/>
                  <a:pt x="71" y="440"/>
                </a:cubicBezTo>
                <a:cubicBezTo>
                  <a:pt x="64" y="452"/>
                  <a:pt x="61" y="464"/>
                  <a:pt x="60" y="476"/>
                </a:cubicBezTo>
                <a:cubicBezTo>
                  <a:pt x="60" y="482"/>
                  <a:pt x="62" y="489"/>
                  <a:pt x="65" y="497"/>
                </a:cubicBezTo>
                <a:cubicBezTo>
                  <a:pt x="69" y="505"/>
                  <a:pt x="75" y="514"/>
                  <a:pt x="84" y="524"/>
                </a:cubicBezTo>
                <a:cubicBezTo>
                  <a:pt x="93" y="534"/>
                  <a:pt x="108" y="543"/>
                  <a:pt x="128" y="549"/>
                </a:cubicBezTo>
                <a:cubicBezTo>
                  <a:pt x="148" y="556"/>
                  <a:pt x="172" y="560"/>
                  <a:pt x="200" y="560"/>
                </a:cubicBezTo>
                <a:cubicBezTo>
                  <a:pt x="241" y="560"/>
                  <a:pt x="275" y="552"/>
                  <a:pt x="300" y="535"/>
                </a:cubicBezTo>
                <a:cubicBezTo>
                  <a:pt x="325" y="518"/>
                  <a:pt x="338" y="499"/>
                  <a:pt x="338" y="47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7823160" y="184752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2"/>
                </a:moveTo>
                <a:cubicBezTo>
                  <a:pt x="0" y="410"/>
                  <a:pt x="3" y="371"/>
                  <a:pt x="9" y="333"/>
                </a:cubicBezTo>
                <a:cubicBezTo>
                  <a:pt x="16" y="296"/>
                  <a:pt x="22" y="264"/>
                  <a:pt x="30" y="237"/>
                </a:cubicBezTo>
                <a:cubicBezTo>
                  <a:pt x="38" y="210"/>
                  <a:pt x="49" y="183"/>
                  <a:pt x="64" y="157"/>
                </a:cubicBezTo>
                <a:cubicBezTo>
                  <a:pt x="78" y="132"/>
                  <a:pt x="90" y="111"/>
                  <a:pt x="99" y="97"/>
                </a:cubicBezTo>
                <a:cubicBezTo>
                  <a:pt x="107" y="83"/>
                  <a:pt x="120" y="67"/>
                  <a:pt x="137" y="50"/>
                </a:cubicBezTo>
                <a:cubicBezTo>
                  <a:pt x="154" y="33"/>
                  <a:pt x="164" y="23"/>
                  <a:pt x="167" y="19"/>
                </a:cubicBezTo>
                <a:cubicBezTo>
                  <a:pt x="170" y="16"/>
                  <a:pt x="177" y="9"/>
                  <a:pt x="189" y="0"/>
                </a:cubicBezTo>
                <a:lnTo>
                  <a:pt x="201" y="0"/>
                </a:lnTo>
                <a:lnTo>
                  <a:pt x="205" y="0"/>
                </a:lnTo>
                <a:cubicBezTo>
                  <a:pt x="213" y="0"/>
                  <a:pt x="217" y="3"/>
                  <a:pt x="217" y="9"/>
                </a:cubicBezTo>
                <a:cubicBezTo>
                  <a:pt x="217" y="10"/>
                  <a:pt x="212" y="17"/>
                  <a:pt x="202" y="27"/>
                </a:cubicBezTo>
                <a:cubicBezTo>
                  <a:pt x="192" y="38"/>
                  <a:pt x="179" y="54"/>
                  <a:pt x="165" y="75"/>
                </a:cubicBezTo>
                <a:cubicBezTo>
                  <a:pt x="150" y="96"/>
                  <a:pt x="136" y="122"/>
                  <a:pt x="121" y="153"/>
                </a:cubicBezTo>
                <a:cubicBezTo>
                  <a:pt x="106" y="184"/>
                  <a:pt x="93" y="225"/>
                  <a:pt x="82" y="278"/>
                </a:cubicBezTo>
                <a:cubicBezTo>
                  <a:pt x="71" y="330"/>
                  <a:pt x="66" y="388"/>
                  <a:pt x="66" y="452"/>
                </a:cubicBezTo>
                <a:cubicBezTo>
                  <a:pt x="66" y="516"/>
                  <a:pt x="71" y="573"/>
                  <a:pt x="82" y="625"/>
                </a:cubicBezTo>
                <a:cubicBezTo>
                  <a:pt x="93" y="677"/>
                  <a:pt x="105" y="719"/>
                  <a:pt x="120" y="752"/>
                </a:cubicBezTo>
                <a:cubicBezTo>
                  <a:pt x="134" y="783"/>
                  <a:pt x="149" y="809"/>
                  <a:pt x="164" y="829"/>
                </a:cubicBezTo>
                <a:cubicBezTo>
                  <a:pt x="179" y="849"/>
                  <a:pt x="192" y="865"/>
                  <a:pt x="202" y="877"/>
                </a:cubicBezTo>
                <a:cubicBezTo>
                  <a:pt x="212" y="889"/>
                  <a:pt x="217" y="895"/>
                  <a:pt x="217" y="896"/>
                </a:cubicBezTo>
                <a:cubicBezTo>
                  <a:pt x="217" y="901"/>
                  <a:pt x="213" y="904"/>
                  <a:pt x="204" y="904"/>
                </a:cubicBezTo>
                <a:lnTo>
                  <a:pt x="201" y="904"/>
                </a:lnTo>
                <a:lnTo>
                  <a:pt x="189" y="904"/>
                </a:lnTo>
                <a:lnTo>
                  <a:pt x="164" y="882"/>
                </a:lnTo>
                <a:cubicBezTo>
                  <a:pt x="107" y="831"/>
                  <a:pt x="65" y="767"/>
                  <a:pt x="39" y="690"/>
                </a:cubicBezTo>
                <a:cubicBezTo>
                  <a:pt x="13" y="614"/>
                  <a:pt x="0" y="534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7946280" y="1874880"/>
            <a:ext cx="111960" cy="216720"/>
          </a:xfrm>
          <a:custGeom>
            <a:avLst/>
            <a:gdLst/>
            <a:ahLst/>
            <a:rect l="0" t="0" r="r" b="b"/>
            <a:pathLst>
              <a:path w="311" h="602">
                <a:moveTo>
                  <a:pt x="118" y="80"/>
                </a:moveTo>
                <a:lnTo>
                  <a:pt x="106" y="84"/>
                </a:lnTo>
                <a:cubicBezTo>
                  <a:pt x="98" y="87"/>
                  <a:pt x="85" y="90"/>
                  <a:pt x="69" y="93"/>
                </a:cubicBezTo>
                <a:cubicBezTo>
                  <a:pt x="54" y="96"/>
                  <a:pt x="36" y="98"/>
                  <a:pt x="17" y="100"/>
                </a:cubicBezTo>
                <a:lnTo>
                  <a:pt x="0" y="100"/>
                </a:lnTo>
                <a:lnTo>
                  <a:pt x="0" y="58"/>
                </a:lnTo>
                <a:lnTo>
                  <a:pt x="17" y="58"/>
                </a:lnTo>
                <a:cubicBezTo>
                  <a:pt x="45" y="57"/>
                  <a:pt x="71" y="52"/>
                  <a:pt x="96" y="44"/>
                </a:cubicBezTo>
                <a:cubicBezTo>
                  <a:pt x="120" y="37"/>
                  <a:pt x="137" y="29"/>
                  <a:pt x="147" y="23"/>
                </a:cubicBezTo>
                <a:cubicBezTo>
                  <a:pt x="157" y="16"/>
                  <a:pt x="165" y="10"/>
                  <a:pt x="172" y="3"/>
                </a:cubicBezTo>
                <a:cubicBezTo>
                  <a:pt x="173" y="1"/>
                  <a:pt x="177" y="0"/>
                  <a:pt x="183" y="0"/>
                </a:cubicBezTo>
                <a:cubicBezTo>
                  <a:pt x="188" y="0"/>
                  <a:pt x="194" y="2"/>
                  <a:pt x="198" y="6"/>
                </a:cubicBezTo>
                <a:lnTo>
                  <a:pt x="198" y="276"/>
                </a:lnTo>
                <a:lnTo>
                  <a:pt x="199" y="547"/>
                </a:lnTo>
                <a:cubicBezTo>
                  <a:pt x="203" y="552"/>
                  <a:pt x="207" y="554"/>
                  <a:pt x="210" y="555"/>
                </a:cubicBezTo>
                <a:cubicBezTo>
                  <a:pt x="213" y="557"/>
                  <a:pt x="220" y="558"/>
                  <a:pt x="232" y="559"/>
                </a:cubicBezTo>
                <a:cubicBezTo>
                  <a:pt x="243" y="560"/>
                  <a:pt x="262" y="561"/>
                  <a:pt x="288" y="561"/>
                </a:cubicBezTo>
                <a:lnTo>
                  <a:pt x="311" y="561"/>
                </a:lnTo>
                <a:lnTo>
                  <a:pt x="311" y="602"/>
                </a:lnTo>
                <a:lnTo>
                  <a:pt x="301" y="602"/>
                </a:lnTo>
                <a:cubicBezTo>
                  <a:pt x="289" y="601"/>
                  <a:pt x="241" y="600"/>
                  <a:pt x="158" y="600"/>
                </a:cubicBezTo>
                <a:cubicBezTo>
                  <a:pt x="75" y="600"/>
                  <a:pt x="28" y="601"/>
                  <a:pt x="15" y="602"/>
                </a:cubicBezTo>
                <a:lnTo>
                  <a:pt x="4" y="602"/>
                </a:lnTo>
                <a:lnTo>
                  <a:pt x="4" y="561"/>
                </a:lnTo>
                <a:lnTo>
                  <a:pt x="28" y="561"/>
                </a:lnTo>
                <a:cubicBezTo>
                  <a:pt x="41" y="561"/>
                  <a:pt x="52" y="561"/>
                  <a:pt x="62" y="561"/>
                </a:cubicBezTo>
                <a:cubicBezTo>
                  <a:pt x="72" y="561"/>
                  <a:pt x="79" y="561"/>
                  <a:pt x="85" y="560"/>
                </a:cubicBezTo>
                <a:cubicBezTo>
                  <a:pt x="90" y="559"/>
                  <a:pt x="96" y="558"/>
                  <a:pt x="100" y="557"/>
                </a:cubicBezTo>
                <a:cubicBezTo>
                  <a:pt x="104" y="556"/>
                  <a:pt x="107" y="555"/>
                  <a:pt x="107" y="555"/>
                </a:cubicBezTo>
                <a:cubicBezTo>
                  <a:pt x="108" y="555"/>
                  <a:pt x="110" y="554"/>
                  <a:pt x="113" y="551"/>
                </a:cubicBezTo>
                <a:cubicBezTo>
                  <a:pt x="116" y="548"/>
                  <a:pt x="117" y="547"/>
                  <a:pt x="118" y="547"/>
                </a:cubicBezTo>
                <a:lnTo>
                  <a:pt x="118" y="8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8181000" y="2003760"/>
            <a:ext cx="198720" cy="13320"/>
          </a:xfrm>
          <a:custGeom>
            <a:avLst/>
            <a:gdLst/>
            <a:ahLst/>
            <a:rect l="0" t="0" r="r" b="b"/>
            <a:pathLst>
              <a:path w="552" h="37">
                <a:moveTo>
                  <a:pt x="13" y="0"/>
                </a:moveTo>
                <a:lnTo>
                  <a:pt x="539" y="0"/>
                </a:lnTo>
                <a:cubicBezTo>
                  <a:pt x="548" y="5"/>
                  <a:pt x="552" y="11"/>
                  <a:pt x="552" y="18"/>
                </a:cubicBezTo>
                <a:cubicBezTo>
                  <a:pt x="552" y="25"/>
                  <a:pt x="548" y="31"/>
                  <a:pt x="539" y="37"/>
                </a:cubicBezTo>
                <a:lnTo>
                  <a:pt x="13" y="37"/>
                </a:lnTo>
                <a:cubicBezTo>
                  <a:pt x="5" y="32"/>
                  <a:pt x="0" y="26"/>
                  <a:pt x="0" y="18"/>
                </a:cubicBezTo>
                <a:cubicBezTo>
                  <a:pt x="0" y="10"/>
                  <a:pt x="5" y="4"/>
                  <a:pt x="13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8489520" y="186948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30" y="51"/>
                </a:moveTo>
                <a:cubicBezTo>
                  <a:pt x="230" y="46"/>
                  <a:pt x="212" y="44"/>
                  <a:pt x="178" y="41"/>
                </a:cubicBezTo>
                <a:cubicBezTo>
                  <a:pt x="164" y="41"/>
                  <a:pt x="155" y="41"/>
                  <a:pt x="151" y="41"/>
                </a:cubicBezTo>
                <a:cubicBezTo>
                  <a:pt x="147" y="40"/>
                  <a:pt x="145" y="37"/>
                  <a:pt x="145" y="32"/>
                </a:cubicBezTo>
                <a:cubicBezTo>
                  <a:pt x="145" y="28"/>
                  <a:pt x="146" y="22"/>
                  <a:pt x="148" y="14"/>
                </a:cubicBezTo>
                <a:cubicBezTo>
                  <a:pt x="151" y="7"/>
                  <a:pt x="153" y="3"/>
                  <a:pt x="155" y="1"/>
                </a:cubicBezTo>
                <a:cubicBezTo>
                  <a:pt x="156" y="0"/>
                  <a:pt x="216" y="0"/>
                  <a:pt x="334" y="0"/>
                </a:cubicBezTo>
                <a:cubicBezTo>
                  <a:pt x="436" y="0"/>
                  <a:pt x="492" y="1"/>
                  <a:pt x="504" y="1"/>
                </a:cubicBezTo>
                <a:cubicBezTo>
                  <a:pt x="516" y="1"/>
                  <a:pt x="528" y="3"/>
                  <a:pt x="540" y="6"/>
                </a:cubicBezTo>
                <a:cubicBezTo>
                  <a:pt x="583" y="16"/>
                  <a:pt x="620" y="40"/>
                  <a:pt x="650" y="79"/>
                </a:cubicBezTo>
                <a:cubicBezTo>
                  <a:pt x="680" y="116"/>
                  <a:pt x="696" y="166"/>
                  <a:pt x="696" y="228"/>
                </a:cubicBezTo>
                <a:cubicBezTo>
                  <a:pt x="696" y="322"/>
                  <a:pt x="664" y="406"/>
                  <a:pt x="600" y="481"/>
                </a:cubicBezTo>
                <a:cubicBezTo>
                  <a:pt x="535" y="556"/>
                  <a:pt x="460" y="600"/>
                  <a:pt x="371" y="615"/>
                </a:cubicBezTo>
                <a:lnTo>
                  <a:pt x="359" y="617"/>
                </a:lnTo>
                <a:lnTo>
                  <a:pt x="184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1" y="617"/>
                  <a:pt x="12" y="617"/>
                  <a:pt x="7" y="616"/>
                </a:cubicBezTo>
                <a:cubicBezTo>
                  <a:pt x="3" y="614"/>
                  <a:pt x="1" y="612"/>
                  <a:pt x="0" y="607"/>
                </a:cubicBezTo>
                <a:cubicBezTo>
                  <a:pt x="0" y="606"/>
                  <a:pt x="1" y="602"/>
                  <a:pt x="3" y="595"/>
                </a:cubicBezTo>
                <a:cubicBezTo>
                  <a:pt x="5" y="585"/>
                  <a:pt x="8" y="580"/>
                  <a:pt x="10" y="579"/>
                </a:cubicBezTo>
                <a:cubicBezTo>
                  <a:pt x="13" y="577"/>
                  <a:pt x="20" y="576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4" y="571"/>
                  <a:pt x="99" y="568"/>
                  <a:pt x="102" y="562"/>
                </a:cubicBezTo>
                <a:cubicBezTo>
                  <a:pt x="104" y="560"/>
                  <a:pt x="126" y="476"/>
                  <a:pt x="167" y="311"/>
                </a:cubicBezTo>
                <a:cubicBezTo>
                  <a:pt x="209" y="147"/>
                  <a:pt x="230" y="60"/>
                  <a:pt x="230" y="51"/>
                </a:cubicBezTo>
                <a:moveTo>
                  <a:pt x="606" y="194"/>
                </a:moveTo>
                <a:cubicBezTo>
                  <a:pt x="606" y="171"/>
                  <a:pt x="603" y="151"/>
                  <a:pt x="596" y="133"/>
                </a:cubicBezTo>
                <a:cubicBezTo>
                  <a:pt x="590" y="115"/>
                  <a:pt x="582" y="100"/>
                  <a:pt x="573" y="90"/>
                </a:cubicBezTo>
                <a:cubicBezTo>
                  <a:pt x="564" y="80"/>
                  <a:pt x="553" y="71"/>
                  <a:pt x="539" y="64"/>
                </a:cubicBezTo>
                <a:cubicBezTo>
                  <a:pt x="526" y="57"/>
                  <a:pt x="514" y="52"/>
                  <a:pt x="504" y="50"/>
                </a:cubicBezTo>
                <a:cubicBezTo>
                  <a:pt x="494" y="47"/>
                  <a:pt x="483" y="45"/>
                  <a:pt x="472" y="42"/>
                </a:cubicBezTo>
                <a:cubicBezTo>
                  <a:pt x="471" y="42"/>
                  <a:pt x="467" y="42"/>
                  <a:pt x="460" y="42"/>
                </a:cubicBezTo>
                <a:cubicBezTo>
                  <a:pt x="453" y="42"/>
                  <a:pt x="444" y="42"/>
                  <a:pt x="434" y="42"/>
                </a:cubicBezTo>
                <a:cubicBezTo>
                  <a:pt x="423" y="42"/>
                  <a:pt x="413" y="42"/>
                  <a:pt x="404" y="41"/>
                </a:cubicBezTo>
                <a:lnTo>
                  <a:pt x="364" y="41"/>
                </a:lnTo>
                <a:cubicBezTo>
                  <a:pt x="338" y="41"/>
                  <a:pt x="323" y="45"/>
                  <a:pt x="319" y="51"/>
                </a:cubicBezTo>
                <a:cubicBezTo>
                  <a:pt x="318" y="54"/>
                  <a:pt x="296" y="141"/>
                  <a:pt x="253" y="311"/>
                </a:cubicBezTo>
                <a:cubicBezTo>
                  <a:pt x="210" y="482"/>
                  <a:pt x="189" y="569"/>
                  <a:pt x="189" y="570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5" y="574"/>
                  <a:pt x="229" y="574"/>
                  <a:pt x="268" y="575"/>
                </a:cubicBezTo>
                <a:cubicBezTo>
                  <a:pt x="271" y="575"/>
                  <a:pt x="277" y="575"/>
                  <a:pt x="286" y="575"/>
                </a:cubicBezTo>
                <a:cubicBezTo>
                  <a:pt x="294" y="575"/>
                  <a:pt x="301" y="575"/>
                  <a:pt x="307" y="576"/>
                </a:cubicBezTo>
                <a:cubicBezTo>
                  <a:pt x="383" y="576"/>
                  <a:pt x="447" y="551"/>
                  <a:pt x="496" y="502"/>
                </a:cubicBezTo>
                <a:cubicBezTo>
                  <a:pt x="518" y="480"/>
                  <a:pt x="535" y="455"/>
                  <a:pt x="549" y="426"/>
                </a:cubicBezTo>
                <a:cubicBezTo>
                  <a:pt x="563" y="397"/>
                  <a:pt x="576" y="359"/>
                  <a:pt x="588" y="311"/>
                </a:cubicBezTo>
                <a:cubicBezTo>
                  <a:pt x="600" y="264"/>
                  <a:pt x="606" y="225"/>
                  <a:pt x="606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8778600" y="184752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0" y="452"/>
                </a:moveTo>
                <a:cubicBezTo>
                  <a:pt x="0" y="410"/>
                  <a:pt x="3" y="371"/>
                  <a:pt x="9" y="333"/>
                </a:cubicBezTo>
                <a:cubicBezTo>
                  <a:pt x="15" y="296"/>
                  <a:pt x="23" y="264"/>
                  <a:pt x="31" y="237"/>
                </a:cubicBezTo>
                <a:cubicBezTo>
                  <a:pt x="38" y="210"/>
                  <a:pt x="49" y="183"/>
                  <a:pt x="64" y="157"/>
                </a:cubicBezTo>
                <a:cubicBezTo>
                  <a:pt x="78" y="132"/>
                  <a:pt x="90" y="111"/>
                  <a:pt x="98" y="97"/>
                </a:cubicBezTo>
                <a:cubicBezTo>
                  <a:pt x="107" y="83"/>
                  <a:pt x="119" y="67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6"/>
                  <a:pt x="176" y="9"/>
                  <a:pt x="189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3"/>
                  <a:pt x="216" y="9"/>
                </a:cubicBezTo>
                <a:cubicBezTo>
                  <a:pt x="216" y="10"/>
                  <a:pt x="211" y="17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50" y="96"/>
                  <a:pt x="135" y="122"/>
                  <a:pt x="120" y="153"/>
                </a:cubicBezTo>
                <a:cubicBezTo>
                  <a:pt x="105" y="184"/>
                  <a:pt x="92" y="225"/>
                  <a:pt x="82" y="278"/>
                </a:cubicBezTo>
                <a:cubicBezTo>
                  <a:pt x="72" y="330"/>
                  <a:pt x="67" y="388"/>
                  <a:pt x="67" y="452"/>
                </a:cubicBezTo>
                <a:cubicBezTo>
                  <a:pt x="67" y="516"/>
                  <a:pt x="72" y="573"/>
                  <a:pt x="82" y="625"/>
                </a:cubicBezTo>
                <a:cubicBezTo>
                  <a:pt x="92" y="677"/>
                  <a:pt x="105" y="719"/>
                  <a:pt x="119" y="752"/>
                </a:cubicBezTo>
                <a:cubicBezTo>
                  <a:pt x="133" y="783"/>
                  <a:pt x="148" y="809"/>
                  <a:pt x="163" y="829"/>
                </a:cubicBezTo>
                <a:cubicBezTo>
                  <a:pt x="178" y="849"/>
                  <a:pt x="191" y="865"/>
                  <a:pt x="201" y="877"/>
                </a:cubicBezTo>
                <a:cubicBezTo>
                  <a:pt x="211" y="889"/>
                  <a:pt x="216" y="895"/>
                  <a:pt x="216" y="896"/>
                </a:cubicBezTo>
                <a:cubicBezTo>
                  <a:pt x="216" y="901"/>
                  <a:pt x="212" y="904"/>
                  <a:pt x="203" y="904"/>
                </a:cubicBezTo>
                <a:lnTo>
                  <a:pt x="200" y="904"/>
                </a:lnTo>
                <a:lnTo>
                  <a:pt x="189" y="904"/>
                </a:lnTo>
                <a:lnTo>
                  <a:pt x="163" y="882"/>
                </a:lnTo>
                <a:cubicBezTo>
                  <a:pt x="107" y="831"/>
                  <a:pt x="65" y="767"/>
                  <a:pt x="40" y="690"/>
                </a:cubicBezTo>
                <a:cubicBezTo>
                  <a:pt x="13" y="614"/>
                  <a:pt x="0" y="534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8890560" y="186228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10"/>
                </a:moveTo>
                <a:cubicBezTo>
                  <a:pt x="0" y="340"/>
                  <a:pt x="20" y="273"/>
                  <a:pt x="61" y="209"/>
                </a:cubicBezTo>
                <a:cubicBezTo>
                  <a:pt x="101" y="146"/>
                  <a:pt x="152" y="95"/>
                  <a:pt x="213" y="58"/>
                </a:cubicBezTo>
                <a:cubicBezTo>
                  <a:pt x="275" y="20"/>
                  <a:pt x="336" y="2"/>
                  <a:pt x="397" y="1"/>
                </a:cubicBezTo>
                <a:cubicBezTo>
                  <a:pt x="451" y="1"/>
                  <a:pt x="495" y="16"/>
                  <a:pt x="526" y="47"/>
                </a:cubicBezTo>
                <a:cubicBezTo>
                  <a:pt x="532" y="53"/>
                  <a:pt x="536" y="58"/>
                  <a:pt x="540" y="62"/>
                </a:cubicBezTo>
                <a:cubicBezTo>
                  <a:pt x="544" y="67"/>
                  <a:pt x="546" y="70"/>
                  <a:pt x="547" y="71"/>
                </a:cubicBezTo>
                <a:lnTo>
                  <a:pt x="548" y="74"/>
                </a:lnTo>
                <a:cubicBezTo>
                  <a:pt x="550" y="74"/>
                  <a:pt x="558" y="66"/>
                  <a:pt x="572" y="51"/>
                </a:cubicBezTo>
                <a:cubicBezTo>
                  <a:pt x="577" y="47"/>
                  <a:pt x="581" y="43"/>
                  <a:pt x="587" y="38"/>
                </a:cubicBezTo>
                <a:cubicBezTo>
                  <a:pt x="592" y="33"/>
                  <a:pt x="597" y="28"/>
                  <a:pt x="601" y="24"/>
                </a:cubicBezTo>
                <a:cubicBezTo>
                  <a:pt x="606" y="19"/>
                  <a:pt x="609" y="15"/>
                  <a:pt x="610" y="14"/>
                </a:cubicBezTo>
                <a:lnTo>
                  <a:pt x="624" y="0"/>
                </a:lnTo>
                <a:lnTo>
                  <a:pt x="629" y="0"/>
                </a:lnTo>
                <a:cubicBezTo>
                  <a:pt x="638" y="0"/>
                  <a:pt x="642" y="2"/>
                  <a:pt x="642" y="6"/>
                </a:cubicBezTo>
                <a:cubicBezTo>
                  <a:pt x="642" y="9"/>
                  <a:pt x="632" y="50"/>
                  <a:pt x="613" y="130"/>
                </a:cubicBezTo>
                <a:cubicBezTo>
                  <a:pt x="592" y="214"/>
                  <a:pt x="580" y="256"/>
                  <a:pt x="580" y="256"/>
                </a:cubicBezTo>
                <a:cubicBezTo>
                  <a:pt x="578" y="259"/>
                  <a:pt x="577" y="261"/>
                  <a:pt x="575" y="262"/>
                </a:cubicBezTo>
                <a:cubicBezTo>
                  <a:pt x="573" y="262"/>
                  <a:pt x="568" y="263"/>
                  <a:pt x="559" y="264"/>
                </a:cubicBezTo>
                <a:lnTo>
                  <a:pt x="544" y="264"/>
                </a:lnTo>
                <a:cubicBezTo>
                  <a:pt x="541" y="260"/>
                  <a:pt x="539" y="257"/>
                  <a:pt x="539" y="255"/>
                </a:cubicBezTo>
                <a:cubicBezTo>
                  <a:pt x="539" y="255"/>
                  <a:pt x="539" y="253"/>
                  <a:pt x="540" y="249"/>
                </a:cubicBezTo>
                <a:cubicBezTo>
                  <a:pt x="541" y="246"/>
                  <a:pt x="541" y="240"/>
                  <a:pt x="542" y="231"/>
                </a:cubicBezTo>
                <a:cubicBezTo>
                  <a:pt x="542" y="223"/>
                  <a:pt x="543" y="213"/>
                  <a:pt x="543" y="202"/>
                </a:cubicBezTo>
                <a:cubicBezTo>
                  <a:pt x="543" y="160"/>
                  <a:pt x="533" y="122"/>
                  <a:pt x="514" y="90"/>
                </a:cubicBezTo>
                <a:cubicBezTo>
                  <a:pt x="495" y="58"/>
                  <a:pt x="462" y="42"/>
                  <a:pt x="415" y="42"/>
                </a:cubicBezTo>
                <a:cubicBezTo>
                  <a:pt x="405" y="42"/>
                  <a:pt x="393" y="42"/>
                  <a:pt x="380" y="44"/>
                </a:cubicBezTo>
                <a:cubicBezTo>
                  <a:pt x="368" y="46"/>
                  <a:pt x="352" y="50"/>
                  <a:pt x="332" y="56"/>
                </a:cubicBezTo>
                <a:cubicBezTo>
                  <a:pt x="313" y="62"/>
                  <a:pt x="295" y="70"/>
                  <a:pt x="277" y="81"/>
                </a:cubicBezTo>
                <a:cubicBezTo>
                  <a:pt x="260" y="92"/>
                  <a:pt x="241" y="107"/>
                  <a:pt x="220" y="125"/>
                </a:cubicBezTo>
                <a:cubicBezTo>
                  <a:pt x="200" y="143"/>
                  <a:pt x="183" y="164"/>
                  <a:pt x="168" y="189"/>
                </a:cubicBezTo>
                <a:cubicBezTo>
                  <a:pt x="154" y="213"/>
                  <a:pt x="139" y="244"/>
                  <a:pt x="126" y="281"/>
                </a:cubicBezTo>
                <a:cubicBezTo>
                  <a:pt x="112" y="317"/>
                  <a:pt x="102" y="358"/>
                  <a:pt x="98" y="402"/>
                </a:cubicBezTo>
                <a:cubicBezTo>
                  <a:pt x="96" y="414"/>
                  <a:pt x="96" y="425"/>
                  <a:pt x="96" y="438"/>
                </a:cubicBezTo>
                <a:cubicBezTo>
                  <a:pt x="96" y="467"/>
                  <a:pt x="100" y="492"/>
                  <a:pt x="108" y="515"/>
                </a:cubicBezTo>
                <a:cubicBezTo>
                  <a:pt x="117" y="537"/>
                  <a:pt x="128" y="554"/>
                  <a:pt x="141" y="566"/>
                </a:cubicBezTo>
                <a:cubicBezTo>
                  <a:pt x="154" y="578"/>
                  <a:pt x="169" y="588"/>
                  <a:pt x="186" y="597"/>
                </a:cubicBezTo>
                <a:cubicBezTo>
                  <a:pt x="203" y="605"/>
                  <a:pt x="219" y="610"/>
                  <a:pt x="233" y="612"/>
                </a:cubicBezTo>
                <a:cubicBezTo>
                  <a:pt x="247" y="614"/>
                  <a:pt x="261" y="615"/>
                  <a:pt x="274" y="616"/>
                </a:cubicBezTo>
                <a:cubicBezTo>
                  <a:pt x="306" y="616"/>
                  <a:pt x="336" y="609"/>
                  <a:pt x="363" y="595"/>
                </a:cubicBezTo>
                <a:cubicBezTo>
                  <a:pt x="390" y="581"/>
                  <a:pt x="409" y="563"/>
                  <a:pt x="419" y="542"/>
                </a:cubicBezTo>
                <a:cubicBezTo>
                  <a:pt x="421" y="537"/>
                  <a:pt x="425" y="520"/>
                  <a:pt x="433" y="492"/>
                </a:cubicBezTo>
                <a:cubicBezTo>
                  <a:pt x="440" y="464"/>
                  <a:pt x="443" y="448"/>
                  <a:pt x="443" y="444"/>
                </a:cubicBezTo>
                <a:cubicBezTo>
                  <a:pt x="443" y="439"/>
                  <a:pt x="439" y="436"/>
                  <a:pt x="432" y="435"/>
                </a:cubicBezTo>
                <a:cubicBezTo>
                  <a:pt x="424" y="434"/>
                  <a:pt x="406" y="433"/>
                  <a:pt x="377" y="433"/>
                </a:cubicBezTo>
                <a:lnTo>
                  <a:pt x="344" y="433"/>
                </a:lnTo>
                <a:cubicBezTo>
                  <a:pt x="340" y="429"/>
                  <a:pt x="339" y="426"/>
                  <a:pt x="339" y="425"/>
                </a:cubicBezTo>
                <a:cubicBezTo>
                  <a:pt x="339" y="424"/>
                  <a:pt x="339" y="418"/>
                  <a:pt x="340" y="408"/>
                </a:cubicBezTo>
                <a:cubicBezTo>
                  <a:pt x="343" y="399"/>
                  <a:pt x="346" y="394"/>
                  <a:pt x="349" y="390"/>
                </a:cubicBezTo>
                <a:lnTo>
                  <a:pt x="365" y="390"/>
                </a:lnTo>
                <a:cubicBezTo>
                  <a:pt x="389" y="391"/>
                  <a:pt x="431" y="392"/>
                  <a:pt x="491" y="392"/>
                </a:cubicBezTo>
                <a:cubicBezTo>
                  <a:pt x="515" y="392"/>
                  <a:pt x="535" y="392"/>
                  <a:pt x="550" y="392"/>
                </a:cubicBezTo>
                <a:cubicBezTo>
                  <a:pt x="565" y="392"/>
                  <a:pt x="576" y="391"/>
                  <a:pt x="582" y="391"/>
                </a:cubicBezTo>
                <a:cubicBezTo>
                  <a:pt x="590" y="390"/>
                  <a:pt x="594" y="390"/>
                  <a:pt x="594" y="391"/>
                </a:cubicBezTo>
                <a:cubicBezTo>
                  <a:pt x="603" y="391"/>
                  <a:pt x="607" y="394"/>
                  <a:pt x="607" y="399"/>
                </a:cubicBezTo>
                <a:cubicBezTo>
                  <a:pt x="607" y="400"/>
                  <a:pt x="606" y="405"/>
                  <a:pt x="605" y="413"/>
                </a:cubicBezTo>
                <a:cubicBezTo>
                  <a:pt x="602" y="424"/>
                  <a:pt x="599" y="430"/>
                  <a:pt x="596" y="432"/>
                </a:cubicBezTo>
                <a:cubicBezTo>
                  <a:pt x="594" y="432"/>
                  <a:pt x="590" y="433"/>
                  <a:pt x="581" y="433"/>
                </a:cubicBezTo>
                <a:cubicBezTo>
                  <a:pt x="569" y="433"/>
                  <a:pt x="557" y="433"/>
                  <a:pt x="544" y="435"/>
                </a:cubicBezTo>
                <a:cubicBezTo>
                  <a:pt x="540" y="437"/>
                  <a:pt x="537" y="440"/>
                  <a:pt x="535" y="443"/>
                </a:cubicBezTo>
                <a:cubicBezTo>
                  <a:pt x="534" y="447"/>
                  <a:pt x="529" y="462"/>
                  <a:pt x="523" y="489"/>
                </a:cubicBezTo>
                <a:cubicBezTo>
                  <a:pt x="517" y="509"/>
                  <a:pt x="513" y="526"/>
                  <a:pt x="509" y="540"/>
                </a:cubicBezTo>
                <a:cubicBezTo>
                  <a:pt x="494" y="601"/>
                  <a:pt x="486" y="633"/>
                  <a:pt x="484" y="635"/>
                </a:cubicBezTo>
                <a:cubicBezTo>
                  <a:pt x="483" y="636"/>
                  <a:pt x="481" y="637"/>
                  <a:pt x="479" y="637"/>
                </a:cubicBezTo>
                <a:cubicBezTo>
                  <a:pt x="473" y="637"/>
                  <a:pt x="465" y="630"/>
                  <a:pt x="454" y="618"/>
                </a:cubicBezTo>
                <a:cubicBezTo>
                  <a:pt x="443" y="606"/>
                  <a:pt x="436" y="597"/>
                  <a:pt x="433" y="590"/>
                </a:cubicBezTo>
                <a:lnTo>
                  <a:pt x="432" y="590"/>
                </a:lnTo>
                <a:cubicBezTo>
                  <a:pt x="430" y="591"/>
                  <a:pt x="429" y="593"/>
                  <a:pt x="426" y="595"/>
                </a:cubicBezTo>
                <a:cubicBezTo>
                  <a:pt x="382" y="637"/>
                  <a:pt x="322" y="657"/>
                  <a:pt x="246" y="657"/>
                </a:cubicBezTo>
                <a:cubicBezTo>
                  <a:pt x="173" y="657"/>
                  <a:pt x="114" y="634"/>
                  <a:pt x="69" y="588"/>
                </a:cubicBezTo>
                <a:cubicBezTo>
                  <a:pt x="24" y="541"/>
                  <a:pt x="1" y="482"/>
                  <a:pt x="0" y="41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9160200" y="184752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2"/>
                </a:moveTo>
                <a:cubicBezTo>
                  <a:pt x="0" y="410"/>
                  <a:pt x="3" y="371"/>
                  <a:pt x="9" y="333"/>
                </a:cubicBezTo>
                <a:cubicBezTo>
                  <a:pt x="15" y="296"/>
                  <a:pt x="22" y="264"/>
                  <a:pt x="30" y="237"/>
                </a:cubicBezTo>
                <a:cubicBezTo>
                  <a:pt x="39" y="210"/>
                  <a:pt x="50" y="183"/>
                  <a:pt x="65" y="157"/>
                </a:cubicBezTo>
                <a:cubicBezTo>
                  <a:pt x="79" y="132"/>
                  <a:pt x="90" y="111"/>
                  <a:pt x="99" y="97"/>
                </a:cubicBezTo>
                <a:cubicBezTo>
                  <a:pt x="107" y="83"/>
                  <a:pt x="120" y="67"/>
                  <a:pt x="137" y="50"/>
                </a:cubicBezTo>
                <a:cubicBezTo>
                  <a:pt x="154" y="33"/>
                  <a:pt x="164" y="23"/>
                  <a:pt x="167" y="19"/>
                </a:cubicBezTo>
                <a:cubicBezTo>
                  <a:pt x="170" y="16"/>
                  <a:pt x="177" y="9"/>
                  <a:pt x="189" y="0"/>
                </a:cubicBezTo>
                <a:lnTo>
                  <a:pt x="201" y="0"/>
                </a:lnTo>
                <a:lnTo>
                  <a:pt x="204" y="0"/>
                </a:lnTo>
                <a:cubicBezTo>
                  <a:pt x="213" y="0"/>
                  <a:pt x="217" y="3"/>
                  <a:pt x="217" y="9"/>
                </a:cubicBezTo>
                <a:cubicBezTo>
                  <a:pt x="217" y="10"/>
                  <a:pt x="212" y="17"/>
                  <a:pt x="202" y="27"/>
                </a:cubicBezTo>
                <a:cubicBezTo>
                  <a:pt x="192" y="38"/>
                  <a:pt x="179" y="54"/>
                  <a:pt x="165" y="75"/>
                </a:cubicBezTo>
                <a:cubicBezTo>
                  <a:pt x="150" y="96"/>
                  <a:pt x="136" y="122"/>
                  <a:pt x="121" y="153"/>
                </a:cubicBezTo>
                <a:cubicBezTo>
                  <a:pt x="105" y="184"/>
                  <a:pt x="93" y="225"/>
                  <a:pt x="83" y="278"/>
                </a:cubicBezTo>
                <a:cubicBezTo>
                  <a:pt x="72" y="330"/>
                  <a:pt x="67" y="388"/>
                  <a:pt x="67" y="452"/>
                </a:cubicBezTo>
                <a:cubicBezTo>
                  <a:pt x="67" y="516"/>
                  <a:pt x="72" y="573"/>
                  <a:pt x="83" y="625"/>
                </a:cubicBezTo>
                <a:cubicBezTo>
                  <a:pt x="93" y="677"/>
                  <a:pt x="105" y="719"/>
                  <a:pt x="120" y="752"/>
                </a:cubicBezTo>
                <a:cubicBezTo>
                  <a:pt x="134" y="783"/>
                  <a:pt x="149" y="809"/>
                  <a:pt x="164" y="829"/>
                </a:cubicBezTo>
                <a:cubicBezTo>
                  <a:pt x="179" y="849"/>
                  <a:pt x="192" y="865"/>
                  <a:pt x="202" y="877"/>
                </a:cubicBezTo>
                <a:cubicBezTo>
                  <a:pt x="212" y="889"/>
                  <a:pt x="217" y="895"/>
                  <a:pt x="217" y="896"/>
                </a:cubicBezTo>
                <a:cubicBezTo>
                  <a:pt x="217" y="901"/>
                  <a:pt x="213" y="904"/>
                  <a:pt x="204" y="904"/>
                </a:cubicBezTo>
                <a:lnTo>
                  <a:pt x="201" y="904"/>
                </a:lnTo>
                <a:lnTo>
                  <a:pt x="189" y="904"/>
                </a:lnTo>
                <a:lnTo>
                  <a:pt x="164" y="882"/>
                </a:lnTo>
                <a:cubicBezTo>
                  <a:pt x="107" y="831"/>
                  <a:pt x="66" y="767"/>
                  <a:pt x="40" y="690"/>
                </a:cubicBezTo>
                <a:cubicBezTo>
                  <a:pt x="13" y="614"/>
                  <a:pt x="0" y="534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9266760" y="1946880"/>
            <a:ext cx="140040" cy="144720"/>
          </a:xfrm>
          <a:custGeom>
            <a:avLst/>
            <a:gdLst/>
            <a:ahLst/>
            <a:rect l="0" t="0" r="r" b="b"/>
            <a:pathLst>
              <a:path w="389" h="402">
                <a:moveTo>
                  <a:pt x="14" y="166"/>
                </a:moveTo>
                <a:cubicBezTo>
                  <a:pt x="14" y="165"/>
                  <a:pt x="16" y="139"/>
                  <a:pt x="19" y="87"/>
                </a:cubicBezTo>
                <a:cubicBezTo>
                  <a:pt x="23" y="36"/>
                  <a:pt x="25" y="10"/>
                  <a:pt x="25" y="9"/>
                </a:cubicBezTo>
                <a:lnTo>
                  <a:pt x="25" y="1"/>
                </a:lnTo>
                <a:lnTo>
                  <a:pt x="199" y="1"/>
                </a:lnTo>
                <a:cubicBezTo>
                  <a:pt x="221" y="1"/>
                  <a:pt x="247" y="1"/>
                  <a:pt x="275" y="1"/>
                </a:cubicBezTo>
                <a:cubicBezTo>
                  <a:pt x="303" y="1"/>
                  <a:pt x="321" y="0"/>
                  <a:pt x="327" y="0"/>
                </a:cubicBezTo>
                <a:cubicBezTo>
                  <a:pt x="356" y="0"/>
                  <a:pt x="372" y="1"/>
                  <a:pt x="378" y="3"/>
                </a:cubicBezTo>
                <a:cubicBezTo>
                  <a:pt x="383" y="7"/>
                  <a:pt x="386" y="14"/>
                  <a:pt x="386" y="25"/>
                </a:cubicBezTo>
                <a:cubicBezTo>
                  <a:pt x="386" y="32"/>
                  <a:pt x="386" y="37"/>
                  <a:pt x="385" y="38"/>
                </a:cubicBezTo>
                <a:cubicBezTo>
                  <a:pt x="384" y="41"/>
                  <a:pt x="344" y="93"/>
                  <a:pt x="267" y="196"/>
                </a:cubicBezTo>
                <a:cubicBezTo>
                  <a:pt x="189" y="298"/>
                  <a:pt x="149" y="350"/>
                  <a:pt x="147" y="353"/>
                </a:cubicBezTo>
                <a:lnTo>
                  <a:pt x="186" y="353"/>
                </a:lnTo>
                <a:cubicBezTo>
                  <a:pt x="199" y="352"/>
                  <a:pt x="209" y="352"/>
                  <a:pt x="214" y="352"/>
                </a:cubicBezTo>
                <a:cubicBezTo>
                  <a:pt x="218" y="352"/>
                  <a:pt x="227" y="351"/>
                  <a:pt x="240" y="350"/>
                </a:cubicBezTo>
                <a:cubicBezTo>
                  <a:pt x="252" y="349"/>
                  <a:pt x="261" y="347"/>
                  <a:pt x="265" y="344"/>
                </a:cubicBezTo>
                <a:cubicBezTo>
                  <a:pt x="269" y="341"/>
                  <a:pt x="276" y="337"/>
                  <a:pt x="286" y="333"/>
                </a:cubicBezTo>
                <a:cubicBezTo>
                  <a:pt x="295" y="329"/>
                  <a:pt x="302" y="322"/>
                  <a:pt x="306" y="314"/>
                </a:cubicBezTo>
                <a:cubicBezTo>
                  <a:pt x="309" y="306"/>
                  <a:pt x="313" y="297"/>
                  <a:pt x="318" y="287"/>
                </a:cubicBezTo>
                <a:cubicBezTo>
                  <a:pt x="323" y="277"/>
                  <a:pt x="326" y="265"/>
                  <a:pt x="328" y="249"/>
                </a:cubicBezTo>
                <a:cubicBezTo>
                  <a:pt x="331" y="233"/>
                  <a:pt x="333" y="219"/>
                  <a:pt x="333" y="207"/>
                </a:cubicBezTo>
                <a:cubicBezTo>
                  <a:pt x="333" y="207"/>
                  <a:pt x="342" y="207"/>
                  <a:pt x="361" y="207"/>
                </a:cubicBezTo>
                <a:lnTo>
                  <a:pt x="389" y="207"/>
                </a:lnTo>
                <a:lnTo>
                  <a:pt x="389" y="212"/>
                </a:lnTo>
                <a:cubicBezTo>
                  <a:pt x="388" y="214"/>
                  <a:pt x="385" y="245"/>
                  <a:pt x="381" y="305"/>
                </a:cubicBezTo>
                <a:cubicBezTo>
                  <a:pt x="376" y="365"/>
                  <a:pt x="373" y="396"/>
                  <a:pt x="372" y="397"/>
                </a:cubicBezTo>
                <a:lnTo>
                  <a:pt x="372" y="402"/>
                </a:lnTo>
                <a:lnTo>
                  <a:pt x="193" y="402"/>
                </a:lnTo>
                <a:cubicBezTo>
                  <a:pt x="73" y="402"/>
                  <a:pt x="11" y="402"/>
                  <a:pt x="9" y="401"/>
                </a:cubicBezTo>
                <a:cubicBezTo>
                  <a:pt x="3" y="398"/>
                  <a:pt x="0" y="390"/>
                  <a:pt x="0" y="377"/>
                </a:cubicBezTo>
                <a:lnTo>
                  <a:pt x="0" y="373"/>
                </a:lnTo>
                <a:cubicBezTo>
                  <a:pt x="0" y="368"/>
                  <a:pt x="2" y="362"/>
                  <a:pt x="7" y="355"/>
                </a:cubicBezTo>
                <a:cubicBezTo>
                  <a:pt x="12" y="349"/>
                  <a:pt x="25" y="331"/>
                  <a:pt x="46" y="301"/>
                </a:cubicBezTo>
                <a:cubicBezTo>
                  <a:pt x="75" y="266"/>
                  <a:pt x="99" y="235"/>
                  <a:pt x="120" y="207"/>
                </a:cubicBezTo>
                <a:lnTo>
                  <a:pt x="241" y="48"/>
                </a:lnTo>
                <a:lnTo>
                  <a:pt x="203" y="48"/>
                </a:lnTo>
                <a:cubicBezTo>
                  <a:pt x="162" y="48"/>
                  <a:pt x="135" y="52"/>
                  <a:pt x="121" y="59"/>
                </a:cubicBezTo>
                <a:cubicBezTo>
                  <a:pt x="96" y="71"/>
                  <a:pt x="81" y="95"/>
                  <a:pt x="75" y="129"/>
                </a:cubicBezTo>
                <a:cubicBezTo>
                  <a:pt x="72" y="143"/>
                  <a:pt x="71" y="157"/>
                  <a:pt x="71" y="171"/>
                </a:cubicBezTo>
                <a:cubicBezTo>
                  <a:pt x="71" y="173"/>
                  <a:pt x="62" y="173"/>
                  <a:pt x="42" y="173"/>
                </a:cubicBezTo>
                <a:lnTo>
                  <a:pt x="14" y="173"/>
                </a:lnTo>
                <a:lnTo>
                  <a:pt x="14" y="16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9440280" y="184752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09" y="73"/>
                  <a:pt x="152" y="137"/>
                  <a:pt x="177" y="213"/>
                </a:cubicBezTo>
                <a:cubicBezTo>
                  <a:pt x="203" y="290"/>
                  <a:pt x="216" y="369"/>
                  <a:pt x="216" y="452"/>
                </a:cubicBezTo>
                <a:cubicBezTo>
                  <a:pt x="216" y="493"/>
                  <a:pt x="213" y="532"/>
                  <a:pt x="207" y="570"/>
                </a:cubicBezTo>
                <a:cubicBezTo>
                  <a:pt x="201" y="608"/>
                  <a:pt x="194" y="640"/>
                  <a:pt x="187" y="667"/>
                </a:cubicBezTo>
                <a:cubicBezTo>
                  <a:pt x="179" y="693"/>
                  <a:pt x="168" y="720"/>
                  <a:pt x="153" y="747"/>
                </a:cubicBezTo>
                <a:cubicBezTo>
                  <a:pt x="139" y="773"/>
                  <a:pt x="127" y="794"/>
                  <a:pt x="119" y="807"/>
                </a:cubicBezTo>
                <a:cubicBezTo>
                  <a:pt x="109" y="821"/>
                  <a:pt x="97" y="837"/>
                  <a:pt x="81" y="854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1" y="900"/>
                </a:cubicBezTo>
                <a:cubicBezTo>
                  <a:pt x="29" y="902"/>
                  <a:pt x="28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3" y="903"/>
                  <a:pt x="2" y="901"/>
                </a:cubicBezTo>
                <a:cubicBezTo>
                  <a:pt x="1" y="900"/>
                  <a:pt x="0" y="897"/>
                  <a:pt x="0" y="893"/>
                </a:cubicBezTo>
                <a:cubicBezTo>
                  <a:pt x="0" y="893"/>
                  <a:pt x="3" y="889"/>
                  <a:pt x="10" y="882"/>
                </a:cubicBezTo>
                <a:cubicBezTo>
                  <a:pt x="103" y="785"/>
                  <a:pt x="150" y="641"/>
                  <a:pt x="150" y="452"/>
                </a:cubicBezTo>
                <a:cubicBezTo>
                  <a:pt x="150" y="263"/>
                  <a:pt x="103" y="120"/>
                  <a:pt x="10" y="23"/>
                </a:cubicBezTo>
                <a:cubicBezTo>
                  <a:pt x="3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9566640" y="184752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3"/>
                  <a:pt x="151" y="137"/>
                  <a:pt x="177" y="213"/>
                </a:cubicBezTo>
                <a:cubicBezTo>
                  <a:pt x="204" y="290"/>
                  <a:pt x="216" y="369"/>
                  <a:pt x="216" y="452"/>
                </a:cubicBezTo>
                <a:cubicBezTo>
                  <a:pt x="216" y="493"/>
                  <a:pt x="213" y="532"/>
                  <a:pt x="207" y="570"/>
                </a:cubicBezTo>
                <a:cubicBezTo>
                  <a:pt x="201" y="608"/>
                  <a:pt x="193" y="640"/>
                  <a:pt x="186" y="667"/>
                </a:cubicBezTo>
                <a:cubicBezTo>
                  <a:pt x="178" y="693"/>
                  <a:pt x="167" y="720"/>
                  <a:pt x="152" y="747"/>
                </a:cubicBezTo>
                <a:cubicBezTo>
                  <a:pt x="138" y="773"/>
                  <a:pt x="126" y="794"/>
                  <a:pt x="118" y="807"/>
                </a:cubicBezTo>
                <a:cubicBezTo>
                  <a:pt x="110" y="821"/>
                  <a:pt x="97" y="837"/>
                  <a:pt x="81" y="854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1" y="900"/>
                </a:cubicBezTo>
                <a:cubicBezTo>
                  <a:pt x="29" y="902"/>
                  <a:pt x="28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2" y="901"/>
                </a:cubicBezTo>
                <a:cubicBezTo>
                  <a:pt x="1" y="900"/>
                  <a:pt x="0" y="897"/>
                  <a:pt x="0" y="893"/>
                </a:cubicBezTo>
                <a:cubicBezTo>
                  <a:pt x="0" y="893"/>
                  <a:pt x="4" y="889"/>
                  <a:pt x="10" y="882"/>
                </a:cubicBezTo>
                <a:cubicBezTo>
                  <a:pt x="103" y="785"/>
                  <a:pt x="150" y="641"/>
                  <a:pt x="150" y="452"/>
                </a:cubicBezTo>
                <a:cubicBezTo>
                  <a:pt x="150" y="263"/>
                  <a:pt x="103" y="120"/>
                  <a:pt x="10" y="23"/>
                </a:cubicBezTo>
                <a:cubicBezTo>
                  <a:pt x="4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9693000" y="184752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1" y="73"/>
                  <a:pt x="152" y="137"/>
                  <a:pt x="178" y="213"/>
                </a:cubicBezTo>
                <a:cubicBezTo>
                  <a:pt x="204" y="290"/>
                  <a:pt x="217" y="369"/>
                  <a:pt x="217" y="452"/>
                </a:cubicBezTo>
                <a:cubicBezTo>
                  <a:pt x="217" y="493"/>
                  <a:pt x="214" y="532"/>
                  <a:pt x="208" y="570"/>
                </a:cubicBezTo>
                <a:cubicBezTo>
                  <a:pt x="202" y="608"/>
                  <a:pt x="195" y="640"/>
                  <a:pt x="187" y="667"/>
                </a:cubicBezTo>
                <a:cubicBezTo>
                  <a:pt x="179" y="693"/>
                  <a:pt x="168" y="720"/>
                  <a:pt x="153" y="747"/>
                </a:cubicBezTo>
                <a:cubicBezTo>
                  <a:pt x="139" y="773"/>
                  <a:pt x="128" y="794"/>
                  <a:pt x="119" y="807"/>
                </a:cubicBezTo>
                <a:cubicBezTo>
                  <a:pt x="111" y="821"/>
                  <a:pt x="98" y="837"/>
                  <a:pt x="82" y="854"/>
                </a:cubicBezTo>
                <a:cubicBezTo>
                  <a:pt x="66" y="870"/>
                  <a:pt x="55" y="880"/>
                  <a:pt x="52" y="883"/>
                </a:cubicBezTo>
                <a:cubicBezTo>
                  <a:pt x="49" y="886"/>
                  <a:pt x="42" y="892"/>
                  <a:pt x="31" y="900"/>
                </a:cubicBezTo>
                <a:cubicBezTo>
                  <a:pt x="30" y="902"/>
                  <a:pt x="28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3" y="901"/>
                </a:cubicBezTo>
                <a:cubicBezTo>
                  <a:pt x="1" y="900"/>
                  <a:pt x="0" y="897"/>
                  <a:pt x="0" y="893"/>
                </a:cubicBezTo>
                <a:cubicBezTo>
                  <a:pt x="0" y="893"/>
                  <a:pt x="4" y="889"/>
                  <a:pt x="10" y="882"/>
                </a:cubicBezTo>
                <a:cubicBezTo>
                  <a:pt x="104" y="785"/>
                  <a:pt x="151" y="641"/>
                  <a:pt x="151" y="452"/>
                </a:cubicBezTo>
                <a:cubicBezTo>
                  <a:pt x="151" y="263"/>
                  <a:pt x="104" y="120"/>
                  <a:pt x="10" y="23"/>
                </a:cubicBezTo>
                <a:cubicBezTo>
                  <a:pt x="4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9808560" y="1847520"/>
            <a:ext cx="45000" cy="325440"/>
          </a:xfrm>
          <a:custGeom>
            <a:avLst/>
            <a:gdLst/>
            <a:ahLst/>
            <a:rect l="0" t="0" r="r" b="b"/>
            <a:pathLst>
              <a:path w="125" h="904">
                <a:moveTo>
                  <a:pt x="0" y="37"/>
                </a:moveTo>
                <a:lnTo>
                  <a:pt x="0" y="0"/>
                </a:lnTo>
                <a:lnTo>
                  <a:pt x="125" y="0"/>
                </a:lnTo>
                <a:lnTo>
                  <a:pt x="125" y="904"/>
                </a:lnTo>
                <a:lnTo>
                  <a:pt x="0" y="904"/>
                </a:lnTo>
                <a:lnTo>
                  <a:pt x="0" y="868"/>
                </a:lnTo>
                <a:lnTo>
                  <a:pt x="88" y="868"/>
                </a:lnTo>
                <a:lnTo>
                  <a:pt x="88" y="37"/>
                </a:lnTo>
                <a:lnTo>
                  <a:pt x="0" y="3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0486440" y="184752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0" y="452"/>
                </a:moveTo>
                <a:cubicBezTo>
                  <a:pt x="0" y="410"/>
                  <a:pt x="3" y="371"/>
                  <a:pt x="10" y="333"/>
                </a:cubicBezTo>
                <a:cubicBezTo>
                  <a:pt x="16" y="296"/>
                  <a:pt x="23" y="264"/>
                  <a:pt x="30" y="237"/>
                </a:cubicBezTo>
                <a:cubicBezTo>
                  <a:pt x="38" y="210"/>
                  <a:pt x="49" y="183"/>
                  <a:pt x="64" y="157"/>
                </a:cubicBezTo>
                <a:cubicBezTo>
                  <a:pt x="78" y="132"/>
                  <a:pt x="90" y="111"/>
                  <a:pt x="98" y="97"/>
                </a:cubicBezTo>
                <a:cubicBezTo>
                  <a:pt x="106" y="83"/>
                  <a:pt x="119" y="67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6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3"/>
                  <a:pt x="216" y="9"/>
                </a:cubicBezTo>
                <a:cubicBezTo>
                  <a:pt x="216" y="10"/>
                  <a:pt x="211" y="17"/>
                  <a:pt x="201" y="27"/>
                </a:cubicBezTo>
                <a:cubicBezTo>
                  <a:pt x="191" y="38"/>
                  <a:pt x="178" y="54"/>
                  <a:pt x="164" y="75"/>
                </a:cubicBezTo>
                <a:cubicBezTo>
                  <a:pt x="150" y="96"/>
                  <a:pt x="135" y="122"/>
                  <a:pt x="120" y="153"/>
                </a:cubicBezTo>
                <a:cubicBezTo>
                  <a:pt x="105" y="184"/>
                  <a:pt x="92" y="225"/>
                  <a:pt x="82" y="278"/>
                </a:cubicBezTo>
                <a:cubicBezTo>
                  <a:pt x="72" y="330"/>
                  <a:pt x="66" y="388"/>
                  <a:pt x="66" y="452"/>
                </a:cubicBezTo>
                <a:cubicBezTo>
                  <a:pt x="66" y="516"/>
                  <a:pt x="72" y="573"/>
                  <a:pt x="82" y="625"/>
                </a:cubicBezTo>
                <a:cubicBezTo>
                  <a:pt x="92" y="677"/>
                  <a:pt x="104" y="719"/>
                  <a:pt x="119" y="752"/>
                </a:cubicBezTo>
                <a:cubicBezTo>
                  <a:pt x="133" y="783"/>
                  <a:pt x="148" y="809"/>
                  <a:pt x="163" y="829"/>
                </a:cubicBezTo>
                <a:cubicBezTo>
                  <a:pt x="178" y="849"/>
                  <a:pt x="191" y="865"/>
                  <a:pt x="201" y="877"/>
                </a:cubicBezTo>
                <a:cubicBezTo>
                  <a:pt x="211" y="889"/>
                  <a:pt x="216" y="895"/>
                  <a:pt x="216" y="896"/>
                </a:cubicBezTo>
                <a:cubicBezTo>
                  <a:pt x="216" y="901"/>
                  <a:pt x="212" y="904"/>
                  <a:pt x="203" y="904"/>
                </a:cubicBezTo>
                <a:lnTo>
                  <a:pt x="200" y="904"/>
                </a:lnTo>
                <a:lnTo>
                  <a:pt x="188" y="904"/>
                </a:lnTo>
                <a:lnTo>
                  <a:pt x="163" y="882"/>
                </a:lnTo>
                <a:cubicBezTo>
                  <a:pt x="106" y="831"/>
                  <a:pt x="65" y="767"/>
                  <a:pt x="39" y="690"/>
                </a:cubicBezTo>
                <a:cubicBezTo>
                  <a:pt x="14" y="614"/>
                  <a:pt x="0" y="534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0609200" y="1874880"/>
            <a:ext cx="111960" cy="216720"/>
          </a:xfrm>
          <a:custGeom>
            <a:avLst/>
            <a:gdLst/>
            <a:ahLst/>
            <a:rect l="0" t="0" r="r" b="b"/>
            <a:pathLst>
              <a:path w="311" h="602">
                <a:moveTo>
                  <a:pt x="117" y="80"/>
                </a:moveTo>
                <a:lnTo>
                  <a:pt x="105" y="84"/>
                </a:lnTo>
                <a:cubicBezTo>
                  <a:pt x="97" y="87"/>
                  <a:pt x="85" y="90"/>
                  <a:pt x="69" y="93"/>
                </a:cubicBezTo>
                <a:cubicBezTo>
                  <a:pt x="54" y="96"/>
                  <a:pt x="36" y="98"/>
                  <a:pt x="17" y="100"/>
                </a:cubicBezTo>
                <a:lnTo>
                  <a:pt x="0" y="100"/>
                </a:lnTo>
                <a:lnTo>
                  <a:pt x="0" y="58"/>
                </a:lnTo>
                <a:lnTo>
                  <a:pt x="17" y="58"/>
                </a:lnTo>
                <a:cubicBezTo>
                  <a:pt x="45" y="57"/>
                  <a:pt x="71" y="52"/>
                  <a:pt x="95" y="44"/>
                </a:cubicBezTo>
                <a:cubicBezTo>
                  <a:pt x="120" y="37"/>
                  <a:pt x="137" y="29"/>
                  <a:pt x="147" y="23"/>
                </a:cubicBezTo>
                <a:cubicBezTo>
                  <a:pt x="157" y="16"/>
                  <a:pt x="165" y="10"/>
                  <a:pt x="172" y="3"/>
                </a:cubicBezTo>
                <a:cubicBezTo>
                  <a:pt x="173" y="1"/>
                  <a:pt x="177" y="0"/>
                  <a:pt x="183" y="0"/>
                </a:cubicBezTo>
                <a:cubicBezTo>
                  <a:pt x="189" y="0"/>
                  <a:pt x="194" y="2"/>
                  <a:pt x="198" y="6"/>
                </a:cubicBezTo>
                <a:lnTo>
                  <a:pt x="198" y="276"/>
                </a:lnTo>
                <a:lnTo>
                  <a:pt x="199" y="547"/>
                </a:lnTo>
                <a:cubicBezTo>
                  <a:pt x="204" y="552"/>
                  <a:pt x="207" y="554"/>
                  <a:pt x="210" y="555"/>
                </a:cubicBezTo>
                <a:cubicBezTo>
                  <a:pt x="213" y="557"/>
                  <a:pt x="220" y="558"/>
                  <a:pt x="232" y="559"/>
                </a:cubicBezTo>
                <a:cubicBezTo>
                  <a:pt x="243" y="560"/>
                  <a:pt x="262" y="561"/>
                  <a:pt x="288" y="561"/>
                </a:cubicBezTo>
                <a:lnTo>
                  <a:pt x="311" y="561"/>
                </a:lnTo>
                <a:lnTo>
                  <a:pt x="311" y="602"/>
                </a:lnTo>
                <a:lnTo>
                  <a:pt x="301" y="602"/>
                </a:lnTo>
                <a:cubicBezTo>
                  <a:pt x="289" y="601"/>
                  <a:pt x="241" y="600"/>
                  <a:pt x="158" y="600"/>
                </a:cubicBezTo>
                <a:cubicBezTo>
                  <a:pt x="75" y="600"/>
                  <a:pt x="28" y="601"/>
                  <a:pt x="15" y="602"/>
                </a:cubicBezTo>
                <a:lnTo>
                  <a:pt x="4" y="602"/>
                </a:lnTo>
                <a:lnTo>
                  <a:pt x="4" y="561"/>
                </a:lnTo>
                <a:lnTo>
                  <a:pt x="28" y="561"/>
                </a:lnTo>
                <a:cubicBezTo>
                  <a:pt x="41" y="561"/>
                  <a:pt x="52" y="561"/>
                  <a:pt x="62" y="561"/>
                </a:cubicBezTo>
                <a:cubicBezTo>
                  <a:pt x="72" y="561"/>
                  <a:pt x="79" y="561"/>
                  <a:pt x="85" y="560"/>
                </a:cubicBezTo>
                <a:cubicBezTo>
                  <a:pt x="90" y="559"/>
                  <a:pt x="95" y="558"/>
                  <a:pt x="99" y="557"/>
                </a:cubicBezTo>
                <a:cubicBezTo>
                  <a:pt x="103" y="556"/>
                  <a:pt x="106" y="555"/>
                  <a:pt x="106" y="555"/>
                </a:cubicBezTo>
                <a:cubicBezTo>
                  <a:pt x="107" y="555"/>
                  <a:pt x="109" y="554"/>
                  <a:pt x="112" y="551"/>
                </a:cubicBezTo>
                <a:cubicBezTo>
                  <a:pt x="115" y="548"/>
                  <a:pt x="117" y="547"/>
                  <a:pt x="117" y="547"/>
                </a:cubicBezTo>
                <a:lnTo>
                  <a:pt x="117" y="8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0760760" y="1874880"/>
            <a:ext cx="129960" cy="216720"/>
          </a:xfrm>
          <a:custGeom>
            <a:avLst/>
            <a:gdLst/>
            <a:ahLst/>
            <a:rect l="0" t="0" r="r" b="b"/>
            <a:pathLst>
              <a:path w="361" h="602">
                <a:moveTo>
                  <a:pt x="54" y="214"/>
                </a:moveTo>
                <a:cubicBezTo>
                  <a:pt x="37" y="214"/>
                  <a:pt x="24" y="209"/>
                  <a:pt x="15" y="198"/>
                </a:cubicBezTo>
                <a:cubicBezTo>
                  <a:pt x="5" y="187"/>
                  <a:pt x="0" y="174"/>
                  <a:pt x="0" y="158"/>
                </a:cubicBezTo>
                <a:cubicBezTo>
                  <a:pt x="0" y="115"/>
                  <a:pt x="16" y="78"/>
                  <a:pt x="48" y="47"/>
                </a:cubicBezTo>
                <a:cubicBezTo>
                  <a:pt x="80" y="16"/>
                  <a:pt x="120" y="0"/>
                  <a:pt x="167" y="0"/>
                </a:cubicBezTo>
                <a:cubicBezTo>
                  <a:pt x="223" y="0"/>
                  <a:pt x="269" y="17"/>
                  <a:pt x="306" y="51"/>
                </a:cubicBezTo>
                <a:cubicBezTo>
                  <a:pt x="342" y="84"/>
                  <a:pt x="361" y="128"/>
                  <a:pt x="361" y="182"/>
                </a:cubicBezTo>
                <a:cubicBezTo>
                  <a:pt x="361" y="208"/>
                  <a:pt x="355" y="232"/>
                  <a:pt x="343" y="256"/>
                </a:cubicBezTo>
                <a:cubicBezTo>
                  <a:pt x="331" y="279"/>
                  <a:pt x="317" y="300"/>
                  <a:pt x="300" y="317"/>
                </a:cubicBezTo>
                <a:cubicBezTo>
                  <a:pt x="283" y="335"/>
                  <a:pt x="259" y="357"/>
                  <a:pt x="228" y="384"/>
                </a:cubicBezTo>
                <a:cubicBezTo>
                  <a:pt x="206" y="403"/>
                  <a:pt x="176" y="430"/>
                  <a:pt x="137" y="467"/>
                </a:cubicBezTo>
                <a:lnTo>
                  <a:pt x="83" y="518"/>
                </a:lnTo>
                <a:lnTo>
                  <a:pt x="152" y="519"/>
                </a:lnTo>
                <a:cubicBezTo>
                  <a:pt x="247" y="519"/>
                  <a:pt x="298" y="518"/>
                  <a:pt x="304" y="515"/>
                </a:cubicBezTo>
                <a:cubicBezTo>
                  <a:pt x="308" y="514"/>
                  <a:pt x="315" y="486"/>
                  <a:pt x="325" y="434"/>
                </a:cubicBezTo>
                <a:lnTo>
                  <a:pt x="325" y="431"/>
                </a:lnTo>
                <a:lnTo>
                  <a:pt x="361" y="431"/>
                </a:lnTo>
                <a:lnTo>
                  <a:pt x="361" y="434"/>
                </a:lnTo>
                <a:cubicBezTo>
                  <a:pt x="361" y="435"/>
                  <a:pt x="357" y="463"/>
                  <a:pt x="350" y="517"/>
                </a:cubicBezTo>
                <a:cubicBezTo>
                  <a:pt x="343" y="570"/>
                  <a:pt x="338" y="597"/>
                  <a:pt x="336" y="600"/>
                </a:cubicBezTo>
                <a:lnTo>
                  <a:pt x="336" y="602"/>
                </a:lnTo>
                <a:lnTo>
                  <a:pt x="0" y="602"/>
                </a:lnTo>
                <a:lnTo>
                  <a:pt x="0" y="585"/>
                </a:lnTo>
                <a:lnTo>
                  <a:pt x="0" y="574"/>
                </a:lnTo>
                <a:cubicBezTo>
                  <a:pt x="0" y="570"/>
                  <a:pt x="2" y="566"/>
                  <a:pt x="6" y="561"/>
                </a:cubicBezTo>
                <a:cubicBezTo>
                  <a:pt x="9" y="556"/>
                  <a:pt x="18" y="546"/>
                  <a:pt x="33" y="529"/>
                </a:cubicBezTo>
                <a:cubicBezTo>
                  <a:pt x="50" y="510"/>
                  <a:pt x="65" y="492"/>
                  <a:pt x="78" y="478"/>
                </a:cubicBezTo>
                <a:cubicBezTo>
                  <a:pt x="83" y="472"/>
                  <a:pt x="94" y="461"/>
                  <a:pt x="109" y="444"/>
                </a:cubicBezTo>
                <a:cubicBezTo>
                  <a:pt x="124" y="428"/>
                  <a:pt x="134" y="417"/>
                  <a:pt x="139" y="411"/>
                </a:cubicBezTo>
                <a:cubicBezTo>
                  <a:pt x="145" y="405"/>
                  <a:pt x="153" y="395"/>
                  <a:pt x="166" y="381"/>
                </a:cubicBezTo>
                <a:cubicBezTo>
                  <a:pt x="179" y="367"/>
                  <a:pt x="187" y="357"/>
                  <a:pt x="192" y="350"/>
                </a:cubicBezTo>
                <a:cubicBezTo>
                  <a:pt x="197" y="344"/>
                  <a:pt x="204" y="335"/>
                  <a:pt x="213" y="323"/>
                </a:cubicBezTo>
                <a:cubicBezTo>
                  <a:pt x="222" y="312"/>
                  <a:pt x="228" y="302"/>
                  <a:pt x="231" y="295"/>
                </a:cubicBezTo>
                <a:cubicBezTo>
                  <a:pt x="235" y="287"/>
                  <a:pt x="240" y="278"/>
                  <a:pt x="245" y="268"/>
                </a:cubicBezTo>
                <a:cubicBezTo>
                  <a:pt x="250" y="259"/>
                  <a:pt x="254" y="249"/>
                  <a:pt x="257" y="239"/>
                </a:cubicBezTo>
                <a:cubicBezTo>
                  <a:pt x="259" y="230"/>
                  <a:pt x="261" y="221"/>
                  <a:pt x="263" y="212"/>
                </a:cubicBezTo>
                <a:cubicBezTo>
                  <a:pt x="265" y="204"/>
                  <a:pt x="266" y="194"/>
                  <a:pt x="266" y="183"/>
                </a:cubicBezTo>
                <a:cubicBezTo>
                  <a:pt x="266" y="145"/>
                  <a:pt x="256" y="112"/>
                  <a:pt x="235" y="84"/>
                </a:cubicBezTo>
                <a:cubicBezTo>
                  <a:pt x="215" y="57"/>
                  <a:pt x="185" y="43"/>
                  <a:pt x="147" y="43"/>
                </a:cubicBezTo>
                <a:cubicBezTo>
                  <a:pt x="127" y="43"/>
                  <a:pt x="109" y="48"/>
                  <a:pt x="94" y="58"/>
                </a:cubicBezTo>
                <a:cubicBezTo>
                  <a:pt x="79" y="68"/>
                  <a:pt x="69" y="78"/>
                  <a:pt x="63" y="88"/>
                </a:cubicBezTo>
                <a:cubicBezTo>
                  <a:pt x="57" y="97"/>
                  <a:pt x="54" y="103"/>
                  <a:pt x="54" y="105"/>
                </a:cubicBezTo>
                <a:cubicBezTo>
                  <a:pt x="54" y="106"/>
                  <a:pt x="55" y="106"/>
                  <a:pt x="58" y="106"/>
                </a:cubicBezTo>
                <a:cubicBezTo>
                  <a:pt x="69" y="106"/>
                  <a:pt x="80" y="110"/>
                  <a:pt x="91" y="118"/>
                </a:cubicBezTo>
                <a:cubicBezTo>
                  <a:pt x="103" y="127"/>
                  <a:pt x="109" y="141"/>
                  <a:pt x="109" y="160"/>
                </a:cubicBezTo>
                <a:cubicBezTo>
                  <a:pt x="109" y="175"/>
                  <a:pt x="104" y="188"/>
                  <a:pt x="94" y="198"/>
                </a:cubicBezTo>
                <a:cubicBezTo>
                  <a:pt x="85" y="208"/>
                  <a:pt x="71" y="214"/>
                  <a:pt x="54" y="21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0932480" y="2052360"/>
            <a:ext cx="39600" cy="39240"/>
          </a:xfrm>
          <a:custGeom>
            <a:avLst/>
            <a:gdLst/>
            <a:ahLst/>
            <a:rect l="0" t="0" r="r" b="b"/>
            <a:pathLst>
              <a:path w="110" h="109">
                <a:moveTo>
                  <a:pt x="0" y="54"/>
                </a:moveTo>
                <a:cubicBezTo>
                  <a:pt x="0" y="40"/>
                  <a:pt x="5" y="27"/>
                  <a:pt x="15" y="16"/>
                </a:cubicBezTo>
                <a:cubicBezTo>
                  <a:pt x="26" y="6"/>
                  <a:pt x="38" y="0"/>
                  <a:pt x="54" y="0"/>
                </a:cubicBezTo>
                <a:cubicBezTo>
                  <a:pt x="69" y="0"/>
                  <a:pt x="81" y="5"/>
                  <a:pt x="92" y="15"/>
                </a:cubicBezTo>
                <a:cubicBezTo>
                  <a:pt x="104" y="24"/>
                  <a:pt x="110" y="37"/>
                  <a:pt x="110" y="53"/>
                </a:cubicBezTo>
                <a:cubicBezTo>
                  <a:pt x="110" y="68"/>
                  <a:pt x="105" y="82"/>
                  <a:pt x="94" y="93"/>
                </a:cubicBezTo>
                <a:cubicBezTo>
                  <a:pt x="84" y="104"/>
                  <a:pt x="71" y="109"/>
                  <a:pt x="55" y="109"/>
                </a:cubicBezTo>
                <a:cubicBezTo>
                  <a:pt x="39" y="109"/>
                  <a:pt x="26" y="104"/>
                  <a:pt x="16" y="94"/>
                </a:cubicBezTo>
                <a:cubicBezTo>
                  <a:pt x="6" y="84"/>
                  <a:pt x="1" y="70"/>
                  <a:pt x="0" y="5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1013840" y="1874880"/>
            <a:ext cx="129960" cy="216720"/>
          </a:xfrm>
          <a:custGeom>
            <a:avLst/>
            <a:gdLst/>
            <a:ahLst/>
            <a:rect l="0" t="0" r="r" b="b"/>
            <a:pathLst>
              <a:path w="361" h="602">
                <a:moveTo>
                  <a:pt x="53" y="214"/>
                </a:moveTo>
                <a:cubicBezTo>
                  <a:pt x="37" y="214"/>
                  <a:pt x="24" y="209"/>
                  <a:pt x="14" y="198"/>
                </a:cubicBezTo>
                <a:cubicBezTo>
                  <a:pt x="4" y="187"/>
                  <a:pt x="0" y="174"/>
                  <a:pt x="0" y="158"/>
                </a:cubicBezTo>
                <a:cubicBezTo>
                  <a:pt x="0" y="115"/>
                  <a:pt x="16" y="78"/>
                  <a:pt x="47" y="47"/>
                </a:cubicBezTo>
                <a:cubicBezTo>
                  <a:pt x="79" y="16"/>
                  <a:pt x="119" y="0"/>
                  <a:pt x="167" y="0"/>
                </a:cubicBezTo>
                <a:cubicBezTo>
                  <a:pt x="222" y="0"/>
                  <a:pt x="268" y="17"/>
                  <a:pt x="305" y="51"/>
                </a:cubicBezTo>
                <a:cubicBezTo>
                  <a:pt x="341" y="84"/>
                  <a:pt x="360" y="128"/>
                  <a:pt x="361" y="182"/>
                </a:cubicBezTo>
                <a:cubicBezTo>
                  <a:pt x="361" y="208"/>
                  <a:pt x="355" y="232"/>
                  <a:pt x="343" y="256"/>
                </a:cubicBezTo>
                <a:cubicBezTo>
                  <a:pt x="331" y="279"/>
                  <a:pt x="316" y="300"/>
                  <a:pt x="299" y="317"/>
                </a:cubicBezTo>
                <a:cubicBezTo>
                  <a:pt x="283" y="335"/>
                  <a:pt x="258" y="357"/>
                  <a:pt x="227" y="384"/>
                </a:cubicBezTo>
                <a:cubicBezTo>
                  <a:pt x="205" y="403"/>
                  <a:pt x="174" y="430"/>
                  <a:pt x="136" y="467"/>
                </a:cubicBezTo>
                <a:lnTo>
                  <a:pt x="83" y="518"/>
                </a:lnTo>
                <a:lnTo>
                  <a:pt x="151" y="519"/>
                </a:lnTo>
                <a:cubicBezTo>
                  <a:pt x="247" y="519"/>
                  <a:pt x="297" y="518"/>
                  <a:pt x="303" y="515"/>
                </a:cubicBezTo>
                <a:cubicBezTo>
                  <a:pt x="307" y="514"/>
                  <a:pt x="314" y="486"/>
                  <a:pt x="325" y="434"/>
                </a:cubicBezTo>
                <a:lnTo>
                  <a:pt x="325" y="431"/>
                </a:lnTo>
                <a:lnTo>
                  <a:pt x="361" y="431"/>
                </a:lnTo>
                <a:lnTo>
                  <a:pt x="361" y="434"/>
                </a:lnTo>
                <a:cubicBezTo>
                  <a:pt x="360" y="435"/>
                  <a:pt x="356" y="463"/>
                  <a:pt x="349" y="517"/>
                </a:cubicBezTo>
                <a:cubicBezTo>
                  <a:pt x="342" y="570"/>
                  <a:pt x="337" y="597"/>
                  <a:pt x="335" y="600"/>
                </a:cubicBezTo>
                <a:lnTo>
                  <a:pt x="335" y="602"/>
                </a:lnTo>
                <a:lnTo>
                  <a:pt x="0" y="602"/>
                </a:lnTo>
                <a:lnTo>
                  <a:pt x="0" y="585"/>
                </a:lnTo>
                <a:lnTo>
                  <a:pt x="0" y="574"/>
                </a:lnTo>
                <a:cubicBezTo>
                  <a:pt x="0" y="570"/>
                  <a:pt x="1" y="566"/>
                  <a:pt x="5" y="561"/>
                </a:cubicBezTo>
                <a:cubicBezTo>
                  <a:pt x="9" y="556"/>
                  <a:pt x="18" y="546"/>
                  <a:pt x="32" y="529"/>
                </a:cubicBezTo>
                <a:cubicBezTo>
                  <a:pt x="50" y="510"/>
                  <a:pt x="65" y="492"/>
                  <a:pt x="77" y="478"/>
                </a:cubicBezTo>
                <a:cubicBezTo>
                  <a:pt x="83" y="472"/>
                  <a:pt x="93" y="461"/>
                  <a:pt x="108" y="444"/>
                </a:cubicBezTo>
                <a:cubicBezTo>
                  <a:pt x="123" y="428"/>
                  <a:pt x="133" y="417"/>
                  <a:pt x="139" y="411"/>
                </a:cubicBezTo>
                <a:cubicBezTo>
                  <a:pt x="144" y="405"/>
                  <a:pt x="153" y="395"/>
                  <a:pt x="165" y="381"/>
                </a:cubicBezTo>
                <a:cubicBezTo>
                  <a:pt x="177" y="367"/>
                  <a:pt x="185" y="357"/>
                  <a:pt x="191" y="350"/>
                </a:cubicBezTo>
                <a:cubicBezTo>
                  <a:pt x="196" y="344"/>
                  <a:pt x="203" y="335"/>
                  <a:pt x="212" y="323"/>
                </a:cubicBezTo>
                <a:cubicBezTo>
                  <a:pt x="221" y="312"/>
                  <a:pt x="227" y="302"/>
                  <a:pt x="231" y="295"/>
                </a:cubicBezTo>
                <a:cubicBezTo>
                  <a:pt x="234" y="287"/>
                  <a:pt x="239" y="278"/>
                  <a:pt x="244" y="268"/>
                </a:cubicBezTo>
                <a:cubicBezTo>
                  <a:pt x="250" y="259"/>
                  <a:pt x="254" y="249"/>
                  <a:pt x="256" y="239"/>
                </a:cubicBezTo>
                <a:cubicBezTo>
                  <a:pt x="258" y="230"/>
                  <a:pt x="261" y="221"/>
                  <a:pt x="262" y="212"/>
                </a:cubicBezTo>
                <a:cubicBezTo>
                  <a:pt x="264" y="204"/>
                  <a:pt x="265" y="194"/>
                  <a:pt x="265" y="183"/>
                </a:cubicBezTo>
                <a:cubicBezTo>
                  <a:pt x="265" y="145"/>
                  <a:pt x="255" y="112"/>
                  <a:pt x="234" y="84"/>
                </a:cubicBezTo>
                <a:cubicBezTo>
                  <a:pt x="214" y="57"/>
                  <a:pt x="184" y="43"/>
                  <a:pt x="146" y="43"/>
                </a:cubicBezTo>
                <a:cubicBezTo>
                  <a:pt x="126" y="43"/>
                  <a:pt x="109" y="48"/>
                  <a:pt x="93" y="58"/>
                </a:cubicBezTo>
                <a:cubicBezTo>
                  <a:pt x="78" y="68"/>
                  <a:pt x="68" y="78"/>
                  <a:pt x="62" y="88"/>
                </a:cubicBezTo>
                <a:cubicBezTo>
                  <a:pt x="56" y="97"/>
                  <a:pt x="53" y="103"/>
                  <a:pt x="53" y="105"/>
                </a:cubicBezTo>
                <a:cubicBezTo>
                  <a:pt x="53" y="106"/>
                  <a:pt x="54" y="106"/>
                  <a:pt x="57" y="106"/>
                </a:cubicBezTo>
                <a:cubicBezTo>
                  <a:pt x="68" y="106"/>
                  <a:pt x="79" y="110"/>
                  <a:pt x="91" y="118"/>
                </a:cubicBezTo>
                <a:cubicBezTo>
                  <a:pt x="102" y="127"/>
                  <a:pt x="108" y="141"/>
                  <a:pt x="108" y="160"/>
                </a:cubicBezTo>
                <a:cubicBezTo>
                  <a:pt x="108" y="175"/>
                  <a:pt x="103" y="188"/>
                  <a:pt x="93" y="198"/>
                </a:cubicBezTo>
                <a:cubicBezTo>
                  <a:pt x="84" y="208"/>
                  <a:pt x="70" y="214"/>
                  <a:pt x="53" y="21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1174040" y="1874880"/>
            <a:ext cx="134640" cy="223920"/>
          </a:xfrm>
          <a:custGeom>
            <a:avLst/>
            <a:gdLst/>
            <a:ahLst/>
            <a:rect l="0" t="0" r="r" b="b"/>
            <a:pathLst>
              <a:path w="374" h="622">
                <a:moveTo>
                  <a:pt x="73" y="44"/>
                </a:moveTo>
                <a:cubicBezTo>
                  <a:pt x="105" y="15"/>
                  <a:pt x="144" y="1"/>
                  <a:pt x="186" y="0"/>
                </a:cubicBezTo>
                <a:cubicBezTo>
                  <a:pt x="228" y="0"/>
                  <a:pt x="266" y="13"/>
                  <a:pt x="299" y="38"/>
                </a:cubicBezTo>
                <a:cubicBezTo>
                  <a:pt x="332" y="63"/>
                  <a:pt x="349" y="97"/>
                  <a:pt x="349" y="138"/>
                </a:cubicBezTo>
                <a:cubicBezTo>
                  <a:pt x="349" y="156"/>
                  <a:pt x="346" y="172"/>
                  <a:pt x="339" y="188"/>
                </a:cubicBezTo>
                <a:cubicBezTo>
                  <a:pt x="332" y="204"/>
                  <a:pt x="325" y="216"/>
                  <a:pt x="316" y="226"/>
                </a:cubicBezTo>
                <a:cubicBezTo>
                  <a:pt x="307" y="236"/>
                  <a:pt x="297" y="244"/>
                  <a:pt x="288" y="251"/>
                </a:cubicBezTo>
                <a:cubicBezTo>
                  <a:pt x="278" y="258"/>
                  <a:pt x="270" y="264"/>
                  <a:pt x="264" y="268"/>
                </a:cubicBezTo>
                <a:cubicBezTo>
                  <a:pt x="258" y="271"/>
                  <a:pt x="255" y="274"/>
                  <a:pt x="254" y="275"/>
                </a:cubicBezTo>
                <a:lnTo>
                  <a:pt x="267" y="283"/>
                </a:lnTo>
                <a:cubicBezTo>
                  <a:pt x="275" y="289"/>
                  <a:pt x="284" y="295"/>
                  <a:pt x="292" y="301"/>
                </a:cubicBezTo>
                <a:cubicBezTo>
                  <a:pt x="301" y="307"/>
                  <a:pt x="305" y="310"/>
                  <a:pt x="307" y="311"/>
                </a:cubicBezTo>
                <a:cubicBezTo>
                  <a:pt x="352" y="346"/>
                  <a:pt x="374" y="391"/>
                  <a:pt x="374" y="445"/>
                </a:cubicBezTo>
                <a:cubicBezTo>
                  <a:pt x="374" y="493"/>
                  <a:pt x="357" y="534"/>
                  <a:pt x="322" y="569"/>
                </a:cubicBezTo>
                <a:cubicBezTo>
                  <a:pt x="287" y="604"/>
                  <a:pt x="242" y="622"/>
                  <a:pt x="187" y="622"/>
                </a:cubicBezTo>
                <a:cubicBezTo>
                  <a:pt x="132" y="622"/>
                  <a:pt x="87" y="607"/>
                  <a:pt x="52" y="576"/>
                </a:cubicBezTo>
                <a:cubicBezTo>
                  <a:pt x="17" y="546"/>
                  <a:pt x="0" y="508"/>
                  <a:pt x="0" y="463"/>
                </a:cubicBezTo>
                <a:cubicBezTo>
                  <a:pt x="0" y="398"/>
                  <a:pt x="38" y="343"/>
                  <a:pt x="117" y="300"/>
                </a:cubicBezTo>
                <a:lnTo>
                  <a:pt x="100" y="288"/>
                </a:lnTo>
                <a:cubicBezTo>
                  <a:pt x="87" y="280"/>
                  <a:pt x="79" y="274"/>
                  <a:pt x="75" y="270"/>
                </a:cubicBezTo>
                <a:cubicBezTo>
                  <a:pt x="41" y="241"/>
                  <a:pt x="24" y="203"/>
                  <a:pt x="24" y="156"/>
                </a:cubicBezTo>
                <a:cubicBezTo>
                  <a:pt x="24" y="110"/>
                  <a:pt x="40" y="73"/>
                  <a:pt x="73" y="44"/>
                </a:cubicBezTo>
                <a:moveTo>
                  <a:pt x="220" y="254"/>
                </a:moveTo>
                <a:lnTo>
                  <a:pt x="225" y="250"/>
                </a:lnTo>
                <a:cubicBezTo>
                  <a:pt x="229" y="248"/>
                  <a:pt x="232" y="246"/>
                  <a:pt x="233" y="245"/>
                </a:cubicBezTo>
                <a:cubicBezTo>
                  <a:pt x="235" y="244"/>
                  <a:pt x="238" y="242"/>
                  <a:pt x="243" y="239"/>
                </a:cubicBezTo>
                <a:cubicBezTo>
                  <a:pt x="247" y="236"/>
                  <a:pt x="250" y="233"/>
                  <a:pt x="253" y="230"/>
                </a:cubicBezTo>
                <a:cubicBezTo>
                  <a:pt x="256" y="227"/>
                  <a:pt x="260" y="223"/>
                  <a:pt x="263" y="219"/>
                </a:cubicBezTo>
                <a:cubicBezTo>
                  <a:pt x="267" y="215"/>
                  <a:pt x="270" y="211"/>
                  <a:pt x="273" y="207"/>
                </a:cubicBezTo>
                <a:cubicBezTo>
                  <a:pt x="276" y="203"/>
                  <a:pt x="279" y="199"/>
                  <a:pt x="282" y="193"/>
                </a:cubicBezTo>
                <a:cubicBezTo>
                  <a:pt x="285" y="187"/>
                  <a:pt x="288" y="181"/>
                  <a:pt x="290" y="177"/>
                </a:cubicBezTo>
                <a:cubicBezTo>
                  <a:pt x="293" y="173"/>
                  <a:pt x="294" y="167"/>
                  <a:pt x="295" y="159"/>
                </a:cubicBezTo>
                <a:cubicBezTo>
                  <a:pt x="295" y="151"/>
                  <a:pt x="296" y="145"/>
                  <a:pt x="297" y="139"/>
                </a:cubicBezTo>
                <a:cubicBezTo>
                  <a:pt x="297" y="113"/>
                  <a:pt x="288" y="92"/>
                  <a:pt x="271" y="73"/>
                </a:cubicBezTo>
                <a:cubicBezTo>
                  <a:pt x="253" y="54"/>
                  <a:pt x="233" y="43"/>
                  <a:pt x="210" y="38"/>
                </a:cubicBezTo>
                <a:cubicBezTo>
                  <a:pt x="206" y="38"/>
                  <a:pt x="196" y="37"/>
                  <a:pt x="180" y="37"/>
                </a:cubicBezTo>
                <a:cubicBezTo>
                  <a:pt x="156" y="37"/>
                  <a:pt x="132" y="45"/>
                  <a:pt x="111" y="61"/>
                </a:cubicBezTo>
                <a:cubicBezTo>
                  <a:pt x="88" y="77"/>
                  <a:pt x="77" y="97"/>
                  <a:pt x="76" y="120"/>
                </a:cubicBezTo>
                <a:cubicBezTo>
                  <a:pt x="76" y="134"/>
                  <a:pt x="80" y="147"/>
                  <a:pt x="88" y="158"/>
                </a:cubicBezTo>
                <a:cubicBezTo>
                  <a:pt x="96" y="170"/>
                  <a:pt x="104" y="178"/>
                  <a:pt x="113" y="184"/>
                </a:cubicBezTo>
                <a:cubicBezTo>
                  <a:pt x="120" y="190"/>
                  <a:pt x="135" y="200"/>
                  <a:pt x="158" y="213"/>
                </a:cubicBezTo>
                <a:cubicBezTo>
                  <a:pt x="162" y="216"/>
                  <a:pt x="165" y="218"/>
                  <a:pt x="168" y="220"/>
                </a:cubicBezTo>
                <a:lnTo>
                  <a:pt x="220" y="254"/>
                </a:lnTo>
                <a:moveTo>
                  <a:pt x="187" y="583"/>
                </a:moveTo>
                <a:cubicBezTo>
                  <a:pt x="222" y="583"/>
                  <a:pt x="252" y="573"/>
                  <a:pt x="278" y="553"/>
                </a:cubicBezTo>
                <a:cubicBezTo>
                  <a:pt x="303" y="532"/>
                  <a:pt x="316" y="508"/>
                  <a:pt x="316" y="479"/>
                </a:cubicBezTo>
                <a:cubicBezTo>
                  <a:pt x="316" y="469"/>
                  <a:pt x="314" y="459"/>
                  <a:pt x="311" y="450"/>
                </a:cubicBezTo>
                <a:cubicBezTo>
                  <a:pt x="308" y="441"/>
                  <a:pt x="305" y="433"/>
                  <a:pt x="300" y="427"/>
                </a:cubicBezTo>
                <a:cubicBezTo>
                  <a:pt x="296" y="421"/>
                  <a:pt x="289" y="415"/>
                  <a:pt x="280" y="407"/>
                </a:cubicBezTo>
                <a:cubicBezTo>
                  <a:pt x="271" y="400"/>
                  <a:pt x="264" y="395"/>
                  <a:pt x="260" y="391"/>
                </a:cubicBezTo>
                <a:cubicBezTo>
                  <a:pt x="255" y="388"/>
                  <a:pt x="246" y="382"/>
                  <a:pt x="233" y="374"/>
                </a:cubicBezTo>
                <a:cubicBezTo>
                  <a:pt x="221" y="366"/>
                  <a:pt x="213" y="361"/>
                  <a:pt x="209" y="359"/>
                </a:cubicBezTo>
                <a:cubicBezTo>
                  <a:pt x="201" y="353"/>
                  <a:pt x="192" y="348"/>
                  <a:pt x="182" y="342"/>
                </a:cubicBezTo>
                <a:cubicBezTo>
                  <a:pt x="172" y="336"/>
                  <a:pt x="165" y="330"/>
                  <a:pt x="159" y="326"/>
                </a:cubicBezTo>
                <a:lnTo>
                  <a:pt x="151" y="322"/>
                </a:lnTo>
                <a:cubicBezTo>
                  <a:pt x="148" y="322"/>
                  <a:pt x="139" y="327"/>
                  <a:pt x="125" y="337"/>
                </a:cubicBezTo>
                <a:cubicBezTo>
                  <a:pt x="111" y="347"/>
                  <a:pt x="96" y="364"/>
                  <a:pt x="81" y="387"/>
                </a:cubicBezTo>
                <a:cubicBezTo>
                  <a:pt x="66" y="410"/>
                  <a:pt x="58" y="434"/>
                  <a:pt x="57" y="461"/>
                </a:cubicBezTo>
                <a:cubicBezTo>
                  <a:pt x="57" y="496"/>
                  <a:pt x="70" y="525"/>
                  <a:pt x="96" y="548"/>
                </a:cubicBezTo>
                <a:cubicBezTo>
                  <a:pt x="123" y="571"/>
                  <a:pt x="153" y="583"/>
                  <a:pt x="187" y="58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1340360" y="184752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3"/>
                  <a:pt x="151" y="137"/>
                  <a:pt x="177" y="213"/>
                </a:cubicBezTo>
                <a:cubicBezTo>
                  <a:pt x="203" y="290"/>
                  <a:pt x="217" y="369"/>
                  <a:pt x="217" y="452"/>
                </a:cubicBezTo>
                <a:cubicBezTo>
                  <a:pt x="217" y="493"/>
                  <a:pt x="213" y="532"/>
                  <a:pt x="206" y="570"/>
                </a:cubicBezTo>
                <a:cubicBezTo>
                  <a:pt x="200" y="608"/>
                  <a:pt x="194" y="640"/>
                  <a:pt x="186" y="667"/>
                </a:cubicBezTo>
                <a:cubicBezTo>
                  <a:pt x="178" y="693"/>
                  <a:pt x="167" y="720"/>
                  <a:pt x="152" y="747"/>
                </a:cubicBezTo>
                <a:cubicBezTo>
                  <a:pt x="138" y="773"/>
                  <a:pt x="126" y="794"/>
                  <a:pt x="118" y="807"/>
                </a:cubicBezTo>
                <a:cubicBezTo>
                  <a:pt x="110" y="821"/>
                  <a:pt x="97" y="837"/>
                  <a:pt x="81" y="854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1" y="900"/>
                </a:cubicBezTo>
                <a:cubicBezTo>
                  <a:pt x="30" y="902"/>
                  <a:pt x="28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2" y="901"/>
                </a:cubicBezTo>
                <a:cubicBezTo>
                  <a:pt x="1" y="900"/>
                  <a:pt x="0" y="897"/>
                  <a:pt x="0" y="893"/>
                </a:cubicBezTo>
                <a:cubicBezTo>
                  <a:pt x="0" y="893"/>
                  <a:pt x="4" y="889"/>
                  <a:pt x="10" y="882"/>
                </a:cubicBezTo>
                <a:cubicBezTo>
                  <a:pt x="103" y="785"/>
                  <a:pt x="150" y="641"/>
                  <a:pt x="150" y="452"/>
                </a:cubicBezTo>
                <a:cubicBezTo>
                  <a:pt x="150" y="263"/>
                  <a:pt x="103" y="120"/>
                  <a:pt x="10" y="23"/>
                </a:cubicBezTo>
                <a:cubicBezTo>
                  <a:pt x="4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747720" y="1314360"/>
            <a:ext cx="9103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この互いが切磋琢磨する様子をミニマックスゲームとして捉え定式化する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2591640" y="266688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31" y="50"/>
                </a:moveTo>
                <a:cubicBezTo>
                  <a:pt x="231" y="45"/>
                  <a:pt x="214" y="43"/>
                  <a:pt x="179" y="41"/>
                </a:cubicBezTo>
                <a:cubicBezTo>
                  <a:pt x="165" y="41"/>
                  <a:pt x="156" y="41"/>
                  <a:pt x="152" y="41"/>
                </a:cubicBezTo>
                <a:cubicBezTo>
                  <a:pt x="148" y="40"/>
                  <a:pt x="146" y="37"/>
                  <a:pt x="146" y="32"/>
                </a:cubicBezTo>
                <a:cubicBezTo>
                  <a:pt x="146" y="28"/>
                  <a:pt x="147" y="22"/>
                  <a:pt x="149" y="14"/>
                </a:cubicBezTo>
                <a:cubicBezTo>
                  <a:pt x="152" y="7"/>
                  <a:pt x="154" y="3"/>
                  <a:pt x="156" y="1"/>
                </a:cubicBezTo>
                <a:cubicBezTo>
                  <a:pt x="157" y="0"/>
                  <a:pt x="217" y="0"/>
                  <a:pt x="335" y="0"/>
                </a:cubicBezTo>
                <a:cubicBezTo>
                  <a:pt x="436" y="1"/>
                  <a:pt x="492" y="1"/>
                  <a:pt x="504" y="1"/>
                </a:cubicBezTo>
                <a:cubicBezTo>
                  <a:pt x="516" y="1"/>
                  <a:pt x="528" y="3"/>
                  <a:pt x="540" y="6"/>
                </a:cubicBezTo>
                <a:cubicBezTo>
                  <a:pt x="583" y="16"/>
                  <a:pt x="620" y="40"/>
                  <a:pt x="650" y="78"/>
                </a:cubicBezTo>
                <a:cubicBezTo>
                  <a:pt x="680" y="115"/>
                  <a:pt x="696" y="165"/>
                  <a:pt x="696" y="227"/>
                </a:cubicBezTo>
                <a:cubicBezTo>
                  <a:pt x="696" y="322"/>
                  <a:pt x="664" y="406"/>
                  <a:pt x="600" y="481"/>
                </a:cubicBezTo>
                <a:cubicBezTo>
                  <a:pt x="535" y="555"/>
                  <a:pt x="460" y="600"/>
                  <a:pt x="372" y="614"/>
                </a:cubicBezTo>
                <a:lnTo>
                  <a:pt x="360" y="616"/>
                </a:lnTo>
                <a:lnTo>
                  <a:pt x="185" y="617"/>
                </a:lnTo>
                <a:lnTo>
                  <a:pt x="83" y="617"/>
                </a:lnTo>
                <a:lnTo>
                  <a:pt x="36" y="617"/>
                </a:lnTo>
                <a:cubicBezTo>
                  <a:pt x="21" y="617"/>
                  <a:pt x="12" y="617"/>
                  <a:pt x="8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2"/>
                  <a:pt x="3" y="595"/>
                </a:cubicBezTo>
                <a:cubicBezTo>
                  <a:pt x="6" y="585"/>
                  <a:pt x="8" y="580"/>
                  <a:pt x="10" y="578"/>
                </a:cubicBezTo>
                <a:cubicBezTo>
                  <a:pt x="13" y="577"/>
                  <a:pt x="20" y="576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5" y="571"/>
                  <a:pt x="100" y="568"/>
                  <a:pt x="103" y="562"/>
                </a:cubicBezTo>
                <a:cubicBezTo>
                  <a:pt x="105" y="560"/>
                  <a:pt x="127" y="476"/>
                  <a:pt x="168" y="311"/>
                </a:cubicBezTo>
                <a:cubicBezTo>
                  <a:pt x="210" y="145"/>
                  <a:pt x="231" y="59"/>
                  <a:pt x="231" y="50"/>
                </a:cubicBezTo>
                <a:moveTo>
                  <a:pt x="606" y="193"/>
                </a:moveTo>
                <a:cubicBezTo>
                  <a:pt x="606" y="170"/>
                  <a:pt x="603" y="150"/>
                  <a:pt x="596" y="132"/>
                </a:cubicBezTo>
                <a:cubicBezTo>
                  <a:pt x="589" y="114"/>
                  <a:pt x="582" y="99"/>
                  <a:pt x="573" y="89"/>
                </a:cubicBezTo>
                <a:cubicBezTo>
                  <a:pt x="564" y="79"/>
                  <a:pt x="552" y="70"/>
                  <a:pt x="539" y="63"/>
                </a:cubicBezTo>
                <a:cubicBezTo>
                  <a:pt x="526" y="56"/>
                  <a:pt x="514" y="51"/>
                  <a:pt x="504" y="49"/>
                </a:cubicBezTo>
                <a:cubicBezTo>
                  <a:pt x="494" y="46"/>
                  <a:pt x="483" y="44"/>
                  <a:pt x="472" y="42"/>
                </a:cubicBezTo>
                <a:cubicBezTo>
                  <a:pt x="471" y="42"/>
                  <a:pt x="467" y="42"/>
                  <a:pt x="460" y="42"/>
                </a:cubicBezTo>
                <a:cubicBezTo>
                  <a:pt x="453" y="42"/>
                  <a:pt x="444" y="42"/>
                  <a:pt x="434" y="42"/>
                </a:cubicBezTo>
                <a:cubicBezTo>
                  <a:pt x="423" y="42"/>
                  <a:pt x="413" y="42"/>
                  <a:pt x="404" y="41"/>
                </a:cubicBezTo>
                <a:lnTo>
                  <a:pt x="365" y="41"/>
                </a:lnTo>
                <a:cubicBezTo>
                  <a:pt x="339" y="41"/>
                  <a:pt x="324" y="44"/>
                  <a:pt x="320" y="50"/>
                </a:cubicBezTo>
                <a:cubicBezTo>
                  <a:pt x="319" y="53"/>
                  <a:pt x="297" y="139"/>
                  <a:pt x="254" y="311"/>
                </a:cubicBezTo>
                <a:cubicBezTo>
                  <a:pt x="211" y="482"/>
                  <a:pt x="190" y="568"/>
                  <a:pt x="190" y="570"/>
                </a:cubicBezTo>
                <a:cubicBezTo>
                  <a:pt x="190" y="573"/>
                  <a:pt x="193" y="574"/>
                  <a:pt x="200" y="574"/>
                </a:cubicBezTo>
                <a:cubicBezTo>
                  <a:pt x="207" y="574"/>
                  <a:pt x="230" y="574"/>
                  <a:pt x="269" y="575"/>
                </a:cubicBezTo>
                <a:cubicBezTo>
                  <a:pt x="272" y="575"/>
                  <a:pt x="278" y="575"/>
                  <a:pt x="287" y="575"/>
                </a:cubicBezTo>
                <a:cubicBezTo>
                  <a:pt x="295" y="575"/>
                  <a:pt x="302" y="575"/>
                  <a:pt x="308" y="576"/>
                </a:cubicBezTo>
                <a:cubicBezTo>
                  <a:pt x="384" y="576"/>
                  <a:pt x="447" y="551"/>
                  <a:pt x="496" y="502"/>
                </a:cubicBezTo>
                <a:cubicBezTo>
                  <a:pt x="518" y="480"/>
                  <a:pt x="535" y="455"/>
                  <a:pt x="549" y="426"/>
                </a:cubicBezTo>
                <a:cubicBezTo>
                  <a:pt x="563" y="397"/>
                  <a:pt x="576" y="359"/>
                  <a:pt x="588" y="311"/>
                </a:cubicBezTo>
                <a:cubicBezTo>
                  <a:pt x="600" y="263"/>
                  <a:pt x="606" y="224"/>
                  <a:pt x="606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880920" y="2600280"/>
            <a:ext cx="828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ケース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2854440" y="2600280"/>
            <a:ext cx="966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の予測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4320000" y="260028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正解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5281560" y="260028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内容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549800" y="3286080"/>
            <a:ext cx="183960" cy="144360"/>
          </a:xfrm>
          <a:custGeom>
            <a:avLst/>
            <a:gdLst/>
            <a:ahLst/>
            <a:rect l="0" t="0" r="r" b="b"/>
            <a:pathLst>
              <a:path w="511" h="401">
                <a:moveTo>
                  <a:pt x="187" y="401"/>
                </a:moveTo>
                <a:cubicBezTo>
                  <a:pt x="178" y="399"/>
                  <a:pt x="146" y="399"/>
                  <a:pt x="91" y="399"/>
                </a:cubicBezTo>
                <a:cubicBezTo>
                  <a:pt x="42" y="399"/>
                  <a:pt x="13" y="399"/>
                  <a:pt x="6" y="401"/>
                </a:cubicBezTo>
                <a:lnTo>
                  <a:pt x="0" y="401"/>
                </a:lnTo>
                <a:lnTo>
                  <a:pt x="0" y="345"/>
                </a:lnTo>
                <a:lnTo>
                  <a:pt x="87" y="345"/>
                </a:lnTo>
                <a:lnTo>
                  <a:pt x="203" y="208"/>
                </a:lnTo>
                <a:lnTo>
                  <a:pt x="80" y="56"/>
                </a:lnTo>
                <a:lnTo>
                  <a:pt x="4" y="56"/>
                </a:lnTo>
                <a:lnTo>
                  <a:pt x="4" y="0"/>
                </a:lnTo>
                <a:lnTo>
                  <a:pt x="11" y="0"/>
                </a:lnTo>
                <a:cubicBezTo>
                  <a:pt x="21" y="1"/>
                  <a:pt x="54" y="2"/>
                  <a:pt x="111" y="2"/>
                </a:cubicBezTo>
                <a:cubicBezTo>
                  <a:pt x="173" y="2"/>
                  <a:pt x="210" y="1"/>
                  <a:pt x="221" y="0"/>
                </a:cubicBezTo>
                <a:lnTo>
                  <a:pt x="229" y="0"/>
                </a:lnTo>
                <a:lnTo>
                  <a:pt x="229" y="56"/>
                </a:lnTo>
                <a:lnTo>
                  <a:pt x="204" y="56"/>
                </a:lnTo>
                <a:lnTo>
                  <a:pt x="235" y="94"/>
                </a:lnTo>
                <a:cubicBezTo>
                  <a:pt x="256" y="120"/>
                  <a:pt x="266" y="132"/>
                  <a:pt x="267" y="132"/>
                </a:cubicBezTo>
                <a:cubicBezTo>
                  <a:pt x="269" y="132"/>
                  <a:pt x="281" y="119"/>
                  <a:pt x="301" y="93"/>
                </a:cubicBezTo>
                <a:lnTo>
                  <a:pt x="333" y="56"/>
                </a:lnTo>
                <a:lnTo>
                  <a:pt x="299" y="56"/>
                </a:lnTo>
                <a:lnTo>
                  <a:pt x="299" y="0"/>
                </a:lnTo>
                <a:lnTo>
                  <a:pt x="307" y="0"/>
                </a:lnTo>
                <a:cubicBezTo>
                  <a:pt x="316" y="1"/>
                  <a:pt x="348" y="2"/>
                  <a:pt x="402" y="2"/>
                </a:cubicBezTo>
                <a:cubicBezTo>
                  <a:pt x="451" y="2"/>
                  <a:pt x="479" y="1"/>
                  <a:pt x="486" y="0"/>
                </a:cubicBezTo>
                <a:lnTo>
                  <a:pt x="492" y="0"/>
                </a:lnTo>
                <a:lnTo>
                  <a:pt x="492" y="56"/>
                </a:lnTo>
                <a:lnTo>
                  <a:pt x="407" y="56"/>
                </a:lnTo>
                <a:lnTo>
                  <a:pt x="302" y="178"/>
                </a:lnTo>
                <a:lnTo>
                  <a:pt x="437" y="344"/>
                </a:lnTo>
                <a:lnTo>
                  <a:pt x="474" y="345"/>
                </a:lnTo>
                <a:lnTo>
                  <a:pt x="511" y="345"/>
                </a:lnTo>
                <a:lnTo>
                  <a:pt x="511" y="401"/>
                </a:lnTo>
                <a:lnTo>
                  <a:pt x="503" y="401"/>
                </a:lnTo>
                <a:cubicBezTo>
                  <a:pt x="494" y="399"/>
                  <a:pt x="461" y="399"/>
                  <a:pt x="405" y="399"/>
                </a:cubicBezTo>
                <a:cubicBezTo>
                  <a:pt x="342" y="399"/>
                  <a:pt x="306" y="399"/>
                  <a:pt x="295" y="401"/>
                </a:cubicBezTo>
                <a:lnTo>
                  <a:pt x="287" y="401"/>
                </a:lnTo>
                <a:lnTo>
                  <a:pt x="287" y="345"/>
                </a:lnTo>
                <a:lnTo>
                  <a:pt x="312" y="345"/>
                </a:lnTo>
                <a:cubicBezTo>
                  <a:pt x="312" y="345"/>
                  <a:pt x="300" y="330"/>
                  <a:pt x="276" y="300"/>
                </a:cubicBezTo>
                <a:cubicBezTo>
                  <a:pt x="252" y="270"/>
                  <a:pt x="240" y="254"/>
                  <a:pt x="239" y="253"/>
                </a:cubicBezTo>
                <a:lnTo>
                  <a:pt x="160" y="344"/>
                </a:lnTo>
                <a:lnTo>
                  <a:pt x="178" y="345"/>
                </a:lnTo>
                <a:lnTo>
                  <a:pt x="194" y="345"/>
                </a:lnTo>
                <a:lnTo>
                  <a:pt x="194" y="401"/>
                </a:lnTo>
                <a:lnTo>
                  <a:pt x="187" y="4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880920" y="3133800"/>
            <a:ext cx="6991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本物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(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2619720" y="3190680"/>
            <a:ext cx="44640" cy="325440"/>
          </a:xfrm>
          <a:custGeom>
            <a:avLst/>
            <a:gdLst/>
            <a:ahLst/>
            <a:rect l="0" t="0" r="r" b="b"/>
            <a:pathLst>
              <a:path w="124" h="904">
                <a:moveTo>
                  <a:pt x="0" y="904"/>
                </a:moveTo>
                <a:lnTo>
                  <a:pt x="0" y="0"/>
                </a:lnTo>
                <a:lnTo>
                  <a:pt x="124" y="0"/>
                </a:lnTo>
                <a:lnTo>
                  <a:pt x="124" y="36"/>
                </a:lnTo>
                <a:lnTo>
                  <a:pt x="36" y="36"/>
                </a:lnTo>
                <a:lnTo>
                  <a:pt x="36" y="867"/>
                </a:lnTo>
                <a:lnTo>
                  <a:pt x="124" y="867"/>
                </a:lnTo>
                <a:lnTo>
                  <a:pt x="124" y="904"/>
                </a:lnTo>
                <a:lnTo>
                  <a:pt x="0" y="90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2682360" y="321264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29" y="50"/>
                </a:moveTo>
                <a:cubicBezTo>
                  <a:pt x="229" y="46"/>
                  <a:pt x="212" y="43"/>
                  <a:pt x="178" y="42"/>
                </a:cubicBezTo>
                <a:cubicBezTo>
                  <a:pt x="164" y="42"/>
                  <a:pt x="155" y="42"/>
                  <a:pt x="150" y="41"/>
                </a:cubicBezTo>
                <a:cubicBezTo>
                  <a:pt x="146" y="41"/>
                  <a:pt x="144" y="38"/>
                  <a:pt x="144" y="33"/>
                </a:cubicBezTo>
                <a:cubicBezTo>
                  <a:pt x="144" y="28"/>
                  <a:pt x="145" y="22"/>
                  <a:pt x="148" y="15"/>
                </a:cubicBezTo>
                <a:cubicBezTo>
                  <a:pt x="150" y="7"/>
                  <a:pt x="152" y="2"/>
                  <a:pt x="154" y="0"/>
                </a:cubicBezTo>
                <a:cubicBezTo>
                  <a:pt x="155" y="0"/>
                  <a:pt x="215" y="0"/>
                  <a:pt x="334" y="0"/>
                </a:cubicBezTo>
                <a:cubicBezTo>
                  <a:pt x="434" y="0"/>
                  <a:pt x="490" y="0"/>
                  <a:pt x="502" y="0"/>
                </a:cubicBezTo>
                <a:cubicBezTo>
                  <a:pt x="514" y="0"/>
                  <a:pt x="527" y="2"/>
                  <a:pt x="540" y="6"/>
                </a:cubicBezTo>
                <a:cubicBezTo>
                  <a:pt x="583" y="17"/>
                  <a:pt x="620" y="41"/>
                  <a:pt x="650" y="78"/>
                </a:cubicBezTo>
                <a:cubicBezTo>
                  <a:pt x="680" y="115"/>
                  <a:pt x="695" y="165"/>
                  <a:pt x="696" y="228"/>
                </a:cubicBezTo>
                <a:cubicBezTo>
                  <a:pt x="696" y="322"/>
                  <a:pt x="663" y="406"/>
                  <a:pt x="599" y="481"/>
                </a:cubicBezTo>
                <a:cubicBezTo>
                  <a:pt x="535" y="555"/>
                  <a:pt x="458" y="600"/>
                  <a:pt x="371" y="614"/>
                </a:cubicBezTo>
                <a:lnTo>
                  <a:pt x="358" y="616"/>
                </a:lnTo>
                <a:lnTo>
                  <a:pt x="183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1" y="617"/>
                  <a:pt x="11" y="616"/>
                  <a:pt x="7" y="615"/>
                </a:cubicBezTo>
                <a:cubicBezTo>
                  <a:pt x="3" y="614"/>
                  <a:pt x="0" y="611"/>
                  <a:pt x="0" y="607"/>
                </a:cubicBezTo>
                <a:cubicBezTo>
                  <a:pt x="0" y="606"/>
                  <a:pt x="1" y="602"/>
                  <a:pt x="2" y="594"/>
                </a:cubicBezTo>
                <a:cubicBezTo>
                  <a:pt x="5" y="585"/>
                  <a:pt x="7" y="579"/>
                  <a:pt x="10" y="578"/>
                </a:cubicBezTo>
                <a:cubicBezTo>
                  <a:pt x="12" y="577"/>
                  <a:pt x="19" y="576"/>
                  <a:pt x="30" y="575"/>
                </a:cubicBezTo>
                <a:cubicBezTo>
                  <a:pt x="47" y="575"/>
                  <a:pt x="65" y="574"/>
                  <a:pt x="85" y="573"/>
                </a:cubicBezTo>
                <a:cubicBezTo>
                  <a:pt x="93" y="571"/>
                  <a:pt x="99" y="567"/>
                  <a:pt x="102" y="562"/>
                </a:cubicBezTo>
                <a:cubicBezTo>
                  <a:pt x="104" y="559"/>
                  <a:pt x="125" y="476"/>
                  <a:pt x="167" y="311"/>
                </a:cubicBezTo>
                <a:cubicBezTo>
                  <a:pt x="208" y="146"/>
                  <a:pt x="229" y="59"/>
                  <a:pt x="229" y="50"/>
                </a:cubicBezTo>
                <a:moveTo>
                  <a:pt x="605" y="194"/>
                </a:moveTo>
                <a:cubicBezTo>
                  <a:pt x="605" y="171"/>
                  <a:pt x="602" y="150"/>
                  <a:pt x="595" y="132"/>
                </a:cubicBezTo>
                <a:cubicBezTo>
                  <a:pt x="589" y="114"/>
                  <a:pt x="581" y="100"/>
                  <a:pt x="572" y="90"/>
                </a:cubicBezTo>
                <a:cubicBezTo>
                  <a:pt x="563" y="80"/>
                  <a:pt x="552" y="71"/>
                  <a:pt x="539" y="64"/>
                </a:cubicBezTo>
                <a:cubicBezTo>
                  <a:pt x="524" y="56"/>
                  <a:pt x="513" y="52"/>
                  <a:pt x="502" y="49"/>
                </a:cubicBezTo>
                <a:cubicBezTo>
                  <a:pt x="492" y="47"/>
                  <a:pt x="482" y="45"/>
                  <a:pt x="471" y="43"/>
                </a:cubicBezTo>
                <a:cubicBezTo>
                  <a:pt x="470" y="43"/>
                  <a:pt x="465" y="43"/>
                  <a:pt x="458" y="43"/>
                </a:cubicBezTo>
                <a:cubicBezTo>
                  <a:pt x="451" y="43"/>
                  <a:pt x="442" y="43"/>
                  <a:pt x="432" y="43"/>
                </a:cubicBezTo>
                <a:cubicBezTo>
                  <a:pt x="422" y="43"/>
                  <a:pt x="412" y="43"/>
                  <a:pt x="402" y="42"/>
                </a:cubicBezTo>
                <a:lnTo>
                  <a:pt x="363" y="42"/>
                </a:lnTo>
                <a:cubicBezTo>
                  <a:pt x="337" y="42"/>
                  <a:pt x="322" y="45"/>
                  <a:pt x="318" y="51"/>
                </a:cubicBezTo>
                <a:cubicBezTo>
                  <a:pt x="317" y="53"/>
                  <a:pt x="295" y="140"/>
                  <a:pt x="252" y="311"/>
                </a:cubicBezTo>
                <a:cubicBezTo>
                  <a:pt x="210" y="482"/>
                  <a:pt x="188" y="568"/>
                  <a:pt x="188" y="570"/>
                </a:cubicBezTo>
                <a:cubicBezTo>
                  <a:pt x="188" y="572"/>
                  <a:pt x="192" y="574"/>
                  <a:pt x="198" y="574"/>
                </a:cubicBezTo>
                <a:cubicBezTo>
                  <a:pt x="205" y="574"/>
                  <a:pt x="228" y="574"/>
                  <a:pt x="268" y="574"/>
                </a:cubicBezTo>
                <a:cubicBezTo>
                  <a:pt x="271" y="574"/>
                  <a:pt x="277" y="574"/>
                  <a:pt x="285" y="574"/>
                </a:cubicBezTo>
                <a:cubicBezTo>
                  <a:pt x="293" y="574"/>
                  <a:pt x="301" y="575"/>
                  <a:pt x="307" y="575"/>
                </a:cubicBezTo>
                <a:cubicBezTo>
                  <a:pt x="382" y="575"/>
                  <a:pt x="445" y="551"/>
                  <a:pt x="494" y="501"/>
                </a:cubicBezTo>
                <a:cubicBezTo>
                  <a:pt x="516" y="480"/>
                  <a:pt x="535" y="454"/>
                  <a:pt x="549" y="426"/>
                </a:cubicBezTo>
                <a:cubicBezTo>
                  <a:pt x="562" y="397"/>
                  <a:pt x="575" y="358"/>
                  <a:pt x="587" y="311"/>
                </a:cubicBezTo>
                <a:cubicBezTo>
                  <a:pt x="599" y="263"/>
                  <a:pt x="605" y="224"/>
                  <a:pt x="605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2966040" y="3395160"/>
            <a:ext cx="43200" cy="102600"/>
          </a:xfrm>
          <a:custGeom>
            <a:avLst/>
            <a:gdLst/>
            <a:ahLst/>
            <a:rect l="0" t="0" r="r" b="b"/>
            <a:pathLst>
              <a:path w="120" h="285">
                <a:moveTo>
                  <a:pt x="0" y="77"/>
                </a:moveTo>
                <a:cubicBezTo>
                  <a:pt x="0" y="77"/>
                  <a:pt x="0" y="70"/>
                  <a:pt x="0" y="55"/>
                </a:cubicBezTo>
                <a:cubicBezTo>
                  <a:pt x="0" y="40"/>
                  <a:pt x="4" y="27"/>
                  <a:pt x="14" y="16"/>
                </a:cubicBezTo>
                <a:cubicBezTo>
                  <a:pt x="24" y="5"/>
                  <a:pt x="38" y="0"/>
                  <a:pt x="54" y="0"/>
                </a:cubicBezTo>
                <a:cubicBezTo>
                  <a:pt x="71" y="0"/>
                  <a:pt x="86" y="7"/>
                  <a:pt x="99" y="22"/>
                </a:cubicBezTo>
                <a:cubicBezTo>
                  <a:pt x="112" y="37"/>
                  <a:pt x="119" y="64"/>
                  <a:pt x="120" y="103"/>
                </a:cubicBezTo>
                <a:cubicBezTo>
                  <a:pt x="120" y="124"/>
                  <a:pt x="117" y="144"/>
                  <a:pt x="112" y="164"/>
                </a:cubicBezTo>
                <a:cubicBezTo>
                  <a:pt x="106" y="184"/>
                  <a:pt x="100" y="201"/>
                  <a:pt x="93" y="215"/>
                </a:cubicBezTo>
                <a:cubicBezTo>
                  <a:pt x="85" y="230"/>
                  <a:pt x="78" y="242"/>
                  <a:pt x="69" y="252"/>
                </a:cubicBezTo>
                <a:cubicBezTo>
                  <a:pt x="61" y="263"/>
                  <a:pt x="54" y="271"/>
                  <a:pt x="48" y="277"/>
                </a:cubicBezTo>
                <a:cubicBezTo>
                  <a:pt x="42" y="283"/>
                  <a:pt x="38" y="286"/>
                  <a:pt x="36" y="285"/>
                </a:cubicBezTo>
                <a:cubicBezTo>
                  <a:pt x="33" y="285"/>
                  <a:pt x="29" y="282"/>
                  <a:pt x="23" y="277"/>
                </a:cubicBezTo>
                <a:cubicBezTo>
                  <a:pt x="18" y="271"/>
                  <a:pt x="15" y="268"/>
                  <a:pt x="15" y="265"/>
                </a:cubicBezTo>
                <a:cubicBezTo>
                  <a:pt x="15" y="263"/>
                  <a:pt x="18" y="258"/>
                  <a:pt x="25" y="251"/>
                </a:cubicBezTo>
                <a:cubicBezTo>
                  <a:pt x="33" y="243"/>
                  <a:pt x="40" y="234"/>
                  <a:pt x="48" y="224"/>
                </a:cubicBezTo>
                <a:cubicBezTo>
                  <a:pt x="57" y="213"/>
                  <a:pt x="65" y="198"/>
                  <a:pt x="72" y="178"/>
                </a:cubicBezTo>
                <a:cubicBezTo>
                  <a:pt x="79" y="159"/>
                  <a:pt x="84" y="137"/>
                  <a:pt x="86" y="113"/>
                </a:cubicBezTo>
                <a:lnTo>
                  <a:pt x="86" y="102"/>
                </a:lnTo>
                <a:lnTo>
                  <a:pt x="85" y="103"/>
                </a:lnTo>
                <a:cubicBezTo>
                  <a:pt x="84" y="103"/>
                  <a:pt x="83" y="104"/>
                  <a:pt x="81" y="104"/>
                </a:cubicBezTo>
                <a:cubicBezTo>
                  <a:pt x="79" y="105"/>
                  <a:pt x="77" y="106"/>
                  <a:pt x="76" y="107"/>
                </a:cubicBezTo>
                <a:cubicBezTo>
                  <a:pt x="74" y="108"/>
                  <a:pt x="71" y="109"/>
                  <a:pt x="67" y="109"/>
                </a:cubicBezTo>
                <a:cubicBezTo>
                  <a:pt x="64" y="109"/>
                  <a:pt x="60" y="109"/>
                  <a:pt x="57" y="110"/>
                </a:cubicBezTo>
                <a:cubicBezTo>
                  <a:pt x="40" y="110"/>
                  <a:pt x="26" y="105"/>
                  <a:pt x="16" y="95"/>
                </a:cubicBezTo>
                <a:lnTo>
                  <a:pt x="0" y="7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3166200" y="3218040"/>
            <a:ext cx="112320" cy="216720"/>
          </a:xfrm>
          <a:custGeom>
            <a:avLst/>
            <a:gdLst/>
            <a:ahLst/>
            <a:rect l="0" t="0" r="r" b="b"/>
            <a:pathLst>
              <a:path w="312" h="602">
                <a:moveTo>
                  <a:pt x="119" y="79"/>
                </a:moveTo>
                <a:lnTo>
                  <a:pt x="107" y="84"/>
                </a:lnTo>
                <a:cubicBezTo>
                  <a:pt x="98" y="87"/>
                  <a:pt x="86" y="90"/>
                  <a:pt x="71" y="93"/>
                </a:cubicBezTo>
                <a:cubicBezTo>
                  <a:pt x="55" y="96"/>
                  <a:pt x="37" y="98"/>
                  <a:pt x="17" y="99"/>
                </a:cubicBezTo>
                <a:lnTo>
                  <a:pt x="0" y="99"/>
                </a:lnTo>
                <a:lnTo>
                  <a:pt x="0" y="58"/>
                </a:lnTo>
                <a:lnTo>
                  <a:pt x="17" y="58"/>
                </a:lnTo>
                <a:cubicBezTo>
                  <a:pt x="47" y="56"/>
                  <a:pt x="73" y="52"/>
                  <a:pt x="97" y="44"/>
                </a:cubicBezTo>
                <a:cubicBezTo>
                  <a:pt x="121" y="36"/>
                  <a:pt x="138" y="29"/>
                  <a:pt x="147" y="22"/>
                </a:cubicBezTo>
                <a:cubicBezTo>
                  <a:pt x="157" y="16"/>
                  <a:pt x="165" y="9"/>
                  <a:pt x="173" y="3"/>
                </a:cubicBezTo>
                <a:cubicBezTo>
                  <a:pt x="174" y="1"/>
                  <a:pt x="177" y="0"/>
                  <a:pt x="183" y="0"/>
                </a:cubicBezTo>
                <a:cubicBezTo>
                  <a:pt x="189" y="0"/>
                  <a:pt x="194" y="2"/>
                  <a:pt x="199" y="5"/>
                </a:cubicBezTo>
                <a:lnTo>
                  <a:pt x="199" y="275"/>
                </a:lnTo>
                <a:lnTo>
                  <a:pt x="200" y="547"/>
                </a:lnTo>
                <a:cubicBezTo>
                  <a:pt x="204" y="551"/>
                  <a:pt x="208" y="554"/>
                  <a:pt x="211" y="555"/>
                </a:cubicBezTo>
                <a:cubicBezTo>
                  <a:pt x="214" y="556"/>
                  <a:pt x="221" y="557"/>
                  <a:pt x="232" y="559"/>
                </a:cubicBezTo>
                <a:cubicBezTo>
                  <a:pt x="244" y="560"/>
                  <a:pt x="262" y="560"/>
                  <a:pt x="288" y="560"/>
                </a:cubicBezTo>
                <a:lnTo>
                  <a:pt x="312" y="560"/>
                </a:lnTo>
                <a:lnTo>
                  <a:pt x="312" y="602"/>
                </a:lnTo>
                <a:lnTo>
                  <a:pt x="302" y="602"/>
                </a:lnTo>
                <a:cubicBezTo>
                  <a:pt x="289" y="600"/>
                  <a:pt x="241" y="599"/>
                  <a:pt x="158" y="599"/>
                </a:cubicBezTo>
                <a:cubicBezTo>
                  <a:pt x="76" y="599"/>
                  <a:pt x="28" y="600"/>
                  <a:pt x="16" y="602"/>
                </a:cubicBezTo>
                <a:lnTo>
                  <a:pt x="5" y="602"/>
                </a:lnTo>
                <a:lnTo>
                  <a:pt x="5" y="560"/>
                </a:lnTo>
                <a:lnTo>
                  <a:pt x="28" y="560"/>
                </a:lnTo>
                <a:cubicBezTo>
                  <a:pt x="42" y="560"/>
                  <a:pt x="54" y="560"/>
                  <a:pt x="63" y="560"/>
                </a:cubicBezTo>
                <a:cubicBezTo>
                  <a:pt x="73" y="560"/>
                  <a:pt x="81" y="560"/>
                  <a:pt x="86" y="559"/>
                </a:cubicBezTo>
                <a:cubicBezTo>
                  <a:pt x="91" y="559"/>
                  <a:pt x="96" y="558"/>
                  <a:pt x="100" y="557"/>
                </a:cubicBezTo>
                <a:cubicBezTo>
                  <a:pt x="105" y="556"/>
                  <a:pt x="107" y="555"/>
                  <a:pt x="108" y="555"/>
                </a:cubicBezTo>
                <a:cubicBezTo>
                  <a:pt x="108" y="555"/>
                  <a:pt x="110" y="553"/>
                  <a:pt x="113" y="550"/>
                </a:cubicBezTo>
                <a:cubicBezTo>
                  <a:pt x="116" y="547"/>
                  <a:pt x="118" y="546"/>
                  <a:pt x="119" y="547"/>
                </a:cubicBezTo>
                <a:lnTo>
                  <a:pt x="119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3401280" y="3346560"/>
            <a:ext cx="198360" cy="13320"/>
          </a:xfrm>
          <a:custGeom>
            <a:avLst/>
            <a:gdLst/>
            <a:ahLst/>
            <a:rect l="0" t="0" r="r" b="b"/>
            <a:pathLst>
              <a:path w="551" h="37">
                <a:moveTo>
                  <a:pt x="12" y="0"/>
                </a:moveTo>
                <a:lnTo>
                  <a:pt x="538" y="0"/>
                </a:lnTo>
                <a:cubicBezTo>
                  <a:pt x="547" y="5"/>
                  <a:pt x="551" y="12"/>
                  <a:pt x="551" y="19"/>
                </a:cubicBezTo>
                <a:cubicBezTo>
                  <a:pt x="551" y="26"/>
                  <a:pt x="547" y="33"/>
                  <a:pt x="538" y="37"/>
                </a:cubicBezTo>
                <a:lnTo>
                  <a:pt x="12" y="37"/>
                </a:lnTo>
                <a:cubicBezTo>
                  <a:pt x="4" y="33"/>
                  <a:pt x="0" y="27"/>
                  <a:pt x="0" y="19"/>
                </a:cubicBezTo>
                <a:cubicBezTo>
                  <a:pt x="0" y="10"/>
                  <a:pt x="4" y="4"/>
                  <a:pt x="12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3709440" y="321264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30" y="50"/>
                </a:moveTo>
                <a:cubicBezTo>
                  <a:pt x="230" y="46"/>
                  <a:pt x="213" y="43"/>
                  <a:pt x="178" y="42"/>
                </a:cubicBezTo>
                <a:cubicBezTo>
                  <a:pt x="164" y="42"/>
                  <a:pt x="155" y="42"/>
                  <a:pt x="151" y="41"/>
                </a:cubicBezTo>
                <a:cubicBezTo>
                  <a:pt x="147" y="41"/>
                  <a:pt x="145" y="38"/>
                  <a:pt x="145" y="33"/>
                </a:cubicBezTo>
                <a:cubicBezTo>
                  <a:pt x="145" y="28"/>
                  <a:pt x="146" y="22"/>
                  <a:pt x="148" y="15"/>
                </a:cubicBezTo>
                <a:cubicBezTo>
                  <a:pt x="151" y="7"/>
                  <a:pt x="153" y="2"/>
                  <a:pt x="155" y="0"/>
                </a:cubicBezTo>
                <a:cubicBezTo>
                  <a:pt x="156" y="0"/>
                  <a:pt x="216" y="0"/>
                  <a:pt x="334" y="0"/>
                </a:cubicBezTo>
                <a:cubicBezTo>
                  <a:pt x="435" y="0"/>
                  <a:pt x="492" y="0"/>
                  <a:pt x="504" y="0"/>
                </a:cubicBezTo>
                <a:cubicBezTo>
                  <a:pt x="516" y="0"/>
                  <a:pt x="528" y="2"/>
                  <a:pt x="540" y="6"/>
                </a:cubicBezTo>
                <a:cubicBezTo>
                  <a:pt x="584" y="17"/>
                  <a:pt x="620" y="41"/>
                  <a:pt x="650" y="78"/>
                </a:cubicBezTo>
                <a:cubicBezTo>
                  <a:pt x="680" y="115"/>
                  <a:pt x="696" y="165"/>
                  <a:pt x="696" y="228"/>
                </a:cubicBezTo>
                <a:cubicBezTo>
                  <a:pt x="696" y="322"/>
                  <a:pt x="664" y="406"/>
                  <a:pt x="600" y="481"/>
                </a:cubicBezTo>
                <a:cubicBezTo>
                  <a:pt x="535" y="555"/>
                  <a:pt x="460" y="600"/>
                  <a:pt x="371" y="614"/>
                </a:cubicBezTo>
                <a:lnTo>
                  <a:pt x="359" y="616"/>
                </a:lnTo>
                <a:lnTo>
                  <a:pt x="184" y="617"/>
                </a:lnTo>
                <a:lnTo>
                  <a:pt x="84" y="617"/>
                </a:lnTo>
                <a:lnTo>
                  <a:pt x="36" y="617"/>
                </a:lnTo>
                <a:cubicBezTo>
                  <a:pt x="21" y="617"/>
                  <a:pt x="12" y="616"/>
                  <a:pt x="8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2"/>
                  <a:pt x="3" y="594"/>
                </a:cubicBezTo>
                <a:cubicBezTo>
                  <a:pt x="6" y="585"/>
                  <a:pt x="8" y="579"/>
                  <a:pt x="10" y="578"/>
                </a:cubicBezTo>
                <a:cubicBezTo>
                  <a:pt x="13" y="577"/>
                  <a:pt x="20" y="576"/>
                  <a:pt x="31" y="575"/>
                </a:cubicBezTo>
                <a:cubicBezTo>
                  <a:pt x="47" y="575"/>
                  <a:pt x="65" y="574"/>
                  <a:pt x="85" y="573"/>
                </a:cubicBezTo>
                <a:cubicBezTo>
                  <a:pt x="94" y="571"/>
                  <a:pt x="99" y="567"/>
                  <a:pt x="102" y="562"/>
                </a:cubicBezTo>
                <a:cubicBezTo>
                  <a:pt x="104" y="559"/>
                  <a:pt x="126" y="476"/>
                  <a:pt x="167" y="311"/>
                </a:cubicBezTo>
                <a:cubicBezTo>
                  <a:pt x="209" y="146"/>
                  <a:pt x="230" y="59"/>
                  <a:pt x="230" y="50"/>
                </a:cubicBezTo>
                <a:moveTo>
                  <a:pt x="606" y="194"/>
                </a:moveTo>
                <a:cubicBezTo>
                  <a:pt x="606" y="171"/>
                  <a:pt x="603" y="150"/>
                  <a:pt x="596" y="132"/>
                </a:cubicBezTo>
                <a:cubicBezTo>
                  <a:pt x="590" y="114"/>
                  <a:pt x="582" y="100"/>
                  <a:pt x="573" y="90"/>
                </a:cubicBezTo>
                <a:cubicBezTo>
                  <a:pt x="564" y="80"/>
                  <a:pt x="553" y="71"/>
                  <a:pt x="539" y="64"/>
                </a:cubicBezTo>
                <a:cubicBezTo>
                  <a:pt x="526" y="56"/>
                  <a:pt x="514" y="52"/>
                  <a:pt x="504" y="49"/>
                </a:cubicBezTo>
                <a:cubicBezTo>
                  <a:pt x="494" y="47"/>
                  <a:pt x="483" y="45"/>
                  <a:pt x="473" y="43"/>
                </a:cubicBezTo>
                <a:cubicBezTo>
                  <a:pt x="471" y="43"/>
                  <a:pt x="467" y="43"/>
                  <a:pt x="460" y="43"/>
                </a:cubicBezTo>
                <a:cubicBezTo>
                  <a:pt x="452" y="43"/>
                  <a:pt x="443" y="43"/>
                  <a:pt x="433" y="43"/>
                </a:cubicBezTo>
                <a:cubicBezTo>
                  <a:pt x="423" y="43"/>
                  <a:pt x="413" y="43"/>
                  <a:pt x="403" y="42"/>
                </a:cubicBezTo>
                <a:lnTo>
                  <a:pt x="364" y="42"/>
                </a:lnTo>
                <a:cubicBezTo>
                  <a:pt x="338" y="42"/>
                  <a:pt x="323" y="45"/>
                  <a:pt x="319" y="51"/>
                </a:cubicBezTo>
                <a:cubicBezTo>
                  <a:pt x="318" y="53"/>
                  <a:pt x="296" y="140"/>
                  <a:pt x="253" y="311"/>
                </a:cubicBezTo>
                <a:cubicBezTo>
                  <a:pt x="210" y="482"/>
                  <a:pt x="189" y="568"/>
                  <a:pt x="189" y="570"/>
                </a:cubicBezTo>
                <a:cubicBezTo>
                  <a:pt x="189" y="572"/>
                  <a:pt x="192" y="574"/>
                  <a:pt x="199" y="574"/>
                </a:cubicBezTo>
                <a:cubicBezTo>
                  <a:pt x="206" y="574"/>
                  <a:pt x="229" y="574"/>
                  <a:pt x="269" y="574"/>
                </a:cubicBezTo>
                <a:cubicBezTo>
                  <a:pt x="272" y="574"/>
                  <a:pt x="277" y="574"/>
                  <a:pt x="286" y="574"/>
                </a:cubicBezTo>
                <a:cubicBezTo>
                  <a:pt x="294" y="574"/>
                  <a:pt x="301" y="575"/>
                  <a:pt x="307" y="575"/>
                </a:cubicBezTo>
                <a:cubicBezTo>
                  <a:pt x="383" y="575"/>
                  <a:pt x="446" y="551"/>
                  <a:pt x="496" y="501"/>
                </a:cubicBezTo>
                <a:cubicBezTo>
                  <a:pt x="518" y="480"/>
                  <a:pt x="535" y="454"/>
                  <a:pt x="549" y="426"/>
                </a:cubicBezTo>
                <a:cubicBezTo>
                  <a:pt x="563" y="397"/>
                  <a:pt x="576" y="358"/>
                  <a:pt x="588" y="311"/>
                </a:cubicBezTo>
                <a:cubicBezTo>
                  <a:pt x="600" y="263"/>
                  <a:pt x="606" y="224"/>
                  <a:pt x="606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3975120" y="3190680"/>
            <a:ext cx="44640" cy="325440"/>
          </a:xfrm>
          <a:custGeom>
            <a:avLst/>
            <a:gdLst/>
            <a:ahLst/>
            <a:rect l="0" t="0" r="r" b="b"/>
            <a:pathLst>
              <a:path w="124" h="904">
                <a:moveTo>
                  <a:pt x="0" y="36"/>
                </a:moveTo>
                <a:lnTo>
                  <a:pt x="0" y="0"/>
                </a:lnTo>
                <a:lnTo>
                  <a:pt x="124" y="0"/>
                </a:lnTo>
                <a:lnTo>
                  <a:pt x="124" y="904"/>
                </a:lnTo>
                <a:lnTo>
                  <a:pt x="0" y="904"/>
                </a:lnTo>
                <a:lnTo>
                  <a:pt x="0" y="867"/>
                </a:lnTo>
                <a:lnTo>
                  <a:pt x="87" y="867"/>
                </a:lnTo>
                <a:lnTo>
                  <a:pt x="87" y="36"/>
                </a:lnTo>
                <a:lnTo>
                  <a:pt x="0" y="3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4362480" y="3190680"/>
            <a:ext cx="45000" cy="325440"/>
          </a:xfrm>
          <a:custGeom>
            <a:avLst/>
            <a:gdLst/>
            <a:ahLst/>
            <a:rect l="0" t="0" r="r" b="b"/>
            <a:pathLst>
              <a:path w="125" h="904">
                <a:moveTo>
                  <a:pt x="0" y="904"/>
                </a:moveTo>
                <a:lnTo>
                  <a:pt x="0" y="0"/>
                </a:lnTo>
                <a:lnTo>
                  <a:pt x="125" y="0"/>
                </a:lnTo>
                <a:lnTo>
                  <a:pt x="125" y="36"/>
                </a:lnTo>
                <a:lnTo>
                  <a:pt x="36" y="36"/>
                </a:lnTo>
                <a:lnTo>
                  <a:pt x="36" y="867"/>
                </a:lnTo>
                <a:lnTo>
                  <a:pt x="125" y="867"/>
                </a:lnTo>
                <a:lnTo>
                  <a:pt x="125" y="904"/>
                </a:lnTo>
                <a:lnTo>
                  <a:pt x="0" y="90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4441320" y="3218040"/>
            <a:ext cx="112320" cy="216720"/>
          </a:xfrm>
          <a:custGeom>
            <a:avLst/>
            <a:gdLst/>
            <a:ahLst/>
            <a:rect l="0" t="0" r="r" b="b"/>
            <a:pathLst>
              <a:path w="312" h="602">
                <a:moveTo>
                  <a:pt x="118" y="79"/>
                </a:moveTo>
                <a:lnTo>
                  <a:pt x="106" y="84"/>
                </a:lnTo>
                <a:cubicBezTo>
                  <a:pt x="98" y="87"/>
                  <a:pt x="86" y="90"/>
                  <a:pt x="70" y="93"/>
                </a:cubicBezTo>
                <a:cubicBezTo>
                  <a:pt x="54" y="96"/>
                  <a:pt x="37" y="98"/>
                  <a:pt x="18" y="99"/>
                </a:cubicBezTo>
                <a:lnTo>
                  <a:pt x="0" y="99"/>
                </a:lnTo>
                <a:lnTo>
                  <a:pt x="0" y="58"/>
                </a:lnTo>
                <a:lnTo>
                  <a:pt x="18" y="58"/>
                </a:lnTo>
                <a:cubicBezTo>
                  <a:pt x="46" y="56"/>
                  <a:pt x="72" y="52"/>
                  <a:pt x="96" y="44"/>
                </a:cubicBezTo>
                <a:cubicBezTo>
                  <a:pt x="120" y="36"/>
                  <a:pt x="137" y="29"/>
                  <a:pt x="147" y="22"/>
                </a:cubicBezTo>
                <a:cubicBezTo>
                  <a:pt x="156" y="16"/>
                  <a:pt x="165" y="9"/>
                  <a:pt x="172" y="3"/>
                </a:cubicBezTo>
                <a:cubicBezTo>
                  <a:pt x="173" y="1"/>
                  <a:pt x="177" y="0"/>
                  <a:pt x="183" y="0"/>
                </a:cubicBezTo>
                <a:cubicBezTo>
                  <a:pt x="188" y="0"/>
                  <a:pt x="193" y="2"/>
                  <a:pt x="198" y="5"/>
                </a:cubicBezTo>
                <a:lnTo>
                  <a:pt x="198" y="275"/>
                </a:lnTo>
                <a:lnTo>
                  <a:pt x="199" y="547"/>
                </a:lnTo>
                <a:cubicBezTo>
                  <a:pt x="203" y="551"/>
                  <a:pt x="207" y="554"/>
                  <a:pt x="210" y="555"/>
                </a:cubicBezTo>
                <a:cubicBezTo>
                  <a:pt x="213" y="556"/>
                  <a:pt x="221" y="557"/>
                  <a:pt x="232" y="559"/>
                </a:cubicBezTo>
                <a:cubicBezTo>
                  <a:pt x="244" y="560"/>
                  <a:pt x="262" y="560"/>
                  <a:pt x="288" y="560"/>
                </a:cubicBezTo>
                <a:lnTo>
                  <a:pt x="312" y="560"/>
                </a:lnTo>
                <a:lnTo>
                  <a:pt x="312" y="602"/>
                </a:lnTo>
                <a:lnTo>
                  <a:pt x="302" y="602"/>
                </a:lnTo>
                <a:cubicBezTo>
                  <a:pt x="289" y="600"/>
                  <a:pt x="241" y="599"/>
                  <a:pt x="157" y="599"/>
                </a:cubicBezTo>
                <a:cubicBezTo>
                  <a:pt x="76" y="599"/>
                  <a:pt x="28" y="600"/>
                  <a:pt x="16" y="602"/>
                </a:cubicBezTo>
                <a:lnTo>
                  <a:pt x="5" y="602"/>
                </a:lnTo>
                <a:lnTo>
                  <a:pt x="5" y="560"/>
                </a:lnTo>
                <a:lnTo>
                  <a:pt x="28" y="560"/>
                </a:lnTo>
                <a:cubicBezTo>
                  <a:pt x="42" y="560"/>
                  <a:pt x="53" y="560"/>
                  <a:pt x="63" y="560"/>
                </a:cubicBezTo>
                <a:cubicBezTo>
                  <a:pt x="72" y="560"/>
                  <a:pt x="80" y="560"/>
                  <a:pt x="85" y="559"/>
                </a:cubicBezTo>
                <a:cubicBezTo>
                  <a:pt x="91" y="559"/>
                  <a:pt x="95" y="558"/>
                  <a:pt x="100" y="557"/>
                </a:cubicBezTo>
                <a:cubicBezTo>
                  <a:pt x="104" y="556"/>
                  <a:pt x="106" y="555"/>
                  <a:pt x="107" y="555"/>
                </a:cubicBezTo>
                <a:cubicBezTo>
                  <a:pt x="107" y="555"/>
                  <a:pt x="109" y="553"/>
                  <a:pt x="112" y="550"/>
                </a:cubicBezTo>
                <a:cubicBezTo>
                  <a:pt x="115" y="547"/>
                  <a:pt x="117" y="546"/>
                  <a:pt x="118" y="547"/>
                </a:cubicBezTo>
                <a:lnTo>
                  <a:pt x="118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4602240" y="3395160"/>
            <a:ext cx="43200" cy="102600"/>
          </a:xfrm>
          <a:custGeom>
            <a:avLst/>
            <a:gdLst/>
            <a:ahLst/>
            <a:rect l="0" t="0" r="r" b="b"/>
            <a:pathLst>
              <a:path w="120" h="285">
                <a:moveTo>
                  <a:pt x="0" y="77"/>
                </a:moveTo>
                <a:cubicBezTo>
                  <a:pt x="0" y="77"/>
                  <a:pt x="0" y="70"/>
                  <a:pt x="0" y="55"/>
                </a:cubicBezTo>
                <a:cubicBezTo>
                  <a:pt x="0" y="40"/>
                  <a:pt x="5" y="27"/>
                  <a:pt x="16" y="16"/>
                </a:cubicBezTo>
                <a:cubicBezTo>
                  <a:pt x="25" y="5"/>
                  <a:pt x="38" y="0"/>
                  <a:pt x="54" y="0"/>
                </a:cubicBezTo>
                <a:cubicBezTo>
                  <a:pt x="71" y="0"/>
                  <a:pt x="86" y="7"/>
                  <a:pt x="99" y="22"/>
                </a:cubicBezTo>
                <a:cubicBezTo>
                  <a:pt x="113" y="37"/>
                  <a:pt x="120" y="64"/>
                  <a:pt x="120" y="103"/>
                </a:cubicBezTo>
                <a:cubicBezTo>
                  <a:pt x="120" y="124"/>
                  <a:pt x="118" y="144"/>
                  <a:pt x="112" y="164"/>
                </a:cubicBezTo>
                <a:cubicBezTo>
                  <a:pt x="107" y="184"/>
                  <a:pt x="100" y="201"/>
                  <a:pt x="93" y="215"/>
                </a:cubicBezTo>
                <a:cubicBezTo>
                  <a:pt x="86" y="230"/>
                  <a:pt x="78" y="242"/>
                  <a:pt x="70" y="252"/>
                </a:cubicBezTo>
                <a:cubicBezTo>
                  <a:pt x="61" y="263"/>
                  <a:pt x="54" y="271"/>
                  <a:pt x="48" y="277"/>
                </a:cubicBezTo>
                <a:cubicBezTo>
                  <a:pt x="42" y="283"/>
                  <a:pt x="38" y="286"/>
                  <a:pt x="36" y="285"/>
                </a:cubicBezTo>
                <a:cubicBezTo>
                  <a:pt x="34" y="285"/>
                  <a:pt x="30" y="282"/>
                  <a:pt x="25" y="277"/>
                </a:cubicBezTo>
                <a:cubicBezTo>
                  <a:pt x="19" y="271"/>
                  <a:pt x="16" y="268"/>
                  <a:pt x="16" y="265"/>
                </a:cubicBezTo>
                <a:cubicBezTo>
                  <a:pt x="16" y="263"/>
                  <a:pt x="20" y="258"/>
                  <a:pt x="26" y="251"/>
                </a:cubicBezTo>
                <a:cubicBezTo>
                  <a:pt x="33" y="243"/>
                  <a:pt x="40" y="234"/>
                  <a:pt x="49" y="224"/>
                </a:cubicBezTo>
                <a:cubicBezTo>
                  <a:pt x="57" y="213"/>
                  <a:pt x="65" y="198"/>
                  <a:pt x="72" y="178"/>
                </a:cubicBezTo>
                <a:cubicBezTo>
                  <a:pt x="80" y="159"/>
                  <a:pt x="84" y="137"/>
                  <a:pt x="87" y="113"/>
                </a:cubicBezTo>
                <a:lnTo>
                  <a:pt x="87" y="102"/>
                </a:lnTo>
                <a:lnTo>
                  <a:pt x="86" y="103"/>
                </a:lnTo>
                <a:cubicBezTo>
                  <a:pt x="85" y="103"/>
                  <a:pt x="83" y="104"/>
                  <a:pt x="81" y="104"/>
                </a:cubicBezTo>
                <a:cubicBezTo>
                  <a:pt x="80" y="105"/>
                  <a:pt x="78" y="106"/>
                  <a:pt x="76" y="107"/>
                </a:cubicBezTo>
                <a:cubicBezTo>
                  <a:pt x="74" y="108"/>
                  <a:pt x="71" y="109"/>
                  <a:pt x="68" y="109"/>
                </a:cubicBezTo>
                <a:cubicBezTo>
                  <a:pt x="64" y="109"/>
                  <a:pt x="61" y="109"/>
                  <a:pt x="57" y="110"/>
                </a:cubicBezTo>
                <a:cubicBezTo>
                  <a:pt x="41" y="110"/>
                  <a:pt x="28" y="105"/>
                  <a:pt x="17" y="95"/>
                </a:cubicBezTo>
                <a:lnTo>
                  <a:pt x="0" y="7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4788360" y="3218040"/>
            <a:ext cx="137160" cy="223920"/>
          </a:xfrm>
          <a:custGeom>
            <a:avLst/>
            <a:gdLst/>
            <a:ahLst/>
            <a:rect l="0" t="0" r="r" b="b"/>
            <a:pathLst>
              <a:path w="381" h="622">
                <a:moveTo>
                  <a:pt x="51" y="74"/>
                </a:moveTo>
                <a:cubicBezTo>
                  <a:pt x="85" y="24"/>
                  <a:pt x="131" y="0"/>
                  <a:pt x="190" y="0"/>
                </a:cubicBezTo>
                <a:cubicBezTo>
                  <a:pt x="219" y="0"/>
                  <a:pt x="248" y="8"/>
                  <a:pt x="277" y="23"/>
                </a:cubicBezTo>
                <a:cubicBezTo>
                  <a:pt x="306" y="39"/>
                  <a:pt x="329" y="68"/>
                  <a:pt x="347" y="107"/>
                </a:cubicBezTo>
                <a:cubicBezTo>
                  <a:pt x="370" y="157"/>
                  <a:pt x="381" y="226"/>
                  <a:pt x="381" y="313"/>
                </a:cubicBezTo>
                <a:cubicBezTo>
                  <a:pt x="381" y="406"/>
                  <a:pt x="368" y="478"/>
                  <a:pt x="342" y="527"/>
                </a:cubicBezTo>
                <a:cubicBezTo>
                  <a:pt x="330" y="552"/>
                  <a:pt x="313" y="572"/>
                  <a:pt x="292" y="587"/>
                </a:cubicBezTo>
                <a:cubicBezTo>
                  <a:pt x="271" y="602"/>
                  <a:pt x="253" y="612"/>
                  <a:pt x="237" y="615"/>
                </a:cubicBezTo>
                <a:cubicBezTo>
                  <a:pt x="222" y="619"/>
                  <a:pt x="206" y="621"/>
                  <a:pt x="191" y="622"/>
                </a:cubicBezTo>
                <a:cubicBezTo>
                  <a:pt x="176" y="622"/>
                  <a:pt x="160" y="620"/>
                  <a:pt x="143" y="616"/>
                </a:cubicBezTo>
                <a:cubicBezTo>
                  <a:pt x="128" y="613"/>
                  <a:pt x="109" y="603"/>
                  <a:pt x="88" y="587"/>
                </a:cubicBezTo>
                <a:cubicBezTo>
                  <a:pt x="67" y="572"/>
                  <a:pt x="51" y="552"/>
                  <a:pt x="39" y="527"/>
                </a:cubicBezTo>
                <a:cubicBezTo>
                  <a:pt x="13" y="478"/>
                  <a:pt x="0" y="406"/>
                  <a:pt x="0" y="313"/>
                </a:cubicBezTo>
                <a:cubicBezTo>
                  <a:pt x="0" y="208"/>
                  <a:pt x="17" y="129"/>
                  <a:pt x="51" y="74"/>
                </a:cubicBezTo>
                <a:moveTo>
                  <a:pt x="255" y="63"/>
                </a:moveTo>
                <a:cubicBezTo>
                  <a:pt x="237" y="43"/>
                  <a:pt x="216" y="33"/>
                  <a:pt x="191" y="33"/>
                </a:cubicBezTo>
                <a:cubicBezTo>
                  <a:pt x="166" y="33"/>
                  <a:pt x="143" y="43"/>
                  <a:pt x="125" y="63"/>
                </a:cubicBezTo>
                <a:cubicBezTo>
                  <a:pt x="110" y="79"/>
                  <a:pt x="100" y="100"/>
                  <a:pt x="96" y="128"/>
                </a:cubicBezTo>
                <a:cubicBezTo>
                  <a:pt x="91" y="156"/>
                  <a:pt x="88" y="214"/>
                  <a:pt x="88" y="301"/>
                </a:cubicBezTo>
                <a:cubicBezTo>
                  <a:pt x="88" y="396"/>
                  <a:pt x="91" y="459"/>
                  <a:pt x="96" y="489"/>
                </a:cubicBezTo>
                <a:cubicBezTo>
                  <a:pt x="100" y="519"/>
                  <a:pt x="111" y="543"/>
                  <a:pt x="128" y="560"/>
                </a:cubicBezTo>
                <a:cubicBezTo>
                  <a:pt x="145" y="578"/>
                  <a:pt x="167" y="587"/>
                  <a:pt x="191" y="587"/>
                </a:cubicBezTo>
                <a:cubicBezTo>
                  <a:pt x="215" y="587"/>
                  <a:pt x="236" y="578"/>
                  <a:pt x="253" y="560"/>
                </a:cubicBezTo>
                <a:cubicBezTo>
                  <a:pt x="270" y="542"/>
                  <a:pt x="281" y="517"/>
                  <a:pt x="285" y="485"/>
                </a:cubicBezTo>
                <a:cubicBezTo>
                  <a:pt x="289" y="452"/>
                  <a:pt x="292" y="391"/>
                  <a:pt x="292" y="301"/>
                </a:cubicBezTo>
                <a:cubicBezTo>
                  <a:pt x="292" y="214"/>
                  <a:pt x="290" y="157"/>
                  <a:pt x="285" y="129"/>
                </a:cubicBezTo>
                <a:cubicBezTo>
                  <a:pt x="280" y="101"/>
                  <a:pt x="270" y="79"/>
                  <a:pt x="255" y="6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4945320" y="3190680"/>
            <a:ext cx="44640" cy="325440"/>
          </a:xfrm>
          <a:custGeom>
            <a:avLst/>
            <a:gdLst/>
            <a:ahLst/>
            <a:rect l="0" t="0" r="r" b="b"/>
            <a:pathLst>
              <a:path w="124" h="904">
                <a:moveTo>
                  <a:pt x="0" y="36"/>
                </a:moveTo>
                <a:lnTo>
                  <a:pt x="0" y="0"/>
                </a:lnTo>
                <a:lnTo>
                  <a:pt x="124" y="0"/>
                </a:lnTo>
                <a:lnTo>
                  <a:pt x="124" y="904"/>
                </a:lnTo>
                <a:lnTo>
                  <a:pt x="0" y="904"/>
                </a:lnTo>
                <a:lnTo>
                  <a:pt x="0" y="867"/>
                </a:lnTo>
                <a:lnTo>
                  <a:pt x="87" y="867"/>
                </a:lnTo>
                <a:lnTo>
                  <a:pt x="87" y="36"/>
                </a:lnTo>
                <a:lnTo>
                  <a:pt x="0" y="3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740960" y="313380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)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5281560" y="3133800"/>
            <a:ext cx="49719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第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1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項：本物時の負の交差エントロピー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1559160" y="373860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09"/>
                </a:moveTo>
                <a:cubicBezTo>
                  <a:pt x="0" y="340"/>
                  <a:pt x="20" y="273"/>
                  <a:pt x="61" y="210"/>
                </a:cubicBezTo>
                <a:cubicBezTo>
                  <a:pt x="101" y="146"/>
                  <a:pt x="152" y="95"/>
                  <a:pt x="213" y="58"/>
                </a:cubicBezTo>
                <a:cubicBezTo>
                  <a:pt x="274" y="21"/>
                  <a:pt x="336" y="2"/>
                  <a:pt x="397" y="1"/>
                </a:cubicBezTo>
                <a:cubicBezTo>
                  <a:pt x="451" y="1"/>
                  <a:pt x="495" y="17"/>
                  <a:pt x="527" y="47"/>
                </a:cubicBezTo>
                <a:cubicBezTo>
                  <a:pt x="533" y="53"/>
                  <a:pt x="537" y="58"/>
                  <a:pt x="541" y="63"/>
                </a:cubicBezTo>
                <a:cubicBezTo>
                  <a:pt x="544" y="67"/>
                  <a:pt x="547" y="70"/>
                  <a:pt x="548" y="72"/>
                </a:cubicBezTo>
                <a:lnTo>
                  <a:pt x="549" y="74"/>
                </a:lnTo>
                <a:cubicBezTo>
                  <a:pt x="551" y="74"/>
                  <a:pt x="559" y="67"/>
                  <a:pt x="573" y="51"/>
                </a:cubicBezTo>
                <a:cubicBezTo>
                  <a:pt x="578" y="47"/>
                  <a:pt x="582" y="43"/>
                  <a:pt x="587" y="38"/>
                </a:cubicBezTo>
                <a:cubicBezTo>
                  <a:pt x="592" y="33"/>
                  <a:pt x="596" y="29"/>
                  <a:pt x="601" y="24"/>
                </a:cubicBezTo>
                <a:cubicBezTo>
                  <a:pt x="606" y="19"/>
                  <a:pt x="609" y="16"/>
                  <a:pt x="610" y="14"/>
                </a:cubicBezTo>
                <a:lnTo>
                  <a:pt x="624" y="0"/>
                </a:lnTo>
                <a:lnTo>
                  <a:pt x="629" y="0"/>
                </a:lnTo>
                <a:cubicBezTo>
                  <a:pt x="638" y="0"/>
                  <a:pt x="642" y="2"/>
                  <a:pt x="642" y="7"/>
                </a:cubicBezTo>
                <a:cubicBezTo>
                  <a:pt x="642" y="9"/>
                  <a:pt x="632" y="50"/>
                  <a:pt x="613" y="130"/>
                </a:cubicBezTo>
                <a:cubicBezTo>
                  <a:pt x="591" y="214"/>
                  <a:pt x="581" y="256"/>
                  <a:pt x="581" y="257"/>
                </a:cubicBezTo>
                <a:cubicBezTo>
                  <a:pt x="579" y="260"/>
                  <a:pt x="578" y="261"/>
                  <a:pt x="576" y="262"/>
                </a:cubicBezTo>
                <a:cubicBezTo>
                  <a:pt x="574" y="263"/>
                  <a:pt x="569" y="263"/>
                  <a:pt x="560" y="264"/>
                </a:cubicBezTo>
                <a:lnTo>
                  <a:pt x="545" y="264"/>
                </a:lnTo>
                <a:cubicBezTo>
                  <a:pt x="542" y="260"/>
                  <a:pt x="540" y="258"/>
                  <a:pt x="540" y="256"/>
                </a:cubicBezTo>
                <a:cubicBezTo>
                  <a:pt x="540" y="255"/>
                  <a:pt x="540" y="253"/>
                  <a:pt x="541" y="249"/>
                </a:cubicBezTo>
                <a:cubicBezTo>
                  <a:pt x="541" y="246"/>
                  <a:pt x="542" y="240"/>
                  <a:pt x="543" y="231"/>
                </a:cubicBezTo>
                <a:cubicBezTo>
                  <a:pt x="543" y="223"/>
                  <a:pt x="544" y="213"/>
                  <a:pt x="544" y="202"/>
                </a:cubicBezTo>
                <a:cubicBezTo>
                  <a:pt x="544" y="160"/>
                  <a:pt x="534" y="122"/>
                  <a:pt x="515" y="91"/>
                </a:cubicBezTo>
                <a:cubicBezTo>
                  <a:pt x="495" y="59"/>
                  <a:pt x="462" y="42"/>
                  <a:pt x="415" y="42"/>
                </a:cubicBezTo>
                <a:cubicBezTo>
                  <a:pt x="404" y="42"/>
                  <a:pt x="393" y="43"/>
                  <a:pt x="380" y="45"/>
                </a:cubicBezTo>
                <a:cubicBezTo>
                  <a:pt x="367" y="46"/>
                  <a:pt x="352" y="50"/>
                  <a:pt x="332" y="56"/>
                </a:cubicBezTo>
                <a:cubicBezTo>
                  <a:pt x="313" y="62"/>
                  <a:pt x="295" y="71"/>
                  <a:pt x="277" y="82"/>
                </a:cubicBezTo>
                <a:cubicBezTo>
                  <a:pt x="260" y="92"/>
                  <a:pt x="241" y="107"/>
                  <a:pt x="220" y="125"/>
                </a:cubicBezTo>
                <a:cubicBezTo>
                  <a:pt x="200" y="143"/>
                  <a:pt x="182" y="164"/>
                  <a:pt x="168" y="189"/>
                </a:cubicBezTo>
                <a:cubicBezTo>
                  <a:pt x="154" y="214"/>
                  <a:pt x="139" y="244"/>
                  <a:pt x="126" y="281"/>
                </a:cubicBezTo>
                <a:cubicBezTo>
                  <a:pt x="112" y="318"/>
                  <a:pt x="102" y="358"/>
                  <a:pt x="98" y="402"/>
                </a:cubicBezTo>
                <a:cubicBezTo>
                  <a:pt x="96" y="413"/>
                  <a:pt x="96" y="424"/>
                  <a:pt x="96" y="437"/>
                </a:cubicBezTo>
                <a:cubicBezTo>
                  <a:pt x="96" y="467"/>
                  <a:pt x="100" y="493"/>
                  <a:pt x="108" y="515"/>
                </a:cubicBezTo>
                <a:cubicBezTo>
                  <a:pt x="117" y="537"/>
                  <a:pt x="128" y="554"/>
                  <a:pt x="141" y="566"/>
                </a:cubicBezTo>
                <a:cubicBezTo>
                  <a:pt x="154" y="578"/>
                  <a:pt x="169" y="589"/>
                  <a:pt x="186" y="597"/>
                </a:cubicBezTo>
                <a:cubicBezTo>
                  <a:pt x="203" y="605"/>
                  <a:pt x="219" y="610"/>
                  <a:pt x="233" y="612"/>
                </a:cubicBezTo>
                <a:cubicBezTo>
                  <a:pt x="247" y="614"/>
                  <a:pt x="261" y="615"/>
                  <a:pt x="274" y="616"/>
                </a:cubicBezTo>
                <a:cubicBezTo>
                  <a:pt x="306" y="616"/>
                  <a:pt x="336" y="609"/>
                  <a:pt x="363" y="595"/>
                </a:cubicBezTo>
                <a:cubicBezTo>
                  <a:pt x="390" y="581"/>
                  <a:pt x="409" y="564"/>
                  <a:pt x="419" y="542"/>
                </a:cubicBezTo>
                <a:cubicBezTo>
                  <a:pt x="421" y="537"/>
                  <a:pt x="425" y="521"/>
                  <a:pt x="432" y="492"/>
                </a:cubicBezTo>
                <a:cubicBezTo>
                  <a:pt x="440" y="464"/>
                  <a:pt x="443" y="448"/>
                  <a:pt x="443" y="444"/>
                </a:cubicBezTo>
                <a:cubicBezTo>
                  <a:pt x="443" y="440"/>
                  <a:pt x="439" y="436"/>
                  <a:pt x="432" y="434"/>
                </a:cubicBezTo>
                <a:cubicBezTo>
                  <a:pt x="424" y="433"/>
                  <a:pt x="406" y="432"/>
                  <a:pt x="377" y="432"/>
                </a:cubicBezTo>
                <a:lnTo>
                  <a:pt x="344" y="432"/>
                </a:lnTo>
                <a:cubicBezTo>
                  <a:pt x="340" y="428"/>
                  <a:pt x="339" y="426"/>
                  <a:pt x="339" y="424"/>
                </a:cubicBezTo>
                <a:cubicBezTo>
                  <a:pt x="339" y="423"/>
                  <a:pt x="339" y="418"/>
                  <a:pt x="340" y="407"/>
                </a:cubicBezTo>
                <a:cubicBezTo>
                  <a:pt x="343" y="400"/>
                  <a:pt x="346" y="394"/>
                  <a:pt x="349" y="390"/>
                </a:cubicBezTo>
                <a:lnTo>
                  <a:pt x="365" y="390"/>
                </a:lnTo>
                <a:cubicBezTo>
                  <a:pt x="389" y="391"/>
                  <a:pt x="431" y="392"/>
                  <a:pt x="492" y="392"/>
                </a:cubicBezTo>
                <a:cubicBezTo>
                  <a:pt x="516" y="392"/>
                  <a:pt x="536" y="392"/>
                  <a:pt x="551" y="392"/>
                </a:cubicBezTo>
                <a:cubicBezTo>
                  <a:pt x="566" y="392"/>
                  <a:pt x="577" y="392"/>
                  <a:pt x="583" y="391"/>
                </a:cubicBezTo>
                <a:cubicBezTo>
                  <a:pt x="590" y="390"/>
                  <a:pt x="593" y="390"/>
                  <a:pt x="594" y="391"/>
                </a:cubicBezTo>
                <a:cubicBezTo>
                  <a:pt x="602" y="391"/>
                  <a:pt x="607" y="394"/>
                  <a:pt x="607" y="399"/>
                </a:cubicBezTo>
                <a:cubicBezTo>
                  <a:pt x="607" y="400"/>
                  <a:pt x="606" y="405"/>
                  <a:pt x="605" y="412"/>
                </a:cubicBezTo>
                <a:cubicBezTo>
                  <a:pt x="602" y="423"/>
                  <a:pt x="599" y="430"/>
                  <a:pt x="596" y="431"/>
                </a:cubicBezTo>
                <a:cubicBezTo>
                  <a:pt x="594" y="431"/>
                  <a:pt x="590" y="432"/>
                  <a:pt x="582" y="432"/>
                </a:cubicBezTo>
                <a:cubicBezTo>
                  <a:pt x="570" y="432"/>
                  <a:pt x="558" y="433"/>
                  <a:pt x="545" y="434"/>
                </a:cubicBezTo>
                <a:cubicBezTo>
                  <a:pt x="541" y="436"/>
                  <a:pt x="538" y="440"/>
                  <a:pt x="536" y="444"/>
                </a:cubicBezTo>
                <a:cubicBezTo>
                  <a:pt x="535" y="447"/>
                  <a:pt x="530" y="462"/>
                  <a:pt x="524" y="490"/>
                </a:cubicBezTo>
                <a:cubicBezTo>
                  <a:pt x="518" y="509"/>
                  <a:pt x="514" y="526"/>
                  <a:pt x="510" y="540"/>
                </a:cubicBezTo>
                <a:cubicBezTo>
                  <a:pt x="495" y="601"/>
                  <a:pt x="487" y="633"/>
                  <a:pt x="485" y="635"/>
                </a:cubicBezTo>
                <a:cubicBezTo>
                  <a:pt x="484" y="636"/>
                  <a:pt x="482" y="637"/>
                  <a:pt x="480" y="637"/>
                </a:cubicBezTo>
                <a:cubicBezTo>
                  <a:pt x="474" y="637"/>
                  <a:pt x="465" y="631"/>
                  <a:pt x="454" y="619"/>
                </a:cubicBezTo>
                <a:cubicBezTo>
                  <a:pt x="443" y="607"/>
                  <a:pt x="436" y="597"/>
                  <a:pt x="433" y="591"/>
                </a:cubicBezTo>
                <a:cubicBezTo>
                  <a:pt x="433" y="590"/>
                  <a:pt x="433" y="590"/>
                  <a:pt x="432" y="591"/>
                </a:cubicBezTo>
                <a:cubicBezTo>
                  <a:pt x="430" y="591"/>
                  <a:pt x="429" y="593"/>
                  <a:pt x="426" y="595"/>
                </a:cubicBezTo>
                <a:cubicBezTo>
                  <a:pt x="382" y="637"/>
                  <a:pt x="321" y="657"/>
                  <a:pt x="246" y="657"/>
                </a:cubicBezTo>
                <a:cubicBezTo>
                  <a:pt x="173" y="657"/>
                  <a:pt x="114" y="634"/>
                  <a:pt x="69" y="588"/>
                </a:cubicBezTo>
                <a:cubicBezTo>
                  <a:pt x="24" y="542"/>
                  <a:pt x="1" y="482"/>
                  <a:pt x="0" y="4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1828800" y="372420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0" y="452"/>
                </a:moveTo>
                <a:cubicBezTo>
                  <a:pt x="0" y="410"/>
                  <a:pt x="3" y="371"/>
                  <a:pt x="9" y="334"/>
                </a:cubicBezTo>
                <a:cubicBezTo>
                  <a:pt x="15" y="296"/>
                  <a:pt x="22" y="264"/>
                  <a:pt x="30" y="237"/>
                </a:cubicBezTo>
                <a:cubicBezTo>
                  <a:pt x="38" y="210"/>
                  <a:pt x="49" y="184"/>
                  <a:pt x="63" y="158"/>
                </a:cubicBezTo>
                <a:cubicBezTo>
                  <a:pt x="78" y="132"/>
                  <a:pt x="89" y="112"/>
                  <a:pt x="98" y="97"/>
                </a:cubicBezTo>
                <a:cubicBezTo>
                  <a:pt x="106" y="83"/>
                  <a:pt x="119" y="67"/>
                  <a:pt x="136" y="50"/>
                </a:cubicBezTo>
                <a:cubicBezTo>
                  <a:pt x="152" y="33"/>
                  <a:pt x="162" y="22"/>
                  <a:pt x="165" y="19"/>
                </a:cubicBezTo>
                <a:cubicBezTo>
                  <a:pt x="168" y="15"/>
                  <a:pt x="176" y="9"/>
                  <a:pt x="189" y="0"/>
                </a:cubicBezTo>
                <a:lnTo>
                  <a:pt x="201" y="0"/>
                </a:lnTo>
                <a:lnTo>
                  <a:pt x="204" y="0"/>
                </a:lnTo>
                <a:cubicBezTo>
                  <a:pt x="213" y="0"/>
                  <a:pt x="217" y="2"/>
                  <a:pt x="217" y="8"/>
                </a:cubicBezTo>
                <a:cubicBezTo>
                  <a:pt x="217" y="10"/>
                  <a:pt x="212" y="16"/>
                  <a:pt x="202" y="27"/>
                </a:cubicBezTo>
                <a:cubicBezTo>
                  <a:pt x="191" y="39"/>
                  <a:pt x="178" y="55"/>
                  <a:pt x="164" y="76"/>
                </a:cubicBezTo>
                <a:cubicBezTo>
                  <a:pt x="149" y="97"/>
                  <a:pt x="134" y="123"/>
                  <a:pt x="119" y="153"/>
                </a:cubicBezTo>
                <a:cubicBezTo>
                  <a:pt x="104" y="184"/>
                  <a:pt x="92" y="225"/>
                  <a:pt x="81" y="278"/>
                </a:cubicBezTo>
                <a:cubicBezTo>
                  <a:pt x="71" y="330"/>
                  <a:pt x="66" y="388"/>
                  <a:pt x="66" y="452"/>
                </a:cubicBezTo>
                <a:cubicBezTo>
                  <a:pt x="66" y="516"/>
                  <a:pt x="71" y="573"/>
                  <a:pt x="81" y="625"/>
                </a:cubicBezTo>
                <a:cubicBezTo>
                  <a:pt x="92" y="677"/>
                  <a:pt x="104" y="719"/>
                  <a:pt x="118" y="751"/>
                </a:cubicBezTo>
                <a:cubicBezTo>
                  <a:pt x="133" y="783"/>
                  <a:pt x="148" y="808"/>
                  <a:pt x="163" y="828"/>
                </a:cubicBezTo>
                <a:cubicBezTo>
                  <a:pt x="178" y="848"/>
                  <a:pt x="191" y="864"/>
                  <a:pt x="202" y="876"/>
                </a:cubicBezTo>
                <a:cubicBezTo>
                  <a:pt x="212" y="888"/>
                  <a:pt x="217" y="894"/>
                  <a:pt x="217" y="895"/>
                </a:cubicBezTo>
                <a:cubicBezTo>
                  <a:pt x="217" y="900"/>
                  <a:pt x="212" y="903"/>
                  <a:pt x="203" y="903"/>
                </a:cubicBezTo>
                <a:lnTo>
                  <a:pt x="201" y="903"/>
                </a:lnTo>
                <a:lnTo>
                  <a:pt x="189" y="903"/>
                </a:lnTo>
                <a:lnTo>
                  <a:pt x="163" y="882"/>
                </a:lnTo>
                <a:cubicBezTo>
                  <a:pt x="106" y="830"/>
                  <a:pt x="65" y="767"/>
                  <a:pt x="39" y="690"/>
                </a:cubicBezTo>
                <a:cubicBezTo>
                  <a:pt x="13" y="614"/>
                  <a:pt x="0" y="534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935000" y="3823200"/>
            <a:ext cx="140040" cy="145080"/>
          </a:xfrm>
          <a:custGeom>
            <a:avLst/>
            <a:gdLst/>
            <a:ahLst/>
            <a:rect l="0" t="0" r="r" b="b"/>
            <a:pathLst>
              <a:path w="389" h="403">
                <a:moveTo>
                  <a:pt x="15" y="166"/>
                </a:moveTo>
                <a:cubicBezTo>
                  <a:pt x="15" y="165"/>
                  <a:pt x="17" y="139"/>
                  <a:pt x="20" y="88"/>
                </a:cubicBezTo>
                <a:cubicBezTo>
                  <a:pt x="24" y="36"/>
                  <a:pt x="26" y="10"/>
                  <a:pt x="26" y="9"/>
                </a:cubicBezTo>
                <a:lnTo>
                  <a:pt x="26" y="1"/>
                </a:lnTo>
                <a:lnTo>
                  <a:pt x="199" y="1"/>
                </a:lnTo>
                <a:cubicBezTo>
                  <a:pt x="221" y="1"/>
                  <a:pt x="246" y="1"/>
                  <a:pt x="276" y="1"/>
                </a:cubicBezTo>
                <a:cubicBezTo>
                  <a:pt x="304" y="1"/>
                  <a:pt x="321" y="1"/>
                  <a:pt x="328" y="0"/>
                </a:cubicBezTo>
                <a:cubicBezTo>
                  <a:pt x="356" y="0"/>
                  <a:pt x="373" y="1"/>
                  <a:pt x="379" y="4"/>
                </a:cubicBezTo>
                <a:cubicBezTo>
                  <a:pt x="384" y="6"/>
                  <a:pt x="387" y="14"/>
                  <a:pt x="387" y="25"/>
                </a:cubicBezTo>
                <a:cubicBezTo>
                  <a:pt x="387" y="33"/>
                  <a:pt x="386" y="37"/>
                  <a:pt x="386" y="38"/>
                </a:cubicBezTo>
                <a:cubicBezTo>
                  <a:pt x="385" y="41"/>
                  <a:pt x="345" y="94"/>
                  <a:pt x="268" y="196"/>
                </a:cubicBezTo>
                <a:cubicBezTo>
                  <a:pt x="189" y="298"/>
                  <a:pt x="149" y="351"/>
                  <a:pt x="147" y="353"/>
                </a:cubicBezTo>
                <a:lnTo>
                  <a:pt x="185" y="353"/>
                </a:lnTo>
                <a:cubicBezTo>
                  <a:pt x="199" y="352"/>
                  <a:pt x="208" y="352"/>
                  <a:pt x="213" y="352"/>
                </a:cubicBezTo>
                <a:cubicBezTo>
                  <a:pt x="218" y="352"/>
                  <a:pt x="227" y="351"/>
                  <a:pt x="239" y="350"/>
                </a:cubicBezTo>
                <a:cubicBezTo>
                  <a:pt x="253" y="349"/>
                  <a:pt x="262" y="347"/>
                  <a:pt x="266" y="344"/>
                </a:cubicBezTo>
                <a:cubicBezTo>
                  <a:pt x="270" y="341"/>
                  <a:pt x="277" y="337"/>
                  <a:pt x="286" y="333"/>
                </a:cubicBezTo>
                <a:cubicBezTo>
                  <a:pt x="296" y="329"/>
                  <a:pt x="303" y="323"/>
                  <a:pt x="306" y="314"/>
                </a:cubicBezTo>
                <a:cubicBezTo>
                  <a:pt x="310" y="306"/>
                  <a:pt x="314" y="297"/>
                  <a:pt x="319" y="287"/>
                </a:cubicBezTo>
                <a:cubicBezTo>
                  <a:pt x="324" y="277"/>
                  <a:pt x="327" y="265"/>
                  <a:pt x="329" y="249"/>
                </a:cubicBezTo>
                <a:cubicBezTo>
                  <a:pt x="332" y="233"/>
                  <a:pt x="333" y="219"/>
                  <a:pt x="333" y="208"/>
                </a:cubicBezTo>
                <a:cubicBezTo>
                  <a:pt x="333" y="207"/>
                  <a:pt x="343" y="207"/>
                  <a:pt x="361" y="207"/>
                </a:cubicBezTo>
                <a:lnTo>
                  <a:pt x="389" y="207"/>
                </a:lnTo>
                <a:lnTo>
                  <a:pt x="389" y="212"/>
                </a:lnTo>
                <a:cubicBezTo>
                  <a:pt x="389" y="214"/>
                  <a:pt x="386" y="245"/>
                  <a:pt x="381" y="305"/>
                </a:cubicBezTo>
                <a:cubicBezTo>
                  <a:pt x="376" y="365"/>
                  <a:pt x="374" y="396"/>
                  <a:pt x="373" y="397"/>
                </a:cubicBezTo>
                <a:lnTo>
                  <a:pt x="373" y="403"/>
                </a:lnTo>
                <a:lnTo>
                  <a:pt x="193" y="403"/>
                </a:lnTo>
                <a:cubicBezTo>
                  <a:pt x="73" y="403"/>
                  <a:pt x="12" y="402"/>
                  <a:pt x="10" y="401"/>
                </a:cubicBezTo>
                <a:cubicBezTo>
                  <a:pt x="4" y="398"/>
                  <a:pt x="0" y="390"/>
                  <a:pt x="0" y="377"/>
                </a:cubicBezTo>
                <a:lnTo>
                  <a:pt x="0" y="373"/>
                </a:lnTo>
                <a:cubicBezTo>
                  <a:pt x="0" y="368"/>
                  <a:pt x="3" y="362"/>
                  <a:pt x="8" y="356"/>
                </a:cubicBezTo>
                <a:cubicBezTo>
                  <a:pt x="12" y="349"/>
                  <a:pt x="26" y="331"/>
                  <a:pt x="47" y="301"/>
                </a:cubicBezTo>
                <a:cubicBezTo>
                  <a:pt x="74" y="267"/>
                  <a:pt x="98" y="235"/>
                  <a:pt x="119" y="207"/>
                </a:cubicBezTo>
                <a:lnTo>
                  <a:pt x="240" y="48"/>
                </a:lnTo>
                <a:lnTo>
                  <a:pt x="202" y="48"/>
                </a:lnTo>
                <a:cubicBezTo>
                  <a:pt x="162" y="48"/>
                  <a:pt x="135" y="52"/>
                  <a:pt x="120" y="60"/>
                </a:cubicBezTo>
                <a:cubicBezTo>
                  <a:pt x="96" y="72"/>
                  <a:pt x="81" y="95"/>
                  <a:pt x="75" y="129"/>
                </a:cubicBezTo>
                <a:cubicBezTo>
                  <a:pt x="72" y="143"/>
                  <a:pt x="71" y="157"/>
                  <a:pt x="71" y="172"/>
                </a:cubicBezTo>
                <a:cubicBezTo>
                  <a:pt x="71" y="173"/>
                  <a:pt x="61" y="173"/>
                  <a:pt x="43" y="173"/>
                </a:cubicBezTo>
                <a:lnTo>
                  <a:pt x="15" y="173"/>
                </a:lnTo>
                <a:lnTo>
                  <a:pt x="15" y="16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2108520" y="372420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1"/>
                </a:lnTo>
                <a:cubicBezTo>
                  <a:pt x="111" y="74"/>
                  <a:pt x="152" y="137"/>
                  <a:pt x="178" y="214"/>
                </a:cubicBezTo>
                <a:cubicBezTo>
                  <a:pt x="204" y="290"/>
                  <a:pt x="217" y="370"/>
                  <a:pt x="217" y="452"/>
                </a:cubicBezTo>
                <a:cubicBezTo>
                  <a:pt x="217" y="493"/>
                  <a:pt x="214" y="532"/>
                  <a:pt x="208" y="570"/>
                </a:cubicBezTo>
                <a:cubicBezTo>
                  <a:pt x="202" y="608"/>
                  <a:pt x="195" y="640"/>
                  <a:pt x="187" y="667"/>
                </a:cubicBezTo>
                <a:cubicBezTo>
                  <a:pt x="179" y="693"/>
                  <a:pt x="168" y="720"/>
                  <a:pt x="154" y="746"/>
                </a:cubicBezTo>
                <a:cubicBezTo>
                  <a:pt x="139" y="773"/>
                  <a:pt x="128" y="793"/>
                  <a:pt x="119" y="807"/>
                </a:cubicBezTo>
                <a:cubicBezTo>
                  <a:pt x="111" y="820"/>
                  <a:pt x="99" y="836"/>
                  <a:pt x="82" y="853"/>
                </a:cubicBezTo>
                <a:cubicBezTo>
                  <a:pt x="66" y="869"/>
                  <a:pt x="57" y="879"/>
                  <a:pt x="53" y="882"/>
                </a:cubicBezTo>
                <a:cubicBezTo>
                  <a:pt x="50" y="885"/>
                  <a:pt x="43" y="891"/>
                  <a:pt x="32" y="900"/>
                </a:cubicBezTo>
                <a:cubicBezTo>
                  <a:pt x="30" y="901"/>
                  <a:pt x="29" y="903"/>
                  <a:pt x="28" y="903"/>
                </a:cubicBezTo>
                <a:lnTo>
                  <a:pt x="17" y="903"/>
                </a:lnTo>
                <a:cubicBezTo>
                  <a:pt x="13" y="903"/>
                  <a:pt x="9" y="903"/>
                  <a:pt x="7" y="903"/>
                </a:cubicBezTo>
                <a:cubicBezTo>
                  <a:pt x="6" y="903"/>
                  <a:pt x="4" y="902"/>
                  <a:pt x="3" y="900"/>
                </a:cubicBezTo>
                <a:cubicBezTo>
                  <a:pt x="2" y="899"/>
                  <a:pt x="1" y="896"/>
                  <a:pt x="0" y="892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4" y="784"/>
                  <a:pt x="151" y="641"/>
                  <a:pt x="151" y="452"/>
                </a:cubicBezTo>
                <a:cubicBezTo>
                  <a:pt x="151" y="263"/>
                  <a:pt x="104" y="120"/>
                  <a:pt x="10" y="22"/>
                </a:cubicBezTo>
                <a:cubicBezTo>
                  <a:pt x="4" y="15"/>
                  <a:pt x="1" y="11"/>
                  <a:pt x="0" y="11"/>
                </a:cubicBezTo>
                <a:cubicBezTo>
                  <a:pt x="0" y="6"/>
                  <a:pt x="2" y="2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880920" y="3676680"/>
            <a:ext cx="6991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偽物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(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2619720" y="3724200"/>
            <a:ext cx="44640" cy="325080"/>
          </a:xfrm>
          <a:custGeom>
            <a:avLst/>
            <a:gdLst/>
            <a:ahLst/>
            <a:rect l="0" t="0" r="r" b="b"/>
            <a:pathLst>
              <a:path w="124" h="903">
                <a:moveTo>
                  <a:pt x="0" y="903"/>
                </a:moveTo>
                <a:lnTo>
                  <a:pt x="0" y="0"/>
                </a:lnTo>
                <a:lnTo>
                  <a:pt x="124" y="0"/>
                </a:lnTo>
                <a:lnTo>
                  <a:pt x="124" y="37"/>
                </a:lnTo>
                <a:lnTo>
                  <a:pt x="36" y="37"/>
                </a:lnTo>
                <a:lnTo>
                  <a:pt x="36" y="867"/>
                </a:lnTo>
                <a:lnTo>
                  <a:pt x="124" y="867"/>
                </a:lnTo>
                <a:lnTo>
                  <a:pt x="124" y="903"/>
                </a:lnTo>
                <a:lnTo>
                  <a:pt x="0" y="90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2682360" y="3745800"/>
            <a:ext cx="250560" cy="222480"/>
          </a:xfrm>
          <a:custGeom>
            <a:avLst/>
            <a:gdLst/>
            <a:ahLst/>
            <a:rect l="0" t="0" r="r" b="b"/>
            <a:pathLst>
              <a:path w="696" h="618">
                <a:moveTo>
                  <a:pt x="229" y="50"/>
                </a:moveTo>
                <a:cubicBezTo>
                  <a:pt x="229" y="46"/>
                  <a:pt x="212" y="43"/>
                  <a:pt x="178" y="42"/>
                </a:cubicBezTo>
                <a:cubicBezTo>
                  <a:pt x="164" y="42"/>
                  <a:pt x="155" y="41"/>
                  <a:pt x="150" y="41"/>
                </a:cubicBezTo>
                <a:cubicBezTo>
                  <a:pt x="146" y="40"/>
                  <a:pt x="144" y="37"/>
                  <a:pt x="144" y="33"/>
                </a:cubicBezTo>
                <a:cubicBezTo>
                  <a:pt x="144" y="28"/>
                  <a:pt x="145" y="22"/>
                  <a:pt x="148" y="15"/>
                </a:cubicBezTo>
                <a:cubicBezTo>
                  <a:pt x="150" y="7"/>
                  <a:pt x="152" y="3"/>
                  <a:pt x="154" y="1"/>
                </a:cubicBezTo>
                <a:cubicBezTo>
                  <a:pt x="155" y="0"/>
                  <a:pt x="215" y="0"/>
                  <a:pt x="334" y="0"/>
                </a:cubicBezTo>
                <a:cubicBezTo>
                  <a:pt x="434" y="1"/>
                  <a:pt x="490" y="1"/>
                  <a:pt x="502" y="1"/>
                </a:cubicBezTo>
                <a:cubicBezTo>
                  <a:pt x="514" y="1"/>
                  <a:pt x="527" y="3"/>
                  <a:pt x="540" y="6"/>
                </a:cubicBezTo>
                <a:cubicBezTo>
                  <a:pt x="583" y="17"/>
                  <a:pt x="620" y="40"/>
                  <a:pt x="650" y="78"/>
                </a:cubicBezTo>
                <a:cubicBezTo>
                  <a:pt x="680" y="115"/>
                  <a:pt x="695" y="165"/>
                  <a:pt x="696" y="228"/>
                </a:cubicBezTo>
                <a:cubicBezTo>
                  <a:pt x="696" y="321"/>
                  <a:pt x="663" y="407"/>
                  <a:pt x="599" y="481"/>
                </a:cubicBezTo>
                <a:cubicBezTo>
                  <a:pt x="535" y="556"/>
                  <a:pt x="458" y="600"/>
                  <a:pt x="371" y="615"/>
                </a:cubicBezTo>
                <a:lnTo>
                  <a:pt x="358" y="617"/>
                </a:lnTo>
                <a:lnTo>
                  <a:pt x="183" y="618"/>
                </a:lnTo>
                <a:lnTo>
                  <a:pt x="83" y="618"/>
                </a:lnTo>
                <a:lnTo>
                  <a:pt x="35" y="618"/>
                </a:lnTo>
                <a:cubicBezTo>
                  <a:pt x="21" y="618"/>
                  <a:pt x="11" y="617"/>
                  <a:pt x="7" y="616"/>
                </a:cubicBezTo>
                <a:cubicBezTo>
                  <a:pt x="3" y="615"/>
                  <a:pt x="0" y="612"/>
                  <a:pt x="0" y="608"/>
                </a:cubicBezTo>
                <a:cubicBezTo>
                  <a:pt x="0" y="606"/>
                  <a:pt x="1" y="602"/>
                  <a:pt x="2" y="595"/>
                </a:cubicBezTo>
                <a:cubicBezTo>
                  <a:pt x="5" y="585"/>
                  <a:pt x="7" y="580"/>
                  <a:pt x="10" y="579"/>
                </a:cubicBezTo>
                <a:cubicBezTo>
                  <a:pt x="12" y="578"/>
                  <a:pt x="19" y="577"/>
                  <a:pt x="30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2"/>
                  <a:pt x="99" y="568"/>
                  <a:pt x="102" y="563"/>
                </a:cubicBezTo>
                <a:cubicBezTo>
                  <a:pt x="104" y="560"/>
                  <a:pt x="125" y="476"/>
                  <a:pt x="167" y="311"/>
                </a:cubicBezTo>
                <a:cubicBezTo>
                  <a:pt x="208" y="146"/>
                  <a:pt x="229" y="59"/>
                  <a:pt x="229" y="50"/>
                </a:cubicBezTo>
                <a:moveTo>
                  <a:pt x="605" y="193"/>
                </a:moveTo>
                <a:cubicBezTo>
                  <a:pt x="605" y="170"/>
                  <a:pt x="602" y="150"/>
                  <a:pt x="595" y="132"/>
                </a:cubicBezTo>
                <a:cubicBezTo>
                  <a:pt x="589" y="114"/>
                  <a:pt x="581" y="100"/>
                  <a:pt x="572" y="90"/>
                </a:cubicBezTo>
                <a:cubicBezTo>
                  <a:pt x="563" y="79"/>
                  <a:pt x="552" y="71"/>
                  <a:pt x="539" y="63"/>
                </a:cubicBezTo>
                <a:cubicBezTo>
                  <a:pt x="524" y="56"/>
                  <a:pt x="513" y="51"/>
                  <a:pt x="502" y="49"/>
                </a:cubicBezTo>
                <a:cubicBezTo>
                  <a:pt x="492" y="47"/>
                  <a:pt x="482" y="44"/>
                  <a:pt x="471" y="43"/>
                </a:cubicBezTo>
                <a:cubicBezTo>
                  <a:pt x="470" y="43"/>
                  <a:pt x="465" y="43"/>
                  <a:pt x="458" y="43"/>
                </a:cubicBezTo>
                <a:cubicBezTo>
                  <a:pt x="451" y="43"/>
                  <a:pt x="442" y="43"/>
                  <a:pt x="432" y="43"/>
                </a:cubicBezTo>
                <a:cubicBezTo>
                  <a:pt x="422" y="43"/>
                  <a:pt x="412" y="42"/>
                  <a:pt x="402" y="42"/>
                </a:cubicBezTo>
                <a:lnTo>
                  <a:pt x="363" y="42"/>
                </a:lnTo>
                <a:cubicBezTo>
                  <a:pt x="337" y="42"/>
                  <a:pt x="322" y="45"/>
                  <a:pt x="318" y="51"/>
                </a:cubicBezTo>
                <a:cubicBezTo>
                  <a:pt x="317" y="53"/>
                  <a:pt x="295" y="140"/>
                  <a:pt x="252" y="311"/>
                </a:cubicBezTo>
                <a:cubicBezTo>
                  <a:pt x="210" y="482"/>
                  <a:pt x="188" y="569"/>
                  <a:pt x="188" y="571"/>
                </a:cubicBezTo>
                <a:cubicBezTo>
                  <a:pt x="188" y="573"/>
                  <a:pt x="192" y="574"/>
                  <a:pt x="198" y="574"/>
                </a:cubicBezTo>
                <a:cubicBezTo>
                  <a:pt x="205" y="574"/>
                  <a:pt x="228" y="575"/>
                  <a:pt x="268" y="575"/>
                </a:cubicBezTo>
                <a:cubicBezTo>
                  <a:pt x="271" y="575"/>
                  <a:pt x="277" y="575"/>
                  <a:pt x="285" y="575"/>
                </a:cubicBezTo>
                <a:cubicBezTo>
                  <a:pt x="293" y="575"/>
                  <a:pt x="301" y="575"/>
                  <a:pt x="307" y="576"/>
                </a:cubicBezTo>
                <a:cubicBezTo>
                  <a:pt x="382" y="576"/>
                  <a:pt x="445" y="551"/>
                  <a:pt x="494" y="502"/>
                </a:cubicBezTo>
                <a:cubicBezTo>
                  <a:pt x="516" y="480"/>
                  <a:pt x="535" y="455"/>
                  <a:pt x="549" y="426"/>
                </a:cubicBezTo>
                <a:cubicBezTo>
                  <a:pt x="562" y="397"/>
                  <a:pt x="575" y="358"/>
                  <a:pt x="587" y="311"/>
                </a:cubicBezTo>
                <a:cubicBezTo>
                  <a:pt x="599" y="263"/>
                  <a:pt x="605" y="224"/>
                  <a:pt x="605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2966040" y="3928320"/>
            <a:ext cx="43200" cy="102960"/>
          </a:xfrm>
          <a:custGeom>
            <a:avLst/>
            <a:gdLst/>
            <a:ahLst/>
            <a:rect l="0" t="0" r="r" b="b"/>
            <a:pathLst>
              <a:path w="120" h="286">
                <a:moveTo>
                  <a:pt x="0" y="79"/>
                </a:moveTo>
                <a:cubicBezTo>
                  <a:pt x="0" y="79"/>
                  <a:pt x="0" y="71"/>
                  <a:pt x="0" y="56"/>
                </a:cubicBezTo>
                <a:cubicBezTo>
                  <a:pt x="0" y="41"/>
                  <a:pt x="4" y="28"/>
                  <a:pt x="14" y="17"/>
                </a:cubicBezTo>
                <a:cubicBezTo>
                  <a:pt x="24" y="6"/>
                  <a:pt x="38" y="0"/>
                  <a:pt x="54" y="0"/>
                </a:cubicBezTo>
                <a:cubicBezTo>
                  <a:pt x="71" y="0"/>
                  <a:pt x="86" y="8"/>
                  <a:pt x="99" y="24"/>
                </a:cubicBezTo>
                <a:cubicBezTo>
                  <a:pt x="112" y="39"/>
                  <a:pt x="119" y="65"/>
                  <a:pt x="120" y="103"/>
                </a:cubicBezTo>
                <a:cubicBezTo>
                  <a:pt x="120" y="124"/>
                  <a:pt x="117" y="145"/>
                  <a:pt x="112" y="165"/>
                </a:cubicBezTo>
                <a:cubicBezTo>
                  <a:pt x="106" y="185"/>
                  <a:pt x="100" y="202"/>
                  <a:pt x="93" y="216"/>
                </a:cubicBezTo>
                <a:cubicBezTo>
                  <a:pt x="85" y="231"/>
                  <a:pt x="78" y="243"/>
                  <a:pt x="69" y="253"/>
                </a:cubicBezTo>
                <a:cubicBezTo>
                  <a:pt x="61" y="263"/>
                  <a:pt x="54" y="272"/>
                  <a:pt x="48" y="278"/>
                </a:cubicBezTo>
                <a:cubicBezTo>
                  <a:pt x="42" y="284"/>
                  <a:pt x="38" y="286"/>
                  <a:pt x="36" y="286"/>
                </a:cubicBezTo>
                <a:cubicBezTo>
                  <a:pt x="33" y="286"/>
                  <a:pt x="29" y="283"/>
                  <a:pt x="23" y="278"/>
                </a:cubicBezTo>
                <a:cubicBezTo>
                  <a:pt x="18" y="272"/>
                  <a:pt x="15" y="268"/>
                  <a:pt x="15" y="266"/>
                </a:cubicBezTo>
                <a:cubicBezTo>
                  <a:pt x="15" y="263"/>
                  <a:pt x="18" y="259"/>
                  <a:pt x="25" y="251"/>
                </a:cubicBezTo>
                <a:cubicBezTo>
                  <a:pt x="33" y="244"/>
                  <a:pt x="40" y="235"/>
                  <a:pt x="48" y="224"/>
                </a:cubicBezTo>
                <a:cubicBezTo>
                  <a:pt x="57" y="213"/>
                  <a:pt x="65" y="198"/>
                  <a:pt x="72" y="179"/>
                </a:cubicBezTo>
                <a:cubicBezTo>
                  <a:pt x="79" y="160"/>
                  <a:pt x="84" y="138"/>
                  <a:pt x="86" y="113"/>
                </a:cubicBezTo>
                <a:lnTo>
                  <a:pt x="86" y="102"/>
                </a:lnTo>
                <a:lnTo>
                  <a:pt x="85" y="103"/>
                </a:lnTo>
                <a:cubicBezTo>
                  <a:pt x="84" y="104"/>
                  <a:pt x="83" y="105"/>
                  <a:pt x="81" y="105"/>
                </a:cubicBezTo>
                <a:cubicBezTo>
                  <a:pt x="79" y="106"/>
                  <a:pt x="77" y="107"/>
                  <a:pt x="76" y="108"/>
                </a:cubicBezTo>
                <a:cubicBezTo>
                  <a:pt x="74" y="109"/>
                  <a:pt x="71" y="110"/>
                  <a:pt x="67" y="110"/>
                </a:cubicBezTo>
                <a:cubicBezTo>
                  <a:pt x="64" y="110"/>
                  <a:pt x="60" y="110"/>
                  <a:pt x="57" y="111"/>
                </a:cubicBezTo>
                <a:cubicBezTo>
                  <a:pt x="40" y="111"/>
                  <a:pt x="26" y="105"/>
                  <a:pt x="16" y="95"/>
                </a:cubicBezTo>
                <a:lnTo>
                  <a:pt x="0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3166200" y="3751560"/>
            <a:ext cx="112320" cy="216720"/>
          </a:xfrm>
          <a:custGeom>
            <a:avLst/>
            <a:gdLst/>
            <a:ahLst/>
            <a:rect l="0" t="0" r="r" b="b"/>
            <a:pathLst>
              <a:path w="312" h="602">
                <a:moveTo>
                  <a:pt x="119" y="79"/>
                </a:moveTo>
                <a:lnTo>
                  <a:pt x="107" y="83"/>
                </a:lnTo>
                <a:cubicBezTo>
                  <a:pt x="98" y="86"/>
                  <a:pt x="86" y="89"/>
                  <a:pt x="71" y="92"/>
                </a:cubicBezTo>
                <a:cubicBezTo>
                  <a:pt x="55" y="95"/>
                  <a:pt x="37" y="99"/>
                  <a:pt x="17" y="100"/>
                </a:cubicBezTo>
                <a:lnTo>
                  <a:pt x="0" y="100"/>
                </a:lnTo>
                <a:lnTo>
                  <a:pt x="0" y="57"/>
                </a:lnTo>
                <a:lnTo>
                  <a:pt x="17" y="57"/>
                </a:lnTo>
                <a:cubicBezTo>
                  <a:pt x="47" y="56"/>
                  <a:pt x="73" y="52"/>
                  <a:pt x="97" y="44"/>
                </a:cubicBezTo>
                <a:cubicBezTo>
                  <a:pt x="121" y="36"/>
                  <a:pt x="138" y="29"/>
                  <a:pt x="147" y="22"/>
                </a:cubicBezTo>
                <a:cubicBezTo>
                  <a:pt x="157" y="15"/>
                  <a:pt x="165" y="9"/>
                  <a:pt x="173" y="2"/>
                </a:cubicBezTo>
                <a:cubicBezTo>
                  <a:pt x="174" y="0"/>
                  <a:pt x="177" y="0"/>
                  <a:pt x="183" y="0"/>
                </a:cubicBezTo>
                <a:cubicBezTo>
                  <a:pt x="189" y="0"/>
                  <a:pt x="194" y="1"/>
                  <a:pt x="199" y="5"/>
                </a:cubicBezTo>
                <a:lnTo>
                  <a:pt x="199" y="276"/>
                </a:lnTo>
                <a:lnTo>
                  <a:pt x="200" y="547"/>
                </a:lnTo>
                <a:cubicBezTo>
                  <a:pt x="204" y="551"/>
                  <a:pt x="208" y="553"/>
                  <a:pt x="211" y="555"/>
                </a:cubicBezTo>
                <a:cubicBezTo>
                  <a:pt x="214" y="556"/>
                  <a:pt x="221" y="557"/>
                  <a:pt x="232" y="558"/>
                </a:cubicBezTo>
                <a:cubicBezTo>
                  <a:pt x="244" y="559"/>
                  <a:pt x="262" y="560"/>
                  <a:pt x="288" y="560"/>
                </a:cubicBezTo>
                <a:lnTo>
                  <a:pt x="312" y="560"/>
                </a:lnTo>
                <a:lnTo>
                  <a:pt x="312" y="602"/>
                </a:lnTo>
                <a:lnTo>
                  <a:pt x="302" y="602"/>
                </a:lnTo>
                <a:cubicBezTo>
                  <a:pt x="289" y="600"/>
                  <a:pt x="241" y="599"/>
                  <a:pt x="158" y="599"/>
                </a:cubicBezTo>
                <a:cubicBezTo>
                  <a:pt x="76" y="599"/>
                  <a:pt x="28" y="600"/>
                  <a:pt x="16" y="602"/>
                </a:cubicBezTo>
                <a:lnTo>
                  <a:pt x="5" y="602"/>
                </a:lnTo>
                <a:lnTo>
                  <a:pt x="5" y="560"/>
                </a:lnTo>
                <a:lnTo>
                  <a:pt x="28" y="560"/>
                </a:lnTo>
                <a:cubicBezTo>
                  <a:pt x="42" y="560"/>
                  <a:pt x="54" y="560"/>
                  <a:pt x="63" y="560"/>
                </a:cubicBezTo>
                <a:cubicBezTo>
                  <a:pt x="73" y="560"/>
                  <a:pt x="81" y="560"/>
                  <a:pt x="86" y="559"/>
                </a:cubicBezTo>
                <a:cubicBezTo>
                  <a:pt x="91" y="559"/>
                  <a:pt x="96" y="558"/>
                  <a:pt x="100" y="556"/>
                </a:cubicBezTo>
                <a:cubicBezTo>
                  <a:pt x="105" y="555"/>
                  <a:pt x="107" y="555"/>
                  <a:pt x="108" y="555"/>
                </a:cubicBezTo>
                <a:cubicBezTo>
                  <a:pt x="108" y="555"/>
                  <a:pt x="110" y="553"/>
                  <a:pt x="113" y="550"/>
                </a:cubicBezTo>
                <a:cubicBezTo>
                  <a:pt x="116" y="547"/>
                  <a:pt x="118" y="546"/>
                  <a:pt x="119" y="547"/>
                </a:cubicBezTo>
                <a:lnTo>
                  <a:pt x="119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3401280" y="3880080"/>
            <a:ext cx="198360" cy="13320"/>
          </a:xfrm>
          <a:custGeom>
            <a:avLst/>
            <a:gdLst/>
            <a:ahLst/>
            <a:rect l="0" t="0" r="r" b="b"/>
            <a:pathLst>
              <a:path w="551" h="37">
                <a:moveTo>
                  <a:pt x="12" y="0"/>
                </a:moveTo>
                <a:lnTo>
                  <a:pt x="538" y="0"/>
                </a:lnTo>
                <a:cubicBezTo>
                  <a:pt x="547" y="6"/>
                  <a:pt x="551" y="12"/>
                  <a:pt x="551" y="19"/>
                </a:cubicBezTo>
                <a:cubicBezTo>
                  <a:pt x="551" y="26"/>
                  <a:pt x="547" y="32"/>
                  <a:pt x="538" y="37"/>
                </a:cubicBezTo>
                <a:lnTo>
                  <a:pt x="12" y="37"/>
                </a:lnTo>
                <a:cubicBezTo>
                  <a:pt x="4" y="33"/>
                  <a:pt x="0" y="27"/>
                  <a:pt x="0" y="19"/>
                </a:cubicBezTo>
                <a:cubicBezTo>
                  <a:pt x="0" y="11"/>
                  <a:pt x="4" y="5"/>
                  <a:pt x="12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3709440" y="3745800"/>
            <a:ext cx="250560" cy="222480"/>
          </a:xfrm>
          <a:custGeom>
            <a:avLst/>
            <a:gdLst/>
            <a:ahLst/>
            <a:rect l="0" t="0" r="r" b="b"/>
            <a:pathLst>
              <a:path w="696" h="618">
                <a:moveTo>
                  <a:pt x="230" y="50"/>
                </a:moveTo>
                <a:cubicBezTo>
                  <a:pt x="230" y="46"/>
                  <a:pt x="213" y="43"/>
                  <a:pt x="178" y="42"/>
                </a:cubicBezTo>
                <a:cubicBezTo>
                  <a:pt x="164" y="42"/>
                  <a:pt x="155" y="41"/>
                  <a:pt x="151" y="41"/>
                </a:cubicBezTo>
                <a:cubicBezTo>
                  <a:pt x="147" y="40"/>
                  <a:pt x="145" y="37"/>
                  <a:pt x="145" y="33"/>
                </a:cubicBezTo>
                <a:cubicBezTo>
                  <a:pt x="145" y="28"/>
                  <a:pt x="146" y="22"/>
                  <a:pt x="148" y="15"/>
                </a:cubicBezTo>
                <a:cubicBezTo>
                  <a:pt x="151" y="7"/>
                  <a:pt x="153" y="3"/>
                  <a:pt x="155" y="1"/>
                </a:cubicBezTo>
                <a:cubicBezTo>
                  <a:pt x="156" y="0"/>
                  <a:pt x="216" y="0"/>
                  <a:pt x="334" y="0"/>
                </a:cubicBezTo>
                <a:cubicBezTo>
                  <a:pt x="435" y="1"/>
                  <a:pt x="492" y="1"/>
                  <a:pt x="504" y="1"/>
                </a:cubicBezTo>
                <a:cubicBezTo>
                  <a:pt x="516" y="1"/>
                  <a:pt x="528" y="3"/>
                  <a:pt x="540" y="6"/>
                </a:cubicBezTo>
                <a:cubicBezTo>
                  <a:pt x="584" y="17"/>
                  <a:pt x="620" y="40"/>
                  <a:pt x="650" y="78"/>
                </a:cubicBezTo>
                <a:cubicBezTo>
                  <a:pt x="680" y="115"/>
                  <a:pt x="696" y="165"/>
                  <a:pt x="696" y="228"/>
                </a:cubicBezTo>
                <a:cubicBezTo>
                  <a:pt x="696" y="321"/>
                  <a:pt x="664" y="407"/>
                  <a:pt x="600" y="481"/>
                </a:cubicBezTo>
                <a:cubicBezTo>
                  <a:pt x="535" y="556"/>
                  <a:pt x="460" y="600"/>
                  <a:pt x="371" y="615"/>
                </a:cubicBezTo>
                <a:lnTo>
                  <a:pt x="359" y="617"/>
                </a:lnTo>
                <a:lnTo>
                  <a:pt x="184" y="618"/>
                </a:lnTo>
                <a:lnTo>
                  <a:pt x="84" y="618"/>
                </a:lnTo>
                <a:lnTo>
                  <a:pt x="36" y="618"/>
                </a:lnTo>
                <a:cubicBezTo>
                  <a:pt x="21" y="618"/>
                  <a:pt x="12" y="617"/>
                  <a:pt x="8" y="616"/>
                </a:cubicBezTo>
                <a:cubicBezTo>
                  <a:pt x="3" y="615"/>
                  <a:pt x="1" y="612"/>
                  <a:pt x="0" y="608"/>
                </a:cubicBezTo>
                <a:cubicBezTo>
                  <a:pt x="0" y="606"/>
                  <a:pt x="1" y="602"/>
                  <a:pt x="3" y="595"/>
                </a:cubicBezTo>
                <a:cubicBezTo>
                  <a:pt x="6" y="585"/>
                  <a:pt x="8" y="580"/>
                  <a:pt x="10" y="579"/>
                </a:cubicBezTo>
                <a:cubicBezTo>
                  <a:pt x="13" y="578"/>
                  <a:pt x="20" y="577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4" y="572"/>
                  <a:pt x="99" y="568"/>
                  <a:pt x="102" y="563"/>
                </a:cubicBezTo>
                <a:cubicBezTo>
                  <a:pt x="104" y="560"/>
                  <a:pt x="126" y="476"/>
                  <a:pt x="167" y="311"/>
                </a:cubicBezTo>
                <a:cubicBezTo>
                  <a:pt x="209" y="146"/>
                  <a:pt x="230" y="59"/>
                  <a:pt x="230" y="50"/>
                </a:cubicBezTo>
                <a:moveTo>
                  <a:pt x="606" y="193"/>
                </a:moveTo>
                <a:cubicBezTo>
                  <a:pt x="606" y="170"/>
                  <a:pt x="603" y="150"/>
                  <a:pt x="596" y="132"/>
                </a:cubicBezTo>
                <a:cubicBezTo>
                  <a:pt x="590" y="114"/>
                  <a:pt x="582" y="100"/>
                  <a:pt x="573" y="90"/>
                </a:cubicBezTo>
                <a:cubicBezTo>
                  <a:pt x="564" y="79"/>
                  <a:pt x="553" y="71"/>
                  <a:pt x="539" y="63"/>
                </a:cubicBezTo>
                <a:cubicBezTo>
                  <a:pt x="526" y="56"/>
                  <a:pt x="514" y="51"/>
                  <a:pt x="504" y="49"/>
                </a:cubicBezTo>
                <a:cubicBezTo>
                  <a:pt x="494" y="47"/>
                  <a:pt x="483" y="44"/>
                  <a:pt x="473" y="43"/>
                </a:cubicBezTo>
                <a:cubicBezTo>
                  <a:pt x="471" y="43"/>
                  <a:pt x="467" y="43"/>
                  <a:pt x="460" y="43"/>
                </a:cubicBezTo>
                <a:cubicBezTo>
                  <a:pt x="452" y="43"/>
                  <a:pt x="443" y="43"/>
                  <a:pt x="433" y="43"/>
                </a:cubicBezTo>
                <a:cubicBezTo>
                  <a:pt x="423" y="43"/>
                  <a:pt x="413" y="42"/>
                  <a:pt x="403" y="42"/>
                </a:cubicBezTo>
                <a:lnTo>
                  <a:pt x="364" y="42"/>
                </a:lnTo>
                <a:cubicBezTo>
                  <a:pt x="338" y="42"/>
                  <a:pt x="323" y="45"/>
                  <a:pt x="319" y="51"/>
                </a:cubicBezTo>
                <a:cubicBezTo>
                  <a:pt x="318" y="53"/>
                  <a:pt x="296" y="140"/>
                  <a:pt x="253" y="311"/>
                </a:cubicBezTo>
                <a:cubicBezTo>
                  <a:pt x="210" y="482"/>
                  <a:pt x="189" y="569"/>
                  <a:pt x="189" y="571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6" y="574"/>
                  <a:pt x="229" y="575"/>
                  <a:pt x="269" y="575"/>
                </a:cubicBezTo>
                <a:cubicBezTo>
                  <a:pt x="272" y="575"/>
                  <a:pt x="277" y="575"/>
                  <a:pt x="286" y="575"/>
                </a:cubicBezTo>
                <a:cubicBezTo>
                  <a:pt x="294" y="575"/>
                  <a:pt x="301" y="575"/>
                  <a:pt x="307" y="576"/>
                </a:cubicBezTo>
                <a:cubicBezTo>
                  <a:pt x="383" y="576"/>
                  <a:pt x="446" y="551"/>
                  <a:pt x="496" y="502"/>
                </a:cubicBezTo>
                <a:cubicBezTo>
                  <a:pt x="518" y="480"/>
                  <a:pt x="535" y="455"/>
                  <a:pt x="549" y="426"/>
                </a:cubicBezTo>
                <a:cubicBezTo>
                  <a:pt x="563" y="397"/>
                  <a:pt x="576" y="358"/>
                  <a:pt x="588" y="311"/>
                </a:cubicBezTo>
                <a:cubicBezTo>
                  <a:pt x="600" y="263"/>
                  <a:pt x="606" y="224"/>
                  <a:pt x="606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3975120" y="3724200"/>
            <a:ext cx="44640" cy="325080"/>
          </a:xfrm>
          <a:custGeom>
            <a:avLst/>
            <a:gdLst/>
            <a:ahLst/>
            <a:rect l="0" t="0" r="r" b="b"/>
            <a:pathLst>
              <a:path w="124" h="903">
                <a:moveTo>
                  <a:pt x="0" y="37"/>
                </a:moveTo>
                <a:lnTo>
                  <a:pt x="0" y="0"/>
                </a:lnTo>
                <a:lnTo>
                  <a:pt x="124" y="0"/>
                </a:lnTo>
                <a:lnTo>
                  <a:pt x="124" y="903"/>
                </a:lnTo>
                <a:lnTo>
                  <a:pt x="0" y="903"/>
                </a:lnTo>
                <a:lnTo>
                  <a:pt x="0" y="867"/>
                </a:lnTo>
                <a:lnTo>
                  <a:pt x="87" y="867"/>
                </a:lnTo>
                <a:lnTo>
                  <a:pt x="87" y="37"/>
                </a:lnTo>
                <a:lnTo>
                  <a:pt x="0" y="3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4362480" y="3724200"/>
            <a:ext cx="45000" cy="325080"/>
          </a:xfrm>
          <a:custGeom>
            <a:avLst/>
            <a:gdLst/>
            <a:ahLst/>
            <a:rect l="0" t="0" r="r" b="b"/>
            <a:pathLst>
              <a:path w="125" h="903">
                <a:moveTo>
                  <a:pt x="0" y="903"/>
                </a:moveTo>
                <a:lnTo>
                  <a:pt x="0" y="0"/>
                </a:lnTo>
                <a:lnTo>
                  <a:pt x="125" y="0"/>
                </a:lnTo>
                <a:lnTo>
                  <a:pt x="125" y="37"/>
                </a:lnTo>
                <a:lnTo>
                  <a:pt x="36" y="37"/>
                </a:lnTo>
                <a:lnTo>
                  <a:pt x="36" y="867"/>
                </a:lnTo>
                <a:lnTo>
                  <a:pt x="125" y="867"/>
                </a:lnTo>
                <a:lnTo>
                  <a:pt x="125" y="903"/>
                </a:lnTo>
                <a:lnTo>
                  <a:pt x="0" y="90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4427280" y="3751560"/>
            <a:ext cx="137160" cy="223560"/>
          </a:xfrm>
          <a:custGeom>
            <a:avLst/>
            <a:gdLst/>
            <a:ahLst/>
            <a:rect l="0" t="0" r="r" b="b"/>
            <a:pathLst>
              <a:path w="381" h="621">
                <a:moveTo>
                  <a:pt x="52" y="73"/>
                </a:moveTo>
                <a:cubicBezTo>
                  <a:pt x="86" y="24"/>
                  <a:pt x="132" y="0"/>
                  <a:pt x="190" y="0"/>
                </a:cubicBezTo>
                <a:cubicBezTo>
                  <a:pt x="219" y="0"/>
                  <a:pt x="248" y="7"/>
                  <a:pt x="277" y="23"/>
                </a:cubicBezTo>
                <a:cubicBezTo>
                  <a:pt x="306" y="39"/>
                  <a:pt x="329" y="66"/>
                  <a:pt x="347" y="106"/>
                </a:cubicBezTo>
                <a:cubicBezTo>
                  <a:pt x="369" y="156"/>
                  <a:pt x="381" y="225"/>
                  <a:pt x="381" y="312"/>
                </a:cubicBezTo>
                <a:cubicBezTo>
                  <a:pt x="381" y="405"/>
                  <a:pt x="368" y="477"/>
                  <a:pt x="342" y="527"/>
                </a:cubicBezTo>
                <a:cubicBezTo>
                  <a:pt x="330" y="552"/>
                  <a:pt x="313" y="572"/>
                  <a:pt x="292" y="587"/>
                </a:cubicBezTo>
                <a:cubicBezTo>
                  <a:pt x="271" y="602"/>
                  <a:pt x="253" y="611"/>
                  <a:pt x="237" y="615"/>
                </a:cubicBezTo>
                <a:cubicBezTo>
                  <a:pt x="221" y="619"/>
                  <a:pt x="206" y="621"/>
                  <a:pt x="191" y="621"/>
                </a:cubicBezTo>
                <a:cubicBezTo>
                  <a:pt x="175" y="621"/>
                  <a:pt x="160" y="620"/>
                  <a:pt x="144" y="616"/>
                </a:cubicBezTo>
                <a:cubicBezTo>
                  <a:pt x="129" y="612"/>
                  <a:pt x="110" y="603"/>
                  <a:pt x="89" y="587"/>
                </a:cubicBezTo>
                <a:cubicBezTo>
                  <a:pt x="68" y="571"/>
                  <a:pt x="52" y="551"/>
                  <a:pt x="39" y="527"/>
                </a:cubicBezTo>
                <a:cubicBezTo>
                  <a:pt x="13" y="477"/>
                  <a:pt x="0" y="405"/>
                  <a:pt x="0" y="312"/>
                </a:cubicBezTo>
                <a:cubicBezTo>
                  <a:pt x="0" y="207"/>
                  <a:pt x="17" y="127"/>
                  <a:pt x="52" y="73"/>
                </a:cubicBezTo>
                <a:moveTo>
                  <a:pt x="255" y="62"/>
                </a:moveTo>
                <a:cubicBezTo>
                  <a:pt x="237" y="43"/>
                  <a:pt x="216" y="33"/>
                  <a:pt x="191" y="33"/>
                </a:cubicBezTo>
                <a:cubicBezTo>
                  <a:pt x="166" y="33"/>
                  <a:pt x="144" y="43"/>
                  <a:pt x="126" y="62"/>
                </a:cubicBezTo>
                <a:cubicBezTo>
                  <a:pt x="111" y="77"/>
                  <a:pt x="101" y="99"/>
                  <a:pt x="96" y="127"/>
                </a:cubicBezTo>
                <a:cubicBezTo>
                  <a:pt x="92" y="154"/>
                  <a:pt x="89" y="212"/>
                  <a:pt x="89" y="300"/>
                </a:cubicBezTo>
                <a:cubicBezTo>
                  <a:pt x="89" y="395"/>
                  <a:pt x="92" y="459"/>
                  <a:pt x="96" y="489"/>
                </a:cubicBezTo>
                <a:cubicBezTo>
                  <a:pt x="101" y="519"/>
                  <a:pt x="112" y="543"/>
                  <a:pt x="129" y="560"/>
                </a:cubicBezTo>
                <a:cubicBezTo>
                  <a:pt x="146" y="578"/>
                  <a:pt x="166" y="587"/>
                  <a:pt x="191" y="587"/>
                </a:cubicBezTo>
                <a:cubicBezTo>
                  <a:pt x="215" y="587"/>
                  <a:pt x="236" y="578"/>
                  <a:pt x="252" y="560"/>
                </a:cubicBezTo>
                <a:cubicBezTo>
                  <a:pt x="270" y="542"/>
                  <a:pt x="281" y="517"/>
                  <a:pt x="285" y="484"/>
                </a:cubicBezTo>
                <a:cubicBezTo>
                  <a:pt x="289" y="452"/>
                  <a:pt x="292" y="390"/>
                  <a:pt x="292" y="300"/>
                </a:cubicBezTo>
                <a:cubicBezTo>
                  <a:pt x="292" y="213"/>
                  <a:pt x="290" y="155"/>
                  <a:pt x="285" y="128"/>
                </a:cubicBezTo>
                <a:cubicBezTo>
                  <a:pt x="280" y="100"/>
                  <a:pt x="270" y="78"/>
                  <a:pt x="255" y="6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4602240" y="3928320"/>
            <a:ext cx="43200" cy="102960"/>
          </a:xfrm>
          <a:custGeom>
            <a:avLst/>
            <a:gdLst/>
            <a:ahLst/>
            <a:rect l="0" t="0" r="r" b="b"/>
            <a:pathLst>
              <a:path w="120" h="286">
                <a:moveTo>
                  <a:pt x="0" y="79"/>
                </a:moveTo>
                <a:cubicBezTo>
                  <a:pt x="0" y="79"/>
                  <a:pt x="0" y="71"/>
                  <a:pt x="0" y="56"/>
                </a:cubicBezTo>
                <a:cubicBezTo>
                  <a:pt x="0" y="41"/>
                  <a:pt x="5" y="28"/>
                  <a:pt x="16" y="17"/>
                </a:cubicBezTo>
                <a:cubicBezTo>
                  <a:pt x="25" y="6"/>
                  <a:pt x="38" y="0"/>
                  <a:pt x="54" y="0"/>
                </a:cubicBezTo>
                <a:cubicBezTo>
                  <a:pt x="71" y="0"/>
                  <a:pt x="86" y="8"/>
                  <a:pt x="99" y="24"/>
                </a:cubicBezTo>
                <a:cubicBezTo>
                  <a:pt x="113" y="39"/>
                  <a:pt x="120" y="65"/>
                  <a:pt x="120" y="103"/>
                </a:cubicBezTo>
                <a:cubicBezTo>
                  <a:pt x="120" y="124"/>
                  <a:pt x="118" y="145"/>
                  <a:pt x="112" y="165"/>
                </a:cubicBezTo>
                <a:cubicBezTo>
                  <a:pt x="107" y="185"/>
                  <a:pt x="100" y="202"/>
                  <a:pt x="93" y="216"/>
                </a:cubicBezTo>
                <a:cubicBezTo>
                  <a:pt x="86" y="231"/>
                  <a:pt x="78" y="243"/>
                  <a:pt x="70" y="253"/>
                </a:cubicBezTo>
                <a:cubicBezTo>
                  <a:pt x="61" y="263"/>
                  <a:pt x="54" y="272"/>
                  <a:pt x="48" y="278"/>
                </a:cubicBezTo>
                <a:cubicBezTo>
                  <a:pt x="42" y="284"/>
                  <a:pt x="38" y="286"/>
                  <a:pt x="36" y="286"/>
                </a:cubicBezTo>
                <a:cubicBezTo>
                  <a:pt x="34" y="286"/>
                  <a:pt x="30" y="283"/>
                  <a:pt x="25" y="278"/>
                </a:cubicBezTo>
                <a:cubicBezTo>
                  <a:pt x="19" y="272"/>
                  <a:pt x="16" y="268"/>
                  <a:pt x="16" y="266"/>
                </a:cubicBezTo>
                <a:cubicBezTo>
                  <a:pt x="16" y="263"/>
                  <a:pt x="20" y="259"/>
                  <a:pt x="26" y="251"/>
                </a:cubicBezTo>
                <a:cubicBezTo>
                  <a:pt x="33" y="244"/>
                  <a:pt x="40" y="235"/>
                  <a:pt x="49" y="224"/>
                </a:cubicBezTo>
                <a:cubicBezTo>
                  <a:pt x="57" y="213"/>
                  <a:pt x="65" y="198"/>
                  <a:pt x="72" y="179"/>
                </a:cubicBezTo>
                <a:cubicBezTo>
                  <a:pt x="80" y="160"/>
                  <a:pt x="84" y="138"/>
                  <a:pt x="87" y="113"/>
                </a:cubicBezTo>
                <a:lnTo>
                  <a:pt x="87" y="102"/>
                </a:lnTo>
                <a:lnTo>
                  <a:pt x="86" y="103"/>
                </a:lnTo>
                <a:cubicBezTo>
                  <a:pt x="85" y="104"/>
                  <a:pt x="83" y="105"/>
                  <a:pt x="81" y="105"/>
                </a:cubicBezTo>
                <a:cubicBezTo>
                  <a:pt x="80" y="106"/>
                  <a:pt x="78" y="107"/>
                  <a:pt x="76" y="108"/>
                </a:cubicBezTo>
                <a:cubicBezTo>
                  <a:pt x="74" y="109"/>
                  <a:pt x="71" y="110"/>
                  <a:pt x="68" y="110"/>
                </a:cubicBezTo>
                <a:cubicBezTo>
                  <a:pt x="64" y="110"/>
                  <a:pt x="61" y="110"/>
                  <a:pt x="57" y="111"/>
                </a:cubicBezTo>
                <a:cubicBezTo>
                  <a:pt x="41" y="111"/>
                  <a:pt x="28" y="105"/>
                  <a:pt x="17" y="95"/>
                </a:cubicBezTo>
                <a:lnTo>
                  <a:pt x="0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4802760" y="3751560"/>
            <a:ext cx="111960" cy="216720"/>
          </a:xfrm>
          <a:custGeom>
            <a:avLst/>
            <a:gdLst/>
            <a:ahLst/>
            <a:rect l="0" t="0" r="r" b="b"/>
            <a:pathLst>
              <a:path w="311" h="602">
                <a:moveTo>
                  <a:pt x="117" y="79"/>
                </a:moveTo>
                <a:lnTo>
                  <a:pt x="105" y="83"/>
                </a:lnTo>
                <a:cubicBezTo>
                  <a:pt x="97" y="86"/>
                  <a:pt x="85" y="89"/>
                  <a:pt x="69" y="92"/>
                </a:cubicBezTo>
                <a:cubicBezTo>
                  <a:pt x="53" y="95"/>
                  <a:pt x="36" y="99"/>
                  <a:pt x="17" y="100"/>
                </a:cubicBezTo>
                <a:lnTo>
                  <a:pt x="0" y="100"/>
                </a:lnTo>
                <a:lnTo>
                  <a:pt x="0" y="57"/>
                </a:lnTo>
                <a:lnTo>
                  <a:pt x="17" y="57"/>
                </a:lnTo>
                <a:cubicBezTo>
                  <a:pt x="45" y="56"/>
                  <a:pt x="71" y="52"/>
                  <a:pt x="95" y="44"/>
                </a:cubicBezTo>
                <a:cubicBezTo>
                  <a:pt x="119" y="36"/>
                  <a:pt x="136" y="29"/>
                  <a:pt x="147" y="22"/>
                </a:cubicBezTo>
                <a:cubicBezTo>
                  <a:pt x="156" y="15"/>
                  <a:pt x="165" y="9"/>
                  <a:pt x="172" y="2"/>
                </a:cubicBezTo>
                <a:cubicBezTo>
                  <a:pt x="173" y="0"/>
                  <a:pt x="177" y="0"/>
                  <a:pt x="183" y="0"/>
                </a:cubicBezTo>
                <a:cubicBezTo>
                  <a:pt x="188" y="0"/>
                  <a:pt x="193" y="1"/>
                  <a:pt x="198" y="5"/>
                </a:cubicBezTo>
                <a:lnTo>
                  <a:pt x="198" y="276"/>
                </a:lnTo>
                <a:lnTo>
                  <a:pt x="199" y="547"/>
                </a:lnTo>
                <a:cubicBezTo>
                  <a:pt x="203" y="551"/>
                  <a:pt x="207" y="553"/>
                  <a:pt x="210" y="555"/>
                </a:cubicBezTo>
                <a:cubicBezTo>
                  <a:pt x="213" y="556"/>
                  <a:pt x="220" y="557"/>
                  <a:pt x="232" y="558"/>
                </a:cubicBezTo>
                <a:cubicBezTo>
                  <a:pt x="243" y="559"/>
                  <a:pt x="262" y="560"/>
                  <a:pt x="288" y="560"/>
                </a:cubicBezTo>
                <a:lnTo>
                  <a:pt x="311" y="560"/>
                </a:lnTo>
                <a:lnTo>
                  <a:pt x="311" y="602"/>
                </a:lnTo>
                <a:lnTo>
                  <a:pt x="301" y="602"/>
                </a:lnTo>
                <a:cubicBezTo>
                  <a:pt x="289" y="600"/>
                  <a:pt x="241" y="599"/>
                  <a:pt x="158" y="599"/>
                </a:cubicBezTo>
                <a:cubicBezTo>
                  <a:pt x="75" y="599"/>
                  <a:pt x="28" y="600"/>
                  <a:pt x="15" y="602"/>
                </a:cubicBezTo>
                <a:lnTo>
                  <a:pt x="4" y="602"/>
                </a:lnTo>
                <a:lnTo>
                  <a:pt x="4" y="560"/>
                </a:lnTo>
                <a:lnTo>
                  <a:pt x="28" y="560"/>
                </a:lnTo>
                <a:cubicBezTo>
                  <a:pt x="41" y="560"/>
                  <a:pt x="52" y="560"/>
                  <a:pt x="62" y="560"/>
                </a:cubicBezTo>
                <a:cubicBezTo>
                  <a:pt x="72" y="560"/>
                  <a:pt x="79" y="560"/>
                  <a:pt x="84" y="559"/>
                </a:cubicBezTo>
                <a:cubicBezTo>
                  <a:pt x="90" y="559"/>
                  <a:pt x="95" y="558"/>
                  <a:pt x="99" y="556"/>
                </a:cubicBezTo>
                <a:cubicBezTo>
                  <a:pt x="103" y="555"/>
                  <a:pt x="106" y="555"/>
                  <a:pt x="106" y="555"/>
                </a:cubicBezTo>
                <a:cubicBezTo>
                  <a:pt x="107" y="555"/>
                  <a:pt x="109" y="553"/>
                  <a:pt x="112" y="550"/>
                </a:cubicBezTo>
                <a:cubicBezTo>
                  <a:pt x="115" y="547"/>
                  <a:pt x="116" y="546"/>
                  <a:pt x="117" y="547"/>
                </a:cubicBezTo>
                <a:lnTo>
                  <a:pt x="117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4945320" y="3724200"/>
            <a:ext cx="44640" cy="325080"/>
          </a:xfrm>
          <a:custGeom>
            <a:avLst/>
            <a:gdLst/>
            <a:ahLst/>
            <a:rect l="0" t="0" r="r" b="b"/>
            <a:pathLst>
              <a:path w="124" h="903">
                <a:moveTo>
                  <a:pt x="0" y="37"/>
                </a:moveTo>
                <a:lnTo>
                  <a:pt x="0" y="0"/>
                </a:lnTo>
                <a:lnTo>
                  <a:pt x="124" y="0"/>
                </a:lnTo>
                <a:lnTo>
                  <a:pt x="124" y="903"/>
                </a:lnTo>
                <a:lnTo>
                  <a:pt x="0" y="903"/>
                </a:lnTo>
                <a:lnTo>
                  <a:pt x="0" y="867"/>
                </a:lnTo>
                <a:lnTo>
                  <a:pt x="87" y="867"/>
                </a:lnTo>
                <a:lnTo>
                  <a:pt x="87" y="37"/>
                </a:lnTo>
                <a:lnTo>
                  <a:pt x="0" y="3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2217960" y="367668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)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762840" y="4381200"/>
            <a:ext cx="250560" cy="222480"/>
          </a:xfrm>
          <a:custGeom>
            <a:avLst/>
            <a:gdLst/>
            <a:ahLst/>
            <a:rect l="0" t="0" r="r" b="b"/>
            <a:pathLst>
              <a:path w="696" h="618">
                <a:moveTo>
                  <a:pt x="230" y="50"/>
                </a:moveTo>
                <a:cubicBezTo>
                  <a:pt x="230" y="46"/>
                  <a:pt x="213" y="43"/>
                  <a:pt x="178" y="42"/>
                </a:cubicBezTo>
                <a:cubicBezTo>
                  <a:pt x="164" y="42"/>
                  <a:pt x="155" y="42"/>
                  <a:pt x="151" y="41"/>
                </a:cubicBezTo>
                <a:cubicBezTo>
                  <a:pt x="147" y="40"/>
                  <a:pt x="145" y="38"/>
                  <a:pt x="145" y="33"/>
                </a:cubicBezTo>
                <a:cubicBezTo>
                  <a:pt x="145" y="28"/>
                  <a:pt x="146" y="22"/>
                  <a:pt x="148" y="15"/>
                </a:cubicBezTo>
                <a:cubicBezTo>
                  <a:pt x="151" y="8"/>
                  <a:pt x="153" y="3"/>
                  <a:pt x="155" y="1"/>
                </a:cubicBezTo>
                <a:cubicBezTo>
                  <a:pt x="156" y="1"/>
                  <a:pt x="216" y="0"/>
                  <a:pt x="335" y="0"/>
                </a:cubicBezTo>
                <a:cubicBezTo>
                  <a:pt x="436" y="1"/>
                  <a:pt x="492" y="1"/>
                  <a:pt x="504" y="1"/>
                </a:cubicBezTo>
                <a:cubicBezTo>
                  <a:pt x="516" y="1"/>
                  <a:pt x="528" y="3"/>
                  <a:pt x="540" y="7"/>
                </a:cubicBezTo>
                <a:cubicBezTo>
                  <a:pt x="583" y="17"/>
                  <a:pt x="620" y="41"/>
                  <a:pt x="650" y="78"/>
                </a:cubicBezTo>
                <a:cubicBezTo>
                  <a:pt x="680" y="115"/>
                  <a:pt x="696" y="165"/>
                  <a:pt x="696" y="228"/>
                </a:cubicBezTo>
                <a:cubicBezTo>
                  <a:pt x="696" y="322"/>
                  <a:pt x="664" y="406"/>
                  <a:pt x="600" y="481"/>
                </a:cubicBezTo>
                <a:cubicBezTo>
                  <a:pt x="535" y="556"/>
                  <a:pt x="460" y="600"/>
                  <a:pt x="372" y="615"/>
                </a:cubicBezTo>
                <a:lnTo>
                  <a:pt x="360" y="617"/>
                </a:lnTo>
                <a:lnTo>
                  <a:pt x="184" y="618"/>
                </a:lnTo>
                <a:lnTo>
                  <a:pt x="83" y="618"/>
                </a:lnTo>
                <a:lnTo>
                  <a:pt x="36" y="618"/>
                </a:lnTo>
                <a:cubicBezTo>
                  <a:pt x="21" y="618"/>
                  <a:pt x="12" y="617"/>
                  <a:pt x="8" y="616"/>
                </a:cubicBezTo>
                <a:cubicBezTo>
                  <a:pt x="3" y="615"/>
                  <a:pt x="1" y="612"/>
                  <a:pt x="0" y="608"/>
                </a:cubicBezTo>
                <a:cubicBezTo>
                  <a:pt x="0" y="607"/>
                  <a:pt x="1" y="602"/>
                  <a:pt x="3" y="595"/>
                </a:cubicBezTo>
                <a:cubicBezTo>
                  <a:pt x="6" y="585"/>
                  <a:pt x="8" y="580"/>
                  <a:pt x="10" y="579"/>
                </a:cubicBezTo>
                <a:cubicBezTo>
                  <a:pt x="13" y="578"/>
                  <a:pt x="20" y="577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4" y="572"/>
                  <a:pt x="99" y="568"/>
                  <a:pt x="102" y="563"/>
                </a:cubicBezTo>
                <a:cubicBezTo>
                  <a:pt x="104" y="560"/>
                  <a:pt x="126" y="477"/>
                  <a:pt x="167" y="311"/>
                </a:cubicBezTo>
                <a:cubicBezTo>
                  <a:pt x="209" y="146"/>
                  <a:pt x="230" y="59"/>
                  <a:pt x="230" y="50"/>
                </a:cubicBezTo>
                <a:moveTo>
                  <a:pt x="606" y="193"/>
                </a:moveTo>
                <a:cubicBezTo>
                  <a:pt x="606" y="171"/>
                  <a:pt x="603" y="150"/>
                  <a:pt x="596" y="132"/>
                </a:cubicBezTo>
                <a:cubicBezTo>
                  <a:pt x="589" y="114"/>
                  <a:pt x="582" y="100"/>
                  <a:pt x="573" y="90"/>
                </a:cubicBezTo>
                <a:cubicBezTo>
                  <a:pt x="564" y="80"/>
                  <a:pt x="552" y="71"/>
                  <a:pt x="539" y="64"/>
                </a:cubicBezTo>
                <a:cubicBezTo>
                  <a:pt x="526" y="56"/>
                  <a:pt x="514" y="52"/>
                  <a:pt x="504" y="49"/>
                </a:cubicBezTo>
                <a:cubicBezTo>
                  <a:pt x="494" y="47"/>
                  <a:pt x="483" y="45"/>
                  <a:pt x="472" y="43"/>
                </a:cubicBezTo>
                <a:cubicBezTo>
                  <a:pt x="471" y="43"/>
                  <a:pt x="467" y="43"/>
                  <a:pt x="460" y="43"/>
                </a:cubicBezTo>
                <a:cubicBezTo>
                  <a:pt x="453" y="43"/>
                  <a:pt x="444" y="43"/>
                  <a:pt x="434" y="43"/>
                </a:cubicBezTo>
                <a:cubicBezTo>
                  <a:pt x="423" y="43"/>
                  <a:pt x="413" y="43"/>
                  <a:pt x="404" y="42"/>
                </a:cubicBezTo>
                <a:lnTo>
                  <a:pt x="365" y="42"/>
                </a:lnTo>
                <a:cubicBezTo>
                  <a:pt x="339" y="42"/>
                  <a:pt x="324" y="45"/>
                  <a:pt x="320" y="51"/>
                </a:cubicBezTo>
                <a:cubicBezTo>
                  <a:pt x="319" y="53"/>
                  <a:pt x="296" y="140"/>
                  <a:pt x="253" y="311"/>
                </a:cubicBezTo>
                <a:cubicBezTo>
                  <a:pt x="210" y="483"/>
                  <a:pt x="189" y="569"/>
                  <a:pt x="189" y="571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6" y="574"/>
                  <a:pt x="229" y="575"/>
                  <a:pt x="268" y="575"/>
                </a:cubicBezTo>
                <a:cubicBezTo>
                  <a:pt x="271" y="575"/>
                  <a:pt x="277" y="575"/>
                  <a:pt x="286" y="575"/>
                </a:cubicBezTo>
                <a:cubicBezTo>
                  <a:pt x="294" y="575"/>
                  <a:pt x="301" y="576"/>
                  <a:pt x="307" y="576"/>
                </a:cubicBezTo>
                <a:cubicBezTo>
                  <a:pt x="384" y="576"/>
                  <a:pt x="447" y="551"/>
                  <a:pt x="496" y="502"/>
                </a:cubicBezTo>
                <a:cubicBezTo>
                  <a:pt x="518" y="481"/>
                  <a:pt x="535" y="454"/>
                  <a:pt x="549" y="425"/>
                </a:cubicBezTo>
                <a:cubicBezTo>
                  <a:pt x="563" y="396"/>
                  <a:pt x="576" y="358"/>
                  <a:pt x="588" y="311"/>
                </a:cubicBezTo>
                <a:cubicBezTo>
                  <a:pt x="600" y="263"/>
                  <a:pt x="606" y="224"/>
                  <a:pt x="606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281560" y="3676680"/>
            <a:ext cx="49719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第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2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項：偽物時の負の交差エントロピー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2007000" y="445752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0" y="399"/>
                </a:cubicBezTo>
                <a:cubicBezTo>
                  <a:pt x="41" y="399"/>
                  <a:pt x="13" y="400"/>
                  <a:pt x="6" y="402"/>
                </a:cubicBezTo>
                <a:lnTo>
                  <a:pt x="0" y="402"/>
                </a:lnTo>
                <a:lnTo>
                  <a:pt x="0" y="346"/>
                </a:lnTo>
                <a:lnTo>
                  <a:pt x="86" y="346"/>
                </a:lnTo>
                <a:lnTo>
                  <a:pt x="202" y="208"/>
                </a:lnTo>
                <a:lnTo>
                  <a:pt x="79" y="56"/>
                </a:lnTo>
                <a:lnTo>
                  <a:pt x="4" y="56"/>
                </a:lnTo>
                <a:lnTo>
                  <a:pt x="4" y="0"/>
                </a:lnTo>
                <a:lnTo>
                  <a:pt x="11" y="0"/>
                </a:lnTo>
                <a:cubicBezTo>
                  <a:pt x="21" y="2"/>
                  <a:pt x="53" y="3"/>
                  <a:pt x="110" y="3"/>
                </a:cubicBezTo>
                <a:cubicBezTo>
                  <a:pt x="172" y="3"/>
                  <a:pt x="209" y="2"/>
                  <a:pt x="220" y="0"/>
                </a:cubicBezTo>
                <a:lnTo>
                  <a:pt x="228" y="0"/>
                </a:lnTo>
                <a:lnTo>
                  <a:pt x="228" y="56"/>
                </a:lnTo>
                <a:lnTo>
                  <a:pt x="203" y="56"/>
                </a:lnTo>
                <a:lnTo>
                  <a:pt x="234" y="95"/>
                </a:lnTo>
                <a:cubicBezTo>
                  <a:pt x="255" y="120"/>
                  <a:pt x="265" y="133"/>
                  <a:pt x="266" y="133"/>
                </a:cubicBezTo>
                <a:cubicBezTo>
                  <a:pt x="268" y="133"/>
                  <a:pt x="281" y="119"/>
                  <a:pt x="301" y="93"/>
                </a:cubicBezTo>
                <a:lnTo>
                  <a:pt x="333" y="56"/>
                </a:lnTo>
                <a:lnTo>
                  <a:pt x="299" y="56"/>
                </a:lnTo>
                <a:lnTo>
                  <a:pt x="299" y="0"/>
                </a:lnTo>
                <a:lnTo>
                  <a:pt x="307" y="0"/>
                </a:lnTo>
                <a:cubicBezTo>
                  <a:pt x="316" y="2"/>
                  <a:pt x="348" y="3"/>
                  <a:pt x="402" y="3"/>
                </a:cubicBezTo>
                <a:cubicBezTo>
                  <a:pt x="451" y="3"/>
                  <a:pt x="479" y="2"/>
                  <a:pt x="486" y="0"/>
                </a:cubicBezTo>
                <a:lnTo>
                  <a:pt x="492" y="0"/>
                </a:lnTo>
                <a:lnTo>
                  <a:pt x="492" y="56"/>
                </a:lnTo>
                <a:lnTo>
                  <a:pt x="407" y="56"/>
                </a:lnTo>
                <a:lnTo>
                  <a:pt x="302" y="179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3" y="402"/>
                </a:lnTo>
                <a:cubicBezTo>
                  <a:pt x="494" y="400"/>
                  <a:pt x="461" y="399"/>
                  <a:pt x="405" y="399"/>
                </a:cubicBezTo>
                <a:cubicBezTo>
                  <a:pt x="342" y="399"/>
                  <a:pt x="306" y="400"/>
                  <a:pt x="295" y="402"/>
                </a:cubicBezTo>
                <a:lnTo>
                  <a:pt x="287" y="402"/>
                </a:lnTo>
                <a:lnTo>
                  <a:pt x="287" y="346"/>
                </a:lnTo>
                <a:lnTo>
                  <a:pt x="312" y="346"/>
                </a:lnTo>
                <a:cubicBezTo>
                  <a:pt x="312" y="345"/>
                  <a:pt x="300" y="330"/>
                  <a:pt x="275" y="301"/>
                </a:cubicBezTo>
                <a:cubicBezTo>
                  <a:pt x="251" y="271"/>
                  <a:pt x="239" y="256"/>
                  <a:pt x="238" y="255"/>
                </a:cubicBezTo>
                <a:lnTo>
                  <a:pt x="159" y="345"/>
                </a:lnTo>
                <a:lnTo>
                  <a:pt x="177" y="346"/>
                </a:lnTo>
                <a:lnTo>
                  <a:pt x="193" y="346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016640" y="4305240"/>
            <a:ext cx="11041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は入力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2201040" y="4305240"/>
            <a:ext cx="3173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が本物である確率を表す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868040" y="4943160"/>
            <a:ext cx="250200" cy="222480"/>
          </a:xfrm>
          <a:custGeom>
            <a:avLst/>
            <a:gdLst/>
            <a:ahLst/>
            <a:rect l="0" t="0" r="r" b="b"/>
            <a:pathLst>
              <a:path w="695" h="618">
                <a:moveTo>
                  <a:pt x="230" y="50"/>
                </a:moveTo>
                <a:cubicBezTo>
                  <a:pt x="230" y="46"/>
                  <a:pt x="213" y="43"/>
                  <a:pt x="178" y="42"/>
                </a:cubicBezTo>
                <a:cubicBezTo>
                  <a:pt x="165" y="42"/>
                  <a:pt x="156" y="42"/>
                  <a:pt x="151" y="41"/>
                </a:cubicBezTo>
                <a:cubicBezTo>
                  <a:pt x="147" y="40"/>
                  <a:pt x="145" y="38"/>
                  <a:pt x="145" y="33"/>
                </a:cubicBezTo>
                <a:cubicBezTo>
                  <a:pt x="145" y="28"/>
                  <a:pt x="146" y="22"/>
                  <a:pt x="149" y="15"/>
                </a:cubicBezTo>
                <a:cubicBezTo>
                  <a:pt x="151" y="8"/>
                  <a:pt x="153" y="3"/>
                  <a:pt x="155" y="1"/>
                </a:cubicBezTo>
                <a:cubicBezTo>
                  <a:pt x="156" y="1"/>
                  <a:pt x="216" y="0"/>
                  <a:pt x="334" y="0"/>
                </a:cubicBezTo>
                <a:cubicBezTo>
                  <a:pt x="435" y="1"/>
                  <a:pt x="491" y="1"/>
                  <a:pt x="503" y="1"/>
                </a:cubicBezTo>
                <a:cubicBezTo>
                  <a:pt x="515" y="1"/>
                  <a:pt x="527" y="3"/>
                  <a:pt x="539" y="7"/>
                </a:cubicBezTo>
                <a:cubicBezTo>
                  <a:pt x="583" y="17"/>
                  <a:pt x="619" y="41"/>
                  <a:pt x="649" y="78"/>
                </a:cubicBezTo>
                <a:cubicBezTo>
                  <a:pt x="679" y="115"/>
                  <a:pt x="695" y="166"/>
                  <a:pt x="695" y="229"/>
                </a:cubicBezTo>
                <a:cubicBezTo>
                  <a:pt x="695" y="323"/>
                  <a:pt x="663" y="407"/>
                  <a:pt x="599" y="481"/>
                </a:cubicBezTo>
                <a:cubicBezTo>
                  <a:pt x="534" y="556"/>
                  <a:pt x="459" y="601"/>
                  <a:pt x="371" y="615"/>
                </a:cubicBezTo>
                <a:lnTo>
                  <a:pt x="359" y="617"/>
                </a:lnTo>
                <a:lnTo>
                  <a:pt x="184" y="618"/>
                </a:lnTo>
                <a:lnTo>
                  <a:pt x="84" y="618"/>
                </a:lnTo>
                <a:lnTo>
                  <a:pt x="36" y="618"/>
                </a:lnTo>
                <a:cubicBezTo>
                  <a:pt x="21" y="618"/>
                  <a:pt x="11" y="617"/>
                  <a:pt x="7" y="616"/>
                </a:cubicBezTo>
                <a:cubicBezTo>
                  <a:pt x="3" y="615"/>
                  <a:pt x="0" y="612"/>
                  <a:pt x="0" y="608"/>
                </a:cubicBezTo>
                <a:cubicBezTo>
                  <a:pt x="0" y="607"/>
                  <a:pt x="1" y="602"/>
                  <a:pt x="2" y="595"/>
                </a:cubicBezTo>
                <a:cubicBezTo>
                  <a:pt x="5" y="586"/>
                  <a:pt x="7" y="580"/>
                  <a:pt x="10" y="579"/>
                </a:cubicBezTo>
                <a:cubicBezTo>
                  <a:pt x="12" y="578"/>
                  <a:pt x="20" y="577"/>
                  <a:pt x="31" y="576"/>
                </a:cubicBezTo>
                <a:cubicBezTo>
                  <a:pt x="48" y="576"/>
                  <a:pt x="66" y="575"/>
                  <a:pt x="85" y="573"/>
                </a:cubicBezTo>
                <a:cubicBezTo>
                  <a:pt x="94" y="572"/>
                  <a:pt x="100" y="568"/>
                  <a:pt x="103" y="563"/>
                </a:cubicBezTo>
                <a:cubicBezTo>
                  <a:pt x="104" y="560"/>
                  <a:pt x="126" y="477"/>
                  <a:pt x="168" y="312"/>
                </a:cubicBezTo>
                <a:cubicBezTo>
                  <a:pt x="209" y="147"/>
                  <a:pt x="230" y="59"/>
                  <a:pt x="230" y="50"/>
                </a:cubicBezTo>
                <a:moveTo>
                  <a:pt x="605" y="195"/>
                </a:moveTo>
                <a:cubicBezTo>
                  <a:pt x="605" y="172"/>
                  <a:pt x="602" y="151"/>
                  <a:pt x="595" y="133"/>
                </a:cubicBezTo>
                <a:cubicBezTo>
                  <a:pt x="589" y="114"/>
                  <a:pt x="581" y="100"/>
                  <a:pt x="572" y="90"/>
                </a:cubicBezTo>
                <a:cubicBezTo>
                  <a:pt x="563" y="80"/>
                  <a:pt x="552" y="71"/>
                  <a:pt x="538" y="64"/>
                </a:cubicBezTo>
                <a:cubicBezTo>
                  <a:pt x="525" y="56"/>
                  <a:pt x="513" y="52"/>
                  <a:pt x="503" y="49"/>
                </a:cubicBezTo>
                <a:cubicBezTo>
                  <a:pt x="493" y="47"/>
                  <a:pt x="482" y="45"/>
                  <a:pt x="472" y="43"/>
                </a:cubicBezTo>
                <a:cubicBezTo>
                  <a:pt x="470" y="43"/>
                  <a:pt x="466" y="43"/>
                  <a:pt x="459" y="43"/>
                </a:cubicBezTo>
                <a:cubicBezTo>
                  <a:pt x="452" y="43"/>
                  <a:pt x="443" y="43"/>
                  <a:pt x="433" y="43"/>
                </a:cubicBezTo>
                <a:cubicBezTo>
                  <a:pt x="423" y="43"/>
                  <a:pt x="413" y="43"/>
                  <a:pt x="403" y="42"/>
                </a:cubicBezTo>
                <a:lnTo>
                  <a:pt x="364" y="42"/>
                </a:lnTo>
                <a:cubicBezTo>
                  <a:pt x="338" y="42"/>
                  <a:pt x="323" y="45"/>
                  <a:pt x="319" y="51"/>
                </a:cubicBezTo>
                <a:cubicBezTo>
                  <a:pt x="318" y="53"/>
                  <a:pt x="296" y="141"/>
                  <a:pt x="253" y="312"/>
                </a:cubicBezTo>
                <a:cubicBezTo>
                  <a:pt x="211" y="483"/>
                  <a:pt x="189" y="569"/>
                  <a:pt x="189" y="571"/>
                </a:cubicBezTo>
                <a:cubicBezTo>
                  <a:pt x="189" y="573"/>
                  <a:pt x="193" y="574"/>
                  <a:pt x="199" y="574"/>
                </a:cubicBezTo>
                <a:cubicBezTo>
                  <a:pt x="206" y="574"/>
                  <a:pt x="229" y="575"/>
                  <a:pt x="269" y="575"/>
                </a:cubicBezTo>
                <a:cubicBezTo>
                  <a:pt x="272" y="575"/>
                  <a:pt x="277" y="575"/>
                  <a:pt x="286" y="575"/>
                </a:cubicBezTo>
                <a:cubicBezTo>
                  <a:pt x="294" y="575"/>
                  <a:pt x="301" y="576"/>
                  <a:pt x="307" y="576"/>
                </a:cubicBezTo>
                <a:cubicBezTo>
                  <a:pt x="383" y="576"/>
                  <a:pt x="446" y="552"/>
                  <a:pt x="495" y="502"/>
                </a:cubicBezTo>
                <a:cubicBezTo>
                  <a:pt x="517" y="481"/>
                  <a:pt x="534" y="455"/>
                  <a:pt x="548" y="426"/>
                </a:cubicBezTo>
                <a:cubicBezTo>
                  <a:pt x="562" y="398"/>
                  <a:pt x="575" y="359"/>
                  <a:pt x="587" y="312"/>
                </a:cubicBezTo>
                <a:cubicBezTo>
                  <a:pt x="599" y="264"/>
                  <a:pt x="605" y="225"/>
                  <a:pt x="605" y="19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747720" y="4876920"/>
            <a:ext cx="1021284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この和は  の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2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クラス分類の正しさ（交差エントロピーによる識別性能）を表すの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4154040" y="5362560"/>
            <a:ext cx="250200" cy="222120"/>
          </a:xfrm>
          <a:custGeom>
            <a:avLst/>
            <a:gdLst/>
            <a:ahLst/>
            <a:rect l="0" t="0" r="r" b="b"/>
            <a:pathLst>
              <a:path w="695" h="617">
                <a:moveTo>
                  <a:pt x="229" y="49"/>
                </a:moveTo>
                <a:cubicBezTo>
                  <a:pt x="229" y="45"/>
                  <a:pt x="212" y="42"/>
                  <a:pt x="177" y="41"/>
                </a:cubicBezTo>
                <a:cubicBezTo>
                  <a:pt x="164" y="41"/>
                  <a:pt x="155" y="41"/>
                  <a:pt x="150" y="40"/>
                </a:cubicBezTo>
                <a:cubicBezTo>
                  <a:pt x="146" y="40"/>
                  <a:pt x="144" y="37"/>
                  <a:pt x="144" y="32"/>
                </a:cubicBezTo>
                <a:cubicBezTo>
                  <a:pt x="144" y="27"/>
                  <a:pt x="145" y="21"/>
                  <a:pt x="148" y="14"/>
                </a:cubicBezTo>
                <a:cubicBezTo>
                  <a:pt x="150" y="7"/>
                  <a:pt x="152" y="2"/>
                  <a:pt x="154" y="1"/>
                </a:cubicBezTo>
                <a:cubicBezTo>
                  <a:pt x="155" y="0"/>
                  <a:pt x="215" y="0"/>
                  <a:pt x="333" y="0"/>
                </a:cubicBezTo>
                <a:cubicBezTo>
                  <a:pt x="434" y="0"/>
                  <a:pt x="490" y="1"/>
                  <a:pt x="502" y="1"/>
                </a:cubicBezTo>
                <a:cubicBezTo>
                  <a:pt x="514" y="1"/>
                  <a:pt x="526" y="2"/>
                  <a:pt x="538" y="6"/>
                </a:cubicBezTo>
                <a:cubicBezTo>
                  <a:pt x="582" y="16"/>
                  <a:pt x="619" y="40"/>
                  <a:pt x="649" y="77"/>
                </a:cubicBezTo>
                <a:cubicBezTo>
                  <a:pt x="679" y="115"/>
                  <a:pt x="695" y="164"/>
                  <a:pt x="695" y="228"/>
                </a:cubicBezTo>
                <a:cubicBezTo>
                  <a:pt x="695" y="322"/>
                  <a:pt x="663" y="406"/>
                  <a:pt x="598" y="481"/>
                </a:cubicBezTo>
                <a:cubicBezTo>
                  <a:pt x="533" y="555"/>
                  <a:pt x="458" y="600"/>
                  <a:pt x="370" y="614"/>
                </a:cubicBezTo>
                <a:lnTo>
                  <a:pt x="358" y="616"/>
                </a:lnTo>
                <a:lnTo>
                  <a:pt x="183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0" y="617"/>
                  <a:pt x="11" y="616"/>
                  <a:pt x="7" y="615"/>
                </a:cubicBezTo>
                <a:cubicBezTo>
                  <a:pt x="3" y="614"/>
                  <a:pt x="0" y="611"/>
                  <a:pt x="0" y="607"/>
                </a:cubicBezTo>
                <a:cubicBezTo>
                  <a:pt x="0" y="606"/>
                  <a:pt x="1" y="602"/>
                  <a:pt x="2" y="594"/>
                </a:cubicBezTo>
                <a:cubicBezTo>
                  <a:pt x="5" y="585"/>
                  <a:pt x="7" y="579"/>
                  <a:pt x="10" y="578"/>
                </a:cubicBezTo>
                <a:cubicBezTo>
                  <a:pt x="12" y="577"/>
                  <a:pt x="19" y="576"/>
                  <a:pt x="30" y="575"/>
                </a:cubicBezTo>
                <a:cubicBezTo>
                  <a:pt x="47" y="575"/>
                  <a:pt x="65" y="574"/>
                  <a:pt x="84" y="573"/>
                </a:cubicBezTo>
                <a:cubicBezTo>
                  <a:pt x="93" y="571"/>
                  <a:pt x="99" y="567"/>
                  <a:pt x="102" y="562"/>
                </a:cubicBezTo>
                <a:cubicBezTo>
                  <a:pt x="103" y="559"/>
                  <a:pt x="125" y="476"/>
                  <a:pt x="167" y="311"/>
                </a:cubicBezTo>
                <a:cubicBezTo>
                  <a:pt x="208" y="145"/>
                  <a:pt x="229" y="58"/>
                  <a:pt x="229" y="49"/>
                </a:cubicBezTo>
                <a:moveTo>
                  <a:pt x="604" y="193"/>
                </a:moveTo>
                <a:cubicBezTo>
                  <a:pt x="604" y="170"/>
                  <a:pt x="601" y="149"/>
                  <a:pt x="594" y="131"/>
                </a:cubicBezTo>
                <a:cubicBezTo>
                  <a:pt x="588" y="113"/>
                  <a:pt x="580" y="99"/>
                  <a:pt x="571" y="89"/>
                </a:cubicBezTo>
                <a:cubicBezTo>
                  <a:pt x="562" y="79"/>
                  <a:pt x="551" y="70"/>
                  <a:pt x="537" y="63"/>
                </a:cubicBezTo>
                <a:cubicBezTo>
                  <a:pt x="524" y="56"/>
                  <a:pt x="512" y="51"/>
                  <a:pt x="502" y="48"/>
                </a:cubicBezTo>
                <a:cubicBezTo>
                  <a:pt x="492" y="46"/>
                  <a:pt x="481" y="44"/>
                  <a:pt x="471" y="42"/>
                </a:cubicBezTo>
                <a:cubicBezTo>
                  <a:pt x="469" y="42"/>
                  <a:pt x="465" y="42"/>
                  <a:pt x="458" y="42"/>
                </a:cubicBezTo>
                <a:cubicBezTo>
                  <a:pt x="451" y="42"/>
                  <a:pt x="442" y="42"/>
                  <a:pt x="432" y="42"/>
                </a:cubicBezTo>
                <a:cubicBezTo>
                  <a:pt x="422" y="42"/>
                  <a:pt x="412" y="42"/>
                  <a:pt x="402" y="41"/>
                </a:cubicBezTo>
                <a:lnTo>
                  <a:pt x="363" y="41"/>
                </a:lnTo>
                <a:cubicBezTo>
                  <a:pt x="337" y="41"/>
                  <a:pt x="322" y="44"/>
                  <a:pt x="318" y="50"/>
                </a:cubicBezTo>
                <a:cubicBezTo>
                  <a:pt x="317" y="53"/>
                  <a:pt x="295" y="139"/>
                  <a:pt x="252" y="311"/>
                </a:cubicBezTo>
                <a:cubicBezTo>
                  <a:pt x="210" y="482"/>
                  <a:pt x="188" y="568"/>
                  <a:pt x="188" y="570"/>
                </a:cubicBezTo>
                <a:cubicBezTo>
                  <a:pt x="188" y="572"/>
                  <a:pt x="192" y="574"/>
                  <a:pt x="198" y="574"/>
                </a:cubicBezTo>
                <a:cubicBezTo>
                  <a:pt x="205" y="574"/>
                  <a:pt x="228" y="574"/>
                  <a:pt x="268" y="574"/>
                </a:cubicBezTo>
                <a:cubicBezTo>
                  <a:pt x="271" y="574"/>
                  <a:pt x="276" y="574"/>
                  <a:pt x="285" y="574"/>
                </a:cubicBezTo>
                <a:cubicBezTo>
                  <a:pt x="293" y="574"/>
                  <a:pt x="300" y="575"/>
                  <a:pt x="306" y="575"/>
                </a:cubicBezTo>
                <a:cubicBezTo>
                  <a:pt x="382" y="575"/>
                  <a:pt x="445" y="551"/>
                  <a:pt x="494" y="501"/>
                </a:cubicBezTo>
                <a:cubicBezTo>
                  <a:pt x="516" y="480"/>
                  <a:pt x="533" y="454"/>
                  <a:pt x="547" y="426"/>
                </a:cubicBezTo>
                <a:cubicBezTo>
                  <a:pt x="561" y="397"/>
                  <a:pt x="574" y="359"/>
                  <a:pt x="586" y="311"/>
                </a:cubicBezTo>
                <a:cubicBezTo>
                  <a:pt x="598" y="263"/>
                  <a:pt x="604" y="224"/>
                  <a:pt x="604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47720" y="5286240"/>
            <a:ext cx="34488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で、和が大きくなるように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6235920" y="543852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0" y="399"/>
                </a:cubicBezTo>
                <a:cubicBezTo>
                  <a:pt x="42" y="399"/>
                  <a:pt x="14" y="400"/>
                  <a:pt x="7" y="402"/>
                </a:cubicBezTo>
                <a:lnTo>
                  <a:pt x="0" y="402"/>
                </a:lnTo>
                <a:lnTo>
                  <a:pt x="0" y="346"/>
                </a:lnTo>
                <a:lnTo>
                  <a:pt x="87" y="346"/>
                </a:lnTo>
                <a:lnTo>
                  <a:pt x="202" y="209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0" y="3"/>
                </a:cubicBezTo>
                <a:cubicBezTo>
                  <a:pt x="173" y="3"/>
                  <a:pt x="210" y="2"/>
                  <a:pt x="220" y="0"/>
                </a:cubicBezTo>
                <a:lnTo>
                  <a:pt x="229" y="0"/>
                </a:lnTo>
                <a:lnTo>
                  <a:pt x="229" y="56"/>
                </a:lnTo>
                <a:lnTo>
                  <a:pt x="203" y="56"/>
                </a:lnTo>
                <a:lnTo>
                  <a:pt x="235" y="95"/>
                </a:lnTo>
                <a:cubicBezTo>
                  <a:pt x="256" y="120"/>
                  <a:pt x="267" y="133"/>
                  <a:pt x="267" y="133"/>
                </a:cubicBezTo>
                <a:cubicBezTo>
                  <a:pt x="270" y="133"/>
                  <a:pt x="281" y="120"/>
                  <a:pt x="302" y="93"/>
                </a:cubicBezTo>
                <a:lnTo>
                  <a:pt x="333" y="56"/>
                </a:lnTo>
                <a:lnTo>
                  <a:pt x="300" y="56"/>
                </a:lnTo>
                <a:lnTo>
                  <a:pt x="300" y="0"/>
                </a:lnTo>
                <a:lnTo>
                  <a:pt x="307" y="0"/>
                </a:lnTo>
                <a:cubicBezTo>
                  <a:pt x="316" y="2"/>
                  <a:pt x="348" y="3"/>
                  <a:pt x="403" y="3"/>
                </a:cubicBezTo>
                <a:cubicBezTo>
                  <a:pt x="451" y="3"/>
                  <a:pt x="479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3" y="179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5" y="399"/>
                </a:cubicBezTo>
                <a:cubicBezTo>
                  <a:pt x="343" y="399"/>
                  <a:pt x="306" y="400"/>
                  <a:pt x="295" y="402"/>
                </a:cubicBezTo>
                <a:lnTo>
                  <a:pt x="287" y="402"/>
                </a:lnTo>
                <a:lnTo>
                  <a:pt x="287" y="346"/>
                </a:lnTo>
                <a:lnTo>
                  <a:pt x="313" y="346"/>
                </a:lnTo>
                <a:cubicBezTo>
                  <a:pt x="313" y="345"/>
                  <a:pt x="300" y="330"/>
                  <a:pt x="276" y="301"/>
                </a:cubicBezTo>
                <a:cubicBezTo>
                  <a:pt x="252" y="270"/>
                  <a:pt x="240" y="255"/>
                  <a:pt x="238" y="254"/>
                </a:cubicBezTo>
                <a:lnTo>
                  <a:pt x="160" y="345"/>
                </a:lnTo>
                <a:lnTo>
                  <a:pt x="177" y="346"/>
                </a:lnTo>
                <a:lnTo>
                  <a:pt x="193" y="346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4410720" y="5286240"/>
            <a:ext cx="1931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を調整すると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6423840" y="5286240"/>
            <a:ext cx="3173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をより正しく判別できる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4054680" y="5771880"/>
            <a:ext cx="230760" cy="236520"/>
          </a:xfrm>
          <a:custGeom>
            <a:avLst/>
            <a:gdLst/>
            <a:ahLst/>
            <a:rect l="0" t="0" r="r" b="b"/>
            <a:pathLst>
              <a:path w="641" h="657">
                <a:moveTo>
                  <a:pt x="0" y="410"/>
                </a:moveTo>
                <a:cubicBezTo>
                  <a:pt x="0" y="341"/>
                  <a:pt x="20" y="274"/>
                  <a:pt x="60" y="211"/>
                </a:cubicBezTo>
                <a:cubicBezTo>
                  <a:pt x="101" y="147"/>
                  <a:pt x="151" y="96"/>
                  <a:pt x="213" y="59"/>
                </a:cubicBezTo>
                <a:cubicBezTo>
                  <a:pt x="274" y="22"/>
                  <a:pt x="335" y="2"/>
                  <a:pt x="397" y="1"/>
                </a:cubicBezTo>
                <a:cubicBezTo>
                  <a:pt x="451" y="1"/>
                  <a:pt x="494" y="18"/>
                  <a:pt x="526" y="48"/>
                </a:cubicBezTo>
                <a:cubicBezTo>
                  <a:pt x="531" y="54"/>
                  <a:pt x="536" y="59"/>
                  <a:pt x="539" y="64"/>
                </a:cubicBezTo>
                <a:cubicBezTo>
                  <a:pt x="543" y="68"/>
                  <a:pt x="545" y="71"/>
                  <a:pt x="547" y="73"/>
                </a:cubicBezTo>
                <a:lnTo>
                  <a:pt x="547" y="75"/>
                </a:lnTo>
                <a:cubicBezTo>
                  <a:pt x="549" y="75"/>
                  <a:pt x="557" y="68"/>
                  <a:pt x="572" y="52"/>
                </a:cubicBezTo>
                <a:cubicBezTo>
                  <a:pt x="576" y="48"/>
                  <a:pt x="582" y="44"/>
                  <a:pt x="586" y="39"/>
                </a:cubicBezTo>
                <a:cubicBezTo>
                  <a:pt x="591" y="34"/>
                  <a:pt x="596" y="30"/>
                  <a:pt x="601" y="25"/>
                </a:cubicBezTo>
                <a:cubicBezTo>
                  <a:pt x="606" y="20"/>
                  <a:pt x="609" y="17"/>
                  <a:pt x="610" y="14"/>
                </a:cubicBezTo>
                <a:lnTo>
                  <a:pt x="623" y="0"/>
                </a:lnTo>
                <a:lnTo>
                  <a:pt x="629" y="0"/>
                </a:lnTo>
                <a:cubicBezTo>
                  <a:pt x="637" y="0"/>
                  <a:pt x="641" y="3"/>
                  <a:pt x="641" y="7"/>
                </a:cubicBezTo>
                <a:cubicBezTo>
                  <a:pt x="641" y="9"/>
                  <a:pt x="632" y="51"/>
                  <a:pt x="613" y="131"/>
                </a:cubicBezTo>
                <a:cubicBezTo>
                  <a:pt x="591" y="215"/>
                  <a:pt x="580" y="257"/>
                  <a:pt x="580" y="258"/>
                </a:cubicBezTo>
                <a:cubicBezTo>
                  <a:pt x="579" y="261"/>
                  <a:pt x="576" y="262"/>
                  <a:pt x="575" y="263"/>
                </a:cubicBezTo>
                <a:cubicBezTo>
                  <a:pt x="573" y="264"/>
                  <a:pt x="567" y="264"/>
                  <a:pt x="558" y="265"/>
                </a:cubicBezTo>
                <a:lnTo>
                  <a:pt x="544" y="265"/>
                </a:lnTo>
                <a:cubicBezTo>
                  <a:pt x="540" y="261"/>
                  <a:pt x="538" y="258"/>
                  <a:pt x="538" y="257"/>
                </a:cubicBezTo>
                <a:cubicBezTo>
                  <a:pt x="538" y="256"/>
                  <a:pt x="539" y="254"/>
                  <a:pt x="539" y="250"/>
                </a:cubicBezTo>
                <a:cubicBezTo>
                  <a:pt x="540" y="247"/>
                  <a:pt x="541" y="241"/>
                  <a:pt x="541" y="232"/>
                </a:cubicBezTo>
                <a:cubicBezTo>
                  <a:pt x="542" y="224"/>
                  <a:pt x="542" y="214"/>
                  <a:pt x="542" y="203"/>
                </a:cubicBezTo>
                <a:cubicBezTo>
                  <a:pt x="542" y="161"/>
                  <a:pt x="532" y="123"/>
                  <a:pt x="513" y="92"/>
                </a:cubicBezTo>
                <a:cubicBezTo>
                  <a:pt x="494" y="60"/>
                  <a:pt x="461" y="43"/>
                  <a:pt x="415" y="43"/>
                </a:cubicBezTo>
                <a:cubicBezTo>
                  <a:pt x="404" y="43"/>
                  <a:pt x="392" y="44"/>
                  <a:pt x="380" y="46"/>
                </a:cubicBezTo>
                <a:cubicBezTo>
                  <a:pt x="367" y="47"/>
                  <a:pt x="351" y="51"/>
                  <a:pt x="332" y="57"/>
                </a:cubicBezTo>
                <a:cubicBezTo>
                  <a:pt x="313" y="63"/>
                  <a:pt x="294" y="72"/>
                  <a:pt x="277" y="83"/>
                </a:cubicBezTo>
                <a:cubicBezTo>
                  <a:pt x="259" y="93"/>
                  <a:pt x="240" y="108"/>
                  <a:pt x="220" y="126"/>
                </a:cubicBezTo>
                <a:cubicBezTo>
                  <a:pt x="200" y="144"/>
                  <a:pt x="182" y="165"/>
                  <a:pt x="168" y="190"/>
                </a:cubicBezTo>
                <a:cubicBezTo>
                  <a:pt x="153" y="215"/>
                  <a:pt x="139" y="245"/>
                  <a:pt x="125" y="282"/>
                </a:cubicBezTo>
                <a:cubicBezTo>
                  <a:pt x="111" y="319"/>
                  <a:pt x="102" y="359"/>
                  <a:pt x="97" y="403"/>
                </a:cubicBezTo>
                <a:cubicBezTo>
                  <a:pt x="96" y="414"/>
                  <a:pt x="96" y="425"/>
                  <a:pt x="96" y="438"/>
                </a:cubicBezTo>
                <a:cubicBezTo>
                  <a:pt x="96" y="467"/>
                  <a:pt x="100" y="492"/>
                  <a:pt x="108" y="515"/>
                </a:cubicBezTo>
                <a:cubicBezTo>
                  <a:pt x="117" y="537"/>
                  <a:pt x="127" y="554"/>
                  <a:pt x="141" y="566"/>
                </a:cubicBezTo>
                <a:cubicBezTo>
                  <a:pt x="154" y="578"/>
                  <a:pt x="169" y="588"/>
                  <a:pt x="186" y="597"/>
                </a:cubicBezTo>
                <a:cubicBezTo>
                  <a:pt x="203" y="605"/>
                  <a:pt x="218" y="610"/>
                  <a:pt x="233" y="612"/>
                </a:cubicBezTo>
                <a:cubicBezTo>
                  <a:pt x="247" y="614"/>
                  <a:pt x="261" y="615"/>
                  <a:pt x="273" y="616"/>
                </a:cubicBezTo>
                <a:cubicBezTo>
                  <a:pt x="306" y="616"/>
                  <a:pt x="335" y="609"/>
                  <a:pt x="363" y="595"/>
                </a:cubicBezTo>
                <a:cubicBezTo>
                  <a:pt x="390" y="581"/>
                  <a:pt x="408" y="563"/>
                  <a:pt x="418" y="542"/>
                </a:cubicBezTo>
                <a:cubicBezTo>
                  <a:pt x="420" y="537"/>
                  <a:pt x="425" y="520"/>
                  <a:pt x="432" y="492"/>
                </a:cubicBezTo>
                <a:cubicBezTo>
                  <a:pt x="439" y="464"/>
                  <a:pt x="443" y="448"/>
                  <a:pt x="443" y="444"/>
                </a:cubicBezTo>
                <a:cubicBezTo>
                  <a:pt x="443" y="439"/>
                  <a:pt x="439" y="436"/>
                  <a:pt x="431" y="435"/>
                </a:cubicBezTo>
                <a:cubicBezTo>
                  <a:pt x="423" y="434"/>
                  <a:pt x="405" y="433"/>
                  <a:pt x="377" y="433"/>
                </a:cubicBezTo>
                <a:lnTo>
                  <a:pt x="344" y="433"/>
                </a:lnTo>
                <a:cubicBezTo>
                  <a:pt x="340" y="429"/>
                  <a:pt x="338" y="427"/>
                  <a:pt x="338" y="425"/>
                </a:cubicBezTo>
                <a:cubicBezTo>
                  <a:pt x="338" y="424"/>
                  <a:pt x="339" y="418"/>
                  <a:pt x="340" y="408"/>
                </a:cubicBezTo>
                <a:cubicBezTo>
                  <a:pt x="342" y="400"/>
                  <a:pt x="345" y="395"/>
                  <a:pt x="349" y="391"/>
                </a:cubicBezTo>
                <a:lnTo>
                  <a:pt x="364" y="391"/>
                </a:lnTo>
                <a:cubicBezTo>
                  <a:pt x="388" y="392"/>
                  <a:pt x="431" y="393"/>
                  <a:pt x="491" y="393"/>
                </a:cubicBezTo>
                <a:cubicBezTo>
                  <a:pt x="515" y="393"/>
                  <a:pt x="534" y="393"/>
                  <a:pt x="549" y="393"/>
                </a:cubicBezTo>
                <a:cubicBezTo>
                  <a:pt x="564" y="393"/>
                  <a:pt x="575" y="393"/>
                  <a:pt x="583" y="392"/>
                </a:cubicBezTo>
                <a:cubicBezTo>
                  <a:pt x="589" y="391"/>
                  <a:pt x="593" y="391"/>
                  <a:pt x="594" y="392"/>
                </a:cubicBezTo>
                <a:cubicBezTo>
                  <a:pt x="602" y="392"/>
                  <a:pt x="606" y="395"/>
                  <a:pt x="606" y="400"/>
                </a:cubicBezTo>
                <a:cubicBezTo>
                  <a:pt x="606" y="401"/>
                  <a:pt x="606" y="406"/>
                  <a:pt x="604" y="413"/>
                </a:cubicBezTo>
                <a:cubicBezTo>
                  <a:pt x="601" y="424"/>
                  <a:pt x="598" y="430"/>
                  <a:pt x="595" y="432"/>
                </a:cubicBezTo>
                <a:cubicBezTo>
                  <a:pt x="594" y="432"/>
                  <a:pt x="589" y="433"/>
                  <a:pt x="582" y="433"/>
                </a:cubicBezTo>
                <a:cubicBezTo>
                  <a:pt x="569" y="433"/>
                  <a:pt x="556" y="433"/>
                  <a:pt x="544" y="435"/>
                </a:cubicBezTo>
                <a:cubicBezTo>
                  <a:pt x="540" y="437"/>
                  <a:pt x="537" y="440"/>
                  <a:pt x="535" y="443"/>
                </a:cubicBezTo>
                <a:cubicBezTo>
                  <a:pt x="533" y="447"/>
                  <a:pt x="529" y="462"/>
                  <a:pt x="522" y="489"/>
                </a:cubicBezTo>
                <a:cubicBezTo>
                  <a:pt x="517" y="509"/>
                  <a:pt x="512" y="526"/>
                  <a:pt x="509" y="540"/>
                </a:cubicBezTo>
                <a:cubicBezTo>
                  <a:pt x="494" y="601"/>
                  <a:pt x="485" y="633"/>
                  <a:pt x="483" y="635"/>
                </a:cubicBezTo>
                <a:cubicBezTo>
                  <a:pt x="482" y="636"/>
                  <a:pt x="481" y="636"/>
                  <a:pt x="479" y="636"/>
                </a:cubicBezTo>
                <a:cubicBezTo>
                  <a:pt x="473" y="636"/>
                  <a:pt x="464" y="630"/>
                  <a:pt x="454" y="618"/>
                </a:cubicBezTo>
                <a:cubicBezTo>
                  <a:pt x="443" y="606"/>
                  <a:pt x="436" y="597"/>
                  <a:pt x="433" y="590"/>
                </a:cubicBezTo>
                <a:cubicBezTo>
                  <a:pt x="433" y="590"/>
                  <a:pt x="432" y="590"/>
                  <a:pt x="431" y="590"/>
                </a:cubicBezTo>
                <a:cubicBezTo>
                  <a:pt x="430" y="591"/>
                  <a:pt x="428" y="593"/>
                  <a:pt x="426" y="595"/>
                </a:cubicBezTo>
                <a:cubicBezTo>
                  <a:pt x="381" y="636"/>
                  <a:pt x="321" y="657"/>
                  <a:pt x="245" y="657"/>
                </a:cubicBezTo>
                <a:cubicBezTo>
                  <a:pt x="173" y="657"/>
                  <a:pt x="114" y="634"/>
                  <a:pt x="68" y="588"/>
                </a:cubicBezTo>
                <a:cubicBezTo>
                  <a:pt x="23" y="541"/>
                  <a:pt x="1" y="482"/>
                  <a:pt x="0" y="41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747720" y="5705640"/>
            <a:ext cx="34545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第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2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項を小さくなるように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7502760" y="585756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0" y="399"/>
                </a:cubicBezTo>
                <a:cubicBezTo>
                  <a:pt x="42" y="399"/>
                  <a:pt x="14" y="400"/>
                  <a:pt x="7" y="402"/>
                </a:cubicBezTo>
                <a:lnTo>
                  <a:pt x="0" y="402"/>
                </a:lnTo>
                <a:lnTo>
                  <a:pt x="0" y="346"/>
                </a:lnTo>
                <a:lnTo>
                  <a:pt x="87" y="346"/>
                </a:lnTo>
                <a:lnTo>
                  <a:pt x="202" y="209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0" y="3"/>
                </a:cubicBezTo>
                <a:cubicBezTo>
                  <a:pt x="173" y="3"/>
                  <a:pt x="210" y="2"/>
                  <a:pt x="220" y="0"/>
                </a:cubicBezTo>
                <a:lnTo>
                  <a:pt x="228" y="0"/>
                </a:lnTo>
                <a:lnTo>
                  <a:pt x="228" y="56"/>
                </a:lnTo>
                <a:lnTo>
                  <a:pt x="203" y="56"/>
                </a:lnTo>
                <a:lnTo>
                  <a:pt x="235" y="95"/>
                </a:lnTo>
                <a:cubicBezTo>
                  <a:pt x="255" y="120"/>
                  <a:pt x="266" y="133"/>
                  <a:pt x="266" y="133"/>
                </a:cubicBezTo>
                <a:cubicBezTo>
                  <a:pt x="269" y="133"/>
                  <a:pt x="280" y="120"/>
                  <a:pt x="302" y="93"/>
                </a:cubicBezTo>
                <a:lnTo>
                  <a:pt x="333" y="56"/>
                </a:lnTo>
                <a:lnTo>
                  <a:pt x="300" y="56"/>
                </a:lnTo>
                <a:lnTo>
                  <a:pt x="300" y="0"/>
                </a:lnTo>
                <a:lnTo>
                  <a:pt x="307" y="0"/>
                </a:lnTo>
                <a:cubicBezTo>
                  <a:pt x="316" y="2"/>
                  <a:pt x="348" y="3"/>
                  <a:pt x="403" y="3"/>
                </a:cubicBezTo>
                <a:cubicBezTo>
                  <a:pt x="451" y="3"/>
                  <a:pt x="479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3" y="179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5" y="399"/>
                </a:cubicBezTo>
                <a:cubicBezTo>
                  <a:pt x="343" y="399"/>
                  <a:pt x="306" y="400"/>
                  <a:pt x="295" y="402"/>
                </a:cubicBezTo>
                <a:lnTo>
                  <a:pt x="287" y="402"/>
                </a:lnTo>
                <a:lnTo>
                  <a:pt x="287" y="346"/>
                </a:lnTo>
                <a:lnTo>
                  <a:pt x="312" y="346"/>
                </a:lnTo>
                <a:cubicBezTo>
                  <a:pt x="312" y="345"/>
                  <a:pt x="300" y="329"/>
                  <a:pt x="275" y="300"/>
                </a:cubicBezTo>
                <a:cubicBezTo>
                  <a:pt x="251" y="270"/>
                  <a:pt x="239" y="255"/>
                  <a:pt x="238" y="254"/>
                </a:cubicBezTo>
                <a:lnTo>
                  <a:pt x="160" y="345"/>
                </a:lnTo>
                <a:lnTo>
                  <a:pt x="177" y="346"/>
                </a:lnTo>
                <a:lnTo>
                  <a:pt x="193" y="346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4295520" y="5705640"/>
            <a:ext cx="3310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を調整するとより自然な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7689960" y="5705640"/>
            <a:ext cx="1793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を生成できる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3" name="" descr=""/>
          <p:cNvPicPr/>
          <p:nvPr/>
        </p:nvPicPr>
        <p:blipFill>
          <a:blip r:embed="rId1"/>
          <a:stretch/>
        </p:blipFill>
        <p:spPr>
          <a:xfrm>
            <a:off x="752400" y="1857240"/>
            <a:ext cx="10686600" cy="30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"/>
          <p:cNvSpPr txBox="1"/>
          <p:nvPr/>
        </p:nvSpPr>
        <p:spPr>
          <a:xfrm>
            <a:off x="747720" y="1313640"/>
            <a:ext cx="1517040" cy="30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学習の様子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747720" y="5153040"/>
            <a:ext cx="37882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MPLUS2"/>
                <a:ea typeface="MPLUS2"/>
              </a:rPr>
              <a:t>https://arxiv.org/abs/1406.2661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747720" y="1913400"/>
            <a:ext cx="301860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12.4.2 </a:t>
            </a:r>
            <a:r>
              <a:rPr b="1" lang="zh-CN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学習の困難さ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5592240" y="2552400"/>
            <a:ext cx="250560" cy="222480"/>
          </a:xfrm>
          <a:custGeom>
            <a:avLst/>
            <a:gdLst/>
            <a:ahLst/>
            <a:rect l="0" t="0" r="r" b="b"/>
            <a:pathLst>
              <a:path w="696" h="618">
                <a:moveTo>
                  <a:pt x="230" y="50"/>
                </a:moveTo>
                <a:cubicBezTo>
                  <a:pt x="230" y="46"/>
                  <a:pt x="213" y="43"/>
                  <a:pt x="179" y="42"/>
                </a:cubicBezTo>
                <a:cubicBezTo>
                  <a:pt x="165" y="42"/>
                  <a:pt x="156" y="42"/>
                  <a:pt x="152" y="41"/>
                </a:cubicBezTo>
                <a:cubicBezTo>
                  <a:pt x="147" y="40"/>
                  <a:pt x="145" y="38"/>
                  <a:pt x="145" y="33"/>
                </a:cubicBezTo>
                <a:cubicBezTo>
                  <a:pt x="145" y="28"/>
                  <a:pt x="146" y="22"/>
                  <a:pt x="149" y="15"/>
                </a:cubicBezTo>
                <a:cubicBezTo>
                  <a:pt x="151" y="8"/>
                  <a:pt x="153" y="3"/>
                  <a:pt x="155" y="1"/>
                </a:cubicBezTo>
                <a:cubicBezTo>
                  <a:pt x="156" y="1"/>
                  <a:pt x="216" y="0"/>
                  <a:pt x="335" y="0"/>
                </a:cubicBezTo>
                <a:cubicBezTo>
                  <a:pt x="435" y="1"/>
                  <a:pt x="491" y="1"/>
                  <a:pt x="503" y="1"/>
                </a:cubicBezTo>
                <a:cubicBezTo>
                  <a:pt x="515" y="1"/>
                  <a:pt x="527" y="3"/>
                  <a:pt x="539" y="7"/>
                </a:cubicBezTo>
                <a:cubicBezTo>
                  <a:pt x="583" y="17"/>
                  <a:pt x="619" y="41"/>
                  <a:pt x="650" y="78"/>
                </a:cubicBezTo>
                <a:cubicBezTo>
                  <a:pt x="680" y="115"/>
                  <a:pt x="695" y="165"/>
                  <a:pt x="696" y="228"/>
                </a:cubicBezTo>
                <a:cubicBezTo>
                  <a:pt x="696" y="322"/>
                  <a:pt x="663" y="406"/>
                  <a:pt x="599" y="480"/>
                </a:cubicBezTo>
                <a:cubicBezTo>
                  <a:pt x="535" y="555"/>
                  <a:pt x="459" y="599"/>
                  <a:pt x="372" y="615"/>
                </a:cubicBezTo>
                <a:lnTo>
                  <a:pt x="359" y="617"/>
                </a:lnTo>
                <a:lnTo>
                  <a:pt x="184" y="618"/>
                </a:lnTo>
                <a:lnTo>
                  <a:pt x="84" y="618"/>
                </a:lnTo>
                <a:lnTo>
                  <a:pt x="35" y="618"/>
                </a:lnTo>
                <a:cubicBezTo>
                  <a:pt x="21" y="618"/>
                  <a:pt x="11" y="617"/>
                  <a:pt x="7" y="616"/>
                </a:cubicBezTo>
                <a:cubicBezTo>
                  <a:pt x="3" y="615"/>
                  <a:pt x="0" y="612"/>
                  <a:pt x="0" y="607"/>
                </a:cubicBezTo>
                <a:cubicBezTo>
                  <a:pt x="0" y="606"/>
                  <a:pt x="1" y="601"/>
                  <a:pt x="3" y="594"/>
                </a:cubicBezTo>
                <a:cubicBezTo>
                  <a:pt x="5" y="584"/>
                  <a:pt x="7" y="579"/>
                  <a:pt x="10" y="578"/>
                </a:cubicBezTo>
                <a:cubicBezTo>
                  <a:pt x="12" y="577"/>
                  <a:pt x="19" y="576"/>
                  <a:pt x="31" y="575"/>
                </a:cubicBezTo>
                <a:cubicBezTo>
                  <a:pt x="47" y="575"/>
                  <a:pt x="65" y="574"/>
                  <a:pt x="86" y="572"/>
                </a:cubicBezTo>
                <a:cubicBezTo>
                  <a:pt x="94" y="571"/>
                  <a:pt x="100" y="567"/>
                  <a:pt x="103" y="562"/>
                </a:cubicBezTo>
                <a:cubicBezTo>
                  <a:pt x="105" y="559"/>
                  <a:pt x="126" y="476"/>
                  <a:pt x="168" y="311"/>
                </a:cubicBezTo>
                <a:cubicBezTo>
                  <a:pt x="209" y="146"/>
                  <a:pt x="230" y="59"/>
                  <a:pt x="230" y="50"/>
                </a:cubicBezTo>
                <a:moveTo>
                  <a:pt x="605" y="193"/>
                </a:moveTo>
                <a:cubicBezTo>
                  <a:pt x="605" y="171"/>
                  <a:pt x="602" y="150"/>
                  <a:pt x="595" y="132"/>
                </a:cubicBezTo>
                <a:cubicBezTo>
                  <a:pt x="589" y="114"/>
                  <a:pt x="581" y="100"/>
                  <a:pt x="572" y="90"/>
                </a:cubicBezTo>
                <a:cubicBezTo>
                  <a:pt x="563" y="80"/>
                  <a:pt x="552" y="71"/>
                  <a:pt x="539" y="64"/>
                </a:cubicBezTo>
                <a:cubicBezTo>
                  <a:pt x="525" y="56"/>
                  <a:pt x="514" y="52"/>
                  <a:pt x="503" y="49"/>
                </a:cubicBezTo>
                <a:cubicBezTo>
                  <a:pt x="493" y="47"/>
                  <a:pt x="483" y="45"/>
                  <a:pt x="472" y="43"/>
                </a:cubicBezTo>
                <a:cubicBezTo>
                  <a:pt x="471" y="43"/>
                  <a:pt x="466" y="43"/>
                  <a:pt x="459" y="43"/>
                </a:cubicBezTo>
                <a:cubicBezTo>
                  <a:pt x="452" y="43"/>
                  <a:pt x="443" y="43"/>
                  <a:pt x="433" y="43"/>
                </a:cubicBezTo>
                <a:cubicBezTo>
                  <a:pt x="423" y="43"/>
                  <a:pt x="413" y="43"/>
                  <a:pt x="403" y="42"/>
                </a:cubicBezTo>
                <a:lnTo>
                  <a:pt x="364" y="42"/>
                </a:lnTo>
                <a:cubicBezTo>
                  <a:pt x="338" y="42"/>
                  <a:pt x="323" y="45"/>
                  <a:pt x="319" y="51"/>
                </a:cubicBezTo>
                <a:cubicBezTo>
                  <a:pt x="318" y="53"/>
                  <a:pt x="296" y="140"/>
                  <a:pt x="253" y="311"/>
                </a:cubicBezTo>
                <a:cubicBezTo>
                  <a:pt x="211" y="482"/>
                  <a:pt x="189" y="568"/>
                  <a:pt x="189" y="570"/>
                </a:cubicBezTo>
                <a:cubicBezTo>
                  <a:pt x="189" y="572"/>
                  <a:pt x="193" y="573"/>
                  <a:pt x="199" y="573"/>
                </a:cubicBezTo>
                <a:cubicBezTo>
                  <a:pt x="206" y="573"/>
                  <a:pt x="229" y="574"/>
                  <a:pt x="269" y="574"/>
                </a:cubicBezTo>
                <a:cubicBezTo>
                  <a:pt x="272" y="574"/>
                  <a:pt x="278" y="574"/>
                  <a:pt x="286" y="574"/>
                </a:cubicBezTo>
                <a:cubicBezTo>
                  <a:pt x="294" y="574"/>
                  <a:pt x="302" y="575"/>
                  <a:pt x="308" y="575"/>
                </a:cubicBezTo>
                <a:cubicBezTo>
                  <a:pt x="383" y="575"/>
                  <a:pt x="446" y="550"/>
                  <a:pt x="495" y="501"/>
                </a:cubicBezTo>
                <a:cubicBezTo>
                  <a:pt x="517" y="480"/>
                  <a:pt x="535" y="454"/>
                  <a:pt x="549" y="425"/>
                </a:cubicBezTo>
                <a:cubicBezTo>
                  <a:pt x="562" y="396"/>
                  <a:pt x="575" y="358"/>
                  <a:pt x="587" y="311"/>
                </a:cubicBezTo>
                <a:cubicBezTo>
                  <a:pt x="599" y="263"/>
                  <a:pt x="605" y="224"/>
                  <a:pt x="605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747720" y="2476440"/>
            <a:ext cx="49474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GAN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の学習では学習の最中においても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6302520" y="254304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09"/>
                </a:moveTo>
                <a:cubicBezTo>
                  <a:pt x="0" y="339"/>
                  <a:pt x="20" y="273"/>
                  <a:pt x="61" y="209"/>
                </a:cubicBezTo>
                <a:cubicBezTo>
                  <a:pt x="102" y="146"/>
                  <a:pt x="153" y="95"/>
                  <a:pt x="214" y="58"/>
                </a:cubicBezTo>
                <a:cubicBezTo>
                  <a:pt x="275" y="20"/>
                  <a:pt x="337" y="2"/>
                  <a:pt x="398" y="1"/>
                </a:cubicBezTo>
                <a:cubicBezTo>
                  <a:pt x="452" y="1"/>
                  <a:pt x="495" y="16"/>
                  <a:pt x="527" y="47"/>
                </a:cubicBezTo>
                <a:cubicBezTo>
                  <a:pt x="532" y="53"/>
                  <a:pt x="537" y="58"/>
                  <a:pt x="541" y="62"/>
                </a:cubicBezTo>
                <a:cubicBezTo>
                  <a:pt x="544" y="66"/>
                  <a:pt x="547" y="69"/>
                  <a:pt x="548" y="71"/>
                </a:cubicBezTo>
                <a:lnTo>
                  <a:pt x="549" y="74"/>
                </a:lnTo>
                <a:cubicBezTo>
                  <a:pt x="550" y="74"/>
                  <a:pt x="559" y="66"/>
                  <a:pt x="573" y="51"/>
                </a:cubicBezTo>
                <a:cubicBezTo>
                  <a:pt x="577" y="47"/>
                  <a:pt x="582" y="43"/>
                  <a:pt x="587" y="38"/>
                </a:cubicBezTo>
                <a:cubicBezTo>
                  <a:pt x="591" y="33"/>
                  <a:pt x="596" y="28"/>
                  <a:pt x="601" y="23"/>
                </a:cubicBezTo>
                <a:cubicBezTo>
                  <a:pt x="606" y="19"/>
                  <a:pt x="609" y="15"/>
                  <a:pt x="610" y="14"/>
                </a:cubicBezTo>
                <a:lnTo>
                  <a:pt x="624" y="0"/>
                </a:lnTo>
                <a:lnTo>
                  <a:pt x="629" y="0"/>
                </a:lnTo>
                <a:cubicBezTo>
                  <a:pt x="637" y="0"/>
                  <a:pt x="642" y="2"/>
                  <a:pt x="642" y="6"/>
                </a:cubicBezTo>
                <a:cubicBezTo>
                  <a:pt x="642" y="9"/>
                  <a:pt x="632" y="50"/>
                  <a:pt x="613" y="130"/>
                </a:cubicBezTo>
                <a:cubicBezTo>
                  <a:pt x="591" y="214"/>
                  <a:pt x="580" y="256"/>
                  <a:pt x="580" y="256"/>
                </a:cubicBezTo>
                <a:cubicBezTo>
                  <a:pt x="579" y="259"/>
                  <a:pt x="578" y="261"/>
                  <a:pt x="576" y="262"/>
                </a:cubicBezTo>
                <a:cubicBezTo>
                  <a:pt x="574" y="262"/>
                  <a:pt x="568" y="263"/>
                  <a:pt x="559" y="263"/>
                </a:cubicBezTo>
                <a:lnTo>
                  <a:pt x="545" y="263"/>
                </a:lnTo>
                <a:cubicBezTo>
                  <a:pt x="541" y="260"/>
                  <a:pt x="540" y="257"/>
                  <a:pt x="540" y="255"/>
                </a:cubicBezTo>
                <a:cubicBezTo>
                  <a:pt x="540" y="255"/>
                  <a:pt x="540" y="253"/>
                  <a:pt x="541" y="249"/>
                </a:cubicBezTo>
                <a:cubicBezTo>
                  <a:pt x="541" y="245"/>
                  <a:pt x="542" y="239"/>
                  <a:pt x="542" y="231"/>
                </a:cubicBezTo>
                <a:cubicBezTo>
                  <a:pt x="543" y="223"/>
                  <a:pt x="543" y="213"/>
                  <a:pt x="543" y="202"/>
                </a:cubicBezTo>
                <a:cubicBezTo>
                  <a:pt x="543" y="159"/>
                  <a:pt x="534" y="122"/>
                  <a:pt x="514" y="90"/>
                </a:cubicBezTo>
                <a:cubicBezTo>
                  <a:pt x="495" y="58"/>
                  <a:pt x="462" y="42"/>
                  <a:pt x="416" y="42"/>
                </a:cubicBezTo>
                <a:cubicBezTo>
                  <a:pt x="405" y="42"/>
                  <a:pt x="393" y="42"/>
                  <a:pt x="381" y="44"/>
                </a:cubicBezTo>
                <a:cubicBezTo>
                  <a:pt x="368" y="46"/>
                  <a:pt x="352" y="50"/>
                  <a:pt x="333" y="56"/>
                </a:cubicBezTo>
                <a:cubicBezTo>
                  <a:pt x="314" y="62"/>
                  <a:pt x="295" y="70"/>
                  <a:pt x="278" y="81"/>
                </a:cubicBezTo>
                <a:cubicBezTo>
                  <a:pt x="261" y="92"/>
                  <a:pt x="242" y="106"/>
                  <a:pt x="221" y="125"/>
                </a:cubicBezTo>
                <a:cubicBezTo>
                  <a:pt x="201" y="143"/>
                  <a:pt x="183" y="164"/>
                  <a:pt x="169" y="189"/>
                </a:cubicBezTo>
                <a:cubicBezTo>
                  <a:pt x="154" y="213"/>
                  <a:pt x="140" y="244"/>
                  <a:pt x="126" y="281"/>
                </a:cubicBezTo>
                <a:cubicBezTo>
                  <a:pt x="113" y="317"/>
                  <a:pt x="103" y="358"/>
                  <a:pt x="99" y="401"/>
                </a:cubicBezTo>
                <a:cubicBezTo>
                  <a:pt x="97" y="412"/>
                  <a:pt x="97" y="424"/>
                  <a:pt x="97" y="437"/>
                </a:cubicBezTo>
                <a:cubicBezTo>
                  <a:pt x="97" y="465"/>
                  <a:pt x="101" y="492"/>
                  <a:pt x="109" y="514"/>
                </a:cubicBezTo>
                <a:cubicBezTo>
                  <a:pt x="118" y="537"/>
                  <a:pt x="129" y="554"/>
                  <a:pt x="142" y="566"/>
                </a:cubicBezTo>
                <a:cubicBezTo>
                  <a:pt x="155" y="578"/>
                  <a:pt x="170" y="588"/>
                  <a:pt x="187" y="596"/>
                </a:cubicBezTo>
                <a:cubicBezTo>
                  <a:pt x="204" y="605"/>
                  <a:pt x="219" y="610"/>
                  <a:pt x="234" y="612"/>
                </a:cubicBezTo>
                <a:cubicBezTo>
                  <a:pt x="248" y="614"/>
                  <a:pt x="262" y="615"/>
                  <a:pt x="274" y="615"/>
                </a:cubicBezTo>
                <a:cubicBezTo>
                  <a:pt x="307" y="615"/>
                  <a:pt x="337" y="608"/>
                  <a:pt x="364" y="595"/>
                </a:cubicBezTo>
                <a:cubicBezTo>
                  <a:pt x="391" y="581"/>
                  <a:pt x="409" y="563"/>
                  <a:pt x="420" y="541"/>
                </a:cubicBezTo>
                <a:cubicBezTo>
                  <a:pt x="421" y="537"/>
                  <a:pt x="426" y="520"/>
                  <a:pt x="433" y="492"/>
                </a:cubicBezTo>
                <a:cubicBezTo>
                  <a:pt x="440" y="462"/>
                  <a:pt x="444" y="447"/>
                  <a:pt x="444" y="443"/>
                </a:cubicBezTo>
                <a:cubicBezTo>
                  <a:pt x="444" y="438"/>
                  <a:pt x="440" y="435"/>
                  <a:pt x="432" y="434"/>
                </a:cubicBezTo>
                <a:cubicBezTo>
                  <a:pt x="424" y="433"/>
                  <a:pt x="406" y="432"/>
                  <a:pt x="378" y="431"/>
                </a:cubicBezTo>
                <a:lnTo>
                  <a:pt x="345" y="431"/>
                </a:lnTo>
                <a:cubicBezTo>
                  <a:pt x="341" y="428"/>
                  <a:pt x="339" y="425"/>
                  <a:pt x="339" y="424"/>
                </a:cubicBezTo>
                <a:cubicBezTo>
                  <a:pt x="339" y="423"/>
                  <a:pt x="340" y="417"/>
                  <a:pt x="341" y="407"/>
                </a:cubicBezTo>
                <a:cubicBezTo>
                  <a:pt x="344" y="399"/>
                  <a:pt x="347" y="393"/>
                  <a:pt x="350" y="390"/>
                </a:cubicBezTo>
                <a:lnTo>
                  <a:pt x="366" y="390"/>
                </a:lnTo>
                <a:cubicBezTo>
                  <a:pt x="390" y="391"/>
                  <a:pt x="432" y="392"/>
                  <a:pt x="492" y="392"/>
                </a:cubicBezTo>
                <a:cubicBezTo>
                  <a:pt x="516" y="392"/>
                  <a:pt x="535" y="392"/>
                  <a:pt x="550" y="392"/>
                </a:cubicBezTo>
                <a:cubicBezTo>
                  <a:pt x="565" y="392"/>
                  <a:pt x="576" y="391"/>
                  <a:pt x="583" y="391"/>
                </a:cubicBezTo>
                <a:cubicBezTo>
                  <a:pt x="590" y="390"/>
                  <a:pt x="593" y="390"/>
                  <a:pt x="594" y="391"/>
                </a:cubicBezTo>
                <a:cubicBezTo>
                  <a:pt x="602" y="391"/>
                  <a:pt x="606" y="393"/>
                  <a:pt x="606" y="399"/>
                </a:cubicBezTo>
                <a:cubicBezTo>
                  <a:pt x="606" y="400"/>
                  <a:pt x="606" y="404"/>
                  <a:pt x="605" y="411"/>
                </a:cubicBezTo>
                <a:cubicBezTo>
                  <a:pt x="602" y="423"/>
                  <a:pt x="599" y="429"/>
                  <a:pt x="596" y="430"/>
                </a:cubicBezTo>
                <a:cubicBezTo>
                  <a:pt x="594" y="431"/>
                  <a:pt x="589" y="431"/>
                  <a:pt x="582" y="431"/>
                </a:cubicBezTo>
                <a:cubicBezTo>
                  <a:pt x="570" y="431"/>
                  <a:pt x="558" y="432"/>
                  <a:pt x="545" y="434"/>
                </a:cubicBezTo>
                <a:cubicBezTo>
                  <a:pt x="541" y="436"/>
                  <a:pt x="538" y="438"/>
                  <a:pt x="536" y="442"/>
                </a:cubicBezTo>
                <a:cubicBezTo>
                  <a:pt x="534" y="446"/>
                  <a:pt x="530" y="461"/>
                  <a:pt x="523" y="489"/>
                </a:cubicBezTo>
                <a:cubicBezTo>
                  <a:pt x="518" y="509"/>
                  <a:pt x="513" y="526"/>
                  <a:pt x="510" y="540"/>
                </a:cubicBezTo>
                <a:cubicBezTo>
                  <a:pt x="495" y="601"/>
                  <a:pt x="486" y="632"/>
                  <a:pt x="485" y="634"/>
                </a:cubicBezTo>
                <a:cubicBezTo>
                  <a:pt x="483" y="635"/>
                  <a:pt x="482" y="636"/>
                  <a:pt x="480" y="636"/>
                </a:cubicBezTo>
                <a:cubicBezTo>
                  <a:pt x="474" y="636"/>
                  <a:pt x="466" y="630"/>
                  <a:pt x="455" y="618"/>
                </a:cubicBezTo>
                <a:cubicBezTo>
                  <a:pt x="444" y="606"/>
                  <a:pt x="437" y="597"/>
                  <a:pt x="434" y="590"/>
                </a:cubicBezTo>
                <a:cubicBezTo>
                  <a:pt x="434" y="589"/>
                  <a:pt x="433" y="589"/>
                  <a:pt x="432" y="590"/>
                </a:cubicBezTo>
                <a:cubicBezTo>
                  <a:pt x="431" y="591"/>
                  <a:pt x="429" y="592"/>
                  <a:pt x="427" y="595"/>
                </a:cubicBezTo>
                <a:cubicBezTo>
                  <a:pt x="382" y="636"/>
                  <a:pt x="322" y="657"/>
                  <a:pt x="246" y="657"/>
                </a:cubicBezTo>
                <a:cubicBezTo>
                  <a:pt x="174" y="657"/>
                  <a:pt x="115" y="634"/>
                  <a:pt x="69" y="587"/>
                </a:cubicBezTo>
                <a:cubicBezTo>
                  <a:pt x="24" y="541"/>
                  <a:pt x="1" y="482"/>
                  <a:pt x="0" y="4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5854320" y="247644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と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6544440" y="2476440"/>
            <a:ext cx="48279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のパラメータのバランスをとりつつ進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747720" y="2895480"/>
            <a:ext cx="3310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める必要があるので難しい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2502000" y="337176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10"/>
                </a:moveTo>
                <a:cubicBezTo>
                  <a:pt x="0" y="340"/>
                  <a:pt x="20" y="274"/>
                  <a:pt x="61" y="210"/>
                </a:cubicBezTo>
                <a:cubicBezTo>
                  <a:pt x="101" y="146"/>
                  <a:pt x="152" y="95"/>
                  <a:pt x="213" y="58"/>
                </a:cubicBezTo>
                <a:cubicBezTo>
                  <a:pt x="274" y="20"/>
                  <a:pt x="336" y="1"/>
                  <a:pt x="397" y="1"/>
                </a:cubicBezTo>
                <a:cubicBezTo>
                  <a:pt x="452" y="1"/>
                  <a:pt x="495" y="16"/>
                  <a:pt x="527" y="47"/>
                </a:cubicBezTo>
                <a:cubicBezTo>
                  <a:pt x="533" y="53"/>
                  <a:pt x="537" y="58"/>
                  <a:pt x="541" y="62"/>
                </a:cubicBezTo>
                <a:cubicBezTo>
                  <a:pt x="544" y="66"/>
                  <a:pt x="547" y="69"/>
                  <a:pt x="548" y="71"/>
                </a:cubicBezTo>
                <a:lnTo>
                  <a:pt x="549" y="74"/>
                </a:lnTo>
                <a:cubicBezTo>
                  <a:pt x="551" y="74"/>
                  <a:pt x="559" y="66"/>
                  <a:pt x="573" y="50"/>
                </a:cubicBezTo>
                <a:cubicBezTo>
                  <a:pt x="577" y="47"/>
                  <a:pt x="582" y="43"/>
                  <a:pt x="587" y="38"/>
                </a:cubicBezTo>
                <a:cubicBezTo>
                  <a:pt x="591" y="33"/>
                  <a:pt x="596" y="28"/>
                  <a:pt x="601" y="23"/>
                </a:cubicBezTo>
                <a:cubicBezTo>
                  <a:pt x="606" y="19"/>
                  <a:pt x="609" y="15"/>
                  <a:pt x="610" y="13"/>
                </a:cubicBezTo>
                <a:lnTo>
                  <a:pt x="624" y="0"/>
                </a:lnTo>
                <a:lnTo>
                  <a:pt x="629" y="0"/>
                </a:lnTo>
                <a:cubicBezTo>
                  <a:pt x="637" y="0"/>
                  <a:pt x="642" y="2"/>
                  <a:pt x="642" y="6"/>
                </a:cubicBezTo>
                <a:cubicBezTo>
                  <a:pt x="642" y="9"/>
                  <a:pt x="632" y="50"/>
                  <a:pt x="613" y="130"/>
                </a:cubicBezTo>
                <a:cubicBezTo>
                  <a:pt x="591" y="214"/>
                  <a:pt x="580" y="256"/>
                  <a:pt x="580" y="257"/>
                </a:cubicBezTo>
                <a:cubicBezTo>
                  <a:pt x="579" y="260"/>
                  <a:pt x="578" y="262"/>
                  <a:pt x="576" y="262"/>
                </a:cubicBezTo>
                <a:cubicBezTo>
                  <a:pt x="574" y="263"/>
                  <a:pt x="569" y="264"/>
                  <a:pt x="560" y="264"/>
                </a:cubicBezTo>
                <a:lnTo>
                  <a:pt x="545" y="264"/>
                </a:lnTo>
                <a:cubicBezTo>
                  <a:pt x="542" y="261"/>
                  <a:pt x="540" y="258"/>
                  <a:pt x="540" y="256"/>
                </a:cubicBezTo>
                <a:cubicBezTo>
                  <a:pt x="540" y="256"/>
                  <a:pt x="540" y="253"/>
                  <a:pt x="541" y="250"/>
                </a:cubicBezTo>
                <a:cubicBezTo>
                  <a:pt x="541" y="246"/>
                  <a:pt x="542" y="240"/>
                  <a:pt x="542" y="232"/>
                </a:cubicBezTo>
                <a:cubicBezTo>
                  <a:pt x="543" y="223"/>
                  <a:pt x="543" y="214"/>
                  <a:pt x="543" y="203"/>
                </a:cubicBezTo>
                <a:cubicBezTo>
                  <a:pt x="543" y="160"/>
                  <a:pt x="534" y="122"/>
                  <a:pt x="514" y="90"/>
                </a:cubicBezTo>
                <a:cubicBezTo>
                  <a:pt x="495" y="58"/>
                  <a:pt x="462" y="42"/>
                  <a:pt x="416" y="41"/>
                </a:cubicBezTo>
                <a:cubicBezTo>
                  <a:pt x="404" y="41"/>
                  <a:pt x="393" y="42"/>
                  <a:pt x="380" y="44"/>
                </a:cubicBezTo>
                <a:cubicBezTo>
                  <a:pt x="367" y="46"/>
                  <a:pt x="351" y="50"/>
                  <a:pt x="332" y="56"/>
                </a:cubicBezTo>
                <a:cubicBezTo>
                  <a:pt x="313" y="62"/>
                  <a:pt x="295" y="70"/>
                  <a:pt x="277" y="81"/>
                </a:cubicBezTo>
                <a:cubicBezTo>
                  <a:pt x="260" y="92"/>
                  <a:pt x="241" y="106"/>
                  <a:pt x="220" y="124"/>
                </a:cubicBezTo>
                <a:cubicBezTo>
                  <a:pt x="200" y="143"/>
                  <a:pt x="182" y="165"/>
                  <a:pt x="168" y="189"/>
                </a:cubicBezTo>
                <a:cubicBezTo>
                  <a:pt x="154" y="214"/>
                  <a:pt x="139" y="245"/>
                  <a:pt x="126" y="281"/>
                </a:cubicBezTo>
                <a:cubicBezTo>
                  <a:pt x="112" y="318"/>
                  <a:pt x="102" y="358"/>
                  <a:pt x="98" y="402"/>
                </a:cubicBezTo>
                <a:cubicBezTo>
                  <a:pt x="96" y="413"/>
                  <a:pt x="96" y="425"/>
                  <a:pt x="96" y="437"/>
                </a:cubicBezTo>
                <a:cubicBezTo>
                  <a:pt x="96" y="466"/>
                  <a:pt x="100" y="492"/>
                  <a:pt x="108" y="514"/>
                </a:cubicBezTo>
                <a:cubicBezTo>
                  <a:pt x="117" y="536"/>
                  <a:pt x="128" y="554"/>
                  <a:pt x="141" y="566"/>
                </a:cubicBezTo>
                <a:cubicBezTo>
                  <a:pt x="154" y="578"/>
                  <a:pt x="169" y="588"/>
                  <a:pt x="186" y="596"/>
                </a:cubicBezTo>
                <a:cubicBezTo>
                  <a:pt x="203" y="605"/>
                  <a:pt x="219" y="610"/>
                  <a:pt x="233" y="612"/>
                </a:cubicBezTo>
                <a:cubicBezTo>
                  <a:pt x="247" y="613"/>
                  <a:pt x="261" y="615"/>
                  <a:pt x="274" y="615"/>
                </a:cubicBezTo>
                <a:cubicBezTo>
                  <a:pt x="306" y="615"/>
                  <a:pt x="336" y="608"/>
                  <a:pt x="363" y="594"/>
                </a:cubicBezTo>
                <a:cubicBezTo>
                  <a:pt x="390" y="581"/>
                  <a:pt x="409" y="563"/>
                  <a:pt x="420" y="541"/>
                </a:cubicBezTo>
                <a:cubicBezTo>
                  <a:pt x="422" y="536"/>
                  <a:pt x="426" y="520"/>
                  <a:pt x="433" y="492"/>
                </a:cubicBezTo>
                <a:cubicBezTo>
                  <a:pt x="441" y="463"/>
                  <a:pt x="444" y="447"/>
                  <a:pt x="444" y="444"/>
                </a:cubicBezTo>
                <a:cubicBezTo>
                  <a:pt x="444" y="439"/>
                  <a:pt x="440" y="436"/>
                  <a:pt x="432" y="435"/>
                </a:cubicBezTo>
                <a:cubicBezTo>
                  <a:pt x="425" y="434"/>
                  <a:pt x="406" y="433"/>
                  <a:pt x="377" y="432"/>
                </a:cubicBezTo>
                <a:lnTo>
                  <a:pt x="344" y="432"/>
                </a:lnTo>
                <a:cubicBezTo>
                  <a:pt x="340" y="428"/>
                  <a:pt x="338" y="426"/>
                  <a:pt x="338" y="425"/>
                </a:cubicBezTo>
                <a:cubicBezTo>
                  <a:pt x="338" y="424"/>
                  <a:pt x="339" y="418"/>
                  <a:pt x="340" y="408"/>
                </a:cubicBezTo>
                <a:cubicBezTo>
                  <a:pt x="343" y="400"/>
                  <a:pt x="346" y="394"/>
                  <a:pt x="349" y="391"/>
                </a:cubicBezTo>
                <a:lnTo>
                  <a:pt x="365" y="391"/>
                </a:lnTo>
                <a:cubicBezTo>
                  <a:pt x="389" y="392"/>
                  <a:pt x="432" y="392"/>
                  <a:pt x="492" y="392"/>
                </a:cubicBezTo>
                <a:cubicBezTo>
                  <a:pt x="516" y="392"/>
                  <a:pt x="536" y="392"/>
                  <a:pt x="551" y="392"/>
                </a:cubicBezTo>
                <a:cubicBezTo>
                  <a:pt x="566" y="392"/>
                  <a:pt x="576" y="392"/>
                  <a:pt x="583" y="391"/>
                </a:cubicBezTo>
                <a:cubicBezTo>
                  <a:pt x="590" y="391"/>
                  <a:pt x="593" y="391"/>
                  <a:pt x="594" y="391"/>
                </a:cubicBezTo>
                <a:cubicBezTo>
                  <a:pt x="602" y="391"/>
                  <a:pt x="606" y="394"/>
                  <a:pt x="606" y="400"/>
                </a:cubicBezTo>
                <a:cubicBezTo>
                  <a:pt x="606" y="401"/>
                  <a:pt x="606" y="405"/>
                  <a:pt x="605" y="412"/>
                </a:cubicBezTo>
                <a:cubicBezTo>
                  <a:pt x="602" y="424"/>
                  <a:pt x="599" y="430"/>
                  <a:pt x="596" y="431"/>
                </a:cubicBezTo>
                <a:cubicBezTo>
                  <a:pt x="594" y="432"/>
                  <a:pt x="589" y="432"/>
                  <a:pt x="582" y="432"/>
                </a:cubicBezTo>
                <a:cubicBezTo>
                  <a:pt x="570" y="432"/>
                  <a:pt x="558" y="433"/>
                  <a:pt x="545" y="435"/>
                </a:cubicBezTo>
                <a:cubicBezTo>
                  <a:pt x="541" y="437"/>
                  <a:pt x="538" y="439"/>
                  <a:pt x="536" y="443"/>
                </a:cubicBezTo>
                <a:cubicBezTo>
                  <a:pt x="534" y="447"/>
                  <a:pt x="530" y="462"/>
                  <a:pt x="524" y="489"/>
                </a:cubicBezTo>
                <a:cubicBezTo>
                  <a:pt x="518" y="509"/>
                  <a:pt x="514" y="526"/>
                  <a:pt x="510" y="539"/>
                </a:cubicBezTo>
                <a:cubicBezTo>
                  <a:pt x="495" y="601"/>
                  <a:pt x="487" y="632"/>
                  <a:pt x="485" y="634"/>
                </a:cubicBezTo>
                <a:cubicBezTo>
                  <a:pt x="484" y="635"/>
                  <a:pt x="482" y="636"/>
                  <a:pt x="480" y="636"/>
                </a:cubicBezTo>
                <a:cubicBezTo>
                  <a:pt x="474" y="636"/>
                  <a:pt x="466" y="630"/>
                  <a:pt x="455" y="618"/>
                </a:cubicBezTo>
                <a:cubicBezTo>
                  <a:pt x="444" y="606"/>
                  <a:pt x="437" y="597"/>
                  <a:pt x="434" y="590"/>
                </a:cubicBezTo>
                <a:cubicBezTo>
                  <a:pt x="434" y="589"/>
                  <a:pt x="434" y="589"/>
                  <a:pt x="432" y="590"/>
                </a:cubicBezTo>
                <a:cubicBezTo>
                  <a:pt x="431" y="591"/>
                  <a:pt x="429" y="592"/>
                  <a:pt x="427" y="594"/>
                </a:cubicBezTo>
                <a:cubicBezTo>
                  <a:pt x="381" y="636"/>
                  <a:pt x="321" y="657"/>
                  <a:pt x="246" y="657"/>
                </a:cubicBezTo>
                <a:cubicBezTo>
                  <a:pt x="173" y="657"/>
                  <a:pt x="114" y="634"/>
                  <a:pt x="69" y="587"/>
                </a:cubicBezTo>
                <a:cubicBezTo>
                  <a:pt x="24" y="541"/>
                  <a:pt x="1" y="482"/>
                  <a:pt x="0" y="41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747720" y="3305160"/>
            <a:ext cx="1793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学習初期では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6220800" y="3381120"/>
            <a:ext cx="250560" cy="222480"/>
          </a:xfrm>
          <a:custGeom>
            <a:avLst/>
            <a:gdLst/>
            <a:ahLst/>
            <a:rect l="0" t="0" r="r" b="b"/>
            <a:pathLst>
              <a:path w="696" h="618">
                <a:moveTo>
                  <a:pt x="229" y="50"/>
                </a:moveTo>
                <a:cubicBezTo>
                  <a:pt x="229" y="46"/>
                  <a:pt x="212" y="43"/>
                  <a:pt x="178" y="42"/>
                </a:cubicBezTo>
                <a:cubicBezTo>
                  <a:pt x="164" y="42"/>
                  <a:pt x="155" y="42"/>
                  <a:pt x="151" y="41"/>
                </a:cubicBezTo>
                <a:cubicBezTo>
                  <a:pt x="147" y="40"/>
                  <a:pt x="144" y="38"/>
                  <a:pt x="144" y="33"/>
                </a:cubicBezTo>
                <a:cubicBezTo>
                  <a:pt x="144" y="28"/>
                  <a:pt x="146" y="22"/>
                  <a:pt x="148" y="15"/>
                </a:cubicBezTo>
                <a:cubicBezTo>
                  <a:pt x="150" y="8"/>
                  <a:pt x="153" y="3"/>
                  <a:pt x="154" y="1"/>
                </a:cubicBezTo>
                <a:cubicBezTo>
                  <a:pt x="156" y="1"/>
                  <a:pt x="215" y="0"/>
                  <a:pt x="334" y="0"/>
                </a:cubicBezTo>
                <a:cubicBezTo>
                  <a:pt x="435" y="1"/>
                  <a:pt x="492" y="1"/>
                  <a:pt x="504" y="1"/>
                </a:cubicBezTo>
                <a:cubicBezTo>
                  <a:pt x="516" y="1"/>
                  <a:pt x="528" y="3"/>
                  <a:pt x="540" y="7"/>
                </a:cubicBezTo>
                <a:cubicBezTo>
                  <a:pt x="583" y="17"/>
                  <a:pt x="620" y="41"/>
                  <a:pt x="650" y="78"/>
                </a:cubicBezTo>
                <a:cubicBezTo>
                  <a:pt x="680" y="115"/>
                  <a:pt x="695" y="166"/>
                  <a:pt x="696" y="229"/>
                </a:cubicBezTo>
                <a:cubicBezTo>
                  <a:pt x="696" y="322"/>
                  <a:pt x="664" y="407"/>
                  <a:pt x="599" y="481"/>
                </a:cubicBezTo>
                <a:cubicBezTo>
                  <a:pt x="535" y="556"/>
                  <a:pt x="459" y="600"/>
                  <a:pt x="371" y="615"/>
                </a:cubicBezTo>
                <a:lnTo>
                  <a:pt x="358" y="617"/>
                </a:lnTo>
                <a:lnTo>
                  <a:pt x="183" y="618"/>
                </a:lnTo>
                <a:lnTo>
                  <a:pt x="83" y="618"/>
                </a:lnTo>
                <a:lnTo>
                  <a:pt x="35" y="618"/>
                </a:lnTo>
                <a:cubicBezTo>
                  <a:pt x="21" y="618"/>
                  <a:pt x="12" y="617"/>
                  <a:pt x="7" y="616"/>
                </a:cubicBezTo>
                <a:cubicBezTo>
                  <a:pt x="3" y="615"/>
                  <a:pt x="1" y="612"/>
                  <a:pt x="0" y="608"/>
                </a:cubicBezTo>
                <a:cubicBezTo>
                  <a:pt x="0" y="606"/>
                  <a:pt x="1" y="602"/>
                  <a:pt x="3" y="595"/>
                </a:cubicBezTo>
                <a:cubicBezTo>
                  <a:pt x="5" y="585"/>
                  <a:pt x="8" y="580"/>
                  <a:pt x="10" y="579"/>
                </a:cubicBezTo>
                <a:cubicBezTo>
                  <a:pt x="12" y="578"/>
                  <a:pt x="19" y="577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2"/>
                  <a:pt x="99" y="568"/>
                  <a:pt x="102" y="562"/>
                </a:cubicBezTo>
                <a:cubicBezTo>
                  <a:pt x="104" y="560"/>
                  <a:pt x="126" y="476"/>
                  <a:pt x="167" y="312"/>
                </a:cubicBezTo>
                <a:cubicBezTo>
                  <a:pt x="209" y="146"/>
                  <a:pt x="229" y="59"/>
                  <a:pt x="229" y="50"/>
                </a:cubicBezTo>
                <a:moveTo>
                  <a:pt x="606" y="194"/>
                </a:moveTo>
                <a:cubicBezTo>
                  <a:pt x="606" y="172"/>
                  <a:pt x="602" y="150"/>
                  <a:pt x="596" y="132"/>
                </a:cubicBezTo>
                <a:cubicBezTo>
                  <a:pt x="589" y="114"/>
                  <a:pt x="581" y="100"/>
                  <a:pt x="572" y="90"/>
                </a:cubicBezTo>
                <a:cubicBezTo>
                  <a:pt x="563" y="79"/>
                  <a:pt x="552" y="71"/>
                  <a:pt x="539" y="63"/>
                </a:cubicBezTo>
                <a:cubicBezTo>
                  <a:pt x="526" y="56"/>
                  <a:pt x="514" y="51"/>
                  <a:pt x="504" y="49"/>
                </a:cubicBezTo>
                <a:cubicBezTo>
                  <a:pt x="493" y="47"/>
                  <a:pt x="483" y="45"/>
                  <a:pt x="472" y="43"/>
                </a:cubicBezTo>
                <a:cubicBezTo>
                  <a:pt x="471" y="43"/>
                  <a:pt x="467" y="43"/>
                  <a:pt x="459" y="43"/>
                </a:cubicBezTo>
                <a:cubicBezTo>
                  <a:pt x="452" y="43"/>
                  <a:pt x="443" y="43"/>
                  <a:pt x="433" y="43"/>
                </a:cubicBezTo>
                <a:cubicBezTo>
                  <a:pt x="423" y="43"/>
                  <a:pt x="412" y="42"/>
                  <a:pt x="402" y="42"/>
                </a:cubicBezTo>
                <a:lnTo>
                  <a:pt x="364" y="42"/>
                </a:lnTo>
                <a:cubicBezTo>
                  <a:pt x="337" y="42"/>
                  <a:pt x="322" y="45"/>
                  <a:pt x="319" y="51"/>
                </a:cubicBezTo>
                <a:cubicBezTo>
                  <a:pt x="317" y="53"/>
                  <a:pt x="295" y="140"/>
                  <a:pt x="253" y="312"/>
                </a:cubicBezTo>
                <a:cubicBezTo>
                  <a:pt x="210" y="482"/>
                  <a:pt x="189" y="569"/>
                  <a:pt x="189" y="571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5" y="574"/>
                  <a:pt x="228" y="575"/>
                  <a:pt x="268" y="575"/>
                </a:cubicBezTo>
                <a:cubicBezTo>
                  <a:pt x="271" y="575"/>
                  <a:pt x="277" y="575"/>
                  <a:pt x="285" y="575"/>
                </a:cubicBezTo>
                <a:cubicBezTo>
                  <a:pt x="294" y="575"/>
                  <a:pt x="301" y="575"/>
                  <a:pt x="307" y="576"/>
                </a:cubicBezTo>
                <a:cubicBezTo>
                  <a:pt x="383" y="576"/>
                  <a:pt x="446" y="551"/>
                  <a:pt x="496" y="502"/>
                </a:cubicBezTo>
                <a:cubicBezTo>
                  <a:pt x="517" y="480"/>
                  <a:pt x="535" y="455"/>
                  <a:pt x="549" y="426"/>
                </a:cubicBezTo>
                <a:cubicBezTo>
                  <a:pt x="563" y="397"/>
                  <a:pt x="576" y="359"/>
                  <a:pt x="588" y="312"/>
                </a:cubicBezTo>
                <a:cubicBezTo>
                  <a:pt x="600" y="264"/>
                  <a:pt x="606" y="225"/>
                  <a:pt x="606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2739600" y="3305160"/>
            <a:ext cx="3586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の出力の質は低く、それを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6481800" y="3305160"/>
            <a:ext cx="2621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が判別するのは容易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9754560" y="3800160"/>
            <a:ext cx="250560" cy="222480"/>
          </a:xfrm>
          <a:custGeom>
            <a:avLst/>
            <a:gdLst/>
            <a:ahLst/>
            <a:rect l="0" t="0" r="r" b="b"/>
            <a:pathLst>
              <a:path w="696" h="618">
                <a:moveTo>
                  <a:pt x="229" y="50"/>
                </a:moveTo>
                <a:cubicBezTo>
                  <a:pt x="229" y="46"/>
                  <a:pt x="212" y="43"/>
                  <a:pt x="178" y="42"/>
                </a:cubicBezTo>
                <a:cubicBezTo>
                  <a:pt x="164" y="42"/>
                  <a:pt x="155" y="42"/>
                  <a:pt x="151" y="41"/>
                </a:cubicBezTo>
                <a:cubicBezTo>
                  <a:pt x="147" y="40"/>
                  <a:pt x="145" y="38"/>
                  <a:pt x="145" y="33"/>
                </a:cubicBezTo>
                <a:cubicBezTo>
                  <a:pt x="145" y="28"/>
                  <a:pt x="146" y="22"/>
                  <a:pt x="148" y="15"/>
                </a:cubicBezTo>
                <a:cubicBezTo>
                  <a:pt x="151" y="8"/>
                  <a:pt x="153" y="3"/>
                  <a:pt x="154" y="1"/>
                </a:cubicBezTo>
                <a:cubicBezTo>
                  <a:pt x="156" y="1"/>
                  <a:pt x="215" y="0"/>
                  <a:pt x="335" y="0"/>
                </a:cubicBezTo>
                <a:cubicBezTo>
                  <a:pt x="435" y="1"/>
                  <a:pt x="492" y="1"/>
                  <a:pt x="504" y="1"/>
                </a:cubicBezTo>
                <a:cubicBezTo>
                  <a:pt x="516" y="1"/>
                  <a:pt x="528" y="3"/>
                  <a:pt x="540" y="7"/>
                </a:cubicBezTo>
                <a:cubicBezTo>
                  <a:pt x="583" y="17"/>
                  <a:pt x="620" y="41"/>
                  <a:pt x="650" y="78"/>
                </a:cubicBezTo>
                <a:cubicBezTo>
                  <a:pt x="680" y="115"/>
                  <a:pt x="695" y="165"/>
                  <a:pt x="696" y="229"/>
                </a:cubicBezTo>
                <a:cubicBezTo>
                  <a:pt x="696" y="323"/>
                  <a:pt x="664" y="407"/>
                  <a:pt x="599" y="481"/>
                </a:cubicBezTo>
                <a:cubicBezTo>
                  <a:pt x="535" y="556"/>
                  <a:pt x="459" y="601"/>
                  <a:pt x="372" y="615"/>
                </a:cubicBezTo>
                <a:lnTo>
                  <a:pt x="359" y="617"/>
                </a:lnTo>
                <a:lnTo>
                  <a:pt x="183" y="618"/>
                </a:lnTo>
                <a:lnTo>
                  <a:pt x="83" y="618"/>
                </a:lnTo>
                <a:lnTo>
                  <a:pt x="35" y="618"/>
                </a:lnTo>
                <a:cubicBezTo>
                  <a:pt x="21" y="618"/>
                  <a:pt x="12" y="617"/>
                  <a:pt x="7" y="616"/>
                </a:cubicBezTo>
                <a:cubicBezTo>
                  <a:pt x="3" y="615"/>
                  <a:pt x="1" y="612"/>
                  <a:pt x="0" y="608"/>
                </a:cubicBezTo>
                <a:cubicBezTo>
                  <a:pt x="0" y="607"/>
                  <a:pt x="1" y="602"/>
                  <a:pt x="3" y="595"/>
                </a:cubicBezTo>
                <a:cubicBezTo>
                  <a:pt x="5" y="586"/>
                  <a:pt x="8" y="580"/>
                  <a:pt x="10" y="579"/>
                </a:cubicBezTo>
                <a:cubicBezTo>
                  <a:pt x="12" y="578"/>
                  <a:pt x="19" y="577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2"/>
                  <a:pt x="99" y="568"/>
                  <a:pt x="102" y="563"/>
                </a:cubicBezTo>
                <a:cubicBezTo>
                  <a:pt x="104" y="560"/>
                  <a:pt x="126" y="477"/>
                  <a:pt x="167" y="312"/>
                </a:cubicBezTo>
                <a:cubicBezTo>
                  <a:pt x="209" y="146"/>
                  <a:pt x="229" y="59"/>
                  <a:pt x="229" y="50"/>
                </a:cubicBezTo>
                <a:moveTo>
                  <a:pt x="606" y="194"/>
                </a:moveTo>
                <a:cubicBezTo>
                  <a:pt x="606" y="171"/>
                  <a:pt x="602" y="150"/>
                  <a:pt x="596" y="132"/>
                </a:cubicBezTo>
                <a:cubicBezTo>
                  <a:pt x="589" y="114"/>
                  <a:pt x="581" y="100"/>
                  <a:pt x="572" y="90"/>
                </a:cubicBezTo>
                <a:cubicBezTo>
                  <a:pt x="563" y="80"/>
                  <a:pt x="552" y="71"/>
                  <a:pt x="539" y="64"/>
                </a:cubicBezTo>
                <a:cubicBezTo>
                  <a:pt x="526" y="56"/>
                  <a:pt x="514" y="52"/>
                  <a:pt x="504" y="49"/>
                </a:cubicBezTo>
                <a:cubicBezTo>
                  <a:pt x="493" y="47"/>
                  <a:pt x="483" y="45"/>
                  <a:pt x="472" y="43"/>
                </a:cubicBezTo>
                <a:cubicBezTo>
                  <a:pt x="471" y="43"/>
                  <a:pt x="467" y="43"/>
                  <a:pt x="459" y="43"/>
                </a:cubicBezTo>
                <a:cubicBezTo>
                  <a:pt x="452" y="43"/>
                  <a:pt x="444" y="43"/>
                  <a:pt x="433" y="43"/>
                </a:cubicBezTo>
                <a:cubicBezTo>
                  <a:pt x="423" y="43"/>
                  <a:pt x="413" y="43"/>
                  <a:pt x="404" y="42"/>
                </a:cubicBezTo>
                <a:lnTo>
                  <a:pt x="365" y="42"/>
                </a:lnTo>
                <a:cubicBezTo>
                  <a:pt x="338" y="42"/>
                  <a:pt x="323" y="45"/>
                  <a:pt x="320" y="51"/>
                </a:cubicBezTo>
                <a:cubicBezTo>
                  <a:pt x="318" y="53"/>
                  <a:pt x="295" y="140"/>
                  <a:pt x="253" y="312"/>
                </a:cubicBezTo>
                <a:cubicBezTo>
                  <a:pt x="210" y="483"/>
                  <a:pt x="189" y="569"/>
                  <a:pt x="189" y="571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5" y="574"/>
                  <a:pt x="228" y="575"/>
                  <a:pt x="268" y="575"/>
                </a:cubicBezTo>
                <a:cubicBezTo>
                  <a:pt x="271" y="575"/>
                  <a:pt x="277" y="575"/>
                  <a:pt x="285" y="575"/>
                </a:cubicBezTo>
                <a:cubicBezTo>
                  <a:pt x="294" y="575"/>
                  <a:pt x="301" y="576"/>
                  <a:pt x="307" y="576"/>
                </a:cubicBezTo>
                <a:cubicBezTo>
                  <a:pt x="384" y="576"/>
                  <a:pt x="446" y="552"/>
                  <a:pt x="496" y="502"/>
                </a:cubicBezTo>
                <a:cubicBezTo>
                  <a:pt x="517" y="481"/>
                  <a:pt x="535" y="455"/>
                  <a:pt x="549" y="426"/>
                </a:cubicBezTo>
                <a:cubicBezTo>
                  <a:pt x="563" y="398"/>
                  <a:pt x="576" y="359"/>
                  <a:pt x="588" y="312"/>
                </a:cubicBezTo>
                <a:cubicBezTo>
                  <a:pt x="600" y="264"/>
                  <a:pt x="606" y="225"/>
                  <a:pt x="606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47720" y="3724200"/>
            <a:ext cx="91465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この時、式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(12.28)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の最大化は容易だが第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2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項の勾配が消失してしまう（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10015200" y="3724200"/>
            <a:ext cx="1242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が強すぎ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1591920" y="421272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30" y="49"/>
                </a:moveTo>
                <a:cubicBezTo>
                  <a:pt x="230" y="45"/>
                  <a:pt x="213" y="42"/>
                  <a:pt x="179" y="41"/>
                </a:cubicBezTo>
                <a:cubicBezTo>
                  <a:pt x="165" y="41"/>
                  <a:pt x="156" y="41"/>
                  <a:pt x="152" y="40"/>
                </a:cubicBezTo>
                <a:cubicBezTo>
                  <a:pt x="147" y="40"/>
                  <a:pt x="145" y="37"/>
                  <a:pt x="145" y="32"/>
                </a:cubicBezTo>
                <a:cubicBezTo>
                  <a:pt x="145" y="27"/>
                  <a:pt x="146" y="21"/>
                  <a:pt x="149" y="14"/>
                </a:cubicBezTo>
                <a:cubicBezTo>
                  <a:pt x="151" y="7"/>
                  <a:pt x="153" y="2"/>
                  <a:pt x="155" y="1"/>
                </a:cubicBezTo>
                <a:cubicBezTo>
                  <a:pt x="156" y="0"/>
                  <a:pt x="216" y="0"/>
                  <a:pt x="335" y="0"/>
                </a:cubicBezTo>
                <a:cubicBezTo>
                  <a:pt x="435" y="0"/>
                  <a:pt x="491" y="1"/>
                  <a:pt x="503" y="1"/>
                </a:cubicBezTo>
                <a:cubicBezTo>
                  <a:pt x="516" y="1"/>
                  <a:pt x="528" y="2"/>
                  <a:pt x="540" y="6"/>
                </a:cubicBezTo>
                <a:cubicBezTo>
                  <a:pt x="583" y="16"/>
                  <a:pt x="620" y="40"/>
                  <a:pt x="650" y="77"/>
                </a:cubicBezTo>
                <a:cubicBezTo>
                  <a:pt x="680" y="115"/>
                  <a:pt x="695" y="164"/>
                  <a:pt x="696" y="227"/>
                </a:cubicBezTo>
                <a:cubicBezTo>
                  <a:pt x="696" y="322"/>
                  <a:pt x="664" y="406"/>
                  <a:pt x="599" y="481"/>
                </a:cubicBezTo>
                <a:cubicBezTo>
                  <a:pt x="535" y="555"/>
                  <a:pt x="459" y="600"/>
                  <a:pt x="372" y="614"/>
                </a:cubicBezTo>
                <a:lnTo>
                  <a:pt x="359" y="616"/>
                </a:lnTo>
                <a:lnTo>
                  <a:pt x="184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1" y="617"/>
                  <a:pt x="11" y="616"/>
                  <a:pt x="7" y="615"/>
                </a:cubicBezTo>
                <a:cubicBezTo>
                  <a:pt x="3" y="614"/>
                  <a:pt x="0" y="611"/>
                  <a:pt x="0" y="607"/>
                </a:cubicBezTo>
                <a:cubicBezTo>
                  <a:pt x="0" y="606"/>
                  <a:pt x="1" y="602"/>
                  <a:pt x="2" y="594"/>
                </a:cubicBezTo>
                <a:cubicBezTo>
                  <a:pt x="5" y="585"/>
                  <a:pt x="7" y="579"/>
                  <a:pt x="10" y="578"/>
                </a:cubicBezTo>
                <a:cubicBezTo>
                  <a:pt x="12" y="577"/>
                  <a:pt x="19" y="576"/>
                  <a:pt x="30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4" y="571"/>
                  <a:pt x="100" y="567"/>
                  <a:pt x="103" y="562"/>
                </a:cubicBezTo>
                <a:cubicBezTo>
                  <a:pt x="105" y="560"/>
                  <a:pt x="126" y="476"/>
                  <a:pt x="168" y="311"/>
                </a:cubicBezTo>
                <a:cubicBezTo>
                  <a:pt x="209" y="145"/>
                  <a:pt x="230" y="58"/>
                  <a:pt x="230" y="49"/>
                </a:cubicBezTo>
                <a:moveTo>
                  <a:pt x="605" y="193"/>
                </a:moveTo>
                <a:cubicBezTo>
                  <a:pt x="605" y="170"/>
                  <a:pt x="602" y="149"/>
                  <a:pt x="596" y="131"/>
                </a:cubicBezTo>
                <a:cubicBezTo>
                  <a:pt x="589" y="113"/>
                  <a:pt x="581" y="99"/>
                  <a:pt x="572" y="89"/>
                </a:cubicBezTo>
                <a:cubicBezTo>
                  <a:pt x="563" y="79"/>
                  <a:pt x="552" y="70"/>
                  <a:pt x="539" y="63"/>
                </a:cubicBezTo>
                <a:cubicBezTo>
                  <a:pt x="525" y="56"/>
                  <a:pt x="514" y="51"/>
                  <a:pt x="503" y="48"/>
                </a:cubicBezTo>
                <a:cubicBezTo>
                  <a:pt x="493" y="46"/>
                  <a:pt x="483" y="44"/>
                  <a:pt x="472" y="42"/>
                </a:cubicBezTo>
                <a:cubicBezTo>
                  <a:pt x="471" y="42"/>
                  <a:pt x="466" y="42"/>
                  <a:pt x="459" y="42"/>
                </a:cubicBezTo>
                <a:cubicBezTo>
                  <a:pt x="452" y="42"/>
                  <a:pt x="443" y="42"/>
                  <a:pt x="433" y="42"/>
                </a:cubicBezTo>
                <a:cubicBezTo>
                  <a:pt x="423" y="42"/>
                  <a:pt x="413" y="42"/>
                  <a:pt x="403" y="41"/>
                </a:cubicBezTo>
                <a:lnTo>
                  <a:pt x="364" y="41"/>
                </a:lnTo>
                <a:cubicBezTo>
                  <a:pt x="338" y="41"/>
                  <a:pt x="323" y="44"/>
                  <a:pt x="319" y="50"/>
                </a:cubicBezTo>
                <a:cubicBezTo>
                  <a:pt x="318" y="53"/>
                  <a:pt x="296" y="139"/>
                  <a:pt x="253" y="311"/>
                </a:cubicBezTo>
                <a:cubicBezTo>
                  <a:pt x="211" y="482"/>
                  <a:pt x="189" y="568"/>
                  <a:pt x="189" y="570"/>
                </a:cubicBezTo>
                <a:cubicBezTo>
                  <a:pt x="189" y="573"/>
                  <a:pt x="193" y="574"/>
                  <a:pt x="199" y="574"/>
                </a:cubicBezTo>
                <a:cubicBezTo>
                  <a:pt x="206" y="574"/>
                  <a:pt x="229" y="574"/>
                  <a:pt x="269" y="575"/>
                </a:cubicBezTo>
                <a:cubicBezTo>
                  <a:pt x="272" y="575"/>
                  <a:pt x="278" y="575"/>
                  <a:pt x="286" y="575"/>
                </a:cubicBezTo>
                <a:cubicBezTo>
                  <a:pt x="294" y="575"/>
                  <a:pt x="302" y="575"/>
                  <a:pt x="308" y="576"/>
                </a:cubicBezTo>
                <a:cubicBezTo>
                  <a:pt x="383" y="576"/>
                  <a:pt x="446" y="551"/>
                  <a:pt x="495" y="502"/>
                </a:cubicBezTo>
                <a:cubicBezTo>
                  <a:pt x="517" y="480"/>
                  <a:pt x="535" y="455"/>
                  <a:pt x="549" y="426"/>
                </a:cubicBezTo>
                <a:cubicBezTo>
                  <a:pt x="562" y="397"/>
                  <a:pt x="575" y="359"/>
                  <a:pt x="587" y="311"/>
                </a:cubicBezTo>
                <a:cubicBezTo>
                  <a:pt x="599" y="263"/>
                  <a:pt x="605" y="223"/>
                  <a:pt x="605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880640" y="419076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1"/>
                </a:moveTo>
                <a:cubicBezTo>
                  <a:pt x="0" y="410"/>
                  <a:pt x="3" y="370"/>
                  <a:pt x="9" y="333"/>
                </a:cubicBezTo>
                <a:cubicBezTo>
                  <a:pt x="15" y="296"/>
                  <a:pt x="22" y="264"/>
                  <a:pt x="30" y="237"/>
                </a:cubicBezTo>
                <a:cubicBezTo>
                  <a:pt x="38" y="210"/>
                  <a:pt x="50" y="183"/>
                  <a:pt x="64" y="157"/>
                </a:cubicBezTo>
                <a:cubicBezTo>
                  <a:pt x="79" y="131"/>
                  <a:pt x="90" y="111"/>
                  <a:pt x="99" y="97"/>
                </a:cubicBezTo>
                <a:cubicBezTo>
                  <a:pt x="107" y="82"/>
                  <a:pt x="120" y="67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6"/>
                  <a:pt x="177" y="9"/>
                  <a:pt x="189" y="0"/>
                </a:cubicBezTo>
                <a:lnTo>
                  <a:pt x="201" y="0"/>
                </a:lnTo>
                <a:lnTo>
                  <a:pt x="204" y="0"/>
                </a:lnTo>
                <a:cubicBezTo>
                  <a:pt x="213" y="0"/>
                  <a:pt x="217" y="3"/>
                  <a:pt x="217" y="8"/>
                </a:cubicBezTo>
                <a:cubicBezTo>
                  <a:pt x="217" y="10"/>
                  <a:pt x="212" y="16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50" y="96"/>
                  <a:pt x="135" y="122"/>
                  <a:pt x="120" y="153"/>
                </a:cubicBezTo>
                <a:cubicBezTo>
                  <a:pt x="105" y="183"/>
                  <a:pt x="93" y="225"/>
                  <a:pt x="82" y="277"/>
                </a:cubicBezTo>
                <a:cubicBezTo>
                  <a:pt x="72" y="330"/>
                  <a:pt x="67" y="388"/>
                  <a:pt x="67" y="451"/>
                </a:cubicBezTo>
                <a:cubicBezTo>
                  <a:pt x="67" y="515"/>
                  <a:pt x="72" y="574"/>
                  <a:pt x="82" y="626"/>
                </a:cubicBezTo>
                <a:cubicBezTo>
                  <a:pt x="93" y="677"/>
                  <a:pt x="105" y="719"/>
                  <a:pt x="119" y="751"/>
                </a:cubicBezTo>
                <a:cubicBezTo>
                  <a:pt x="134" y="783"/>
                  <a:pt x="148" y="809"/>
                  <a:pt x="164" y="829"/>
                </a:cubicBezTo>
                <a:cubicBezTo>
                  <a:pt x="179" y="849"/>
                  <a:pt x="191" y="865"/>
                  <a:pt x="201" y="877"/>
                </a:cubicBezTo>
                <a:cubicBezTo>
                  <a:pt x="212" y="889"/>
                  <a:pt x="217" y="895"/>
                  <a:pt x="217" y="896"/>
                </a:cubicBezTo>
                <a:cubicBezTo>
                  <a:pt x="217" y="901"/>
                  <a:pt x="212" y="904"/>
                  <a:pt x="203" y="904"/>
                </a:cubicBezTo>
                <a:lnTo>
                  <a:pt x="201" y="904"/>
                </a:lnTo>
                <a:lnTo>
                  <a:pt x="189" y="904"/>
                </a:lnTo>
                <a:lnTo>
                  <a:pt x="164" y="882"/>
                </a:lnTo>
                <a:cubicBezTo>
                  <a:pt x="107" y="831"/>
                  <a:pt x="66" y="767"/>
                  <a:pt x="39" y="691"/>
                </a:cubicBezTo>
                <a:cubicBezTo>
                  <a:pt x="13" y="614"/>
                  <a:pt x="0" y="534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992600" y="420552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09"/>
                </a:moveTo>
                <a:cubicBezTo>
                  <a:pt x="0" y="339"/>
                  <a:pt x="21" y="273"/>
                  <a:pt x="61" y="209"/>
                </a:cubicBezTo>
                <a:cubicBezTo>
                  <a:pt x="101" y="145"/>
                  <a:pt x="152" y="95"/>
                  <a:pt x="213" y="58"/>
                </a:cubicBezTo>
                <a:cubicBezTo>
                  <a:pt x="275" y="20"/>
                  <a:pt x="336" y="1"/>
                  <a:pt x="398" y="1"/>
                </a:cubicBezTo>
                <a:cubicBezTo>
                  <a:pt x="452" y="1"/>
                  <a:pt x="495" y="16"/>
                  <a:pt x="527" y="47"/>
                </a:cubicBezTo>
                <a:cubicBezTo>
                  <a:pt x="532" y="53"/>
                  <a:pt x="537" y="58"/>
                  <a:pt x="540" y="62"/>
                </a:cubicBezTo>
                <a:cubicBezTo>
                  <a:pt x="544" y="66"/>
                  <a:pt x="547" y="69"/>
                  <a:pt x="548" y="71"/>
                </a:cubicBezTo>
                <a:lnTo>
                  <a:pt x="549" y="74"/>
                </a:lnTo>
                <a:cubicBezTo>
                  <a:pt x="551" y="74"/>
                  <a:pt x="559" y="66"/>
                  <a:pt x="574" y="50"/>
                </a:cubicBezTo>
                <a:cubicBezTo>
                  <a:pt x="578" y="47"/>
                  <a:pt x="582" y="42"/>
                  <a:pt x="587" y="38"/>
                </a:cubicBezTo>
                <a:cubicBezTo>
                  <a:pt x="592" y="33"/>
                  <a:pt x="597" y="28"/>
                  <a:pt x="602" y="23"/>
                </a:cubicBezTo>
                <a:cubicBezTo>
                  <a:pt x="606" y="18"/>
                  <a:pt x="609" y="15"/>
                  <a:pt x="611" y="13"/>
                </a:cubicBezTo>
                <a:lnTo>
                  <a:pt x="624" y="0"/>
                </a:lnTo>
                <a:lnTo>
                  <a:pt x="630" y="0"/>
                </a:lnTo>
                <a:cubicBezTo>
                  <a:pt x="638" y="0"/>
                  <a:pt x="642" y="2"/>
                  <a:pt x="642" y="6"/>
                </a:cubicBezTo>
                <a:cubicBezTo>
                  <a:pt x="642" y="9"/>
                  <a:pt x="633" y="50"/>
                  <a:pt x="613" y="130"/>
                </a:cubicBezTo>
                <a:cubicBezTo>
                  <a:pt x="592" y="213"/>
                  <a:pt x="581" y="255"/>
                  <a:pt x="581" y="256"/>
                </a:cubicBezTo>
                <a:cubicBezTo>
                  <a:pt x="580" y="259"/>
                  <a:pt x="578" y="261"/>
                  <a:pt x="576" y="261"/>
                </a:cubicBezTo>
                <a:cubicBezTo>
                  <a:pt x="575" y="262"/>
                  <a:pt x="569" y="263"/>
                  <a:pt x="560" y="263"/>
                </a:cubicBezTo>
                <a:lnTo>
                  <a:pt x="545" y="263"/>
                </a:lnTo>
                <a:cubicBezTo>
                  <a:pt x="541" y="260"/>
                  <a:pt x="539" y="257"/>
                  <a:pt x="539" y="255"/>
                </a:cubicBezTo>
                <a:cubicBezTo>
                  <a:pt x="539" y="255"/>
                  <a:pt x="540" y="252"/>
                  <a:pt x="540" y="249"/>
                </a:cubicBezTo>
                <a:cubicBezTo>
                  <a:pt x="541" y="245"/>
                  <a:pt x="541" y="239"/>
                  <a:pt x="542" y="231"/>
                </a:cubicBezTo>
                <a:cubicBezTo>
                  <a:pt x="543" y="222"/>
                  <a:pt x="543" y="213"/>
                  <a:pt x="543" y="202"/>
                </a:cubicBezTo>
                <a:cubicBezTo>
                  <a:pt x="543" y="159"/>
                  <a:pt x="533" y="122"/>
                  <a:pt x="514" y="90"/>
                </a:cubicBezTo>
                <a:cubicBezTo>
                  <a:pt x="495" y="58"/>
                  <a:pt x="462" y="42"/>
                  <a:pt x="416" y="41"/>
                </a:cubicBezTo>
                <a:cubicBezTo>
                  <a:pt x="405" y="41"/>
                  <a:pt x="393" y="42"/>
                  <a:pt x="380" y="44"/>
                </a:cubicBezTo>
                <a:cubicBezTo>
                  <a:pt x="368" y="46"/>
                  <a:pt x="352" y="50"/>
                  <a:pt x="333" y="56"/>
                </a:cubicBezTo>
                <a:cubicBezTo>
                  <a:pt x="313" y="62"/>
                  <a:pt x="295" y="70"/>
                  <a:pt x="278" y="81"/>
                </a:cubicBezTo>
                <a:cubicBezTo>
                  <a:pt x="260" y="92"/>
                  <a:pt x="241" y="106"/>
                  <a:pt x="221" y="124"/>
                </a:cubicBezTo>
                <a:cubicBezTo>
                  <a:pt x="200" y="142"/>
                  <a:pt x="183" y="164"/>
                  <a:pt x="168" y="188"/>
                </a:cubicBezTo>
                <a:cubicBezTo>
                  <a:pt x="154" y="213"/>
                  <a:pt x="140" y="244"/>
                  <a:pt x="126" y="280"/>
                </a:cubicBezTo>
                <a:cubicBezTo>
                  <a:pt x="112" y="317"/>
                  <a:pt x="103" y="357"/>
                  <a:pt x="98" y="401"/>
                </a:cubicBezTo>
                <a:cubicBezTo>
                  <a:pt x="97" y="412"/>
                  <a:pt x="96" y="424"/>
                  <a:pt x="96" y="437"/>
                </a:cubicBezTo>
                <a:cubicBezTo>
                  <a:pt x="96" y="466"/>
                  <a:pt x="100" y="492"/>
                  <a:pt x="109" y="514"/>
                </a:cubicBezTo>
                <a:cubicBezTo>
                  <a:pt x="117" y="537"/>
                  <a:pt x="128" y="554"/>
                  <a:pt x="141" y="566"/>
                </a:cubicBezTo>
                <a:cubicBezTo>
                  <a:pt x="154" y="578"/>
                  <a:pt x="170" y="588"/>
                  <a:pt x="186" y="596"/>
                </a:cubicBezTo>
                <a:cubicBezTo>
                  <a:pt x="203" y="605"/>
                  <a:pt x="219" y="610"/>
                  <a:pt x="233" y="612"/>
                </a:cubicBezTo>
                <a:cubicBezTo>
                  <a:pt x="248" y="614"/>
                  <a:pt x="261" y="615"/>
                  <a:pt x="274" y="615"/>
                </a:cubicBezTo>
                <a:cubicBezTo>
                  <a:pt x="306" y="615"/>
                  <a:pt x="336" y="608"/>
                  <a:pt x="363" y="595"/>
                </a:cubicBezTo>
                <a:cubicBezTo>
                  <a:pt x="390" y="581"/>
                  <a:pt x="409" y="563"/>
                  <a:pt x="419" y="541"/>
                </a:cubicBezTo>
                <a:cubicBezTo>
                  <a:pt x="421" y="537"/>
                  <a:pt x="426" y="520"/>
                  <a:pt x="433" y="492"/>
                </a:cubicBezTo>
                <a:cubicBezTo>
                  <a:pt x="440" y="463"/>
                  <a:pt x="444" y="447"/>
                  <a:pt x="444" y="443"/>
                </a:cubicBezTo>
                <a:cubicBezTo>
                  <a:pt x="444" y="438"/>
                  <a:pt x="440" y="435"/>
                  <a:pt x="432" y="434"/>
                </a:cubicBezTo>
                <a:cubicBezTo>
                  <a:pt x="424" y="433"/>
                  <a:pt x="406" y="432"/>
                  <a:pt x="378" y="431"/>
                </a:cubicBezTo>
                <a:lnTo>
                  <a:pt x="344" y="431"/>
                </a:lnTo>
                <a:cubicBezTo>
                  <a:pt x="341" y="428"/>
                  <a:pt x="339" y="425"/>
                  <a:pt x="339" y="424"/>
                </a:cubicBezTo>
                <a:cubicBezTo>
                  <a:pt x="339" y="423"/>
                  <a:pt x="339" y="417"/>
                  <a:pt x="341" y="407"/>
                </a:cubicBezTo>
                <a:cubicBezTo>
                  <a:pt x="343" y="399"/>
                  <a:pt x="346" y="393"/>
                  <a:pt x="350" y="390"/>
                </a:cubicBezTo>
                <a:lnTo>
                  <a:pt x="365" y="390"/>
                </a:lnTo>
                <a:cubicBezTo>
                  <a:pt x="389" y="391"/>
                  <a:pt x="431" y="391"/>
                  <a:pt x="491" y="391"/>
                </a:cubicBezTo>
                <a:cubicBezTo>
                  <a:pt x="515" y="391"/>
                  <a:pt x="535" y="391"/>
                  <a:pt x="551" y="391"/>
                </a:cubicBezTo>
                <a:cubicBezTo>
                  <a:pt x="566" y="391"/>
                  <a:pt x="577" y="391"/>
                  <a:pt x="584" y="391"/>
                </a:cubicBezTo>
                <a:cubicBezTo>
                  <a:pt x="590" y="390"/>
                  <a:pt x="594" y="390"/>
                  <a:pt x="594" y="391"/>
                </a:cubicBezTo>
                <a:cubicBezTo>
                  <a:pt x="603" y="391"/>
                  <a:pt x="607" y="393"/>
                  <a:pt x="607" y="399"/>
                </a:cubicBezTo>
                <a:cubicBezTo>
                  <a:pt x="607" y="400"/>
                  <a:pt x="606" y="404"/>
                  <a:pt x="605" y="411"/>
                </a:cubicBezTo>
                <a:cubicBezTo>
                  <a:pt x="602" y="423"/>
                  <a:pt x="599" y="429"/>
                  <a:pt x="596" y="430"/>
                </a:cubicBezTo>
                <a:cubicBezTo>
                  <a:pt x="594" y="431"/>
                  <a:pt x="590" y="431"/>
                  <a:pt x="583" y="431"/>
                </a:cubicBezTo>
                <a:cubicBezTo>
                  <a:pt x="571" y="431"/>
                  <a:pt x="558" y="432"/>
                  <a:pt x="545" y="434"/>
                </a:cubicBezTo>
                <a:cubicBezTo>
                  <a:pt x="540" y="436"/>
                  <a:pt x="537" y="438"/>
                  <a:pt x="536" y="442"/>
                </a:cubicBezTo>
                <a:cubicBezTo>
                  <a:pt x="534" y="446"/>
                  <a:pt x="530" y="462"/>
                  <a:pt x="523" y="489"/>
                </a:cubicBezTo>
                <a:cubicBezTo>
                  <a:pt x="518" y="509"/>
                  <a:pt x="513" y="526"/>
                  <a:pt x="509" y="540"/>
                </a:cubicBezTo>
                <a:cubicBezTo>
                  <a:pt x="494" y="601"/>
                  <a:pt x="486" y="633"/>
                  <a:pt x="484" y="634"/>
                </a:cubicBezTo>
                <a:cubicBezTo>
                  <a:pt x="483" y="636"/>
                  <a:pt x="481" y="636"/>
                  <a:pt x="480" y="636"/>
                </a:cubicBezTo>
                <a:cubicBezTo>
                  <a:pt x="474" y="636"/>
                  <a:pt x="465" y="630"/>
                  <a:pt x="454" y="618"/>
                </a:cubicBezTo>
                <a:cubicBezTo>
                  <a:pt x="444" y="606"/>
                  <a:pt x="437" y="597"/>
                  <a:pt x="434" y="590"/>
                </a:cubicBezTo>
                <a:cubicBezTo>
                  <a:pt x="434" y="589"/>
                  <a:pt x="433" y="589"/>
                  <a:pt x="432" y="590"/>
                </a:cubicBezTo>
                <a:cubicBezTo>
                  <a:pt x="431" y="591"/>
                  <a:pt x="429" y="592"/>
                  <a:pt x="426" y="595"/>
                </a:cubicBezTo>
                <a:cubicBezTo>
                  <a:pt x="382" y="636"/>
                  <a:pt x="322" y="657"/>
                  <a:pt x="246" y="657"/>
                </a:cubicBezTo>
                <a:cubicBezTo>
                  <a:pt x="173" y="657"/>
                  <a:pt x="114" y="634"/>
                  <a:pt x="69" y="587"/>
                </a:cubicBezTo>
                <a:cubicBezTo>
                  <a:pt x="24" y="541"/>
                  <a:pt x="1" y="482"/>
                  <a:pt x="0" y="4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2262600" y="419076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0" y="451"/>
                </a:moveTo>
                <a:cubicBezTo>
                  <a:pt x="0" y="410"/>
                  <a:pt x="3" y="370"/>
                  <a:pt x="9" y="333"/>
                </a:cubicBezTo>
                <a:cubicBezTo>
                  <a:pt x="15" y="296"/>
                  <a:pt x="21" y="264"/>
                  <a:pt x="29" y="237"/>
                </a:cubicBezTo>
                <a:cubicBezTo>
                  <a:pt x="37" y="210"/>
                  <a:pt x="48" y="183"/>
                  <a:pt x="64" y="157"/>
                </a:cubicBezTo>
                <a:cubicBezTo>
                  <a:pt x="78" y="131"/>
                  <a:pt x="90" y="111"/>
                  <a:pt x="98" y="97"/>
                </a:cubicBezTo>
                <a:cubicBezTo>
                  <a:pt x="106" y="82"/>
                  <a:pt x="119" y="67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6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3"/>
                  <a:pt x="216" y="8"/>
                </a:cubicBezTo>
                <a:cubicBezTo>
                  <a:pt x="216" y="10"/>
                  <a:pt x="211" y="16"/>
                  <a:pt x="201" y="27"/>
                </a:cubicBezTo>
                <a:cubicBezTo>
                  <a:pt x="191" y="38"/>
                  <a:pt x="178" y="54"/>
                  <a:pt x="164" y="75"/>
                </a:cubicBezTo>
                <a:cubicBezTo>
                  <a:pt x="149" y="96"/>
                  <a:pt x="135" y="122"/>
                  <a:pt x="120" y="153"/>
                </a:cubicBezTo>
                <a:cubicBezTo>
                  <a:pt x="105" y="183"/>
                  <a:pt x="92" y="225"/>
                  <a:pt x="82" y="277"/>
                </a:cubicBezTo>
                <a:cubicBezTo>
                  <a:pt x="71" y="330"/>
                  <a:pt x="66" y="388"/>
                  <a:pt x="66" y="451"/>
                </a:cubicBezTo>
                <a:cubicBezTo>
                  <a:pt x="66" y="515"/>
                  <a:pt x="71" y="574"/>
                  <a:pt x="82" y="626"/>
                </a:cubicBezTo>
                <a:cubicBezTo>
                  <a:pt x="92" y="677"/>
                  <a:pt x="104" y="719"/>
                  <a:pt x="119" y="751"/>
                </a:cubicBezTo>
                <a:cubicBezTo>
                  <a:pt x="133" y="783"/>
                  <a:pt x="148" y="809"/>
                  <a:pt x="163" y="829"/>
                </a:cubicBezTo>
                <a:cubicBezTo>
                  <a:pt x="178" y="849"/>
                  <a:pt x="191" y="865"/>
                  <a:pt x="201" y="877"/>
                </a:cubicBezTo>
                <a:cubicBezTo>
                  <a:pt x="211" y="889"/>
                  <a:pt x="216" y="895"/>
                  <a:pt x="216" y="896"/>
                </a:cubicBezTo>
                <a:cubicBezTo>
                  <a:pt x="216" y="901"/>
                  <a:pt x="212" y="904"/>
                  <a:pt x="203" y="904"/>
                </a:cubicBezTo>
                <a:lnTo>
                  <a:pt x="200" y="904"/>
                </a:lnTo>
                <a:lnTo>
                  <a:pt x="188" y="904"/>
                </a:lnTo>
                <a:lnTo>
                  <a:pt x="163" y="882"/>
                </a:lnTo>
                <a:cubicBezTo>
                  <a:pt x="106" y="831"/>
                  <a:pt x="65" y="767"/>
                  <a:pt x="38" y="691"/>
                </a:cubicBezTo>
                <a:cubicBezTo>
                  <a:pt x="12" y="614"/>
                  <a:pt x="0" y="534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2369520" y="4290840"/>
            <a:ext cx="141120" cy="147600"/>
          </a:xfrm>
          <a:custGeom>
            <a:avLst/>
            <a:gdLst/>
            <a:ahLst/>
            <a:rect l="0" t="0" r="r" b="b"/>
            <a:pathLst>
              <a:path w="392" h="410">
                <a:moveTo>
                  <a:pt x="283" y="94"/>
                </a:moveTo>
                <a:cubicBezTo>
                  <a:pt x="277" y="94"/>
                  <a:pt x="261" y="91"/>
                  <a:pt x="234" y="84"/>
                </a:cubicBezTo>
                <a:cubicBezTo>
                  <a:pt x="208" y="77"/>
                  <a:pt x="189" y="74"/>
                  <a:pt x="177" y="74"/>
                </a:cubicBezTo>
                <a:cubicBezTo>
                  <a:pt x="165" y="74"/>
                  <a:pt x="155" y="75"/>
                  <a:pt x="147" y="78"/>
                </a:cubicBezTo>
                <a:cubicBezTo>
                  <a:pt x="138" y="80"/>
                  <a:pt x="131" y="83"/>
                  <a:pt x="126" y="87"/>
                </a:cubicBezTo>
                <a:cubicBezTo>
                  <a:pt x="120" y="90"/>
                  <a:pt x="117" y="94"/>
                  <a:pt x="115" y="97"/>
                </a:cubicBezTo>
                <a:cubicBezTo>
                  <a:pt x="113" y="100"/>
                  <a:pt x="111" y="103"/>
                  <a:pt x="109" y="107"/>
                </a:cubicBezTo>
                <a:lnTo>
                  <a:pt x="107" y="110"/>
                </a:lnTo>
                <a:cubicBezTo>
                  <a:pt x="105" y="112"/>
                  <a:pt x="100" y="113"/>
                  <a:pt x="93" y="113"/>
                </a:cubicBezTo>
                <a:cubicBezTo>
                  <a:pt x="81" y="113"/>
                  <a:pt x="74" y="111"/>
                  <a:pt x="74" y="106"/>
                </a:cubicBezTo>
                <a:cubicBezTo>
                  <a:pt x="74" y="103"/>
                  <a:pt x="75" y="98"/>
                  <a:pt x="77" y="93"/>
                </a:cubicBezTo>
                <a:cubicBezTo>
                  <a:pt x="85" y="70"/>
                  <a:pt x="98" y="49"/>
                  <a:pt x="116" y="33"/>
                </a:cubicBezTo>
                <a:cubicBezTo>
                  <a:pt x="134" y="16"/>
                  <a:pt x="154" y="6"/>
                  <a:pt x="175" y="2"/>
                </a:cubicBezTo>
                <a:cubicBezTo>
                  <a:pt x="183" y="1"/>
                  <a:pt x="188" y="0"/>
                  <a:pt x="191" y="0"/>
                </a:cubicBezTo>
                <a:cubicBezTo>
                  <a:pt x="206" y="0"/>
                  <a:pt x="219" y="5"/>
                  <a:pt x="231" y="15"/>
                </a:cubicBezTo>
                <a:cubicBezTo>
                  <a:pt x="243" y="26"/>
                  <a:pt x="256" y="36"/>
                  <a:pt x="267" y="45"/>
                </a:cubicBezTo>
                <a:cubicBezTo>
                  <a:pt x="277" y="55"/>
                  <a:pt x="289" y="60"/>
                  <a:pt x="301" y="61"/>
                </a:cubicBezTo>
                <a:cubicBezTo>
                  <a:pt x="314" y="61"/>
                  <a:pt x="327" y="51"/>
                  <a:pt x="341" y="31"/>
                </a:cubicBezTo>
                <a:cubicBezTo>
                  <a:pt x="354" y="11"/>
                  <a:pt x="361" y="1"/>
                  <a:pt x="361" y="1"/>
                </a:cubicBezTo>
                <a:cubicBezTo>
                  <a:pt x="362" y="0"/>
                  <a:pt x="367" y="0"/>
                  <a:pt x="375" y="0"/>
                </a:cubicBezTo>
                <a:lnTo>
                  <a:pt x="387" y="0"/>
                </a:lnTo>
                <a:cubicBezTo>
                  <a:pt x="390" y="4"/>
                  <a:pt x="392" y="6"/>
                  <a:pt x="392" y="7"/>
                </a:cubicBezTo>
                <a:cubicBezTo>
                  <a:pt x="392" y="10"/>
                  <a:pt x="391" y="14"/>
                  <a:pt x="388" y="20"/>
                </a:cubicBezTo>
                <a:cubicBezTo>
                  <a:pt x="385" y="26"/>
                  <a:pt x="380" y="32"/>
                  <a:pt x="375" y="39"/>
                </a:cubicBezTo>
                <a:cubicBezTo>
                  <a:pt x="370" y="46"/>
                  <a:pt x="364" y="52"/>
                  <a:pt x="360" y="59"/>
                </a:cubicBezTo>
                <a:cubicBezTo>
                  <a:pt x="355" y="65"/>
                  <a:pt x="351" y="71"/>
                  <a:pt x="347" y="76"/>
                </a:cubicBezTo>
                <a:lnTo>
                  <a:pt x="341" y="84"/>
                </a:lnTo>
                <a:cubicBezTo>
                  <a:pt x="315" y="115"/>
                  <a:pt x="274" y="156"/>
                  <a:pt x="217" y="207"/>
                </a:cubicBezTo>
                <a:cubicBezTo>
                  <a:pt x="161" y="257"/>
                  <a:pt x="126" y="290"/>
                  <a:pt x="113" y="304"/>
                </a:cubicBezTo>
                <a:lnTo>
                  <a:pt x="102" y="315"/>
                </a:lnTo>
                <a:lnTo>
                  <a:pt x="116" y="316"/>
                </a:lnTo>
                <a:cubicBezTo>
                  <a:pt x="129" y="316"/>
                  <a:pt x="148" y="319"/>
                  <a:pt x="174" y="326"/>
                </a:cubicBezTo>
                <a:cubicBezTo>
                  <a:pt x="199" y="333"/>
                  <a:pt x="218" y="336"/>
                  <a:pt x="230" y="336"/>
                </a:cubicBezTo>
                <a:cubicBezTo>
                  <a:pt x="254" y="336"/>
                  <a:pt x="275" y="330"/>
                  <a:pt x="295" y="319"/>
                </a:cubicBezTo>
                <a:cubicBezTo>
                  <a:pt x="314" y="307"/>
                  <a:pt x="327" y="292"/>
                  <a:pt x="333" y="274"/>
                </a:cubicBezTo>
                <a:cubicBezTo>
                  <a:pt x="335" y="268"/>
                  <a:pt x="337" y="265"/>
                  <a:pt x="339" y="264"/>
                </a:cubicBezTo>
                <a:cubicBezTo>
                  <a:pt x="341" y="263"/>
                  <a:pt x="345" y="262"/>
                  <a:pt x="352" y="262"/>
                </a:cubicBezTo>
                <a:cubicBezTo>
                  <a:pt x="364" y="262"/>
                  <a:pt x="370" y="265"/>
                  <a:pt x="370" y="271"/>
                </a:cubicBezTo>
                <a:cubicBezTo>
                  <a:pt x="370" y="274"/>
                  <a:pt x="369" y="277"/>
                  <a:pt x="369" y="279"/>
                </a:cubicBezTo>
                <a:cubicBezTo>
                  <a:pt x="358" y="316"/>
                  <a:pt x="339" y="347"/>
                  <a:pt x="309" y="372"/>
                </a:cubicBezTo>
                <a:cubicBezTo>
                  <a:pt x="280" y="397"/>
                  <a:pt x="250" y="409"/>
                  <a:pt x="220" y="410"/>
                </a:cubicBezTo>
                <a:cubicBezTo>
                  <a:pt x="204" y="410"/>
                  <a:pt x="190" y="405"/>
                  <a:pt x="178" y="395"/>
                </a:cubicBezTo>
                <a:cubicBezTo>
                  <a:pt x="166" y="384"/>
                  <a:pt x="154" y="374"/>
                  <a:pt x="143" y="364"/>
                </a:cubicBezTo>
                <a:cubicBezTo>
                  <a:pt x="131" y="354"/>
                  <a:pt x="120" y="349"/>
                  <a:pt x="109" y="349"/>
                </a:cubicBezTo>
                <a:cubicBezTo>
                  <a:pt x="82" y="349"/>
                  <a:pt x="58" y="367"/>
                  <a:pt x="37" y="403"/>
                </a:cubicBezTo>
                <a:cubicBezTo>
                  <a:pt x="34" y="408"/>
                  <a:pt x="29" y="410"/>
                  <a:pt x="22" y="410"/>
                </a:cubicBezTo>
                <a:lnTo>
                  <a:pt x="17" y="410"/>
                </a:lnTo>
                <a:lnTo>
                  <a:pt x="6" y="410"/>
                </a:lnTo>
                <a:cubicBezTo>
                  <a:pt x="2" y="406"/>
                  <a:pt x="0" y="404"/>
                  <a:pt x="0" y="402"/>
                </a:cubicBezTo>
                <a:cubicBezTo>
                  <a:pt x="0" y="393"/>
                  <a:pt x="18" y="367"/>
                  <a:pt x="53" y="324"/>
                </a:cubicBezTo>
                <a:cubicBezTo>
                  <a:pt x="76" y="297"/>
                  <a:pt x="116" y="258"/>
                  <a:pt x="172" y="207"/>
                </a:cubicBezTo>
                <a:cubicBezTo>
                  <a:pt x="228" y="156"/>
                  <a:pt x="263" y="123"/>
                  <a:pt x="277" y="108"/>
                </a:cubicBezTo>
                <a:cubicBezTo>
                  <a:pt x="284" y="99"/>
                  <a:pt x="286" y="94"/>
                  <a:pt x="283" y="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2527200" y="419076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3"/>
                  <a:pt x="151" y="137"/>
                  <a:pt x="177" y="213"/>
                </a:cubicBezTo>
                <a:cubicBezTo>
                  <a:pt x="204" y="290"/>
                  <a:pt x="217" y="369"/>
                  <a:pt x="217" y="451"/>
                </a:cubicBezTo>
                <a:cubicBezTo>
                  <a:pt x="217" y="492"/>
                  <a:pt x="214" y="532"/>
                  <a:pt x="208" y="571"/>
                </a:cubicBezTo>
                <a:cubicBezTo>
                  <a:pt x="202" y="609"/>
                  <a:pt x="195" y="641"/>
                  <a:pt x="187" y="667"/>
                </a:cubicBezTo>
                <a:cubicBezTo>
                  <a:pt x="178" y="694"/>
                  <a:pt x="167" y="720"/>
                  <a:pt x="153" y="747"/>
                </a:cubicBezTo>
                <a:cubicBezTo>
                  <a:pt x="138" y="773"/>
                  <a:pt x="127" y="793"/>
                  <a:pt x="118" y="807"/>
                </a:cubicBezTo>
                <a:cubicBezTo>
                  <a:pt x="110" y="821"/>
                  <a:pt x="97" y="836"/>
                  <a:pt x="81" y="853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2" y="900"/>
                </a:cubicBezTo>
                <a:cubicBezTo>
                  <a:pt x="30" y="902"/>
                  <a:pt x="29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3" y="901"/>
                </a:cubicBezTo>
                <a:cubicBezTo>
                  <a:pt x="2" y="899"/>
                  <a:pt x="1" y="896"/>
                  <a:pt x="0" y="893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3" y="784"/>
                  <a:pt x="150" y="641"/>
                  <a:pt x="150" y="451"/>
                </a:cubicBezTo>
                <a:cubicBezTo>
                  <a:pt x="150" y="262"/>
                  <a:pt x="103" y="120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2653560" y="419076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1" y="73"/>
                  <a:pt x="152" y="137"/>
                  <a:pt x="178" y="213"/>
                </a:cubicBezTo>
                <a:cubicBezTo>
                  <a:pt x="204" y="290"/>
                  <a:pt x="217" y="369"/>
                  <a:pt x="217" y="451"/>
                </a:cubicBezTo>
                <a:cubicBezTo>
                  <a:pt x="217" y="492"/>
                  <a:pt x="214" y="532"/>
                  <a:pt x="208" y="571"/>
                </a:cubicBezTo>
                <a:cubicBezTo>
                  <a:pt x="202" y="609"/>
                  <a:pt x="195" y="641"/>
                  <a:pt x="187" y="667"/>
                </a:cubicBezTo>
                <a:cubicBezTo>
                  <a:pt x="179" y="694"/>
                  <a:pt x="168" y="720"/>
                  <a:pt x="154" y="747"/>
                </a:cubicBezTo>
                <a:cubicBezTo>
                  <a:pt x="139" y="773"/>
                  <a:pt x="128" y="793"/>
                  <a:pt x="119" y="807"/>
                </a:cubicBezTo>
                <a:cubicBezTo>
                  <a:pt x="111" y="821"/>
                  <a:pt x="99" y="836"/>
                  <a:pt x="82" y="853"/>
                </a:cubicBezTo>
                <a:cubicBezTo>
                  <a:pt x="66" y="870"/>
                  <a:pt x="56" y="880"/>
                  <a:pt x="53" y="883"/>
                </a:cubicBezTo>
                <a:cubicBezTo>
                  <a:pt x="50" y="886"/>
                  <a:pt x="42" y="892"/>
                  <a:pt x="32" y="900"/>
                </a:cubicBezTo>
                <a:cubicBezTo>
                  <a:pt x="30" y="902"/>
                  <a:pt x="29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3" y="901"/>
                </a:cubicBezTo>
                <a:cubicBezTo>
                  <a:pt x="2" y="899"/>
                  <a:pt x="1" y="896"/>
                  <a:pt x="0" y="893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4" y="784"/>
                  <a:pt x="151" y="641"/>
                  <a:pt x="151" y="451"/>
                </a:cubicBezTo>
                <a:cubicBezTo>
                  <a:pt x="151" y="262"/>
                  <a:pt x="104" y="120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2870280" y="4277520"/>
            <a:ext cx="217080" cy="139320"/>
          </a:xfrm>
          <a:custGeom>
            <a:avLst/>
            <a:gdLst/>
            <a:ahLst/>
            <a:rect l="0" t="0" r="r" b="b"/>
            <a:pathLst>
              <a:path w="603" h="387">
                <a:moveTo>
                  <a:pt x="0" y="148"/>
                </a:moveTo>
                <a:cubicBezTo>
                  <a:pt x="0" y="123"/>
                  <a:pt x="5" y="101"/>
                  <a:pt x="15" y="81"/>
                </a:cubicBezTo>
                <a:cubicBezTo>
                  <a:pt x="25" y="61"/>
                  <a:pt x="38" y="46"/>
                  <a:pt x="53" y="35"/>
                </a:cubicBezTo>
                <a:cubicBezTo>
                  <a:pt x="68" y="24"/>
                  <a:pt x="83" y="16"/>
                  <a:pt x="97" y="10"/>
                </a:cubicBezTo>
                <a:cubicBezTo>
                  <a:pt x="112" y="4"/>
                  <a:pt x="124" y="1"/>
                  <a:pt x="135" y="1"/>
                </a:cubicBezTo>
                <a:cubicBezTo>
                  <a:pt x="136" y="1"/>
                  <a:pt x="139" y="1"/>
                  <a:pt x="143" y="1"/>
                </a:cubicBezTo>
                <a:cubicBezTo>
                  <a:pt x="147" y="1"/>
                  <a:pt x="150" y="1"/>
                  <a:pt x="152" y="0"/>
                </a:cubicBezTo>
                <a:cubicBezTo>
                  <a:pt x="176" y="0"/>
                  <a:pt x="198" y="5"/>
                  <a:pt x="218" y="14"/>
                </a:cubicBezTo>
                <a:cubicBezTo>
                  <a:pt x="239" y="23"/>
                  <a:pt x="268" y="39"/>
                  <a:pt x="306" y="63"/>
                </a:cubicBezTo>
                <a:lnTo>
                  <a:pt x="351" y="92"/>
                </a:lnTo>
                <a:cubicBezTo>
                  <a:pt x="387" y="113"/>
                  <a:pt x="420" y="124"/>
                  <a:pt x="450" y="124"/>
                </a:cubicBezTo>
                <a:cubicBezTo>
                  <a:pt x="484" y="124"/>
                  <a:pt x="513" y="115"/>
                  <a:pt x="537" y="98"/>
                </a:cubicBezTo>
                <a:cubicBezTo>
                  <a:pt x="561" y="80"/>
                  <a:pt x="575" y="56"/>
                  <a:pt x="578" y="26"/>
                </a:cubicBezTo>
                <a:cubicBezTo>
                  <a:pt x="578" y="20"/>
                  <a:pt x="579" y="14"/>
                  <a:pt x="581" y="8"/>
                </a:cubicBezTo>
                <a:cubicBezTo>
                  <a:pt x="584" y="3"/>
                  <a:pt x="587" y="0"/>
                  <a:pt x="590" y="0"/>
                </a:cubicBezTo>
                <a:cubicBezTo>
                  <a:pt x="599" y="0"/>
                  <a:pt x="603" y="9"/>
                  <a:pt x="603" y="28"/>
                </a:cubicBezTo>
                <a:cubicBezTo>
                  <a:pt x="603" y="68"/>
                  <a:pt x="589" y="102"/>
                  <a:pt x="560" y="131"/>
                </a:cubicBezTo>
                <a:cubicBezTo>
                  <a:pt x="532" y="160"/>
                  <a:pt x="496" y="175"/>
                  <a:pt x="452" y="175"/>
                </a:cubicBezTo>
                <a:cubicBezTo>
                  <a:pt x="427" y="175"/>
                  <a:pt x="401" y="169"/>
                  <a:pt x="374" y="156"/>
                </a:cubicBezTo>
                <a:cubicBezTo>
                  <a:pt x="346" y="144"/>
                  <a:pt x="322" y="129"/>
                  <a:pt x="301" y="114"/>
                </a:cubicBezTo>
                <a:cubicBezTo>
                  <a:pt x="281" y="98"/>
                  <a:pt x="257" y="84"/>
                  <a:pt x="229" y="71"/>
                </a:cubicBezTo>
                <a:cubicBezTo>
                  <a:pt x="202" y="59"/>
                  <a:pt x="176" y="52"/>
                  <a:pt x="153" y="52"/>
                </a:cubicBezTo>
                <a:cubicBezTo>
                  <a:pt x="116" y="52"/>
                  <a:pt x="86" y="61"/>
                  <a:pt x="63" y="81"/>
                </a:cubicBezTo>
                <a:cubicBezTo>
                  <a:pt x="40" y="101"/>
                  <a:pt x="27" y="124"/>
                  <a:pt x="25" y="149"/>
                </a:cubicBezTo>
                <a:cubicBezTo>
                  <a:pt x="24" y="166"/>
                  <a:pt x="20" y="175"/>
                  <a:pt x="12" y="175"/>
                </a:cubicBezTo>
                <a:cubicBezTo>
                  <a:pt x="4" y="175"/>
                  <a:pt x="0" y="166"/>
                  <a:pt x="0" y="148"/>
                </a:cubicBezTo>
                <a:moveTo>
                  <a:pt x="0" y="360"/>
                </a:moveTo>
                <a:cubicBezTo>
                  <a:pt x="0" y="336"/>
                  <a:pt x="5" y="313"/>
                  <a:pt x="15" y="294"/>
                </a:cubicBezTo>
                <a:cubicBezTo>
                  <a:pt x="25" y="273"/>
                  <a:pt x="38" y="257"/>
                  <a:pt x="53" y="247"/>
                </a:cubicBezTo>
                <a:cubicBezTo>
                  <a:pt x="68" y="236"/>
                  <a:pt x="83" y="227"/>
                  <a:pt x="97" y="221"/>
                </a:cubicBezTo>
                <a:cubicBezTo>
                  <a:pt x="112" y="215"/>
                  <a:pt x="124" y="212"/>
                  <a:pt x="135" y="212"/>
                </a:cubicBezTo>
                <a:cubicBezTo>
                  <a:pt x="136" y="212"/>
                  <a:pt x="139" y="212"/>
                  <a:pt x="143" y="212"/>
                </a:cubicBezTo>
                <a:cubicBezTo>
                  <a:pt x="147" y="212"/>
                  <a:pt x="150" y="212"/>
                  <a:pt x="152" y="211"/>
                </a:cubicBezTo>
                <a:cubicBezTo>
                  <a:pt x="176" y="211"/>
                  <a:pt x="198" y="216"/>
                  <a:pt x="218" y="225"/>
                </a:cubicBezTo>
                <a:cubicBezTo>
                  <a:pt x="239" y="234"/>
                  <a:pt x="268" y="250"/>
                  <a:pt x="306" y="274"/>
                </a:cubicBezTo>
                <a:lnTo>
                  <a:pt x="351" y="304"/>
                </a:lnTo>
                <a:cubicBezTo>
                  <a:pt x="387" y="325"/>
                  <a:pt x="420" y="336"/>
                  <a:pt x="450" y="336"/>
                </a:cubicBezTo>
                <a:cubicBezTo>
                  <a:pt x="484" y="336"/>
                  <a:pt x="513" y="327"/>
                  <a:pt x="537" y="310"/>
                </a:cubicBezTo>
                <a:cubicBezTo>
                  <a:pt x="561" y="292"/>
                  <a:pt x="575" y="268"/>
                  <a:pt x="578" y="237"/>
                </a:cubicBezTo>
                <a:cubicBezTo>
                  <a:pt x="578" y="220"/>
                  <a:pt x="582" y="211"/>
                  <a:pt x="590" y="211"/>
                </a:cubicBezTo>
                <a:cubicBezTo>
                  <a:pt x="599" y="211"/>
                  <a:pt x="603" y="221"/>
                  <a:pt x="603" y="240"/>
                </a:cubicBezTo>
                <a:cubicBezTo>
                  <a:pt x="603" y="280"/>
                  <a:pt x="589" y="314"/>
                  <a:pt x="560" y="343"/>
                </a:cubicBezTo>
                <a:cubicBezTo>
                  <a:pt x="532" y="373"/>
                  <a:pt x="496" y="387"/>
                  <a:pt x="452" y="387"/>
                </a:cubicBezTo>
                <a:cubicBezTo>
                  <a:pt x="427" y="387"/>
                  <a:pt x="401" y="381"/>
                  <a:pt x="374" y="368"/>
                </a:cubicBezTo>
                <a:cubicBezTo>
                  <a:pt x="346" y="356"/>
                  <a:pt x="322" y="342"/>
                  <a:pt x="301" y="326"/>
                </a:cubicBezTo>
                <a:cubicBezTo>
                  <a:pt x="281" y="310"/>
                  <a:pt x="257" y="296"/>
                  <a:pt x="229" y="284"/>
                </a:cubicBezTo>
                <a:cubicBezTo>
                  <a:pt x="202" y="270"/>
                  <a:pt x="176" y="263"/>
                  <a:pt x="153" y="263"/>
                </a:cubicBezTo>
                <a:cubicBezTo>
                  <a:pt x="116" y="263"/>
                  <a:pt x="86" y="273"/>
                  <a:pt x="63" y="294"/>
                </a:cubicBezTo>
                <a:cubicBezTo>
                  <a:pt x="40" y="313"/>
                  <a:pt x="27" y="336"/>
                  <a:pt x="25" y="361"/>
                </a:cubicBezTo>
                <a:cubicBezTo>
                  <a:pt x="23" y="379"/>
                  <a:pt x="19" y="387"/>
                  <a:pt x="12" y="387"/>
                </a:cubicBezTo>
                <a:cubicBezTo>
                  <a:pt x="4" y="387"/>
                  <a:pt x="0" y="378"/>
                  <a:pt x="0" y="36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3207960" y="4218120"/>
            <a:ext cx="137160" cy="223920"/>
          </a:xfrm>
          <a:custGeom>
            <a:avLst/>
            <a:gdLst/>
            <a:ahLst/>
            <a:rect l="0" t="0" r="r" b="b"/>
            <a:pathLst>
              <a:path w="381" h="622">
                <a:moveTo>
                  <a:pt x="52" y="73"/>
                </a:moveTo>
                <a:cubicBezTo>
                  <a:pt x="85" y="24"/>
                  <a:pt x="131" y="0"/>
                  <a:pt x="190" y="0"/>
                </a:cubicBezTo>
                <a:cubicBezTo>
                  <a:pt x="219" y="0"/>
                  <a:pt x="248" y="8"/>
                  <a:pt x="276" y="23"/>
                </a:cubicBezTo>
                <a:cubicBezTo>
                  <a:pt x="305" y="39"/>
                  <a:pt x="329" y="67"/>
                  <a:pt x="347" y="106"/>
                </a:cubicBezTo>
                <a:cubicBezTo>
                  <a:pt x="369" y="156"/>
                  <a:pt x="381" y="225"/>
                  <a:pt x="381" y="312"/>
                </a:cubicBezTo>
                <a:cubicBezTo>
                  <a:pt x="381" y="406"/>
                  <a:pt x="367" y="478"/>
                  <a:pt x="341" y="527"/>
                </a:cubicBezTo>
                <a:cubicBezTo>
                  <a:pt x="329" y="552"/>
                  <a:pt x="313" y="573"/>
                  <a:pt x="292" y="588"/>
                </a:cubicBezTo>
                <a:cubicBezTo>
                  <a:pt x="271" y="603"/>
                  <a:pt x="252" y="612"/>
                  <a:pt x="237" y="616"/>
                </a:cubicBezTo>
                <a:cubicBezTo>
                  <a:pt x="221" y="619"/>
                  <a:pt x="206" y="621"/>
                  <a:pt x="191" y="622"/>
                </a:cubicBezTo>
                <a:cubicBezTo>
                  <a:pt x="175" y="622"/>
                  <a:pt x="159" y="620"/>
                  <a:pt x="144" y="616"/>
                </a:cubicBezTo>
                <a:cubicBezTo>
                  <a:pt x="128" y="613"/>
                  <a:pt x="110" y="603"/>
                  <a:pt x="89" y="588"/>
                </a:cubicBezTo>
                <a:cubicBezTo>
                  <a:pt x="68" y="572"/>
                  <a:pt x="51" y="552"/>
                  <a:pt x="39" y="527"/>
                </a:cubicBezTo>
                <a:cubicBezTo>
                  <a:pt x="13" y="478"/>
                  <a:pt x="0" y="406"/>
                  <a:pt x="0" y="312"/>
                </a:cubicBezTo>
                <a:cubicBezTo>
                  <a:pt x="0" y="208"/>
                  <a:pt x="17" y="128"/>
                  <a:pt x="52" y="73"/>
                </a:cubicBezTo>
                <a:moveTo>
                  <a:pt x="255" y="62"/>
                </a:moveTo>
                <a:cubicBezTo>
                  <a:pt x="237" y="43"/>
                  <a:pt x="215" y="33"/>
                  <a:pt x="191" y="33"/>
                </a:cubicBezTo>
                <a:cubicBezTo>
                  <a:pt x="165" y="33"/>
                  <a:pt x="144" y="43"/>
                  <a:pt x="126" y="62"/>
                </a:cubicBezTo>
                <a:cubicBezTo>
                  <a:pt x="111" y="78"/>
                  <a:pt x="101" y="100"/>
                  <a:pt x="96" y="127"/>
                </a:cubicBezTo>
                <a:cubicBezTo>
                  <a:pt x="91" y="155"/>
                  <a:pt x="89" y="213"/>
                  <a:pt x="89" y="300"/>
                </a:cubicBezTo>
                <a:cubicBezTo>
                  <a:pt x="89" y="397"/>
                  <a:pt x="91" y="459"/>
                  <a:pt x="96" y="489"/>
                </a:cubicBezTo>
                <a:cubicBezTo>
                  <a:pt x="101" y="519"/>
                  <a:pt x="112" y="543"/>
                  <a:pt x="128" y="561"/>
                </a:cubicBezTo>
                <a:cubicBezTo>
                  <a:pt x="145" y="579"/>
                  <a:pt x="166" y="588"/>
                  <a:pt x="191" y="588"/>
                </a:cubicBezTo>
                <a:cubicBezTo>
                  <a:pt x="215" y="588"/>
                  <a:pt x="235" y="579"/>
                  <a:pt x="252" y="561"/>
                </a:cubicBezTo>
                <a:cubicBezTo>
                  <a:pt x="269" y="542"/>
                  <a:pt x="280" y="517"/>
                  <a:pt x="285" y="485"/>
                </a:cubicBezTo>
                <a:cubicBezTo>
                  <a:pt x="289" y="452"/>
                  <a:pt x="291" y="391"/>
                  <a:pt x="292" y="300"/>
                </a:cubicBezTo>
                <a:cubicBezTo>
                  <a:pt x="292" y="213"/>
                  <a:pt x="289" y="156"/>
                  <a:pt x="285" y="128"/>
                </a:cubicBezTo>
                <a:cubicBezTo>
                  <a:pt x="280" y="100"/>
                  <a:pt x="270" y="78"/>
                  <a:pt x="255" y="6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747720" y="4133880"/>
            <a:ext cx="828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ると、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4628160" y="4208760"/>
            <a:ext cx="77400" cy="226080"/>
          </a:xfrm>
          <a:custGeom>
            <a:avLst/>
            <a:gdLst/>
            <a:ahLst/>
            <a:rect l="0" t="0" r="r" b="b"/>
            <a:pathLst>
              <a:path w="215" h="628">
                <a:moveTo>
                  <a:pt x="14" y="587"/>
                </a:moveTo>
                <a:lnTo>
                  <a:pt x="27" y="587"/>
                </a:lnTo>
                <a:cubicBezTo>
                  <a:pt x="51" y="587"/>
                  <a:pt x="65" y="582"/>
                  <a:pt x="70" y="574"/>
                </a:cubicBezTo>
                <a:lnTo>
                  <a:pt x="70" y="567"/>
                </a:lnTo>
                <a:cubicBezTo>
                  <a:pt x="70" y="561"/>
                  <a:pt x="70" y="554"/>
                  <a:pt x="70" y="546"/>
                </a:cubicBezTo>
                <a:cubicBezTo>
                  <a:pt x="70" y="537"/>
                  <a:pt x="70" y="528"/>
                  <a:pt x="70" y="515"/>
                </a:cubicBezTo>
                <a:cubicBezTo>
                  <a:pt x="70" y="504"/>
                  <a:pt x="71" y="491"/>
                  <a:pt x="71" y="476"/>
                </a:cubicBezTo>
                <a:cubicBezTo>
                  <a:pt x="72" y="462"/>
                  <a:pt x="72" y="447"/>
                  <a:pt x="71" y="431"/>
                </a:cubicBezTo>
                <a:cubicBezTo>
                  <a:pt x="71" y="416"/>
                  <a:pt x="71" y="399"/>
                  <a:pt x="71" y="382"/>
                </a:cubicBezTo>
                <a:cubicBezTo>
                  <a:pt x="72" y="364"/>
                  <a:pt x="72" y="347"/>
                  <a:pt x="71" y="330"/>
                </a:cubicBezTo>
                <a:cubicBezTo>
                  <a:pt x="71" y="308"/>
                  <a:pt x="71" y="284"/>
                  <a:pt x="71" y="260"/>
                </a:cubicBezTo>
                <a:cubicBezTo>
                  <a:pt x="71" y="235"/>
                  <a:pt x="71" y="212"/>
                  <a:pt x="71" y="192"/>
                </a:cubicBezTo>
                <a:cubicBezTo>
                  <a:pt x="71" y="172"/>
                  <a:pt x="71" y="154"/>
                  <a:pt x="71" y="138"/>
                </a:cubicBezTo>
                <a:cubicBezTo>
                  <a:pt x="71" y="122"/>
                  <a:pt x="71" y="109"/>
                  <a:pt x="70" y="98"/>
                </a:cubicBezTo>
                <a:cubicBezTo>
                  <a:pt x="70" y="87"/>
                  <a:pt x="70" y="82"/>
                  <a:pt x="70" y="83"/>
                </a:cubicBezTo>
                <a:cubicBezTo>
                  <a:pt x="68" y="71"/>
                  <a:pt x="64" y="64"/>
                  <a:pt x="58" y="60"/>
                </a:cubicBezTo>
                <a:cubicBezTo>
                  <a:pt x="51" y="57"/>
                  <a:pt x="37" y="54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8"/>
                  <a:pt x="0" y="11"/>
                  <a:pt x="2" y="11"/>
                </a:cubicBezTo>
                <a:lnTo>
                  <a:pt x="11" y="10"/>
                </a:lnTo>
                <a:cubicBezTo>
                  <a:pt x="17" y="9"/>
                  <a:pt x="25" y="9"/>
                  <a:pt x="38" y="8"/>
                </a:cubicBezTo>
                <a:cubicBezTo>
                  <a:pt x="49" y="7"/>
                  <a:pt x="60" y="7"/>
                  <a:pt x="71" y="6"/>
                </a:cubicBezTo>
                <a:cubicBezTo>
                  <a:pt x="81" y="6"/>
                  <a:pt x="93" y="5"/>
                  <a:pt x="105" y="4"/>
                </a:cubicBezTo>
                <a:cubicBezTo>
                  <a:pt x="117" y="4"/>
                  <a:pt x="126" y="3"/>
                  <a:pt x="132" y="2"/>
                </a:cubicBezTo>
                <a:cubicBezTo>
                  <a:pt x="138" y="0"/>
                  <a:pt x="141" y="0"/>
                  <a:pt x="142" y="1"/>
                </a:cubicBezTo>
                <a:lnTo>
                  <a:pt x="144" y="1"/>
                </a:lnTo>
                <a:lnTo>
                  <a:pt x="144" y="285"/>
                </a:lnTo>
                <a:cubicBezTo>
                  <a:pt x="144" y="476"/>
                  <a:pt x="145" y="573"/>
                  <a:pt x="145" y="574"/>
                </a:cubicBezTo>
                <a:cubicBezTo>
                  <a:pt x="148" y="579"/>
                  <a:pt x="151" y="582"/>
                  <a:pt x="156" y="584"/>
                </a:cubicBezTo>
                <a:cubicBezTo>
                  <a:pt x="169" y="586"/>
                  <a:pt x="183" y="587"/>
                  <a:pt x="200" y="587"/>
                </a:cubicBezTo>
                <a:lnTo>
                  <a:pt x="215" y="587"/>
                </a:lnTo>
                <a:lnTo>
                  <a:pt x="215" y="628"/>
                </a:lnTo>
                <a:lnTo>
                  <a:pt x="207" y="628"/>
                </a:lnTo>
                <a:lnTo>
                  <a:pt x="187" y="627"/>
                </a:lnTo>
                <a:cubicBezTo>
                  <a:pt x="173" y="627"/>
                  <a:pt x="158" y="626"/>
                  <a:pt x="142" y="626"/>
                </a:cubicBezTo>
                <a:cubicBezTo>
                  <a:pt x="127" y="626"/>
                  <a:pt x="115" y="626"/>
                  <a:pt x="108" y="625"/>
                </a:cubicBezTo>
                <a:cubicBezTo>
                  <a:pt x="101" y="625"/>
                  <a:pt x="90" y="625"/>
                  <a:pt x="74" y="625"/>
                </a:cubicBezTo>
                <a:cubicBezTo>
                  <a:pt x="58" y="626"/>
                  <a:pt x="43" y="627"/>
                  <a:pt x="28" y="627"/>
                </a:cubicBezTo>
                <a:lnTo>
                  <a:pt x="7" y="628"/>
                </a:lnTo>
                <a:lnTo>
                  <a:pt x="0" y="628"/>
                </a:lnTo>
                <a:lnTo>
                  <a:pt x="0" y="587"/>
                </a:lnTo>
                <a:lnTo>
                  <a:pt x="14" y="58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4718880" y="4289040"/>
            <a:ext cx="144360" cy="149040"/>
          </a:xfrm>
          <a:custGeom>
            <a:avLst/>
            <a:gdLst/>
            <a:ahLst/>
            <a:rect l="0" t="0" r="r" b="b"/>
            <a:pathLst>
              <a:path w="401" h="414">
                <a:moveTo>
                  <a:pt x="0" y="211"/>
                </a:moveTo>
                <a:cubicBezTo>
                  <a:pt x="0" y="154"/>
                  <a:pt x="20" y="104"/>
                  <a:pt x="59" y="63"/>
                </a:cubicBezTo>
                <a:cubicBezTo>
                  <a:pt x="98" y="21"/>
                  <a:pt x="145" y="0"/>
                  <a:pt x="201" y="0"/>
                </a:cubicBezTo>
                <a:cubicBezTo>
                  <a:pt x="255" y="0"/>
                  <a:pt x="303" y="20"/>
                  <a:pt x="342" y="61"/>
                </a:cubicBezTo>
                <a:cubicBezTo>
                  <a:pt x="381" y="102"/>
                  <a:pt x="401" y="152"/>
                  <a:pt x="401" y="210"/>
                </a:cubicBezTo>
                <a:cubicBezTo>
                  <a:pt x="401" y="267"/>
                  <a:pt x="382" y="316"/>
                  <a:pt x="344" y="355"/>
                </a:cubicBezTo>
                <a:cubicBezTo>
                  <a:pt x="305" y="394"/>
                  <a:pt x="257" y="414"/>
                  <a:pt x="201" y="414"/>
                </a:cubicBezTo>
                <a:cubicBezTo>
                  <a:pt x="142" y="414"/>
                  <a:pt x="95" y="394"/>
                  <a:pt x="57" y="354"/>
                </a:cubicBezTo>
                <a:cubicBezTo>
                  <a:pt x="20" y="313"/>
                  <a:pt x="1" y="265"/>
                  <a:pt x="0" y="211"/>
                </a:cubicBezTo>
                <a:moveTo>
                  <a:pt x="201" y="378"/>
                </a:moveTo>
                <a:cubicBezTo>
                  <a:pt x="275" y="378"/>
                  <a:pt x="312" y="329"/>
                  <a:pt x="312" y="230"/>
                </a:cubicBezTo>
                <a:lnTo>
                  <a:pt x="312" y="201"/>
                </a:lnTo>
                <a:lnTo>
                  <a:pt x="312" y="178"/>
                </a:lnTo>
                <a:cubicBezTo>
                  <a:pt x="312" y="165"/>
                  <a:pt x="312" y="154"/>
                  <a:pt x="311" y="144"/>
                </a:cubicBezTo>
                <a:cubicBezTo>
                  <a:pt x="310" y="134"/>
                  <a:pt x="308" y="123"/>
                  <a:pt x="305" y="110"/>
                </a:cubicBezTo>
                <a:cubicBezTo>
                  <a:pt x="301" y="97"/>
                  <a:pt x="296" y="86"/>
                  <a:pt x="290" y="77"/>
                </a:cubicBezTo>
                <a:cubicBezTo>
                  <a:pt x="284" y="69"/>
                  <a:pt x="275" y="60"/>
                  <a:pt x="262" y="52"/>
                </a:cubicBezTo>
                <a:cubicBezTo>
                  <a:pt x="249" y="44"/>
                  <a:pt x="234" y="38"/>
                  <a:pt x="217" y="34"/>
                </a:cubicBezTo>
                <a:cubicBezTo>
                  <a:pt x="214" y="33"/>
                  <a:pt x="209" y="33"/>
                  <a:pt x="203" y="33"/>
                </a:cubicBezTo>
                <a:cubicBezTo>
                  <a:pt x="185" y="33"/>
                  <a:pt x="167" y="37"/>
                  <a:pt x="151" y="44"/>
                </a:cubicBezTo>
                <a:cubicBezTo>
                  <a:pt x="125" y="57"/>
                  <a:pt x="108" y="76"/>
                  <a:pt x="101" y="99"/>
                </a:cubicBezTo>
                <a:cubicBezTo>
                  <a:pt x="93" y="122"/>
                  <a:pt x="89" y="150"/>
                  <a:pt x="89" y="182"/>
                </a:cubicBezTo>
                <a:lnTo>
                  <a:pt x="89" y="200"/>
                </a:lnTo>
                <a:cubicBezTo>
                  <a:pt x="89" y="258"/>
                  <a:pt x="95" y="299"/>
                  <a:pt x="106" y="323"/>
                </a:cubicBezTo>
                <a:cubicBezTo>
                  <a:pt x="125" y="360"/>
                  <a:pt x="157" y="378"/>
                  <a:pt x="201" y="37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4881960" y="4287240"/>
            <a:ext cx="148320" cy="214560"/>
          </a:xfrm>
          <a:custGeom>
            <a:avLst/>
            <a:gdLst/>
            <a:ahLst/>
            <a:rect l="0" t="0" r="r" b="b"/>
            <a:pathLst>
              <a:path w="412" h="596">
                <a:moveTo>
                  <a:pt x="271" y="40"/>
                </a:moveTo>
                <a:cubicBezTo>
                  <a:pt x="298" y="13"/>
                  <a:pt x="328" y="0"/>
                  <a:pt x="362" y="0"/>
                </a:cubicBezTo>
                <a:cubicBezTo>
                  <a:pt x="380" y="0"/>
                  <a:pt x="393" y="6"/>
                  <a:pt x="400" y="17"/>
                </a:cubicBezTo>
                <a:cubicBezTo>
                  <a:pt x="408" y="29"/>
                  <a:pt x="412" y="40"/>
                  <a:pt x="412" y="52"/>
                </a:cubicBezTo>
                <a:cubicBezTo>
                  <a:pt x="412" y="60"/>
                  <a:pt x="409" y="68"/>
                  <a:pt x="404" y="74"/>
                </a:cubicBezTo>
                <a:cubicBezTo>
                  <a:pt x="399" y="81"/>
                  <a:pt x="390" y="84"/>
                  <a:pt x="380" y="84"/>
                </a:cubicBezTo>
                <a:cubicBezTo>
                  <a:pt x="360" y="84"/>
                  <a:pt x="349" y="75"/>
                  <a:pt x="346" y="57"/>
                </a:cubicBezTo>
                <a:cubicBezTo>
                  <a:pt x="345" y="49"/>
                  <a:pt x="346" y="42"/>
                  <a:pt x="349" y="38"/>
                </a:cubicBezTo>
                <a:cubicBezTo>
                  <a:pt x="349" y="38"/>
                  <a:pt x="349" y="37"/>
                  <a:pt x="350" y="35"/>
                </a:cubicBezTo>
                <a:lnTo>
                  <a:pt x="350" y="34"/>
                </a:lnTo>
                <a:cubicBezTo>
                  <a:pt x="333" y="36"/>
                  <a:pt x="317" y="43"/>
                  <a:pt x="302" y="54"/>
                </a:cubicBezTo>
                <a:cubicBezTo>
                  <a:pt x="297" y="57"/>
                  <a:pt x="295" y="59"/>
                  <a:pt x="295" y="61"/>
                </a:cubicBezTo>
                <a:cubicBezTo>
                  <a:pt x="295" y="61"/>
                  <a:pt x="296" y="63"/>
                  <a:pt x="298" y="65"/>
                </a:cubicBezTo>
                <a:cubicBezTo>
                  <a:pt x="301" y="68"/>
                  <a:pt x="304" y="71"/>
                  <a:pt x="307" y="76"/>
                </a:cubicBezTo>
                <a:cubicBezTo>
                  <a:pt x="310" y="81"/>
                  <a:pt x="313" y="86"/>
                  <a:pt x="316" y="92"/>
                </a:cubicBezTo>
                <a:cubicBezTo>
                  <a:pt x="320" y="98"/>
                  <a:pt x="323" y="106"/>
                  <a:pt x="325" y="116"/>
                </a:cubicBezTo>
                <a:cubicBezTo>
                  <a:pt x="326" y="125"/>
                  <a:pt x="328" y="135"/>
                  <a:pt x="328" y="146"/>
                </a:cubicBezTo>
                <a:cubicBezTo>
                  <a:pt x="328" y="183"/>
                  <a:pt x="313" y="214"/>
                  <a:pt x="284" y="240"/>
                </a:cubicBezTo>
                <a:cubicBezTo>
                  <a:pt x="255" y="266"/>
                  <a:pt x="218" y="280"/>
                  <a:pt x="174" y="281"/>
                </a:cubicBezTo>
                <a:cubicBezTo>
                  <a:pt x="144" y="281"/>
                  <a:pt x="114" y="273"/>
                  <a:pt x="84" y="255"/>
                </a:cubicBezTo>
                <a:cubicBezTo>
                  <a:pt x="78" y="266"/>
                  <a:pt x="75" y="278"/>
                  <a:pt x="75" y="290"/>
                </a:cubicBezTo>
                <a:cubicBezTo>
                  <a:pt x="75" y="311"/>
                  <a:pt x="82" y="327"/>
                  <a:pt x="98" y="337"/>
                </a:cubicBezTo>
                <a:cubicBezTo>
                  <a:pt x="103" y="341"/>
                  <a:pt x="109" y="342"/>
                  <a:pt x="113" y="342"/>
                </a:cubicBezTo>
                <a:cubicBezTo>
                  <a:pt x="118" y="342"/>
                  <a:pt x="140" y="343"/>
                  <a:pt x="178" y="344"/>
                </a:cubicBezTo>
                <a:cubicBezTo>
                  <a:pt x="230" y="345"/>
                  <a:pt x="262" y="347"/>
                  <a:pt x="277" y="350"/>
                </a:cubicBezTo>
                <a:cubicBezTo>
                  <a:pt x="313" y="355"/>
                  <a:pt x="342" y="367"/>
                  <a:pt x="363" y="387"/>
                </a:cubicBezTo>
                <a:cubicBezTo>
                  <a:pt x="387" y="410"/>
                  <a:pt x="399" y="440"/>
                  <a:pt x="399" y="475"/>
                </a:cubicBezTo>
                <a:cubicBezTo>
                  <a:pt x="399" y="515"/>
                  <a:pt x="375" y="546"/>
                  <a:pt x="328" y="568"/>
                </a:cubicBezTo>
                <a:cubicBezTo>
                  <a:pt x="292" y="587"/>
                  <a:pt x="249" y="596"/>
                  <a:pt x="199" y="596"/>
                </a:cubicBezTo>
                <a:cubicBezTo>
                  <a:pt x="149" y="596"/>
                  <a:pt x="106" y="587"/>
                  <a:pt x="70" y="568"/>
                </a:cubicBezTo>
                <a:cubicBezTo>
                  <a:pt x="23" y="547"/>
                  <a:pt x="0" y="517"/>
                  <a:pt x="0" y="478"/>
                </a:cubicBezTo>
                <a:cubicBezTo>
                  <a:pt x="0" y="456"/>
                  <a:pt x="6" y="438"/>
                  <a:pt x="19" y="424"/>
                </a:cubicBezTo>
                <a:cubicBezTo>
                  <a:pt x="31" y="409"/>
                  <a:pt x="44" y="399"/>
                  <a:pt x="56" y="394"/>
                </a:cubicBezTo>
                <a:lnTo>
                  <a:pt x="66" y="388"/>
                </a:lnTo>
                <a:cubicBezTo>
                  <a:pt x="45" y="370"/>
                  <a:pt x="34" y="344"/>
                  <a:pt x="34" y="313"/>
                </a:cubicBezTo>
                <a:cubicBezTo>
                  <a:pt x="34" y="284"/>
                  <a:pt x="43" y="258"/>
                  <a:pt x="60" y="235"/>
                </a:cubicBezTo>
                <a:cubicBezTo>
                  <a:pt x="34" y="208"/>
                  <a:pt x="20" y="179"/>
                  <a:pt x="20" y="146"/>
                </a:cubicBezTo>
                <a:cubicBezTo>
                  <a:pt x="20" y="108"/>
                  <a:pt x="35" y="76"/>
                  <a:pt x="65" y="50"/>
                </a:cubicBezTo>
                <a:cubicBezTo>
                  <a:pt x="96" y="24"/>
                  <a:pt x="132" y="11"/>
                  <a:pt x="175" y="10"/>
                </a:cubicBezTo>
                <a:cubicBezTo>
                  <a:pt x="205" y="10"/>
                  <a:pt x="235" y="18"/>
                  <a:pt x="261" y="34"/>
                </a:cubicBezTo>
                <a:lnTo>
                  <a:pt x="271" y="40"/>
                </a:lnTo>
                <a:moveTo>
                  <a:pt x="244" y="99"/>
                </a:moveTo>
                <a:cubicBezTo>
                  <a:pt x="241" y="83"/>
                  <a:pt x="233" y="69"/>
                  <a:pt x="221" y="60"/>
                </a:cubicBezTo>
                <a:cubicBezTo>
                  <a:pt x="207" y="50"/>
                  <a:pt x="192" y="45"/>
                  <a:pt x="173" y="44"/>
                </a:cubicBezTo>
                <a:cubicBezTo>
                  <a:pt x="155" y="44"/>
                  <a:pt x="140" y="49"/>
                  <a:pt x="128" y="59"/>
                </a:cubicBezTo>
                <a:cubicBezTo>
                  <a:pt x="115" y="68"/>
                  <a:pt x="107" y="82"/>
                  <a:pt x="104" y="99"/>
                </a:cubicBezTo>
                <a:cubicBezTo>
                  <a:pt x="102" y="110"/>
                  <a:pt x="102" y="125"/>
                  <a:pt x="102" y="146"/>
                </a:cubicBezTo>
                <a:cubicBezTo>
                  <a:pt x="102" y="172"/>
                  <a:pt x="104" y="192"/>
                  <a:pt x="108" y="204"/>
                </a:cubicBezTo>
                <a:cubicBezTo>
                  <a:pt x="112" y="217"/>
                  <a:pt x="121" y="227"/>
                  <a:pt x="135" y="236"/>
                </a:cubicBezTo>
                <a:cubicBezTo>
                  <a:pt x="145" y="242"/>
                  <a:pt x="158" y="245"/>
                  <a:pt x="174" y="245"/>
                </a:cubicBezTo>
                <a:cubicBezTo>
                  <a:pt x="187" y="245"/>
                  <a:pt x="198" y="243"/>
                  <a:pt x="209" y="238"/>
                </a:cubicBezTo>
                <a:cubicBezTo>
                  <a:pt x="219" y="234"/>
                  <a:pt x="226" y="229"/>
                  <a:pt x="230" y="222"/>
                </a:cubicBezTo>
                <a:cubicBezTo>
                  <a:pt x="234" y="216"/>
                  <a:pt x="237" y="210"/>
                  <a:pt x="240" y="204"/>
                </a:cubicBezTo>
                <a:cubicBezTo>
                  <a:pt x="242" y="199"/>
                  <a:pt x="244" y="194"/>
                  <a:pt x="244" y="191"/>
                </a:cubicBezTo>
                <a:cubicBezTo>
                  <a:pt x="246" y="181"/>
                  <a:pt x="247" y="166"/>
                  <a:pt x="247" y="146"/>
                </a:cubicBezTo>
                <a:cubicBezTo>
                  <a:pt x="247" y="125"/>
                  <a:pt x="246" y="110"/>
                  <a:pt x="244" y="99"/>
                </a:cubicBezTo>
                <a:moveTo>
                  <a:pt x="338" y="478"/>
                </a:moveTo>
                <a:cubicBezTo>
                  <a:pt x="338" y="463"/>
                  <a:pt x="334" y="450"/>
                  <a:pt x="326" y="441"/>
                </a:cubicBezTo>
                <a:cubicBezTo>
                  <a:pt x="317" y="431"/>
                  <a:pt x="305" y="424"/>
                  <a:pt x="289" y="420"/>
                </a:cubicBezTo>
                <a:cubicBezTo>
                  <a:pt x="272" y="416"/>
                  <a:pt x="258" y="413"/>
                  <a:pt x="244" y="412"/>
                </a:cubicBezTo>
                <a:cubicBezTo>
                  <a:pt x="231" y="411"/>
                  <a:pt x="215" y="410"/>
                  <a:pt x="195" y="410"/>
                </a:cubicBezTo>
                <a:lnTo>
                  <a:pt x="170" y="410"/>
                </a:lnTo>
                <a:cubicBezTo>
                  <a:pt x="130" y="410"/>
                  <a:pt x="106" y="412"/>
                  <a:pt x="98" y="415"/>
                </a:cubicBezTo>
                <a:cubicBezTo>
                  <a:pt x="86" y="421"/>
                  <a:pt x="77" y="429"/>
                  <a:pt x="70" y="441"/>
                </a:cubicBezTo>
                <a:cubicBezTo>
                  <a:pt x="63" y="452"/>
                  <a:pt x="60" y="464"/>
                  <a:pt x="59" y="477"/>
                </a:cubicBezTo>
                <a:cubicBezTo>
                  <a:pt x="59" y="483"/>
                  <a:pt x="61" y="490"/>
                  <a:pt x="65" y="498"/>
                </a:cubicBezTo>
                <a:cubicBezTo>
                  <a:pt x="68" y="505"/>
                  <a:pt x="75" y="514"/>
                  <a:pt x="84" y="525"/>
                </a:cubicBezTo>
                <a:cubicBezTo>
                  <a:pt x="93" y="535"/>
                  <a:pt x="107" y="543"/>
                  <a:pt x="127" y="550"/>
                </a:cubicBezTo>
                <a:cubicBezTo>
                  <a:pt x="147" y="557"/>
                  <a:pt x="171" y="560"/>
                  <a:pt x="199" y="561"/>
                </a:cubicBezTo>
                <a:cubicBezTo>
                  <a:pt x="242" y="561"/>
                  <a:pt x="275" y="552"/>
                  <a:pt x="300" y="535"/>
                </a:cubicBezTo>
                <a:cubicBezTo>
                  <a:pt x="326" y="519"/>
                  <a:pt x="338" y="499"/>
                  <a:pt x="338" y="47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5065560" y="419076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0" y="451"/>
                </a:moveTo>
                <a:cubicBezTo>
                  <a:pt x="0" y="410"/>
                  <a:pt x="3" y="370"/>
                  <a:pt x="9" y="333"/>
                </a:cubicBezTo>
                <a:cubicBezTo>
                  <a:pt x="16" y="296"/>
                  <a:pt x="22" y="264"/>
                  <a:pt x="30" y="237"/>
                </a:cubicBezTo>
                <a:cubicBezTo>
                  <a:pt x="38" y="210"/>
                  <a:pt x="49" y="183"/>
                  <a:pt x="64" y="157"/>
                </a:cubicBezTo>
                <a:cubicBezTo>
                  <a:pt x="78" y="131"/>
                  <a:pt x="90" y="111"/>
                  <a:pt x="98" y="97"/>
                </a:cubicBezTo>
                <a:cubicBezTo>
                  <a:pt x="106" y="82"/>
                  <a:pt x="119" y="67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6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3"/>
                  <a:pt x="216" y="8"/>
                </a:cubicBezTo>
                <a:cubicBezTo>
                  <a:pt x="216" y="10"/>
                  <a:pt x="211" y="16"/>
                  <a:pt x="201" y="27"/>
                </a:cubicBezTo>
                <a:cubicBezTo>
                  <a:pt x="191" y="38"/>
                  <a:pt x="178" y="54"/>
                  <a:pt x="164" y="75"/>
                </a:cubicBezTo>
                <a:cubicBezTo>
                  <a:pt x="149" y="96"/>
                  <a:pt x="135" y="122"/>
                  <a:pt x="120" y="153"/>
                </a:cubicBezTo>
                <a:cubicBezTo>
                  <a:pt x="105" y="183"/>
                  <a:pt x="92" y="225"/>
                  <a:pt x="82" y="277"/>
                </a:cubicBezTo>
                <a:cubicBezTo>
                  <a:pt x="72" y="330"/>
                  <a:pt x="66" y="388"/>
                  <a:pt x="66" y="451"/>
                </a:cubicBezTo>
                <a:cubicBezTo>
                  <a:pt x="66" y="515"/>
                  <a:pt x="72" y="574"/>
                  <a:pt x="82" y="626"/>
                </a:cubicBezTo>
                <a:cubicBezTo>
                  <a:pt x="92" y="677"/>
                  <a:pt x="104" y="719"/>
                  <a:pt x="119" y="751"/>
                </a:cubicBezTo>
                <a:cubicBezTo>
                  <a:pt x="133" y="783"/>
                  <a:pt x="148" y="809"/>
                  <a:pt x="163" y="829"/>
                </a:cubicBezTo>
                <a:cubicBezTo>
                  <a:pt x="178" y="849"/>
                  <a:pt x="191" y="865"/>
                  <a:pt x="201" y="877"/>
                </a:cubicBezTo>
                <a:cubicBezTo>
                  <a:pt x="211" y="889"/>
                  <a:pt x="216" y="895"/>
                  <a:pt x="216" y="896"/>
                </a:cubicBezTo>
                <a:cubicBezTo>
                  <a:pt x="216" y="901"/>
                  <a:pt x="212" y="904"/>
                  <a:pt x="203" y="904"/>
                </a:cubicBezTo>
                <a:lnTo>
                  <a:pt x="200" y="904"/>
                </a:lnTo>
                <a:lnTo>
                  <a:pt x="188" y="904"/>
                </a:lnTo>
                <a:lnTo>
                  <a:pt x="163" y="882"/>
                </a:lnTo>
                <a:cubicBezTo>
                  <a:pt x="106" y="831"/>
                  <a:pt x="65" y="767"/>
                  <a:pt x="39" y="691"/>
                </a:cubicBezTo>
                <a:cubicBezTo>
                  <a:pt x="13" y="614"/>
                  <a:pt x="0" y="534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5188320" y="4218120"/>
            <a:ext cx="111960" cy="216720"/>
          </a:xfrm>
          <a:custGeom>
            <a:avLst/>
            <a:gdLst/>
            <a:ahLst/>
            <a:rect l="0" t="0" r="r" b="b"/>
            <a:pathLst>
              <a:path w="311" h="602">
                <a:moveTo>
                  <a:pt x="118" y="80"/>
                </a:moveTo>
                <a:lnTo>
                  <a:pt x="106" y="85"/>
                </a:lnTo>
                <a:cubicBezTo>
                  <a:pt x="98" y="88"/>
                  <a:pt x="86" y="91"/>
                  <a:pt x="70" y="94"/>
                </a:cubicBezTo>
                <a:cubicBezTo>
                  <a:pt x="55" y="97"/>
                  <a:pt x="37" y="99"/>
                  <a:pt x="18" y="100"/>
                </a:cubicBezTo>
                <a:lnTo>
                  <a:pt x="0" y="100"/>
                </a:lnTo>
                <a:lnTo>
                  <a:pt x="0" y="59"/>
                </a:lnTo>
                <a:lnTo>
                  <a:pt x="18" y="59"/>
                </a:lnTo>
                <a:cubicBezTo>
                  <a:pt x="46" y="58"/>
                  <a:pt x="72" y="53"/>
                  <a:pt x="96" y="45"/>
                </a:cubicBezTo>
                <a:cubicBezTo>
                  <a:pt x="120" y="37"/>
                  <a:pt x="137" y="30"/>
                  <a:pt x="147" y="24"/>
                </a:cubicBezTo>
                <a:cubicBezTo>
                  <a:pt x="156" y="17"/>
                  <a:pt x="165" y="10"/>
                  <a:pt x="172" y="4"/>
                </a:cubicBezTo>
                <a:cubicBezTo>
                  <a:pt x="173" y="1"/>
                  <a:pt x="177" y="0"/>
                  <a:pt x="183" y="0"/>
                </a:cubicBezTo>
                <a:cubicBezTo>
                  <a:pt x="188" y="0"/>
                  <a:pt x="193" y="2"/>
                  <a:pt x="198" y="6"/>
                </a:cubicBezTo>
                <a:lnTo>
                  <a:pt x="198" y="276"/>
                </a:lnTo>
                <a:lnTo>
                  <a:pt x="199" y="547"/>
                </a:lnTo>
                <a:cubicBezTo>
                  <a:pt x="203" y="551"/>
                  <a:pt x="207" y="554"/>
                  <a:pt x="210" y="555"/>
                </a:cubicBezTo>
                <a:cubicBezTo>
                  <a:pt x="213" y="556"/>
                  <a:pt x="220" y="558"/>
                  <a:pt x="232" y="559"/>
                </a:cubicBezTo>
                <a:cubicBezTo>
                  <a:pt x="243" y="560"/>
                  <a:pt x="262" y="561"/>
                  <a:pt x="288" y="561"/>
                </a:cubicBezTo>
                <a:lnTo>
                  <a:pt x="311" y="561"/>
                </a:lnTo>
                <a:lnTo>
                  <a:pt x="311" y="602"/>
                </a:lnTo>
                <a:lnTo>
                  <a:pt x="301" y="602"/>
                </a:lnTo>
                <a:cubicBezTo>
                  <a:pt x="289" y="600"/>
                  <a:pt x="241" y="599"/>
                  <a:pt x="158" y="599"/>
                </a:cubicBezTo>
                <a:cubicBezTo>
                  <a:pt x="76" y="599"/>
                  <a:pt x="29" y="600"/>
                  <a:pt x="16" y="602"/>
                </a:cubicBezTo>
                <a:lnTo>
                  <a:pt x="5" y="602"/>
                </a:lnTo>
                <a:lnTo>
                  <a:pt x="5" y="561"/>
                </a:lnTo>
                <a:lnTo>
                  <a:pt x="29" y="561"/>
                </a:lnTo>
                <a:cubicBezTo>
                  <a:pt x="42" y="561"/>
                  <a:pt x="53" y="561"/>
                  <a:pt x="63" y="561"/>
                </a:cubicBezTo>
                <a:cubicBezTo>
                  <a:pt x="73" y="561"/>
                  <a:pt x="80" y="560"/>
                  <a:pt x="85" y="560"/>
                </a:cubicBezTo>
                <a:cubicBezTo>
                  <a:pt x="91" y="559"/>
                  <a:pt x="96" y="558"/>
                  <a:pt x="100" y="557"/>
                </a:cubicBezTo>
                <a:cubicBezTo>
                  <a:pt x="104" y="556"/>
                  <a:pt x="107" y="555"/>
                  <a:pt x="107" y="555"/>
                </a:cubicBezTo>
                <a:cubicBezTo>
                  <a:pt x="108" y="555"/>
                  <a:pt x="110" y="554"/>
                  <a:pt x="113" y="551"/>
                </a:cubicBezTo>
                <a:cubicBezTo>
                  <a:pt x="116" y="548"/>
                  <a:pt x="117" y="546"/>
                  <a:pt x="118" y="547"/>
                </a:cubicBezTo>
                <a:lnTo>
                  <a:pt x="118" y="8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5423040" y="4346640"/>
            <a:ext cx="198720" cy="13320"/>
          </a:xfrm>
          <a:custGeom>
            <a:avLst/>
            <a:gdLst/>
            <a:ahLst/>
            <a:rect l="0" t="0" r="r" b="b"/>
            <a:pathLst>
              <a:path w="552" h="37">
                <a:moveTo>
                  <a:pt x="13" y="0"/>
                </a:moveTo>
                <a:lnTo>
                  <a:pt x="538" y="0"/>
                </a:lnTo>
                <a:cubicBezTo>
                  <a:pt x="547" y="6"/>
                  <a:pt x="552" y="12"/>
                  <a:pt x="552" y="19"/>
                </a:cubicBezTo>
                <a:cubicBezTo>
                  <a:pt x="552" y="27"/>
                  <a:pt x="547" y="33"/>
                  <a:pt x="538" y="37"/>
                </a:cubicBezTo>
                <a:lnTo>
                  <a:pt x="13" y="37"/>
                </a:lnTo>
                <a:cubicBezTo>
                  <a:pt x="5" y="33"/>
                  <a:pt x="0" y="27"/>
                  <a:pt x="0" y="19"/>
                </a:cubicBezTo>
                <a:cubicBezTo>
                  <a:pt x="0" y="12"/>
                  <a:pt x="5" y="6"/>
                  <a:pt x="13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5731560" y="421272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29" y="49"/>
                </a:moveTo>
                <a:cubicBezTo>
                  <a:pt x="229" y="45"/>
                  <a:pt x="212" y="42"/>
                  <a:pt x="178" y="41"/>
                </a:cubicBezTo>
                <a:cubicBezTo>
                  <a:pt x="164" y="41"/>
                  <a:pt x="155" y="41"/>
                  <a:pt x="151" y="40"/>
                </a:cubicBezTo>
                <a:cubicBezTo>
                  <a:pt x="146" y="40"/>
                  <a:pt x="144" y="37"/>
                  <a:pt x="144" y="32"/>
                </a:cubicBezTo>
                <a:cubicBezTo>
                  <a:pt x="144" y="27"/>
                  <a:pt x="146" y="21"/>
                  <a:pt x="148" y="14"/>
                </a:cubicBezTo>
                <a:cubicBezTo>
                  <a:pt x="150" y="7"/>
                  <a:pt x="152" y="2"/>
                  <a:pt x="154" y="1"/>
                </a:cubicBezTo>
                <a:cubicBezTo>
                  <a:pt x="155" y="0"/>
                  <a:pt x="215" y="0"/>
                  <a:pt x="334" y="0"/>
                </a:cubicBezTo>
                <a:cubicBezTo>
                  <a:pt x="435" y="0"/>
                  <a:pt x="492" y="1"/>
                  <a:pt x="504" y="1"/>
                </a:cubicBezTo>
                <a:cubicBezTo>
                  <a:pt x="516" y="1"/>
                  <a:pt x="528" y="2"/>
                  <a:pt x="540" y="6"/>
                </a:cubicBezTo>
                <a:cubicBezTo>
                  <a:pt x="583" y="16"/>
                  <a:pt x="620" y="40"/>
                  <a:pt x="650" y="77"/>
                </a:cubicBezTo>
                <a:cubicBezTo>
                  <a:pt x="680" y="115"/>
                  <a:pt x="695" y="164"/>
                  <a:pt x="696" y="227"/>
                </a:cubicBezTo>
                <a:cubicBezTo>
                  <a:pt x="696" y="322"/>
                  <a:pt x="664" y="406"/>
                  <a:pt x="599" y="481"/>
                </a:cubicBezTo>
                <a:cubicBezTo>
                  <a:pt x="535" y="555"/>
                  <a:pt x="459" y="600"/>
                  <a:pt x="371" y="614"/>
                </a:cubicBezTo>
                <a:lnTo>
                  <a:pt x="358" y="616"/>
                </a:lnTo>
                <a:lnTo>
                  <a:pt x="183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1" y="617"/>
                  <a:pt x="11" y="616"/>
                  <a:pt x="7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2"/>
                  <a:pt x="3" y="594"/>
                </a:cubicBezTo>
                <a:cubicBezTo>
                  <a:pt x="5" y="585"/>
                  <a:pt x="7" y="579"/>
                  <a:pt x="10" y="578"/>
                </a:cubicBezTo>
                <a:cubicBezTo>
                  <a:pt x="12" y="577"/>
                  <a:pt x="19" y="576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1"/>
                  <a:pt x="99" y="567"/>
                  <a:pt x="102" y="562"/>
                </a:cubicBezTo>
                <a:cubicBezTo>
                  <a:pt x="104" y="560"/>
                  <a:pt x="125" y="476"/>
                  <a:pt x="167" y="311"/>
                </a:cubicBezTo>
                <a:cubicBezTo>
                  <a:pt x="208" y="145"/>
                  <a:pt x="229" y="58"/>
                  <a:pt x="229" y="49"/>
                </a:cubicBezTo>
                <a:moveTo>
                  <a:pt x="606" y="193"/>
                </a:moveTo>
                <a:cubicBezTo>
                  <a:pt x="606" y="170"/>
                  <a:pt x="602" y="149"/>
                  <a:pt x="596" y="131"/>
                </a:cubicBezTo>
                <a:cubicBezTo>
                  <a:pt x="589" y="113"/>
                  <a:pt x="581" y="99"/>
                  <a:pt x="572" y="89"/>
                </a:cubicBezTo>
                <a:cubicBezTo>
                  <a:pt x="563" y="79"/>
                  <a:pt x="552" y="70"/>
                  <a:pt x="539" y="63"/>
                </a:cubicBezTo>
                <a:cubicBezTo>
                  <a:pt x="526" y="56"/>
                  <a:pt x="514" y="51"/>
                  <a:pt x="504" y="48"/>
                </a:cubicBezTo>
                <a:cubicBezTo>
                  <a:pt x="493" y="46"/>
                  <a:pt x="483" y="44"/>
                  <a:pt x="472" y="42"/>
                </a:cubicBezTo>
                <a:cubicBezTo>
                  <a:pt x="471" y="42"/>
                  <a:pt x="467" y="42"/>
                  <a:pt x="459" y="42"/>
                </a:cubicBezTo>
                <a:cubicBezTo>
                  <a:pt x="452" y="42"/>
                  <a:pt x="443" y="42"/>
                  <a:pt x="433" y="42"/>
                </a:cubicBezTo>
                <a:cubicBezTo>
                  <a:pt x="423" y="42"/>
                  <a:pt x="413" y="42"/>
                  <a:pt x="403" y="41"/>
                </a:cubicBezTo>
                <a:lnTo>
                  <a:pt x="364" y="41"/>
                </a:lnTo>
                <a:cubicBezTo>
                  <a:pt x="337" y="41"/>
                  <a:pt x="322" y="44"/>
                  <a:pt x="319" y="50"/>
                </a:cubicBezTo>
                <a:cubicBezTo>
                  <a:pt x="317" y="53"/>
                  <a:pt x="295" y="139"/>
                  <a:pt x="253" y="311"/>
                </a:cubicBezTo>
                <a:cubicBezTo>
                  <a:pt x="210" y="482"/>
                  <a:pt x="189" y="568"/>
                  <a:pt x="189" y="570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5" y="574"/>
                  <a:pt x="228" y="574"/>
                  <a:pt x="268" y="575"/>
                </a:cubicBezTo>
                <a:cubicBezTo>
                  <a:pt x="271" y="575"/>
                  <a:pt x="277" y="575"/>
                  <a:pt x="285" y="575"/>
                </a:cubicBezTo>
                <a:cubicBezTo>
                  <a:pt x="294" y="575"/>
                  <a:pt x="301" y="575"/>
                  <a:pt x="307" y="576"/>
                </a:cubicBezTo>
                <a:cubicBezTo>
                  <a:pt x="383" y="576"/>
                  <a:pt x="446" y="551"/>
                  <a:pt x="496" y="502"/>
                </a:cubicBezTo>
                <a:cubicBezTo>
                  <a:pt x="517" y="480"/>
                  <a:pt x="535" y="455"/>
                  <a:pt x="549" y="426"/>
                </a:cubicBezTo>
                <a:cubicBezTo>
                  <a:pt x="563" y="397"/>
                  <a:pt x="576" y="359"/>
                  <a:pt x="588" y="311"/>
                </a:cubicBezTo>
                <a:cubicBezTo>
                  <a:pt x="600" y="263"/>
                  <a:pt x="606" y="223"/>
                  <a:pt x="606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6020280" y="419076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1"/>
                </a:moveTo>
                <a:cubicBezTo>
                  <a:pt x="0" y="410"/>
                  <a:pt x="3" y="370"/>
                  <a:pt x="9" y="333"/>
                </a:cubicBezTo>
                <a:cubicBezTo>
                  <a:pt x="15" y="296"/>
                  <a:pt x="22" y="264"/>
                  <a:pt x="30" y="237"/>
                </a:cubicBezTo>
                <a:cubicBezTo>
                  <a:pt x="38" y="210"/>
                  <a:pt x="49" y="183"/>
                  <a:pt x="63" y="157"/>
                </a:cubicBezTo>
                <a:cubicBezTo>
                  <a:pt x="78" y="131"/>
                  <a:pt x="89" y="111"/>
                  <a:pt x="98" y="97"/>
                </a:cubicBezTo>
                <a:cubicBezTo>
                  <a:pt x="106" y="82"/>
                  <a:pt x="119" y="67"/>
                  <a:pt x="136" y="50"/>
                </a:cubicBezTo>
                <a:cubicBezTo>
                  <a:pt x="152" y="33"/>
                  <a:pt x="163" y="23"/>
                  <a:pt x="166" y="19"/>
                </a:cubicBezTo>
                <a:cubicBezTo>
                  <a:pt x="169" y="16"/>
                  <a:pt x="177" y="9"/>
                  <a:pt x="189" y="0"/>
                </a:cubicBezTo>
                <a:lnTo>
                  <a:pt x="201" y="0"/>
                </a:lnTo>
                <a:lnTo>
                  <a:pt x="204" y="0"/>
                </a:lnTo>
                <a:cubicBezTo>
                  <a:pt x="213" y="0"/>
                  <a:pt x="217" y="3"/>
                  <a:pt x="217" y="8"/>
                </a:cubicBezTo>
                <a:cubicBezTo>
                  <a:pt x="217" y="10"/>
                  <a:pt x="212" y="16"/>
                  <a:pt x="202" y="27"/>
                </a:cubicBezTo>
                <a:cubicBezTo>
                  <a:pt x="191" y="38"/>
                  <a:pt x="179" y="54"/>
                  <a:pt x="165" y="75"/>
                </a:cubicBezTo>
                <a:cubicBezTo>
                  <a:pt x="149" y="96"/>
                  <a:pt x="134" y="122"/>
                  <a:pt x="119" y="153"/>
                </a:cubicBezTo>
                <a:cubicBezTo>
                  <a:pt x="104" y="183"/>
                  <a:pt x="92" y="225"/>
                  <a:pt x="81" y="277"/>
                </a:cubicBezTo>
                <a:cubicBezTo>
                  <a:pt x="71" y="330"/>
                  <a:pt x="66" y="388"/>
                  <a:pt x="66" y="451"/>
                </a:cubicBezTo>
                <a:cubicBezTo>
                  <a:pt x="66" y="515"/>
                  <a:pt x="71" y="574"/>
                  <a:pt x="81" y="626"/>
                </a:cubicBezTo>
                <a:cubicBezTo>
                  <a:pt x="92" y="677"/>
                  <a:pt x="104" y="719"/>
                  <a:pt x="118" y="751"/>
                </a:cubicBezTo>
                <a:cubicBezTo>
                  <a:pt x="133" y="783"/>
                  <a:pt x="148" y="809"/>
                  <a:pt x="164" y="829"/>
                </a:cubicBezTo>
                <a:cubicBezTo>
                  <a:pt x="179" y="849"/>
                  <a:pt x="191" y="865"/>
                  <a:pt x="202" y="877"/>
                </a:cubicBezTo>
                <a:cubicBezTo>
                  <a:pt x="212" y="889"/>
                  <a:pt x="217" y="895"/>
                  <a:pt x="217" y="896"/>
                </a:cubicBezTo>
                <a:cubicBezTo>
                  <a:pt x="217" y="901"/>
                  <a:pt x="212" y="904"/>
                  <a:pt x="203" y="904"/>
                </a:cubicBezTo>
                <a:lnTo>
                  <a:pt x="201" y="904"/>
                </a:lnTo>
                <a:lnTo>
                  <a:pt x="189" y="904"/>
                </a:lnTo>
                <a:lnTo>
                  <a:pt x="164" y="882"/>
                </a:lnTo>
                <a:cubicBezTo>
                  <a:pt x="106" y="831"/>
                  <a:pt x="65" y="767"/>
                  <a:pt x="39" y="691"/>
                </a:cubicBezTo>
                <a:cubicBezTo>
                  <a:pt x="13" y="614"/>
                  <a:pt x="0" y="534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6132600" y="4205520"/>
            <a:ext cx="230760" cy="236520"/>
          </a:xfrm>
          <a:custGeom>
            <a:avLst/>
            <a:gdLst/>
            <a:ahLst/>
            <a:rect l="0" t="0" r="r" b="b"/>
            <a:pathLst>
              <a:path w="641" h="657">
                <a:moveTo>
                  <a:pt x="0" y="409"/>
                </a:moveTo>
                <a:cubicBezTo>
                  <a:pt x="0" y="339"/>
                  <a:pt x="20" y="273"/>
                  <a:pt x="60" y="209"/>
                </a:cubicBezTo>
                <a:cubicBezTo>
                  <a:pt x="100" y="145"/>
                  <a:pt x="151" y="95"/>
                  <a:pt x="213" y="58"/>
                </a:cubicBezTo>
                <a:cubicBezTo>
                  <a:pt x="274" y="20"/>
                  <a:pt x="335" y="1"/>
                  <a:pt x="397" y="1"/>
                </a:cubicBezTo>
                <a:cubicBezTo>
                  <a:pt x="451" y="1"/>
                  <a:pt x="494" y="16"/>
                  <a:pt x="526" y="47"/>
                </a:cubicBezTo>
                <a:cubicBezTo>
                  <a:pt x="531" y="53"/>
                  <a:pt x="536" y="58"/>
                  <a:pt x="539" y="62"/>
                </a:cubicBezTo>
                <a:cubicBezTo>
                  <a:pt x="543" y="66"/>
                  <a:pt x="545" y="69"/>
                  <a:pt x="547" y="71"/>
                </a:cubicBezTo>
                <a:lnTo>
                  <a:pt x="547" y="74"/>
                </a:lnTo>
                <a:cubicBezTo>
                  <a:pt x="549" y="74"/>
                  <a:pt x="557" y="66"/>
                  <a:pt x="573" y="50"/>
                </a:cubicBezTo>
                <a:cubicBezTo>
                  <a:pt x="577" y="47"/>
                  <a:pt x="582" y="42"/>
                  <a:pt x="586" y="38"/>
                </a:cubicBezTo>
                <a:cubicBezTo>
                  <a:pt x="591" y="33"/>
                  <a:pt x="596" y="28"/>
                  <a:pt x="601" y="23"/>
                </a:cubicBezTo>
                <a:cubicBezTo>
                  <a:pt x="606" y="18"/>
                  <a:pt x="609" y="15"/>
                  <a:pt x="610" y="13"/>
                </a:cubicBezTo>
                <a:lnTo>
                  <a:pt x="623" y="0"/>
                </a:lnTo>
                <a:lnTo>
                  <a:pt x="629" y="0"/>
                </a:lnTo>
                <a:cubicBezTo>
                  <a:pt x="637" y="0"/>
                  <a:pt x="641" y="2"/>
                  <a:pt x="641" y="6"/>
                </a:cubicBezTo>
                <a:cubicBezTo>
                  <a:pt x="641" y="9"/>
                  <a:pt x="632" y="50"/>
                  <a:pt x="612" y="130"/>
                </a:cubicBezTo>
                <a:cubicBezTo>
                  <a:pt x="591" y="213"/>
                  <a:pt x="580" y="255"/>
                  <a:pt x="580" y="256"/>
                </a:cubicBezTo>
                <a:cubicBezTo>
                  <a:pt x="579" y="259"/>
                  <a:pt x="577" y="261"/>
                  <a:pt x="575" y="261"/>
                </a:cubicBezTo>
                <a:cubicBezTo>
                  <a:pt x="574" y="262"/>
                  <a:pt x="568" y="263"/>
                  <a:pt x="558" y="263"/>
                </a:cubicBezTo>
                <a:lnTo>
                  <a:pt x="544" y="263"/>
                </a:lnTo>
                <a:cubicBezTo>
                  <a:pt x="540" y="260"/>
                  <a:pt x="538" y="257"/>
                  <a:pt x="538" y="255"/>
                </a:cubicBezTo>
                <a:cubicBezTo>
                  <a:pt x="538" y="255"/>
                  <a:pt x="539" y="252"/>
                  <a:pt x="539" y="249"/>
                </a:cubicBezTo>
                <a:cubicBezTo>
                  <a:pt x="540" y="245"/>
                  <a:pt x="540" y="239"/>
                  <a:pt x="541" y="231"/>
                </a:cubicBezTo>
                <a:cubicBezTo>
                  <a:pt x="542" y="222"/>
                  <a:pt x="542" y="213"/>
                  <a:pt x="542" y="202"/>
                </a:cubicBezTo>
                <a:cubicBezTo>
                  <a:pt x="542" y="159"/>
                  <a:pt x="532" y="122"/>
                  <a:pt x="513" y="90"/>
                </a:cubicBezTo>
                <a:cubicBezTo>
                  <a:pt x="494" y="58"/>
                  <a:pt x="461" y="42"/>
                  <a:pt x="415" y="41"/>
                </a:cubicBezTo>
                <a:cubicBezTo>
                  <a:pt x="404" y="41"/>
                  <a:pt x="392" y="42"/>
                  <a:pt x="380" y="44"/>
                </a:cubicBezTo>
                <a:cubicBezTo>
                  <a:pt x="367" y="46"/>
                  <a:pt x="351" y="50"/>
                  <a:pt x="332" y="56"/>
                </a:cubicBezTo>
                <a:cubicBezTo>
                  <a:pt x="312" y="62"/>
                  <a:pt x="294" y="70"/>
                  <a:pt x="277" y="81"/>
                </a:cubicBezTo>
                <a:cubicBezTo>
                  <a:pt x="259" y="92"/>
                  <a:pt x="240" y="106"/>
                  <a:pt x="220" y="124"/>
                </a:cubicBezTo>
                <a:cubicBezTo>
                  <a:pt x="199" y="142"/>
                  <a:pt x="182" y="164"/>
                  <a:pt x="167" y="188"/>
                </a:cubicBezTo>
                <a:cubicBezTo>
                  <a:pt x="153" y="213"/>
                  <a:pt x="139" y="244"/>
                  <a:pt x="125" y="280"/>
                </a:cubicBezTo>
                <a:cubicBezTo>
                  <a:pt x="111" y="317"/>
                  <a:pt x="102" y="357"/>
                  <a:pt x="97" y="401"/>
                </a:cubicBezTo>
                <a:cubicBezTo>
                  <a:pt x="96" y="412"/>
                  <a:pt x="95" y="424"/>
                  <a:pt x="95" y="437"/>
                </a:cubicBezTo>
                <a:cubicBezTo>
                  <a:pt x="95" y="466"/>
                  <a:pt x="99" y="492"/>
                  <a:pt x="108" y="514"/>
                </a:cubicBezTo>
                <a:cubicBezTo>
                  <a:pt x="116" y="537"/>
                  <a:pt x="127" y="554"/>
                  <a:pt x="140" y="566"/>
                </a:cubicBezTo>
                <a:cubicBezTo>
                  <a:pt x="154" y="578"/>
                  <a:pt x="169" y="588"/>
                  <a:pt x="186" y="596"/>
                </a:cubicBezTo>
                <a:cubicBezTo>
                  <a:pt x="202" y="605"/>
                  <a:pt x="218" y="610"/>
                  <a:pt x="232" y="612"/>
                </a:cubicBezTo>
                <a:cubicBezTo>
                  <a:pt x="247" y="614"/>
                  <a:pt x="260" y="615"/>
                  <a:pt x="273" y="615"/>
                </a:cubicBezTo>
                <a:cubicBezTo>
                  <a:pt x="306" y="615"/>
                  <a:pt x="335" y="608"/>
                  <a:pt x="362" y="595"/>
                </a:cubicBezTo>
                <a:cubicBezTo>
                  <a:pt x="389" y="581"/>
                  <a:pt x="408" y="563"/>
                  <a:pt x="418" y="541"/>
                </a:cubicBezTo>
                <a:cubicBezTo>
                  <a:pt x="420" y="537"/>
                  <a:pt x="425" y="520"/>
                  <a:pt x="432" y="492"/>
                </a:cubicBezTo>
                <a:cubicBezTo>
                  <a:pt x="439" y="463"/>
                  <a:pt x="443" y="447"/>
                  <a:pt x="443" y="443"/>
                </a:cubicBezTo>
                <a:cubicBezTo>
                  <a:pt x="443" y="438"/>
                  <a:pt x="439" y="435"/>
                  <a:pt x="431" y="434"/>
                </a:cubicBezTo>
                <a:cubicBezTo>
                  <a:pt x="423" y="433"/>
                  <a:pt x="405" y="432"/>
                  <a:pt x="377" y="431"/>
                </a:cubicBezTo>
                <a:lnTo>
                  <a:pt x="343" y="431"/>
                </a:lnTo>
                <a:cubicBezTo>
                  <a:pt x="340" y="428"/>
                  <a:pt x="338" y="425"/>
                  <a:pt x="338" y="424"/>
                </a:cubicBezTo>
                <a:cubicBezTo>
                  <a:pt x="338" y="423"/>
                  <a:pt x="339" y="417"/>
                  <a:pt x="340" y="407"/>
                </a:cubicBezTo>
                <a:cubicBezTo>
                  <a:pt x="342" y="399"/>
                  <a:pt x="345" y="393"/>
                  <a:pt x="349" y="390"/>
                </a:cubicBezTo>
                <a:lnTo>
                  <a:pt x="364" y="390"/>
                </a:lnTo>
                <a:cubicBezTo>
                  <a:pt x="388" y="391"/>
                  <a:pt x="430" y="391"/>
                  <a:pt x="491" y="391"/>
                </a:cubicBezTo>
                <a:cubicBezTo>
                  <a:pt x="515" y="391"/>
                  <a:pt x="534" y="391"/>
                  <a:pt x="549" y="391"/>
                </a:cubicBezTo>
                <a:cubicBezTo>
                  <a:pt x="564" y="391"/>
                  <a:pt x="576" y="391"/>
                  <a:pt x="583" y="391"/>
                </a:cubicBezTo>
                <a:cubicBezTo>
                  <a:pt x="589" y="390"/>
                  <a:pt x="593" y="390"/>
                  <a:pt x="594" y="391"/>
                </a:cubicBezTo>
                <a:cubicBezTo>
                  <a:pt x="602" y="391"/>
                  <a:pt x="606" y="393"/>
                  <a:pt x="606" y="399"/>
                </a:cubicBezTo>
                <a:cubicBezTo>
                  <a:pt x="606" y="400"/>
                  <a:pt x="606" y="404"/>
                  <a:pt x="604" y="411"/>
                </a:cubicBezTo>
                <a:cubicBezTo>
                  <a:pt x="601" y="423"/>
                  <a:pt x="598" y="429"/>
                  <a:pt x="595" y="430"/>
                </a:cubicBezTo>
                <a:cubicBezTo>
                  <a:pt x="594" y="431"/>
                  <a:pt x="589" y="431"/>
                  <a:pt x="582" y="431"/>
                </a:cubicBezTo>
                <a:cubicBezTo>
                  <a:pt x="570" y="431"/>
                  <a:pt x="556" y="432"/>
                  <a:pt x="544" y="434"/>
                </a:cubicBezTo>
                <a:cubicBezTo>
                  <a:pt x="540" y="436"/>
                  <a:pt x="537" y="438"/>
                  <a:pt x="535" y="442"/>
                </a:cubicBezTo>
                <a:cubicBezTo>
                  <a:pt x="533" y="446"/>
                  <a:pt x="529" y="462"/>
                  <a:pt x="522" y="489"/>
                </a:cubicBezTo>
                <a:cubicBezTo>
                  <a:pt x="517" y="509"/>
                  <a:pt x="512" y="526"/>
                  <a:pt x="509" y="540"/>
                </a:cubicBezTo>
                <a:cubicBezTo>
                  <a:pt x="494" y="601"/>
                  <a:pt x="485" y="633"/>
                  <a:pt x="483" y="634"/>
                </a:cubicBezTo>
                <a:cubicBezTo>
                  <a:pt x="482" y="636"/>
                  <a:pt x="481" y="636"/>
                  <a:pt x="479" y="636"/>
                </a:cubicBezTo>
                <a:cubicBezTo>
                  <a:pt x="473" y="636"/>
                  <a:pt x="464" y="630"/>
                  <a:pt x="454" y="618"/>
                </a:cubicBezTo>
                <a:cubicBezTo>
                  <a:pt x="443" y="606"/>
                  <a:pt x="436" y="597"/>
                  <a:pt x="433" y="590"/>
                </a:cubicBezTo>
                <a:cubicBezTo>
                  <a:pt x="433" y="589"/>
                  <a:pt x="432" y="589"/>
                  <a:pt x="431" y="590"/>
                </a:cubicBezTo>
                <a:cubicBezTo>
                  <a:pt x="430" y="591"/>
                  <a:pt x="428" y="592"/>
                  <a:pt x="426" y="595"/>
                </a:cubicBezTo>
                <a:cubicBezTo>
                  <a:pt x="381" y="636"/>
                  <a:pt x="321" y="657"/>
                  <a:pt x="245" y="657"/>
                </a:cubicBezTo>
                <a:cubicBezTo>
                  <a:pt x="172" y="657"/>
                  <a:pt x="113" y="634"/>
                  <a:pt x="68" y="587"/>
                </a:cubicBezTo>
                <a:cubicBezTo>
                  <a:pt x="23" y="541"/>
                  <a:pt x="0" y="482"/>
                  <a:pt x="0" y="4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6402240" y="419076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0" y="451"/>
                </a:moveTo>
                <a:cubicBezTo>
                  <a:pt x="0" y="410"/>
                  <a:pt x="3" y="370"/>
                  <a:pt x="9" y="333"/>
                </a:cubicBezTo>
                <a:cubicBezTo>
                  <a:pt x="15" y="296"/>
                  <a:pt x="22" y="264"/>
                  <a:pt x="29" y="237"/>
                </a:cubicBezTo>
                <a:cubicBezTo>
                  <a:pt x="37" y="210"/>
                  <a:pt x="48" y="183"/>
                  <a:pt x="63" y="157"/>
                </a:cubicBezTo>
                <a:cubicBezTo>
                  <a:pt x="77" y="131"/>
                  <a:pt x="89" y="111"/>
                  <a:pt x="97" y="97"/>
                </a:cubicBezTo>
                <a:cubicBezTo>
                  <a:pt x="106" y="82"/>
                  <a:pt x="118" y="67"/>
                  <a:pt x="135" y="50"/>
                </a:cubicBezTo>
                <a:cubicBezTo>
                  <a:pt x="152" y="33"/>
                  <a:pt x="162" y="23"/>
                  <a:pt x="165" y="19"/>
                </a:cubicBezTo>
                <a:cubicBezTo>
                  <a:pt x="168" y="16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3"/>
                  <a:pt x="216" y="8"/>
                </a:cubicBezTo>
                <a:cubicBezTo>
                  <a:pt x="216" y="10"/>
                  <a:pt x="211" y="16"/>
                  <a:pt x="201" y="27"/>
                </a:cubicBezTo>
                <a:cubicBezTo>
                  <a:pt x="191" y="38"/>
                  <a:pt x="178" y="54"/>
                  <a:pt x="163" y="75"/>
                </a:cubicBezTo>
                <a:cubicBezTo>
                  <a:pt x="149" y="96"/>
                  <a:pt x="134" y="122"/>
                  <a:pt x="119" y="153"/>
                </a:cubicBezTo>
                <a:cubicBezTo>
                  <a:pt x="104" y="183"/>
                  <a:pt x="91" y="225"/>
                  <a:pt x="81" y="277"/>
                </a:cubicBezTo>
                <a:cubicBezTo>
                  <a:pt x="71" y="330"/>
                  <a:pt x="66" y="388"/>
                  <a:pt x="66" y="451"/>
                </a:cubicBezTo>
                <a:cubicBezTo>
                  <a:pt x="66" y="515"/>
                  <a:pt x="71" y="574"/>
                  <a:pt x="81" y="626"/>
                </a:cubicBezTo>
                <a:cubicBezTo>
                  <a:pt x="91" y="677"/>
                  <a:pt x="103" y="719"/>
                  <a:pt x="118" y="751"/>
                </a:cubicBezTo>
                <a:cubicBezTo>
                  <a:pt x="132" y="783"/>
                  <a:pt x="147" y="809"/>
                  <a:pt x="162" y="829"/>
                </a:cubicBezTo>
                <a:cubicBezTo>
                  <a:pt x="178" y="849"/>
                  <a:pt x="191" y="865"/>
                  <a:pt x="201" y="877"/>
                </a:cubicBezTo>
                <a:cubicBezTo>
                  <a:pt x="211" y="889"/>
                  <a:pt x="216" y="895"/>
                  <a:pt x="216" y="896"/>
                </a:cubicBezTo>
                <a:cubicBezTo>
                  <a:pt x="216" y="901"/>
                  <a:pt x="212" y="904"/>
                  <a:pt x="203" y="904"/>
                </a:cubicBezTo>
                <a:lnTo>
                  <a:pt x="200" y="904"/>
                </a:lnTo>
                <a:lnTo>
                  <a:pt x="188" y="904"/>
                </a:lnTo>
                <a:lnTo>
                  <a:pt x="162" y="882"/>
                </a:lnTo>
                <a:cubicBezTo>
                  <a:pt x="106" y="831"/>
                  <a:pt x="64" y="767"/>
                  <a:pt x="38" y="691"/>
                </a:cubicBezTo>
                <a:cubicBezTo>
                  <a:pt x="13" y="614"/>
                  <a:pt x="0" y="534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6509160" y="4290840"/>
            <a:ext cx="141120" cy="147600"/>
          </a:xfrm>
          <a:custGeom>
            <a:avLst/>
            <a:gdLst/>
            <a:ahLst/>
            <a:rect l="0" t="0" r="r" b="b"/>
            <a:pathLst>
              <a:path w="392" h="410">
                <a:moveTo>
                  <a:pt x="283" y="94"/>
                </a:moveTo>
                <a:cubicBezTo>
                  <a:pt x="277" y="94"/>
                  <a:pt x="261" y="91"/>
                  <a:pt x="235" y="84"/>
                </a:cubicBezTo>
                <a:cubicBezTo>
                  <a:pt x="209" y="77"/>
                  <a:pt x="190" y="74"/>
                  <a:pt x="178" y="74"/>
                </a:cubicBezTo>
                <a:cubicBezTo>
                  <a:pt x="166" y="74"/>
                  <a:pt x="156" y="75"/>
                  <a:pt x="148" y="78"/>
                </a:cubicBezTo>
                <a:cubicBezTo>
                  <a:pt x="139" y="80"/>
                  <a:pt x="132" y="83"/>
                  <a:pt x="127" y="87"/>
                </a:cubicBezTo>
                <a:cubicBezTo>
                  <a:pt x="122" y="90"/>
                  <a:pt x="118" y="94"/>
                  <a:pt x="116" y="97"/>
                </a:cubicBezTo>
                <a:cubicBezTo>
                  <a:pt x="114" y="100"/>
                  <a:pt x="112" y="103"/>
                  <a:pt x="110" y="107"/>
                </a:cubicBezTo>
                <a:lnTo>
                  <a:pt x="108" y="110"/>
                </a:lnTo>
                <a:cubicBezTo>
                  <a:pt x="106" y="112"/>
                  <a:pt x="102" y="113"/>
                  <a:pt x="94" y="113"/>
                </a:cubicBezTo>
                <a:cubicBezTo>
                  <a:pt x="82" y="113"/>
                  <a:pt x="75" y="111"/>
                  <a:pt x="75" y="106"/>
                </a:cubicBezTo>
                <a:cubicBezTo>
                  <a:pt x="75" y="103"/>
                  <a:pt x="76" y="98"/>
                  <a:pt x="78" y="93"/>
                </a:cubicBezTo>
                <a:cubicBezTo>
                  <a:pt x="86" y="70"/>
                  <a:pt x="99" y="49"/>
                  <a:pt x="117" y="33"/>
                </a:cubicBezTo>
                <a:cubicBezTo>
                  <a:pt x="135" y="16"/>
                  <a:pt x="155" y="6"/>
                  <a:pt x="177" y="2"/>
                </a:cubicBezTo>
                <a:cubicBezTo>
                  <a:pt x="184" y="1"/>
                  <a:pt x="189" y="0"/>
                  <a:pt x="192" y="0"/>
                </a:cubicBezTo>
                <a:cubicBezTo>
                  <a:pt x="207" y="0"/>
                  <a:pt x="220" y="5"/>
                  <a:pt x="233" y="15"/>
                </a:cubicBezTo>
                <a:cubicBezTo>
                  <a:pt x="245" y="26"/>
                  <a:pt x="256" y="36"/>
                  <a:pt x="267" y="45"/>
                </a:cubicBezTo>
                <a:cubicBezTo>
                  <a:pt x="278" y="55"/>
                  <a:pt x="289" y="60"/>
                  <a:pt x="301" y="61"/>
                </a:cubicBezTo>
                <a:cubicBezTo>
                  <a:pt x="314" y="61"/>
                  <a:pt x="328" y="51"/>
                  <a:pt x="341" y="31"/>
                </a:cubicBezTo>
                <a:cubicBezTo>
                  <a:pt x="354" y="11"/>
                  <a:pt x="361" y="1"/>
                  <a:pt x="362" y="1"/>
                </a:cubicBezTo>
                <a:cubicBezTo>
                  <a:pt x="362" y="0"/>
                  <a:pt x="367" y="0"/>
                  <a:pt x="375" y="0"/>
                </a:cubicBezTo>
                <a:lnTo>
                  <a:pt x="387" y="0"/>
                </a:lnTo>
                <a:cubicBezTo>
                  <a:pt x="390" y="4"/>
                  <a:pt x="392" y="6"/>
                  <a:pt x="392" y="7"/>
                </a:cubicBezTo>
                <a:cubicBezTo>
                  <a:pt x="392" y="10"/>
                  <a:pt x="391" y="14"/>
                  <a:pt x="388" y="20"/>
                </a:cubicBezTo>
                <a:cubicBezTo>
                  <a:pt x="385" y="26"/>
                  <a:pt x="381" y="32"/>
                  <a:pt x="375" y="39"/>
                </a:cubicBezTo>
                <a:cubicBezTo>
                  <a:pt x="370" y="46"/>
                  <a:pt x="365" y="52"/>
                  <a:pt x="360" y="59"/>
                </a:cubicBezTo>
                <a:cubicBezTo>
                  <a:pt x="355" y="65"/>
                  <a:pt x="351" y="71"/>
                  <a:pt x="347" y="76"/>
                </a:cubicBezTo>
                <a:lnTo>
                  <a:pt x="341" y="84"/>
                </a:lnTo>
                <a:cubicBezTo>
                  <a:pt x="315" y="115"/>
                  <a:pt x="274" y="156"/>
                  <a:pt x="218" y="207"/>
                </a:cubicBezTo>
                <a:cubicBezTo>
                  <a:pt x="162" y="257"/>
                  <a:pt x="128" y="290"/>
                  <a:pt x="114" y="304"/>
                </a:cubicBezTo>
                <a:lnTo>
                  <a:pt x="103" y="315"/>
                </a:lnTo>
                <a:lnTo>
                  <a:pt x="117" y="316"/>
                </a:lnTo>
                <a:cubicBezTo>
                  <a:pt x="130" y="316"/>
                  <a:pt x="149" y="319"/>
                  <a:pt x="175" y="326"/>
                </a:cubicBezTo>
                <a:cubicBezTo>
                  <a:pt x="200" y="333"/>
                  <a:pt x="219" y="336"/>
                  <a:pt x="232" y="336"/>
                </a:cubicBezTo>
                <a:cubicBezTo>
                  <a:pt x="254" y="336"/>
                  <a:pt x="276" y="330"/>
                  <a:pt x="295" y="319"/>
                </a:cubicBezTo>
                <a:cubicBezTo>
                  <a:pt x="314" y="307"/>
                  <a:pt x="327" y="292"/>
                  <a:pt x="333" y="274"/>
                </a:cubicBezTo>
                <a:cubicBezTo>
                  <a:pt x="335" y="268"/>
                  <a:pt x="337" y="265"/>
                  <a:pt x="339" y="264"/>
                </a:cubicBezTo>
                <a:cubicBezTo>
                  <a:pt x="341" y="263"/>
                  <a:pt x="345" y="262"/>
                  <a:pt x="353" y="262"/>
                </a:cubicBezTo>
                <a:cubicBezTo>
                  <a:pt x="364" y="262"/>
                  <a:pt x="370" y="265"/>
                  <a:pt x="370" y="271"/>
                </a:cubicBezTo>
                <a:cubicBezTo>
                  <a:pt x="370" y="274"/>
                  <a:pt x="369" y="277"/>
                  <a:pt x="369" y="279"/>
                </a:cubicBezTo>
                <a:cubicBezTo>
                  <a:pt x="359" y="316"/>
                  <a:pt x="339" y="347"/>
                  <a:pt x="309" y="372"/>
                </a:cubicBezTo>
                <a:cubicBezTo>
                  <a:pt x="280" y="397"/>
                  <a:pt x="250" y="409"/>
                  <a:pt x="221" y="410"/>
                </a:cubicBezTo>
                <a:cubicBezTo>
                  <a:pt x="205" y="410"/>
                  <a:pt x="191" y="405"/>
                  <a:pt x="179" y="395"/>
                </a:cubicBezTo>
                <a:cubicBezTo>
                  <a:pt x="167" y="384"/>
                  <a:pt x="156" y="374"/>
                  <a:pt x="144" y="364"/>
                </a:cubicBezTo>
                <a:cubicBezTo>
                  <a:pt x="133" y="354"/>
                  <a:pt x="121" y="349"/>
                  <a:pt x="110" y="349"/>
                </a:cubicBezTo>
                <a:cubicBezTo>
                  <a:pt x="83" y="349"/>
                  <a:pt x="60" y="367"/>
                  <a:pt x="37" y="403"/>
                </a:cubicBezTo>
                <a:cubicBezTo>
                  <a:pt x="34" y="408"/>
                  <a:pt x="29" y="410"/>
                  <a:pt x="22" y="410"/>
                </a:cubicBezTo>
                <a:lnTo>
                  <a:pt x="18" y="410"/>
                </a:lnTo>
                <a:lnTo>
                  <a:pt x="6" y="410"/>
                </a:lnTo>
                <a:cubicBezTo>
                  <a:pt x="2" y="406"/>
                  <a:pt x="0" y="404"/>
                  <a:pt x="0" y="402"/>
                </a:cubicBezTo>
                <a:cubicBezTo>
                  <a:pt x="0" y="393"/>
                  <a:pt x="18" y="367"/>
                  <a:pt x="53" y="324"/>
                </a:cubicBezTo>
                <a:cubicBezTo>
                  <a:pt x="77" y="297"/>
                  <a:pt x="117" y="258"/>
                  <a:pt x="173" y="207"/>
                </a:cubicBezTo>
                <a:cubicBezTo>
                  <a:pt x="229" y="156"/>
                  <a:pt x="264" y="123"/>
                  <a:pt x="277" y="108"/>
                </a:cubicBezTo>
                <a:cubicBezTo>
                  <a:pt x="284" y="99"/>
                  <a:pt x="286" y="94"/>
                  <a:pt x="283" y="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6666840" y="419076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1" y="73"/>
                  <a:pt x="152" y="137"/>
                  <a:pt x="178" y="213"/>
                </a:cubicBezTo>
                <a:cubicBezTo>
                  <a:pt x="204" y="290"/>
                  <a:pt x="217" y="369"/>
                  <a:pt x="217" y="451"/>
                </a:cubicBezTo>
                <a:cubicBezTo>
                  <a:pt x="217" y="492"/>
                  <a:pt x="214" y="532"/>
                  <a:pt x="208" y="571"/>
                </a:cubicBezTo>
                <a:cubicBezTo>
                  <a:pt x="202" y="609"/>
                  <a:pt x="195" y="641"/>
                  <a:pt x="187" y="667"/>
                </a:cubicBezTo>
                <a:cubicBezTo>
                  <a:pt x="179" y="694"/>
                  <a:pt x="168" y="720"/>
                  <a:pt x="154" y="747"/>
                </a:cubicBezTo>
                <a:cubicBezTo>
                  <a:pt x="139" y="773"/>
                  <a:pt x="128" y="793"/>
                  <a:pt x="119" y="807"/>
                </a:cubicBezTo>
                <a:cubicBezTo>
                  <a:pt x="111" y="821"/>
                  <a:pt x="99" y="836"/>
                  <a:pt x="82" y="853"/>
                </a:cubicBezTo>
                <a:cubicBezTo>
                  <a:pt x="65" y="870"/>
                  <a:pt x="56" y="880"/>
                  <a:pt x="53" y="883"/>
                </a:cubicBezTo>
                <a:cubicBezTo>
                  <a:pt x="50" y="886"/>
                  <a:pt x="43" y="892"/>
                  <a:pt x="32" y="900"/>
                </a:cubicBezTo>
                <a:cubicBezTo>
                  <a:pt x="30" y="902"/>
                  <a:pt x="29" y="903"/>
                  <a:pt x="28" y="904"/>
                </a:cubicBezTo>
                <a:lnTo>
                  <a:pt x="17" y="904"/>
                </a:lnTo>
                <a:cubicBezTo>
                  <a:pt x="13" y="904"/>
                  <a:pt x="9" y="904"/>
                  <a:pt x="7" y="904"/>
                </a:cubicBezTo>
                <a:cubicBezTo>
                  <a:pt x="6" y="904"/>
                  <a:pt x="4" y="903"/>
                  <a:pt x="3" y="901"/>
                </a:cubicBezTo>
                <a:cubicBezTo>
                  <a:pt x="2" y="899"/>
                  <a:pt x="1" y="896"/>
                  <a:pt x="0" y="893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4" y="784"/>
                  <a:pt x="151" y="641"/>
                  <a:pt x="151" y="451"/>
                </a:cubicBezTo>
                <a:cubicBezTo>
                  <a:pt x="151" y="262"/>
                  <a:pt x="104" y="120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6793200" y="419076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3"/>
                  <a:pt x="151" y="137"/>
                  <a:pt x="178" y="213"/>
                </a:cubicBezTo>
                <a:cubicBezTo>
                  <a:pt x="204" y="290"/>
                  <a:pt x="217" y="369"/>
                  <a:pt x="217" y="451"/>
                </a:cubicBezTo>
                <a:cubicBezTo>
                  <a:pt x="217" y="492"/>
                  <a:pt x="214" y="532"/>
                  <a:pt x="208" y="571"/>
                </a:cubicBezTo>
                <a:cubicBezTo>
                  <a:pt x="202" y="609"/>
                  <a:pt x="195" y="641"/>
                  <a:pt x="187" y="667"/>
                </a:cubicBezTo>
                <a:cubicBezTo>
                  <a:pt x="179" y="694"/>
                  <a:pt x="168" y="720"/>
                  <a:pt x="153" y="747"/>
                </a:cubicBezTo>
                <a:cubicBezTo>
                  <a:pt x="138" y="773"/>
                  <a:pt x="127" y="793"/>
                  <a:pt x="118" y="807"/>
                </a:cubicBezTo>
                <a:cubicBezTo>
                  <a:pt x="110" y="821"/>
                  <a:pt x="98" y="836"/>
                  <a:pt x="81" y="853"/>
                </a:cubicBezTo>
                <a:cubicBezTo>
                  <a:pt x="65" y="870"/>
                  <a:pt x="56" y="880"/>
                  <a:pt x="53" y="883"/>
                </a:cubicBezTo>
                <a:cubicBezTo>
                  <a:pt x="50" y="886"/>
                  <a:pt x="43" y="892"/>
                  <a:pt x="32" y="900"/>
                </a:cubicBezTo>
                <a:cubicBezTo>
                  <a:pt x="30" y="902"/>
                  <a:pt x="29" y="903"/>
                  <a:pt x="28" y="904"/>
                </a:cubicBezTo>
                <a:lnTo>
                  <a:pt x="17" y="904"/>
                </a:lnTo>
                <a:cubicBezTo>
                  <a:pt x="13" y="904"/>
                  <a:pt x="9" y="904"/>
                  <a:pt x="7" y="904"/>
                </a:cubicBezTo>
                <a:cubicBezTo>
                  <a:pt x="6" y="904"/>
                  <a:pt x="4" y="903"/>
                  <a:pt x="3" y="901"/>
                </a:cubicBezTo>
                <a:cubicBezTo>
                  <a:pt x="2" y="899"/>
                  <a:pt x="1" y="896"/>
                  <a:pt x="0" y="893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3" y="784"/>
                  <a:pt x="150" y="641"/>
                  <a:pt x="150" y="451"/>
                </a:cubicBezTo>
                <a:cubicBezTo>
                  <a:pt x="150" y="262"/>
                  <a:pt x="103" y="120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6919560" y="419076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9" y="0"/>
                </a:lnTo>
                <a:lnTo>
                  <a:pt x="55" y="22"/>
                </a:lnTo>
                <a:cubicBezTo>
                  <a:pt x="111" y="73"/>
                  <a:pt x="152" y="137"/>
                  <a:pt x="178" y="213"/>
                </a:cubicBezTo>
                <a:cubicBezTo>
                  <a:pt x="204" y="290"/>
                  <a:pt x="217" y="369"/>
                  <a:pt x="217" y="451"/>
                </a:cubicBezTo>
                <a:cubicBezTo>
                  <a:pt x="217" y="492"/>
                  <a:pt x="214" y="532"/>
                  <a:pt x="208" y="571"/>
                </a:cubicBezTo>
                <a:cubicBezTo>
                  <a:pt x="202" y="609"/>
                  <a:pt x="195" y="641"/>
                  <a:pt x="187" y="667"/>
                </a:cubicBezTo>
                <a:cubicBezTo>
                  <a:pt x="179" y="694"/>
                  <a:pt x="168" y="720"/>
                  <a:pt x="154" y="747"/>
                </a:cubicBezTo>
                <a:cubicBezTo>
                  <a:pt x="139" y="773"/>
                  <a:pt x="128" y="793"/>
                  <a:pt x="120" y="807"/>
                </a:cubicBezTo>
                <a:cubicBezTo>
                  <a:pt x="111" y="821"/>
                  <a:pt x="99" y="836"/>
                  <a:pt x="83" y="853"/>
                </a:cubicBezTo>
                <a:cubicBezTo>
                  <a:pt x="66" y="870"/>
                  <a:pt x="57" y="880"/>
                  <a:pt x="54" y="883"/>
                </a:cubicBezTo>
                <a:cubicBezTo>
                  <a:pt x="51" y="886"/>
                  <a:pt x="44" y="892"/>
                  <a:pt x="33" y="900"/>
                </a:cubicBezTo>
                <a:cubicBezTo>
                  <a:pt x="31" y="902"/>
                  <a:pt x="30" y="903"/>
                  <a:pt x="29" y="904"/>
                </a:cubicBezTo>
                <a:lnTo>
                  <a:pt x="17" y="904"/>
                </a:lnTo>
                <a:cubicBezTo>
                  <a:pt x="13" y="904"/>
                  <a:pt x="9" y="904"/>
                  <a:pt x="8" y="904"/>
                </a:cubicBezTo>
                <a:cubicBezTo>
                  <a:pt x="6" y="904"/>
                  <a:pt x="4" y="903"/>
                  <a:pt x="3" y="901"/>
                </a:cubicBezTo>
                <a:cubicBezTo>
                  <a:pt x="2" y="899"/>
                  <a:pt x="1" y="896"/>
                  <a:pt x="0" y="893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4" y="784"/>
                  <a:pt x="151" y="641"/>
                  <a:pt x="151" y="451"/>
                </a:cubicBezTo>
                <a:cubicBezTo>
                  <a:pt x="151" y="262"/>
                  <a:pt x="104" y="120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3353400" y="4133880"/>
            <a:ext cx="1379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となり、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768600" y="4619520"/>
            <a:ext cx="230760" cy="236520"/>
          </a:xfrm>
          <a:custGeom>
            <a:avLst/>
            <a:gdLst/>
            <a:ahLst/>
            <a:rect l="0" t="0" r="r" b="b"/>
            <a:pathLst>
              <a:path w="641" h="657">
                <a:moveTo>
                  <a:pt x="0" y="409"/>
                </a:moveTo>
                <a:cubicBezTo>
                  <a:pt x="0" y="339"/>
                  <a:pt x="20" y="273"/>
                  <a:pt x="60" y="209"/>
                </a:cubicBezTo>
                <a:cubicBezTo>
                  <a:pt x="101" y="145"/>
                  <a:pt x="152" y="95"/>
                  <a:pt x="214" y="58"/>
                </a:cubicBezTo>
                <a:cubicBezTo>
                  <a:pt x="275" y="20"/>
                  <a:pt x="336" y="1"/>
                  <a:pt x="398" y="1"/>
                </a:cubicBezTo>
                <a:cubicBezTo>
                  <a:pt x="452" y="1"/>
                  <a:pt x="495" y="16"/>
                  <a:pt x="527" y="47"/>
                </a:cubicBezTo>
                <a:cubicBezTo>
                  <a:pt x="532" y="53"/>
                  <a:pt x="537" y="58"/>
                  <a:pt x="540" y="62"/>
                </a:cubicBezTo>
                <a:cubicBezTo>
                  <a:pt x="544" y="66"/>
                  <a:pt x="546" y="69"/>
                  <a:pt x="547" y="71"/>
                </a:cubicBezTo>
                <a:lnTo>
                  <a:pt x="548" y="74"/>
                </a:lnTo>
                <a:cubicBezTo>
                  <a:pt x="550" y="74"/>
                  <a:pt x="558" y="66"/>
                  <a:pt x="573" y="50"/>
                </a:cubicBezTo>
                <a:cubicBezTo>
                  <a:pt x="577" y="47"/>
                  <a:pt x="581" y="43"/>
                  <a:pt x="586" y="38"/>
                </a:cubicBezTo>
                <a:cubicBezTo>
                  <a:pt x="591" y="33"/>
                  <a:pt x="596" y="28"/>
                  <a:pt x="601" y="23"/>
                </a:cubicBezTo>
                <a:cubicBezTo>
                  <a:pt x="605" y="19"/>
                  <a:pt x="608" y="15"/>
                  <a:pt x="610" y="13"/>
                </a:cubicBezTo>
                <a:lnTo>
                  <a:pt x="623" y="0"/>
                </a:lnTo>
                <a:lnTo>
                  <a:pt x="629" y="0"/>
                </a:lnTo>
                <a:cubicBezTo>
                  <a:pt x="637" y="0"/>
                  <a:pt x="641" y="2"/>
                  <a:pt x="641" y="6"/>
                </a:cubicBezTo>
                <a:cubicBezTo>
                  <a:pt x="641" y="9"/>
                  <a:pt x="632" y="50"/>
                  <a:pt x="612" y="130"/>
                </a:cubicBezTo>
                <a:cubicBezTo>
                  <a:pt x="591" y="213"/>
                  <a:pt x="580" y="256"/>
                  <a:pt x="580" y="256"/>
                </a:cubicBezTo>
                <a:cubicBezTo>
                  <a:pt x="579" y="259"/>
                  <a:pt x="577" y="261"/>
                  <a:pt x="575" y="262"/>
                </a:cubicBezTo>
                <a:cubicBezTo>
                  <a:pt x="574" y="262"/>
                  <a:pt x="568" y="263"/>
                  <a:pt x="559" y="263"/>
                </a:cubicBezTo>
                <a:lnTo>
                  <a:pt x="545" y="263"/>
                </a:lnTo>
                <a:cubicBezTo>
                  <a:pt x="541" y="260"/>
                  <a:pt x="539" y="257"/>
                  <a:pt x="539" y="255"/>
                </a:cubicBezTo>
                <a:cubicBezTo>
                  <a:pt x="539" y="255"/>
                  <a:pt x="540" y="253"/>
                  <a:pt x="540" y="249"/>
                </a:cubicBezTo>
                <a:cubicBezTo>
                  <a:pt x="541" y="245"/>
                  <a:pt x="541" y="239"/>
                  <a:pt x="542" y="231"/>
                </a:cubicBezTo>
                <a:cubicBezTo>
                  <a:pt x="543" y="222"/>
                  <a:pt x="543" y="213"/>
                  <a:pt x="543" y="202"/>
                </a:cubicBezTo>
                <a:cubicBezTo>
                  <a:pt x="543" y="159"/>
                  <a:pt x="533" y="122"/>
                  <a:pt x="514" y="90"/>
                </a:cubicBezTo>
                <a:cubicBezTo>
                  <a:pt x="495" y="58"/>
                  <a:pt x="462" y="42"/>
                  <a:pt x="416" y="41"/>
                </a:cubicBezTo>
                <a:cubicBezTo>
                  <a:pt x="405" y="41"/>
                  <a:pt x="393" y="42"/>
                  <a:pt x="381" y="44"/>
                </a:cubicBezTo>
                <a:cubicBezTo>
                  <a:pt x="368" y="46"/>
                  <a:pt x="352" y="50"/>
                  <a:pt x="333" y="56"/>
                </a:cubicBezTo>
                <a:cubicBezTo>
                  <a:pt x="314" y="62"/>
                  <a:pt x="295" y="70"/>
                  <a:pt x="278" y="81"/>
                </a:cubicBezTo>
                <a:cubicBezTo>
                  <a:pt x="260" y="92"/>
                  <a:pt x="241" y="106"/>
                  <a:pt x="221" y="124"/>
                </a:cubicBezTo>
                <a:cubicBezTo>
                  <a:pt x="200" y="142"/>
                  <a:pt x="183" y="164"/>
                  <a:pt x="169" y="188"/>
                </a:cubicBezTo>
                <a:cubicBezTo>
                  <a:pt x="154" y="213"/>
                  <a:pt x="140" y="244"/>
                  <a:pt x="126" y="280"/>
                </a:cubicBezTo>
                <a:cubicBezTo>
                  <a:pt x="112" y="317"/>
                  <a:pt x="102" y="357"/>
                  <a:pt x="97" y="401"/>
                </a:cubicBezTo>
                <a:cubicBezTo>
                  <a:pt x="96" y="412"/>
                  <a:pt x="95" y="424"/>
                  <a:pt x="95" y="437"/>
                </a:cubicBezTo>
                <a:cubicBezTo>
                  <a:pt x="95" y="465"/>
                  <a:pt x="100" y="491"/>
                  <a:pt x="109" y="513"/>
                </a:cubicBezTo>
                <a:cubicBezTo>
                  <a:pt x="117" y="535"/>
                  <a:pt x="128" y="553"/>
                  <a:pt x="142" y="565"/>
                </a:cubicBezTo>
                <a:cubicBezTo>
                  <a:pt x="155" y="577"/>
                  <a:pt x="170" y="587"/>
                  <a:pt x="187" y="595"/>
                </a:cubicBezTo>
                <a:cubicBezTo>
                  <a:pt x="203" y="605"/>
                  <a:pt x="219" y="610"/>
                  <a:pt x="234" y="612"/>
                </a:cubicBezTo>
                <a:cubicBezTo>
                  <a:pt x="248" y="613"/>
                  <a:pt x="261" y="615"/>
                  <a:pt x="274" y="615"/>
                </a:cubicBezTo>
                <a:cubicBezTo>
                  <a:pt x="307" y="615"/>
                  <a:pt x="336" y="608"/>
                  <a:pt x="363" y="593"/>
                </a:cubicBezTo>
                <a:cubicBezTo>
                  <a:pt x="390" y="580"/>
                  <a:pt x="409" y="562"/>
                  <a:pt x="419" y="540"/>
                </a:cubicBezTo>
                <a:cubicBezTo>
                  <a:pt x="421" y="535"/>
                  <a:pt x="426" y="519"/>
                  <a:pt x="433" y="491"/>
                </a:cubicBezTo>
                <a:cubicBezTo>
                  <a:pt x="440" y="462"/>
                  <a:pt x="444" y="446"/>
                  <a:pt x="444" y="443"/>
                </a:cubicBezTo>
                <a:cubicBezTo>
                  <a:pt x="444" y="438"/>
                  <a:pt x="440" y="435"/>
                  <a:pt x="432" y="434"/>
                </a:cubicBezTo>
                <a:cubicBezTo>
                  <a:pt x="424" y="433"/>
                  <a:pt x="406" y="432"/>
                  <a:pt x="378" y="431"/>
                </a:cubicBezTo>
                <a:lnTo>
                  <a:pt x="344" y="431"/>
                </a:lnTo>
                <a:cubicBezTo>
                  <a:pt x="341" y="428"/>
                  <a:pt x="339" y="425"/>
                  <a:pt x="339" y="424"/>
                </a:cubicBezTo>
                <a:cubicBezTo>
                  <a:pt x="339" y="423"/>
                  <a:pt x="340" y="417"/>
                  <a:pt x="341" y="407"/>
                </a:cubicBezTo>
                <a:cubicBezTo>
                  <a:pt x="343" y="399"/>
                  <a:pt x="346" y="393"/>
                  <a:pt x="350" y="390"/>
                </a:cubicBezTo>
                <a:lnTo>
                  <a:pt x="365" y="390"/>
                </a:lnTo>
                <a:cubicBezTo>
                  <a:pt x="389" y="391"/>
                  <a:pt x="431" y="391"/>
                  <a:pt x="492" y="391"/>
                </a:cubicBezTo>
                <a:cubicBezTo>
                  <a:pt x="516" y="391"/>
                  <a:pt x="535" y="391"/>
                  <a:pt x="550" y="391"/>
                </a:cubicBezTo>
                <a:cubicBezTo>
                  <a:pt x="565" y="391"/>
                  <a:pt x="576" y="391"/>
                  <a:pt x="583" y="391"/>
                </a:cubicBezTo>
                <a:cubicBezTo>
                  <a:pt x="589" y="390"/>
                  <a:pt x="593" y="390"/>
                  <a:pt x="593" y="391"/>
                </a:cubicBezTo>
                <a:cubicBezTo>
                  <a:pt x="602" y="391"/>
                  <a:pt x="606" y="393"/>
                  <a:pt x="606" y="399"/>
                </a:cubicBezTo>
                <a:cubicBezTo>
                  <a:pt x="606" y="400"/>
                  <a:pt x="605" y="404"/>
                  <a:pt x="604" y="411"/>
                </a:cubicBezTo>
                <a:cubicBezTo>
                  <a:pt x="601" y="423"/>
                  <a:pt x="598" y="429"/>
                  <a:pt x="595" y="430"/>
                </a:cubicBezTo>
                <a:cubicBezTo>
                  <a:pt x="593" y="431"/>
                  <a:pt x="589" y="431"/>
                  <a:pt x="582" y="431"/>
                </a:cubicBezTo>
                <a:cubicBezTo>
                  <a:pt x="570" y="431"/>
                  <a:pt x="557" y="432"/>
                  <a:pt x="545" y="434"/>
                </a:cubicBezTo>
                <a:cubicBezTo>
                  <a:pt x="541" y="436"/>
                  <a:pt x="538" y="438"/>
                  <a:pt x="536" y="442"/>
                </a:cubicBezTo>
                <a:cubicBezTo>
                  <a:pt x="534" y="446"/>
                  <a:pt x="530" y="461"/>
                  <a:pt x="523" y="488"/>
                </a:cubicBezTo>
                <a:cubicBezTo>
                  <a:pt x="518" y="508"/>
                  <a:pt x="513" y="525"/>
                  <a:pt x="510" y="538"/>
                </a:cubicBezTo>
                <a:cubicBezTo>
                  <a:pt x="495" y="601"/>
                  <a:pt x="486" y="632"/>
                  <a:pt x="484" y="634"/>
                </a:cubicBezTo>
                <a:cubicBezTo>
                  <a:pt x="483" y="635"/>
                  <a:pt x="482" y="636"/>
                  <a:pt x="480" y="636"/>
                </a:cubicBezTo>
                <a:cubicBezTo>
                  <a:pt x="474" y="636"/>
                  <a:pt x="465" y="630"/>
                  <a:pt x="455" y="618"/>
                </a:cubicBezTo>
                <a:cubicBezTo>
                  <a:pt x="444" y="606"/>
                  <a:pt x="437" y="597"/>
                  <a:pt x="434" y="589"/>
                </a:cubicBezTo>
                <a:cubicBezTo>
                  <a:pt x="434" y="588"/>
                  <a:pt x="433" y="588"/>
                  <a:pt x="432" y="589"/>
                </a:cubicBezTo>
                <a:cubicBezTo>
                  <a:pt x="431" y="590"/>
                  <a:pt x="429" y="591"/>
                  <a:pt x="427" y="593"/>
                </a:cubicBezTo>
                <a:cubicBezTo>
                  <a:pt x="382" y="636"/>
                  <a:pt x="322" y="657"/>
                  <a:pt x="246" y="657"/>
                </a:cubicBezTo>
                <a:cubicBezTo>
                  <a:pt x="173" y="657"/>
                  <a:pt x="114" y="634"/>
                  <a:pt x="68" y="586"/>
                </a:cubicBezTo>
                <a:cubicBezTo>
                  <a:pt x="23" y="540"/>
                  <a:pt x="0" y="481"/>
                  <a:pt x="0" y="4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7025760" y="4133880"/>
            <a:ext cx="42822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の勾配がほとんど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0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になる）ので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002960" y="4552920"/>
            <a:ext cx="234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の学習が進まない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747720" y="2337840"/>
            <a:ext cx="417708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28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モード崩壊 </a:t>
            </a:r>
            <a:r>
              <a:rPr b="1" lang="en-US" sz="228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(mode collapse)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673280" y="295272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08"/>
                </a:moveTo>
                <a:cubicBezTo>
                  <a:pt x="0" y="339"/>
                  <a:pt x="20" y="273"/>
                  <a:pt x="61" y="209"/>
                </a:cubicBezTo>
                <a:cubicBezTo>
                  <a:pt x="101" y="145"/>
                  <a:pt x="153" y="95"/>
                  <a:pt x="214" y="57"/>
                </a:cubicBezTo>
                <a:cubicBezTo>
                  <a:pt x="276" y="20"/>
                  <a:pt x="337" y="1"/>
                  <a:pt x="398" y="1"/>
                </a:cubicBezTo>
                <a:cubicBezTo>
                  <a:pt x="452" y="1"/>
                  <a:pt x="495" y="16"/>
                  <a:pt x="527" y="47"/>
                </a:cubicBezTo>
                <a:cubicBezTo>
                  <a:pt x="533" y="53"/>
                  <a:pt x="537" y="58"/>
                  <a:pt x="541" y="62"/>
                </a:cubicBezTo>
                <a:cubicBezTo>
                  <a:pt x="544" y="66"/>
                  <a:pt x="547" y="69"/>
                  <a:pt x="548" y="71"/>
                </a:cubicBezTo>
                <a:lnTo>
                  <a:pt x="549" y="74"/>
                </a:lnTo>
                <a:cubicBezTo>
                  <a:pt x="551" y="74"/>
                  <a:pt x="559" y="66"/>
                  <a:pt x="573" y="50"/>
                </a:cubicBezTo>
                <a:cubicBezTo>
                  <a:pt x="577" y="47"/>
                  <a:pt x="582" y="42"/>
                  <a:pt x="587" y="38"/>
                </a:cubicBezTo>
                <a:cubicBezTo>
                  <a:pt x="592" y="33"/>
                  <a:pt x="596" y="28"/>
                  <a:pt x="601" y="23"/>
                </a:cubicBezTo>
                <a:cubicBezTo>
                  <a:pt x="606" y="18"/>
                  <a:pt x="609" y="15"/>
                  <a:pt x="610" y="13"/>
                </a:cubicBezTo>
                <a:lnTo>
                  <a:pt x="624" y="0"/>
                </a:lnTo>
                <a:lnTo>
                  <a:pt x="629" y="0"/>
                </a:lnTo>
                <a:cubicBezTo>
                  <a:pt x="638" y="0"/>
                  <a:pt x="642" y="2"/>
                  <a:pt x="642" y="6"/>
                </a:cubicBezTo>
                <a:cubicBezTo>
                  <a:pt x="642" y="8"/>
                  <a:pt x="632" y="50"/>
                  <a:pt x="613" y="130"/>
                </a:cubicBezTo>
                <a:cubicBezTo>
                  <a:pt x="591" y="213"/>
                  <a:pt x="580" y="255"/>
                  <a:pt x="580" y="256"/>
                </a:cubicBezTo>
                <a:cubicBezTo>
                  <a:pt x="579" y="259"/>
                  <a:pt x="578" y="261"/>
                  <a:pt x="576" y="261"/>
                </a:cubicBezTo>
                <a:cubicBezTo>
                  <a:pt x="574" y="262"/>
                  <a:pt x="569" y="263"/>
                  <a:pt x="560" y="263"/>
                </a:cubicBezTo>
                <a:lnTo>
                  <a:pt x="545" y="263"/>
                </a:lnTo>
                <a:cubicBezTo>
                  <a:pt x="542" y="260"/>
                  <a:pt x="540" y="257"/>
                  <a:pt x="540" y="255"/>
                </a:cubicBezTo>
                <a:cubicBezTo>
                  <a:pt x="540" y="254"/>
                  <a:pt x="540" y="252"/>
                  <a:pt x="541" y="249"/>
                </a:cubicBezTo>
                <a:cubicBezTo>
                  <a:pt x="541" y="245"/>
                  <a:pt x="542" y="239"/>
                  <a:pt x="543" y="231"/>
                </a:cubicBezTo>
                <a:cubicBezTo>
                  <a:pt x="543" y="222"/>
                  <a:pt x="543" y="213"/>
                  <a:pt x="543" y="202"/>
                </a:cubicBezTo>
                <a:cubicBezTo>
                  <a:pt x="543" y="159"/>
                  <a:pt x="534" y="122"/>
                  <a:pt x="515" y="90"/>
                </a:cubicBezTo>
                <a:cubicBezTo>
                  <a:pt x="495" y="58"/>
                  <a:pt x="463" y="42"/>
                  <a:pt x="416" y="41"/>
                </a:cubicBezTo>
                <a:cubicBezTo>
                  <a:pt x="405" y="41"/>
                  <a:pt x="394" y="42"/>
                  <a:pt x="381" y="44"/>
                </a:cubicBezTo>
                <a:cubicBezTo>
                  <a:pt x="368" y="46"/>
                  <a:pt x="353" y="50"/>
                  <a:pt x="333" y="56"/>
                </a:cubicBezTo>
                <a:cubicBezTo>
                  <a:pt x="314" y="62"/>
                  <a:pt x="296" y="70"/>
                  <a:pt x="278" y="81"/>
                </a:cubicBezTo>
                <a:cubicBezTo>
                  <a:pt x="261" y="92"/>
                  <a:pt x="242" y="106"/>
                  <a:pt x="221" y="124"/>
                </a:cubicBezTo>
                <a:cubicBezTo>
                  <a:pt x="201" y="142"/>
                  <a:pt x="184" y="164"/>
                  <a:pt x="169" y="188"/>
                </a:cubicBezTo>
                <a:cubicBezTo>
                  <a:pt x="155" y="213"/>
                  <a:pt x="140" y="244"/>
                  <a:pt x="126" y="280"/>
                </a:cubicBezTo>
                <a:cubicBezTo>
                  <a:pt x="112" y="317"/>
                  <a:pt x="103" y="357"/>
                  <a:pt x="98" y="401"/>
                </a:cubicBezTo>
                <a:cubicBezTo>
                  <a:pt x="97" y="412"/>
                  <a:pt x="96" y="424"/>
                  <a:pt x="96" y="436"/>
                </a:cubicBezTo>
                <a:cubicBezTo>
                  <a:pt x="96" y="465"/>
                  <a:pt x="100" y="491"/>
                  <a:pt x="109" y="513"/>
                </a:cubicBezTo>
                <a:cubicBezTo>
                  <a:pt x="117" y="535"/>
                  <a:pt x="128" y="552"/>
                  <a:pt x="141" y="564"/>
                </a:cubicBezTo>
                <a:cubicBezTo>
                  <a:pt x="155" y="576"/>
                  <a:pt x="170" y="587"/>
                  <a:pt x="187" y="595"/>
                </a:cubicBezTo>
                <a:cubicBezTo>
                  <a:pt x="204" y="603"/>
                  <a:pt x="220" y="609"/>
                  <a:pt x="234" y="610"/>
                </a:cubicBezTo>
                <a:cubicBezTo>
                  <a:pt x="249" y="612"/>
                  <a:pt x="262" y="613"/>
                  <a:pt x="275" y="614"/>
                </a:cubicBezTo>
                <a:cubicBezTo>
                  <a:pt x="307" y="614"/>
                  <a:pt x="337" y="607"/>
                  <a:pt x="364" y="593"/>
                </a:cubicBezTo>
                <a:cubicBezTo>
                  <a:pt x="391" y="579"/>
                  <a:pt x="410" y="562"/>
                  <a:pt x="420" y="540"/>
                </a:cubicBezTo>
                <a:cubicBezTo>
                  <a:pt x="422" y="535"/>
                  <a:pt x="426" y="519"/>
                  <a:pt x="433" y="490"/>
                </a:cubicBezTo>
                <a:cubicBezTo>
                  <a:pt x="441" y="462"/>
                  <a:pt x="444" y="446"/>
                  <a:pt x="444" y="443"/>
                </a:cubicBezTo>
                <a:cubicBezTo>
                  <a:pt x="444" y="438"/>
                  <a:pt x="440" y="435"/>
                  <a:pt x="433" y="434"/>
                </a:cubicBezTo>
                <a:cubicBezTo>
                  <a:pt x="425" y="432"/>
                  <a:pt x="407" y="432"/>
                  <a:pt x="378" y="431"/>
                </a:cubicBezTo>
                <a:lnTo>
                  <a:pt x="345" y="431"/>
                </a:lnTo>
                <a:cubicBezTo>
                  <a:pt x="341" y="427"/>
                  <a:pt x="340" y="425"/>
                  <a:pt x="340" y="424"/>
                </a:cubicBezTo>
                <a:cubicBezTo>
                  <a:pt x="340" y="422"/>
                  <a:pt x="340" y="417"/>
                  <a:pt x="341" y="407"/>
                </a:cubicBezTo>
                <a:cubicBezTo>
                  <a:pt x="344" y="399"/>
                  <a:pt x="347" y="393"/>
                  <a:pt x="350" y="389"/>
                </a:cubicBezTo>
                <a:lnTo>
                  <a:pt x="366" y="389"/>
                </a:lnTo>
                <a:cubicBezTo>
                  <a:pt x="390" y="391"/>
                  <a:pt x="432" y="391"/>
                  <a:pt x="492" y="391"/>
                </a:cubicBezTo>
                <a:cubicBezTo>
                  <a:pt x="516" y="391"/>
                  <a:pt x="536" y="391"/>
                  <a:pt x="551" y="391"/>
                </a:cubicBezTo>
                <a:cubicBezTo>
                  <a:pt x="566" y="391"/>
                  <a:pt x="577" y="391"/>
                  <a:pt x="583" y="390"/>
                </a:cubicBezTo>
                <a:cubicBezTo>
                  <a:pt x="590" y="390"/>
                  <a:pt x="593" y="390"/>
                  <a:pt x="594" y="390"/>
                </a:cubicBezTo>
                <a:cubicBezTo>
                  <a:pt x="602" y="390"/>
                  <a:pt x="607" y="393"/>
                  <a:pt x="607" y="398"/>
                </a:cubicBezTo>
                <a:cubicBezTo>
                  <a:pt x="607" y="400"/>
                  <a:pt x="606" y="404"/>
                  <a:pt x="605" y="411"/>
                </a:cubicBezTo>
                <a:cubicBezTo>
                  <a:pt x="602" y="422"/>
                  <a:pt x="599" y="429"/>
                  <a:pt x="596" y="430"/>
                </a:cubicBezTo>
                <a:cubicBezTo>
                  <a:pt x="594" y="431"/>
                  <a:pt x="589" y="431"/>
                  <a:pt x="582" y="431"/>
                </a:cubicBezTo>
                <a:cubicBezTo>
                  <a:pt x="570" y="431"/>
                  <a:pt x="558" y="432"/>
                  <a:pt x="545" y="434"/>
                </a:cubicBezTo>
                <a:cubicBezTo>
                  <a:pt x="541" y="435"/>
                  <a:pt x="538" y="438"/>
                  <a:pt x="536" y="442"/>
                </a:cubicBezTo>
                <a:cubicBezTo>
                  <a:pt x="534" y="445"/>
                  <a:pt x="530" y="461"/>
                  <a:pt x="524" y="488"/>
                </a:cubicBezTo>
                <a:cubicBezTo>
                  <a:pt x="518" y="508"/>
                  <a:pt x="514" y="524"/>
                  <a:pt x="510" y="538"/>
                </a:cubicBezTo>
                <a:cubicBezTo>
                  <a:pt x="495" y="600"/>
                  <a:pt x="487" y="631"/>
                  <a:pt x="485" y="633"/>
                </a:cubicBezTo>
                <a:cubicBezTo>
                  <a:pt x="484" y="634"/>
                  <a:pt x="482" y="635"/>
                  <a:pt x="480" y="635"/>
                </a:cubicBezTo>
                <a:cubicBezTo>
                  <a:pt x="474" y="635"/>
                  <a:pt x="466" y="629"/>
                  <a:pt x="455" y="617"/>
                </a:cubicBezTo>
                <a:cubicBezTo>
                  <a:pt x="444" y="605"/>
                  <a:pt x="437" y="595"/>
                  <a:pt x="434" y="589"/>
                </a:cubicBezTo>
                <a:cubicBezTo>
                  <a:pt x="434" y="588"/>
                  <a:pt x="434" y="588"/>
                  <a:pt x="433" y="589"/>
                </a:cubicBezTo>
                <a:cubicBezTo>
                  <a:pt x="431" y="589"/>
                  <a:pt x="430" y="591"/>
                  <a:pt x="427" y="593"/>
                </a:cubicBezTo>
                <a:cubicBezTo>
                  <a:pt x="383" y="635"/>
                  <a:pt x="322" y="657"/>
                  <a:pt x="247" y="657"/>
                </a:cubicBezTo>
                <a:cubicBezTo>
                  <a:pt x="174" y="657"/>
                  <a:pt x="114" y="632"/>
                  <a:pt x="69" y="586"/>
                </a:cubicBezTo>
                <a:cubicBezTo>
                  <a:pt x="24" y="540"/>
                  <a:pt x="1" y="481"/>
                  <a:pt x="0" y="40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747720" y="2886120"/>
            <a:ext cx="966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理想は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2330280" y="3033360"/>
            <a:ext cx="174600" cy="207360"/>
          </a:xfrm>
          <a:custGeom>
            <a:avLst/>
            <a:gdLst/>
            <a:ahLst/>
            <a:rect l="0" t="0" r="r" b="b"/>
            <a:pathLst>
              <a:path w="485" h="576">
                <a:moveTo>
                  <a:pt x="57" y="141"/>
                </a:moveTo>
                <a:cubicBezTo>
                  <a:pt x="58" y="139"/>
                  <a:pt x="58" y="136"/>
                  <a:pt x="59" y="133"/>
                </a:cubicBezTo>
                <a:cubicBezTo>
                  <a:pt x="60" y="130"/>
                  <a:pt x="61" y="124"/>
                  <a:pt x="63" y="113"/>
                </a:cubicBezTo>
                <a:cubicBezTo>
                  <a:pt x="66" y="103"/>
                  <a:pt x="69" y="94"/>
                  <a:pt x="72" y="85"/>
                </a:cubicBezTo>
                <a:cubicBezTo>
                  <a:pt x="76" y="77"/>
                  <a:pt x="81" y="67"/>
                  <a:pt x="86" y="56"/>
                </a:cubicBezTo>
                <a:cubicBezTo>
                  <a:pt x="91" y="44"/>
                  <a:pt x="97" y="35"/>
                  <a:pt x="104" y="29"/>
                </a:cubicBezTo>
                <a:cubicBezTo>
                  <a:pt x="111" y="22"/>
                  <a:pt x="118" y="15"/>
                  <a:pt x="128" y="9"/>
                </a:cubicBezTo>
                <a:cubicBezTo>
                  <a:pt x="137" y="2"/>
                  <a:pt x="146" y="-1"/>
                  <a:pt x="157" y="1"/>
                </a:cubicBezTo>
                <a:cubicBezTo>
                  <a:pt x="202" y="1"/>
                  <a:pt x="231" y="20"/>
                  <a:pt x="244" y="58"/>
                </a:cubicBezTo>
                <a:lnTo>
                  <a:pt x="253" y="50"/>
                </a:lnTo>
                <a:cubicBezTo>
                  <a:pt x="290" y="17"/>
                  <a:pt x="326" y="1"/>
                  <a:pt x="359" y="1"/>
                </a:cubicBezTo>
                <a:cubicBezTo>
                  <a:pt x="399" y="1"/>
                  <a:pt x="429" y="15"/>
                  <a:pt x="451" y="43"/>
                </a:cubicBezTo>
                <a:cubicBezTo>
                  <a:pt x="474" y="71"/>
                  <a:pt x="485" y="106"/>
                  <a:pt x="485" y="146"/>
                </a:cubicBezTo>
                <a:cubicBezTo>
                  <a:pt x="485" y="211"/>
                  <a:pt x="462" y="271"/>
                  <a:pt x="416" y="326"/>
                </a:cubicBezTo>
                <a:cubicBezTo>
                  <a:pt x="371" y="380"/>
                  <a:pt x="319" y="408"/>
                  <a:pt x="261" y="409"/>
                </a:cubicBezTo>
                <a:cubicBezTo>
                  <a:pt x="248" y="409"/>
                  <a:pt x="236" y="407"/>
                  <a:pt x="226" y="403"/>
                </a:cubicBezTo>
                <a:cubicBezTo>
                  <a:pt x="219" y="400"/>
                  <a:pt x="212" y="396"/>
                  <a:pt x="205" y="390"/>
                </a:cubicBezTo>
                <a:cubicBezTo>
                  <a:pt x="198" y="384"/>
                  <a:pt x="192" y="378"/>
                  <a:pt x="188" y="374"/>
                </a:cubicBezTo>
                <a:lnTo>
                  <a:pt x="182" y="367"/>
                </a:lnTo>
                <a:cubicBezTo>
                  <a:pt x="181" y="368"/>
                  <a:pt x="174" y="394"/>
                  <a:pt x="162" y="446"/>
                </a:cubicBezTo>
                <a:cubicBezTo>
                  <a:pt x="149" y="498"/>
                  <a:pt x="143" y="524"/>
                  <a:pt x="143" y="525"/>
                </a:cubicBezTo>
                <a:cubicBezTo>
                  <a:pt x="143" y="529"/>
                  <a:pt x="145" y="531"/>
                  <a:pt x="150" y="531"/>
                </a:cubicBezTo>
                <a:cubicBezTo>
                  <a:pt x="155" y="532"/>
                  <a:pt x="166" y="533"/>
                  <a:pt x="183" y="534"/>
                </a:cubicBezTo>
                <a:lnTo>
                  <a:pt x="206" y="534"/>
                </a:lnTo>
                <a:cubicBezTo>
                  <a:pt x="210" y="538"/>
                  <a:pt x="211" y="541"/>
                  <a:pt x="211" y="542"/>
                </a:cubicBezTo>
                <a:cubicBezTo>
                  <a:pt x="211" y="543"/>
                  <a:pt x="211" y="549"/>
                  <a:pt x="209" y="558"/>
                </a:cubicBezTo>
                <a:cubicBezTo>
                  <a:pt x="207" y="566"/>
                  <a:pt x="205" y="570"/>
                  <a:pt x="203" y="572"/>
                </a:cubicBezTo>
                <a:cubicBezTo>
                  <a:pt x="202" y="574"/>
                  <a:pt x="198" y="575"/>
                  <a:pt x="192" y="576"/>
                </a:cubicBezTo>
                <a:cubicBezTo>
                  <a:pt x="190" y="576"/>
                  <a:pt x="187" y="576"/>
                  <a:pt x="182" y="576"/>
                </a:cubicBezTo>
                <a:cubicBezTo>
                  <a:pt x="176" y="576"/>
                  <a:pt x="166" y="575"/>
                  <a:pt x="151" y="575"/>
                </a:cubicBezTo>
                <a:cubicBezTo>
                  <a:pt x="136" y="574"/>
                  <a:pt x="117" y="574"/>
                  <a:pt x="95" y="574"/>
                </a:cubicBezTo>
                <a:cubicBezTo>
                  <a:pt x="53" y="574"/>
                  <a:pt x="25" y="574"/>
                  <a:pt x="14" y="576"/>
                </a:cubicBezTo>
                <a:lnTo>
                  <a:pt x="6" y="576"/>
                </a:lnTo>
                <a:cubicBezTo>
                  <a:pt x="2" y="571"/>
                  <a:pt x="0" y="568"/>
                  <a:pt x="0" y="566"/>
                </a:cubicBezTo>
                <a:cubicBezTo>
                  <a:pt x="1" y="549"/>
                  <a:pt x="5" y="539"/>
                  <a:pt x="12" y="534"/>
                </a:cubicBezTo>
                <a:lnTo>
                  <a:pt x="30" y="534"/>
                </a:lnTo>
                <a:cubicBezTo>
                  <a:pt x="51" y="533"/>
                  <a:pt x="63" y="530"/>
                  <a:pt x="66" y="523"/>
                </a:cubicBezTo>
                <a:cubicBezTo>
                  <a:pt x="68" y="520"/>
                  <a:pt x="86" y="447"/>
                  <a:pt x="121" y="307"/>
                </a:cubicBezTo>
                <a:cubicBezTo>
                  <a:pt x="156" y="166"/>
                  <a:pt x="174" y="92"/>
                  <a:pt x="176" y="84"/>
                </a:cubicBezTo>
                <a:cubicBezTo>
                  <a:pt x="177" y="81"/>
                  <a:pt x="177" y="76"/>
                  <a:pt x="177" y="71"/>
                </a:cubicBezTo>
                <a:cubicBezTo>
                  <a:pt x="177" y="46"/>
                  <a:pt x="170" y="34"/>
                  <a:pt x="155" y="34"/>
                </a:cubicBezTo>
                <a:cubicBezTo>
                  <a:pt x="141" y="34"/>
                  <a:pt x="130" y="42"/>
                  <a:pt x="121" y="59"/>
                </a:cubicBezTo>
                <a:cubicBezTo>
                  <a:pt x="112" y="76"/>
                  <a:pt x="105" y="94"/>
                  <a:pt x="100" y="114"/>
                </a:cubicBezTo>
                <a:cubicBezTo>
                  <a:pt x="96" y="134"/>
                  <a:pt x="92" y="145"/>
                  <a:pt x="90" y="147"/>
                </a:cubicBezTo>
                <a:cubicBezTo>
                  <a:pt x="88" y="148"/>
                  <a:pt x="84" y="149"/>
                  <a:pt x="75" y="149"/>
                </a:cubicBezTo>
                <a:lnTo>
                  <a:pt x="63" y="149"/>
                </a:lnTo>
                <a:cubicBezTo>
                  <a:pt x="59" y="145"/>
                  <a:pt x="57" y="142"/>
                  <a:pt x="57" y="141"/>
                </a:cubicBezTo>
                <a:moveTo>
                  <a:pt x="197" y="307"/>
                </a:moveTo>
                <a:cubicBezTo>
                  <a:pt x="210" y="353"/>
                  <a:pt x="232" y="376"/>
                  <a:pt x="264" y="376"/>
                </a:cubicBezTo>
                <a:cubicBezTo>
                  <a:pt x="282" y="376"/>
                  <a:pt x="299" y="369"/>
                  <a:pt x="316" y="355"/>
                </a:cubicBezTo>
                <a:cubicBezTo>
                  <a:pt x="333" y="341"/>
                  <a:pt x="347" y="324"/>
                  <a:pt x="358" y="303"/>
                </a:cubicBezTo>
                <a:cubicBezTo>
                  <a:pt x="368" y="283"/>
                  <a:pt x="379" y="250"/>
                  <a:pt x="390" y="205"/>
                </a:cubicBezTo>
                <a:cubicBezTo>
                  <a:pt x="401" y="161"/>
                  <a:pt x="407" y="128"/>
                  <a:pt x="407" y="106"/>
                </a:cubicBezTo>
                <a:lnTo>
                  <a:pt x="407" y="101"/>
                </a:lnTo>
                <a:cubicBezTo>
                  <a:pt x="407" y="56"/>
                  <a:pt x="389" y="34"/>
                  <a:pt x="352" y="34"/>
                </a:cubicBezTo>
                <a:cubicBezTo>
                  <a:pt x="346" y="34"/>
                  <a:pt x="339" y="35"/>
                  <a:pt x="332" y="37"/>
                </a:cubicBezTo>
                <a:cubicBezTo>
                  <a:pt x="326" y="39"/>
                  <a:pt x="319" y="41"/>
                  <a:pt x="313" y="45"/>
                </a:cubicBezTo>
                <a:cubicBezTo>
                  <a:pt x="306" y="48"/>
                  <a:pt x="300" y="52"/>
                  <a:pt x="294" y="57"/>
                </a:cubicBezTo>
                <a:cubicBezTo>
                  <a:pt x="289" y="61"/>
                  <a:pt x="284" y="65"/>
                  <a:pt x="279" y="70"/>
                </a:cubicBezTo>
                <a:cubicBezTo>
                  <a:pt x="274" y="75"/>
                  <a:pt x="270" y="79"/>
                  <a:pt x="266" y="84"/>
                </a:cubicBezTo>
                <a:cubicBezTo>
                  <a:pt x="261" y="88"/>
                  <a:pt x="258" y="92"/>
                  <a:pt x="256" y="96"/>
                </a:cubicBezTo>
                <a:cubicBezTo>
                  <a:pt x="253" y="101"/>
                  <a:pt x="251" y="104"/>
                  <a:pt x="248" y="105"/>
                </a:cubicBezTo>
                <a:lnTo>
                  <a:pt x="246" y="109"/>
                </a:lnTo>
                <a:cubicBezTo>
                  <a:pt x="246" y="110"/>
                  <a:pt x="245" y="114"/>
                  <a:pt x="243" y="122"/>
                </a:cubicBezTo>
                <a:cubicBezTo>
                  <a:pt x="241" y="129"/>
                  <a:pt x="238" y="143"/>
                  <a:pt x="233" y="161"/>
                </a:cubicBezTo>
                <a:cubicBezTo>
                  <a:pt x="228" y="180"/>
                  <a:pt x="224" y="196"/>
                  <a:pt x="220" y="208"/>
                </a:cubicBezTo>
                <a:cubicBezTo>
                  <a:pt x="205" y="272"/>
                  <a:pt x="197" y="305"/>
                  <a:pt x="197" y="30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2536920" y="293364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0" y="452"/>
                </a:moveTo>
                <a:cubicBezTo>
                  <a:pt x="0" y="409"/>
                  <a:pt x="3" y="370"/>
                  <a:pt x="9" y="333"/>
                </a:cubicBezTo>
                <a:cubicBezTo>
                  <a:pt x="15" y="295"/>
                  <a:pt x="22" y="263"/>
                  <a:pt x="30" y="236"/>
                </a:cubicBezTo>
                <a:cubicBezTo>
                  <a:pt x="38" y="209"/>
                  <a:pt x="49" y="183"/>
                  <a:pt x="63" y="157"/>
                </a:cubicBezTo>
                <a:cubicBezTo>
                  <a:pt x="78" y="131"/>
                  <a:pt x="89" y="111"/>
                  <a:pt x="98" y="96"/>
                </a:cubicBezTo>
                <a:cubicBezTo>
                  <a:pt x="106" y="82"/>
                  <a:pt x="119" y="66"/>
                  <a:pt x="136" y="49"/>
                </a:cubicBezTo>
                <a:cubicBezTo>
                  <a:pt x="152" y="32"/>
                  <a:pt x="163" y="22"/>
                  <a:pt x="166" y="19"/>
                </a:cubicBezTo>
                <a:cubicBezTo>
                  <a:pt x="169" y="15"/>
                  <a:pt x="177" y="9"/>
                  <a:pt x="189" y="0"/>
                </a:cubicBezTo>
                <a:lnTo>
                  <a:pt x="201" y="0"/>
                </a:lnTo>
                <a:lnTo>
                  <a:pt x="204" y="0"/>
                </a:lnTo>
                <a:cubicBezTo>
                  <a:pt x="213" y="0"/>
                  <a:pt x="217" y="2"/>
                  <a:pt x="217" y="8"/>
                </a:cubicBezTo>
                <a:cubicBezTo>
                  <a:pt x="217" y="10"/>
                  <a:pt x="212" y="16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49" y="96"/>
                  <a:pt x="134" y="122"/>
                  <a:pt x="119" y="152"/>
                </a:cubicBezTo>
                <a:cubicBezTo>
                  <a:pt x="104" y="183"/>
                  <a:pt x="92" y="224"/>
                  <a:pt x="81" y="277"/>
                </a:cubicBezTo>
                <a:cubicBezTo>
                  <a:pt x="71" y="329"/>
                  <a:pt x="66" y="387"/>
                  <a:pt x="66" y="452"/>
                </a:cubicBezTo>
                <a:cubicBezTo>
                  <a:pt x="66" y="516"/>
                  <a:pt x="71" y="573"/>
                  <a:pt x="81" y="625"/>
                </a:cubicBezTo>
                <a:cubicBezTo>
                  <a:pt x="92" y="677"/>
                  <a:pt x="104" y="719"/>
                  <a:pt x="118" y="751"/>
                </a:cubicBezTo>
                <a:cubicBezTo>
                  <a:pt x="133" y="783"/>
                  <a:pt x="148" y="808"/>
                  <a:pt x="164" y="828"/>
                </a:cubicBezTo>
                <a:cubicBezTo>
                  <a:pt x="179" y="848"/>
                  <a:pt x="191" y="864"/>
                  <a:pt x="201" y="876"/>
                </a:cubicBezTo>
                <a:cubicBezTo>
                  <a:pt x="212" y="888"/>
                  <a:pt x="217" y="894"/>
                  <a:pt x="217" y="895"/>
                </a:cubicBezTo>
                <a:cubicBezTo>
                  <a:pt x="217" y="900"/>
                  <a:pt x="212" y="903"/>
                  <a:pt x="203" y="903"/>
                </a:cubicBezTo>
                <a:lnTo>
                  <a:pt x="201" y="903"/>
                </a:lnTo>
                <a:lnTo>
                  <a:pt x="189" y="903"/>
                </a:lnTo>
                <a:lnTo>
                  <a:pt x="164" y="881"/>
                </a:lnTo>
                <a:cubicBezTo>
                  <a:pt x="106" y="830"/>
                  <a:pt x="65" y="767"/>
                  <a:pt x="39" y="690"/>
                </a:cubicBezTo>
                <a:cubicBezTo>
                  <a:pt x="13" y="614"/>
                  <a:pt x="0" y="534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2639520" y="303300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7" y="402"/>
                </a:moveTo>
                <a:cubicBezTo>
                  <a:pt x="178" y="400"/>
                  <a:pt x="146" y="399"/>
                  <a:pt x="92" y="399"/>
                </a:cubicBezTo>
                <a:cubicBezTo>
                  <a:pt x="42" y="399"/>
                  <a:pt x="14" y="400"/>
                  <a:pt x="7" y="402"/>
                </a:cubicBezTo>
                <a:lnTo>
                  <a:pt x="0" y="402"/>
                </a:lnTo>
                <a:lnTo>
                  <a:pt x="0" y="346"/>
                </a:lnTo>
                <a:lnTo>
                  <a:pt x="88" y="346"/>
                </a:lnTo>
                <a:lnTo>
                  <a:pt x="203" y="209"/>
                </a:lnTo>
                <a:lnTo>
                  <a:pt x="81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5" y="3"/>
                  <a:pt x="111" y="3"/>
                </a:cubicBezTo>
                <a:cubicBezTo>
                  <a:pt x="174" y="3"/>
                  <a:pt x="211" y="2"/>
                  <a:pt x="222" y="0"/>
                </a:cubicBezTo>
                <a:lnTo>
                  <a:pt x="230" y="0"/>
                </a:lnTo>
                <a:lnTo>
                  <a:pt x="230" y="56"/>
                </a:lnTo>
                <a:lnTo>
                  <a:pt x="204" y="56"/>
                </a:lnTo>
                <a:lnTo>
                  <a:pt x="236" y="95"/>
                </a:lnTo>
                <a:cubicBezTo>
                  <a:pt x="256" y="120"/>
                  <a:pt x="267" y="132"/>
                  <a:pt x="268" y="132"/>
                </a:cubicBezTo>
                <a:cubicBezTo>
                  <a:pt x="270" y="132"/>
                  <a:pt x="281" y="119"/>
                  <a:pt x="302" y="93"/>
                </a:cubicBezTo>
                <a:lnTo>
                  <a:pt x="333" y="56"/>
                </a:lnTo>
                <a:lnTo>
                  <a:pt x="300" y="56"/>
                </a:lnTo>
                <a:lnTo>
                  <a:pt x="300" y="0"/>
                </a:lnTo>
                <a:lnTo>
                  <a:pt x="307" y="0"/>
                </a:lnTo>
                <a:cubicBezTo>
                  <a:pt x="316" y="2"/>
                  <a:pt x="348" y="3"/>
                  <a:pt x="403" y="3"/>
                </a:cubicBezTo>
                <a:cubicBezTo>
                  <a:pt x="452" y="3"/>
                  <a:pt x="480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3" y="180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6" y="399"/>
                </a:cubicBezTo>
                <a:cubicBezTo>
                  <a:pt x="343" y="399"/>
                  <a:pt x="306" y="400"/>
                  <a:pt x="296" y="402"/>
                </a:cubicBezTo>
                <a:lnTo>
                  <a:pt x="287" y="402"/>
                </a:lnTo>
                <a:lnTo>
                  <a:pt x="287" y="346"/>
                </a:lnTo>
                <a:lnTo>
                  <a:pt x="313" y="346"/>
                </a:lnTo>
                <a:cubicBezTo>
                  <a:pt x="313" y="345"/>
                  <a:pt x="301" y="330"/>
                  <a:pt x="277" y="300"/>
                </a:cubicBezTo>
                <a:cubicBezTo>
                  <a:pt x="253" y="271"/>
                  <a:pt x="240" y="256"/>
                  <a:pt x="240" y="254"/>
                </a:cubicBezTo>
                <a:lnTo>
                  <a:pt x="161" y="345"/>
                </a:lnTo>
                <a:lnTo>
                  <a:pt x="178" y="346"/>
                </a:lnTo>
                <a:lnTo>
                  <a:pt x="194" y="346"/>
                </a:lnTo>
                <a:lnTo>
                  <a:pt x="194" y="402"/>
                </a:lnTo>
                <a:lnTo>
                  <a:pt x="187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2847960" y="2933640"/>
            <a:ext cx="77760" cy="325080"/>
          </a:xfrm>
          <a:custGeom>
            <a:avLst/>
            <a:gdLst/>
            <a:ahLst/>
            <a:rect l="0" t="0" r="r" b="b"/>
            <a:pathLst>
              <a:path w="216" h="903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1"/>
                </a:lnTo>
                <a:cubicBezTo>
                  <a:pt x="110" y="72"/>
                  <a:pt x="151" y="136"/>
                  <a:pt x="178" y="213"/>
                </a:cubicBezTo>
                <a:cubicBezTo>
                  <a:pt x="204" y="289"/>
                  <a:pt x="216" y="368"/>
                  <a:pt x="216" y="452"/>
                </a:cubicBezTo>
                <a:cubicBezTo>
                  <a:pt x="216" y="493"/>
                  <a:pt x="213" y="532"/>
                  <a:pt x="207" y="570"/>
                </a:cubicBezTo>
                <a:cubicBezTo>
                  <a:pt x="201" y="608"/>
                  <a:pt x="195" y="640"/>
                  <a:pt x="187" y="667"/>
                </a:cubicBezTo>
                <a:cubicBezTo>
                  <a:pt x="179" y="693"/>
                  <a:pt x="168" y="720"/>
                  <a:pt x="153" y="746"/>
                </a:cubicBezTo>
                <a:cubicBezTo>
                  <a:pt x="138" y="773"/>
                  <a:pt x="126" y="793"/>
                  <a:pt x="118" y="807"/>
                </a:cubicBezTo>
                <a:cubicBezTo>
                  <a:pt x="110" y="820"/>
                  <a:pt x="97" y="836"/>
                  <a:pt x="81" y="853"/>
                </a:cubicBezTo>
                <a:cubicBezTo>
                  <a:pt x="65" y="869"/>
                  <a:pt x="55" y="879"/>
                  <a:pt x="52" y="882"/>
                </a:cubicBezTo>
                <a:cubicBezTo>
                  <a:pt x="49" y="885"/>
                  <a:pt x="42" y="891"/>
                  <a:pt x="31" y="900"/>
                </a:cubicBezTo>
                <a:cubicBezTo>
                  <a:pt x="30" y="901"/>
                  <a:pt x="28" y="903"/>
                  <a:pt x="28" y="903"/>
                </a:cubicBezTo>
                <a:lnTo>
                  <a:pt x="17" y="903"/>
                </a:lnTo>
                <a:cubicBezTo>
                  <a:pt x="12" y="903"/>
                  <a:pt x="9" y="903"/>
                  <a:pt x="7" y="903"/>
                </a:cubicBezTo>
                <a:cubicBezTo>
                  <a:pt x="5" y="903"/>
                  <a:pt x="4" y="902"/>
                  <a:pt x="3" y="900"/>
                </a:cubicBezTo>
                <a:cubicBezTo>
                  <a:pt x="1" y="899"/>
                  <a:pt x="0" y="896"/>
                  <a:pt x="0" y="892"/>
                </a:cubicBezTo>
                <a:cubicBezTo>
                  <a:pt x="0" y="892"/>
                  <a:pt x="4" y="888"/>
                  <a:pt x="10" y="881"/>
                </a:cubicBezTo>
                <a:cubicBezTo>
                  <a:pt x="103" y="784"/>
                  <a:pt x="150" y="641"/>
                  <a:pt x="150" y="452"/>
                </a:cubicBezTo>
                <a:cubicBezTo>
                  <a:pt x="150" y="262"/>
                  <a:pt x="103" y="119"/>
                  <a:pt x="10" y="22"/>
                </a:cubicBezTo>
                <a:cubicBezTo>
                  <a:pt x="4" y="15"/>
                  <a:pt x="0" y="11"/>
                  <a:pt x="0" y="10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910880" y="288612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は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5883480" y="3038400"/>
            <a:ext cx="183960" cy="144360"/>
          </a:xfrm>
          <a:custGeom>
            <a:avLst/>
            <a:gdLst/>
            <a:ahLst/>
            <a:rect l="0" t="0" r="r" b="b"/>
            <a:pathLst>
              <a:path w="511" h="401">
                <a:moveTo>
                  <a:pt x="186" y="401"/>
                </a:moveTo>
                <a:cubicBezTo>
                  <a:pt x="177" y="399"/>
                  <a:pt x="145" y="399"/>
                  <a:pt x="91" y="399"/>
                </a:cubicBezTo>
                <a:cubicBezTo>
                  <a:pt x="42" y="399"/>
                  <a:pt x="14" y="399"/>
                  <a:pt x="7" y="401"/>
                </a:cubicBezTo>
                <a:lnTo>
                  <a:pt x="0" y="401"/>
                </a:lnTo>
                <a:lnTo>
                  <a:pt x="0" y="345"/>
                </a:lnTo>
                <a:lnTo>
                  <a:pt x="87" y="345"/>
                </a:lnTo>
                <a:lnTo>
                  <a:pt x="203" y="209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2"/>
                  <a:pt x="110" y="2"/>
                </a:cubicBezTo>
                <a:cubicBezTo>
                  <a:pt x="173" y="2"/>
                  <a:pt x="211" y="2"/>
                  <a:pt x="221" y="0"/>
                </a:cubicBezTo>
                <a:lnTo>
                  <a:pt x="230" y="0"/>
                </a:lnTo>
                <a:lnTo>
                  <a:pt x="230" y="56"/>
                </a:lnTo>
                <a:lnTo>
                  <a:pt x="204" y="56"/>
                </a:lnTo>
                <a:lnTo>
                  <a:pt x="236" y="94"/>
                </a:lnTo>
                <a:cubicBezTo>
                  <a:pt x="256" y="120"/>
                  <a:pt x="267" y="132"/>
                  <a:pt x="267" y="132"/>
                </a:cubicBezTo>
                <a:cubicBezTo>
                  <a:pt x="270" y="132"/>
                  <a:pt x="281" y="119"/>
                  <a:pt x="302" y="93"/>
                </a:cubicBezTo>
                <a:lnTo>
                  <a:pt x="333" y="56"/>
                </a:lnTo>
                <a:lnTo>
                  <a:pt x="300" y="56"/>
                </a:lnTo>
                <a:lnTo>
                  <a:pt x="300" y="0"/>
                </a:lnTo>
                <a:lnTo>
                  <a:pt x="307" y="0"/>
                </a:lnTo>
                <a:cubicBezTo>
                  <a:pt x="316" y="2"/>
                  <a:pt x="348" y="2"/>
                  <a:pt x="403" y="2"/>
                </a:cubicBezTo>
                <a:cubicBezTo>
                  <a:pt x="452" y="2"/>
                  <a:pt x="479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3" y="179"/>
                </a:lnTo>
                <a:lnTo>
                  <a:pt x="437" y="344"/>
                </a:lnTo>
                <a:lnTo>
                  <a:pt x="474" y="345"/>
                </a:lnTo>
                <a:lnTo>
                  <a:pt x="511" y="345"/>
                </a:lnTo>
                <a:lnTo>
                  <a:pt x="511" y="401"/>
                </a:lnTo>
                <a:lnTo>
                  <a:pt x="504" y="401"/>
                </a:lnTo>
                <a:cubicBezTo>
                  <a:pt x="495" y="399"/>
                  <a:pt x="462" y="399"/>
                  <a:pt x="405" y="399"/>
                </a:cubicBezTo>
                <a:cubicBezTo>
                  <a:pt x="343" y="399"/>
                  <a:pt x="306" y="399"/>
                  <a:pt x="295" y="401"/>
                </a:cubicBezTo>
                <a:lnTo>
                  <a:pt x="287" y="401"/>
                </a:lnTo>
                <a:lnTo>
                  <a:pt x="287" y="345"/>
                </a:lnTo>
                <a:lnTo>
                  <a:pt x="313" y="345"/>
                </a:lnTo>
                <a:cubicBezTo>
                  <a:pt x="313" y="345"/>
                  <a:pt x="301" y="330"/>
                  <a:pt x="276" y="300"/>
                </a:cubicBezTo>
                <a:cubicBezTo>
                  <a:pt x="252" y="271"/>
                  <a:pt x="240" y="255"/>
                  <a:pt x="239" y="254"/>
                </a:cubicBezTo>
                <a:lnTo>
                  <a:pt x="160" y="344"/>
                </a:lnTo>
                <a:lnTo>
                  <a:pt x="177" y="345"/>
                </a:lnTo>
                <a:lnTo>
                  <a:pt x="193" y="345"/>
                </a:lnTo>
                <a:lnTo>
                  <a:pt x="193" y="401"/>
                </a:lnTo>
                <a:lnTo>
                  <a:pt x="186" y="4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2959200" y="2886120"/>
            <a:ext cx="3035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から生成され得る出力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6077160" y="2886120"/>
            <a:ext cx="34488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を満遍なく生成できること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8754480" y="337176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29" y="49"/>
                </a:moveTo>
                <a:cubicBezTo>
                  <a:pt x="229" y="45"/>
                  <a:pt x="212" y="43"/>
                  <a:pt x="178" y="41"/>
                </a:cubicBezTo>
                <a:cubicBezTo>
                  <a:pt x="164" y="41"/>
                  <a:pt x="155" y="41"/>
                  <a:pt x="151" y="40"/>
                </a:cubicBezTo>
                <a:cubicBezTo>
                  <a:pt x="146" y="40"/>
                  <a:pt x="144" y="37"/>
                  <a:pt x="144" y="32"/>
                </a:cubicBezTo>
                <a:cubicBezTo>
                  <a:pt x="144" y="28"/>
                  <a:pt x="146" y="21"/>
                  <a:pt x="148" y="14"/>
                </a:cubicBezTo>
                <a:cubicBezTo>
                  <a:pt x="150" y="7"/>
                  <a:pt x="152" y="3"/>
                  <a:pt x="154" y="1"/>
                </a:cubicBezTo>
                <a:cubicBezTo>
                  <a:pt x="156" y="0"/>
                  <a:pt x="215" y="0"/>
                  <a:pt x="335" y="0"/>
                </a:cubicBezTo>
                <a:cubicBezTo>
                  <a:pt x="435" y="0"/>
                  <a:pt x="492" y="1"/>
                  <a:pt x="504" y="1"/>
                </a:cubicBezTo>
                <a:cubicBezTo>
                  <a:pt x="516" y="1"/>
                  <a:pt x="528" y="3"/>
                  <a:pt x="540" y="6"/>
                </a:cubicBezTo>
                <a:cubicBezTo>
                  <a:pt x="583" y="16"/>
                  <a:pt x="620" y="40"/>
                  <a:pt x="650" y="77"/>
                </a:cubicBezTo>
                <a:cubicBezTo>
                  <a:pt x="680" y="115"/>
                  <a:pt x="695" y="165"/>
                  <a:pt x="696" y="228"/>
                </a:cubicBezTo>
                <a:cubicBezTo>
                  <a:pt x="696" y="322"/>
                  <a:pt x="664" y="406"/>
                  <a:pt x="599" y="481"/>
                </a:cubicBezTo>
                <a:cubicBezTo>
                  <a:pt x="535" y="555"/>
                  <a:pt x="459" y="600"/>
                  <a:pt x="372" y="614"/>
                </a:cubicBezTo>
                <a:lnTo>
                  <a:pt x="359" y="616"/>
                </a:lnTo>
                <a:lnTo>
                  <a:pt x="183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1" y="617"/>
                  <a:pt x="11" y="616"/>
                  <a:pt x="7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2"/>
                  <a:pt x="3" y="594"/>
                </a:cubicBezTo>
                <a:cubicBezTo>
                  <a:pt x="5" y="585"/>
                  <a:pt x="8" y="579"/>
                  <a:pt x="10" y="578"/>
                </a:cubicBezTo>
                <a:cubicBezTo>
                  <a:pt x="12" y="577"/>
                  <a:pt x="19" y="576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1"/>
                  <a:pt x="99" y="567"/>
                  <a:pt x="102" y="562"/>
                </a:cubicBezTo>
                <a:cubicBezTo>
                  <a:pt x="104" y="560"/>
                  <a:pt x="125" y="476"/>
                  <a:pt x="167" y="311"/>
                </a:cubicBezTo>
                <a:cubicBezTo>
                  <a:pt x="208" y="145"/>
                  <a:pt x="229" y="58"/>
                  <a:pt x="229" y="49"/>
                </a:cubicBezTo>
                <a:moveTo>
                  <a:pt x="606" y="194"/>
                </a:moveTo>
                <a:cubicBezTo>
                  <a:pt x="606" y="170"/>
                  <a:pt x="602" y="150"/>
                  <a:pt x="596" y="132"/>
                </a:cubicBezTo>
                <a:cubicBezTo>
                  <a:pt x="589" y="114"/>
                  <a:pt x="581" y="99"/>
                  <a:pt x="572" y="89"/>
                </a:cubicBezTo>
                <a:cubicBezTo>
                  <a:pt x="563" y="79"/>
                  <a:pt x="552" y="70"/>
                  <a:pt x="539" y="63"/>
                </a:cubicBezTo>
                <a:cubicBezTo>
                  <a:pt x="526" y="56"/>
                  <a:pt x="514" y="51"/>
                  <a:pt x="504" y="49"/>
                </a:cubicBezTo>
                <a:cubicBezTo>
                  <a:pt x="493" y="46"/>
                  <a:pt x="483" y="44"/>
                  <a:pt x="472" y="42"/>
                </a:cubicBezTo>
                <a:cubicBezTo>
                  <a:pt x="471" y="42"/>
                  <a:pt x="467" y="42"/>
                  <a:pt x="459" y="42"/>
                </a:cubicBezTo>
                <a:cubicBezTo>
                  <a:pt x="452" y="42"/>
                  <a:pt x="443" y="42"/>
                  <a:pt x="433" y="42"/>
                </a:cubicBezTo>
                <a:cubicBezTo>
                  <a:pt x="423" y="42"/>
                  <a:pt x="413" y="42"/>
                  <a:pt x="403" y="41"/>
                </a:cubicBezTo>
                <a:lnTo>
                  <a:pt x="365" y="41"/>
                </a:lnTo>
                <a:cubicBezTo>
                  <a:pt x="338" y="41"/>
                  <a:pt x="323" y="44"/>
                  <a:pt x="319" y="50"/>
                </a:cubicBezTo>
                <a:cubicBezTo>
                  <a:pt x="317" y="53"/>
                  <a:pt x="295" y="139"/>
                  <a:pt x="253" y="311"/>
                </a:cubicBezTo>
                <a:cubicBezTo>
                  <a:pt x="210" y="482"/>
                  <a:pt x="189" y="568"/>
                  <a:pt x="189" y="570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5" y="574"/>
                  <a:pt x="228" y="574"/>
                  <a:pt x="268" y="575"/>
                </a:cubicBezTo>
                <a:cubicBezTo>
                  <a:pt x="271" y="575"/>
                  <a:pt x="277" y="575"/>
                  <a:pt x="285" y="575"/>
                </a:cubicBezTo>
                <a:cubicBezTo>
                  <a:pt x="294" y="575"/>
                  <a:pt x="301" y="575"/>
                  <a:pt x="307" y="576"/>
                </a:cubicBezTo>
                <a:cubicBezTo>
                  <a:pt x="384" y="576"/>
                  <a:pt x="446" y="551"/>
                  <a:pt x="495" y="502"/>
                </a:cubicBezTo>
                <a:cubicBezTo>
                  <a:pt x="517" y="480"/>
                  <a:pt x="535" y="455"/>
                  <a:pt x="549" y="426"/>
                </a:cubicBezTo>
                <a:cubicBezTo>
                  <a:pt x="563" y="397"/>
                  <a:pt x="575" y="359"/>
                  <a:pt x="587" y="311"/>
                </a:cubicBezTo>
                <a:cubicBezTo>
                  <a:pt x="599" y="264"/>
                  <a:pt x="606" y="225"/>
                  <a:pt x="606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747720" y="3305160"/>
            <a:ext cx="80373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しかし式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(12.28)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にその要件は盛り込まれていないので、確実に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10284120" y="344772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0" y="399"/>
                </a:cubicBezTo>
                <a:cubicBezTo>
                  <a:pt x="42" y="399"/>
                  <a:pt x="14" y="400"/>
                  <a:pt x="6" y="402"/>
                </a:cubicBezTo>
                <a:lnTo>
                  <a:pt x="0" y="402"/>
                </a:lnTo>
                <a:lnTo>
                  <a:pt x="0" y="346"/>
                </a:lnTo>
                <a:lnTo>
                  <a:pt x="87" y="346"/>
                </a:lnTo>
                <a:lnTo>
                  <a:pt x="203" y="209"/>
                </a:lnTo>
                <a:lnTo>
                  <a:pt x="79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0" y="3"/>
                </a:cubicBezTo>
                <a:cubicBezTo>
                  <a:pt x="173" y="3"/>
                  <a:pt x="210" y="2"/>
                  <a:pt x="221" y="0"/>
                </a:cubicBezTo>
                <a:lnTo>
                  <a:pt x="229" y="0"/>
                </a:lnTo>
                <a:lnTo>
                  <a:pt x="229" y="56"/>
                </a:lnTo>
                <a:lnTo>
                  <a:pt x="204" y="56"/>
                </a:lnTo>
                <a:lnTo>
                  <a:pt x="236" y="95"/>
                </a:lnTo>
                <a:cubicBezTo>
                  <a:pt x="256" y="120"/>
                  <a:pt x="267" y="133"/>
                  <a:pt x="267" y="133"/>
                </a:cubicBezTo>
                <a:cubicBezTo>
                  <a:pt x="270" y="133"/>
                  <a:pt x="281" y="120"/>
                  <a:pt x="301" y="93"/>
                </a:cubicBezTo>
                <a:lnTo>
                  <a:pt x="333" y="56"/>
                </a:lnTo>
                <a:lnTo>
                  <a:pt x="300" y="56"/>
                </a:lnTo>
                <a:lnTo>
                  <a:pt x="300" y="0"/>
                </a:lnTo>
                <a:lnTo>
                  <a:pt x="307" y="0"/>
                </a:lnTo>
                <a:cubicBezTo>
                  <a:pt x="316" y="2"/>
                  <a:pt x="348" y="3"/>
                  <a:pt x="403" y="3"/>
                </a:cubicBezTo>
                <a:cubicBezTo>
                  <a:pt x="451" y="3"/>
                  <a:pt x="479" y="2"/>
                  <a:pt x="486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2" y="179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5" y="399"/>
                </a:cubicBezTo>
                <a:cubicBezTo>
                  <a:pt x="343" y="399"/>
                  <a:pt x="306" y="400"/>
                  <a:pt x="295" y="402"/>
                </a:cubicBezTo>
                <a:lnTo>
                  <a:pt x="287" y="402"/>
                </a:lnTo>
                <a:lnTo>
                  <a:pt x="287" y="346"/>
                </a:lnTo>
                <a:lnTo>
                  <a:pt x="312" y="346"/>
                </a:lnTo>
                <a:cubicBezTo>
                  <a:pt x="312" y="345"/>
                  <a:pt x="300" y="330"/>
                  <a:pt x="276" y="301"/>
                </a:cubicBezTo>
                <a:cubicBezTo>
                  <a:pt x="252" y="271"/>
                  <a:pt x="240" y="256"/>
                  <a:pt x="239" y="255"/>
                </a:cubicBezTo>
                <a:lnTo>
                  <a:pt x="160" y="345"/>
                </a:lnTo>
                <a:lnTo>
                  <a:pt x="177" y="346"/>
                </a:lnTo>
                <a:lnTo>
                  <a:pt x="194" y="346"/>
                </a:lnTo>
                <a:lnTo>
                  <a:pt x="194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9011520" y="3305160"/>
            <a:ext cx="1379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を欺ける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10472040" y="3305160"/>
            <a:ext cx="966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が生成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747720" y="3714840"/>
            <a:ext cx="7724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できている限り、そこからさらに改良しようとしたりはしない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747720" y="4133880"/>
            <a:ext cx="3310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これを </a:t>
            </a:r>
            <a:r>
              <a:rPr b="1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モード崩壊 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という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747720" y="1290240"/>
            <a:ext cx="289620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28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モード崩壊への対応策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1028520" y="2552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2" y="285"/>
                  <a:pt x="183" y="288"/>
                  <a:pt x="174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7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5"/>
                  <a:pt x="192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4"/>
                </a:cubicBezTo>
                <a:cubicBezTo>
                  <a:pt x="256" y="51"/>
                  <a:pt x="262" y="58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7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747720" y="1847880"/>
            <a:ext cx="1931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目的関数の変更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2951640" y="2557080"/>
            <a:ext cx="258120" cy="144360"/>
          </a:xfrm>
          <a:custGeom>
            <a:avLst/>
            <a:gdLst/>
            <a:ahLst/>
            <a:rect l="0" t="0" r="r" b="b"/>
            <a:pathLst>
              <a:path w="717" h="401">
                <a:moveTo>
                  <a:pt x="14" y="359"/>
                </a:moveTo>
                <a:lnTo>
                  <a:pt x="27" y="359"/>
                </a:lnTo>
                <a:cubicBezTo>
                  <a:pt x="51" y="359"/>
                  <a:pt x="65" y="355"/>
                  <a:pt x="70" y="346"/>
                </a:cubicBezTo>
                <a:lnTo>
                  <a:pt x="70" y="339"/>
                </a:lnTo>
                <a:cubicBezTo>
                  <a:pt x="70" y="334"/>
                  <a:pt x="70" y="327"/>
                  <a:pt x="70" y="318"/>
                </a:cubicBezTo>
                <a:cubicBezTo>
                  <a:pt x="70" y="310"/>
                  <a:pt x="70" y="301"/>
                  <a:pt x="70" y="291"/>
                </a:cubicBezTo>
                <a:cubicBezTo>
                  <a:pt x="70" y="280"/>
                  <a:pt x="70" y="268"/>
                  <a:pt x="71" y="254"/>
                </a:cubicBezTo>
                <a:cubicBezTo>
                  <a:pt x="72" y="241"/>
                  <a:pt x="72" y="228"/>
                  <a:pt x="71" y="216"/>
                </a:cubicBezTo>
                <a:cubicBezTo>
                  <a:pt x="71" y="198"/>
                  <a:pt x="71" y="178"/>
                  <a:pt x="71" y="157"/>
                </a:cubicBezTo>
                <a:cubicBezTo>
                  <a:pt x="71" y="136"/>
                  <a:pt x="71" y="118"/>
                  <a:pt x="70" y="104"/>
                </a:cubicBezTo>
                <a:lnTo>
                  <a:pt x="70" y="83"/>
                </a:lnTo>
                <a:cubicBezTo>
                  <a:pt x="68" y="71"/>
                  <a:pt x="64" y="64"/>
                  <a:pt x="58" y="60"/>
                </a:cubicBezTo>
                <a:cubicBezTo>
                  <a:pt x="51" y="57"/>
                  <a:pt x="37" y="54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8"/>
                  <a:pt x="0" y="11"/>
                  <a:pt x="1" y="11"/>
                </a:cubicBezTo>
                <a:lnTo>
                  <a:pt x="10" y="10"/>
                </a:lnTo>
                <a:cubicBezTo>
                  <a:pt x="16" y="9"/>
                  <a:pt x="25" y="9"/>
                  <a:pt x="37" y="8"/>
                </a:cubicBezTo>
                <a:cubicBezTo>
                  <a:pt x="48" y="7"/>
                  <a:pt x="59" y="7"/>
                  <a:pt x="70" y="6"/>
                </a:cubicBezTo>
                <a:cubicBezTo>
                  <a:pt x="80" y="6"/>
                  <a:pt x="91" y="5"/>
                  <a:pt x="103" y="4"/>
                </a:cubicBezTo>
                <a:cubicBezTo>
                  <a:pt x="114" y="4"/>
                  <a:pt x="123" y="3"/>
                  <a:pt x="129" y="2"/>
                </a:cubicBezTo>
                <a:cubicBezTo>
                  <a:pt x="135" y="0"/>
                  <a:pt x="138" y="0"/>
                  <a:pt x="139" y="1"/>
                </a:cubicBezTo>
                <a:lnTo>
                  <a:pt x="141" y="1"/>
                </a:lnTo>
                <a:lnTo>
                  <a:pt x="141" y="37"/>
                </a:lnTo>
                <a:cubicBezTo>
                  <a:pt x="141" y="60"/>
                  <a:pt x="142" y="71"/>
                  <a:pt x="142" y="71"/>
                </a:cubicBezTo>
                <a:cubicBezTo>
                  <a:pt x="143" y="71"/>
                  <a:pt x="144" y="70"/>
                  <a:pt x="147" y="67"/>
                </a:cubicBezTo>
                <a:cubicBezTo>
                  <a:pt x="149" y="64"/>
                  <a:pt x="153" y="59"/>
                  <a:pt x="158" y="53"/>
                </a:cubicBezTo>
                <a:cubicBezTo>
                  <a:pt x="162" y="47"/>
                  <a:pt x="168" y="42"/>
                  <a:pt x="175" y="37"/>
                </a:cubicBezTo>
                <a:cubicBezTo>
                  <a:pt x="181" y="32"/>
                  <a:pt x="190" y="26"/>
                  <a:pt x="201" y="20"/>
                </a:cubicBezTo>
                <a:cubicBezTo>
                  <a:pt x="212" y="13"/>
                  <a:pt x="223" y="8"/>
                  <a:pt x="235" y="5"/>
                </a:cubicBezTo>
                <a:cubicBezTo>
                  <a:pt x="247" y="2"/>
                  <a:pt x="263" y="1"/>
                  <a:pt x="281" y="1"/>
                </a:cubicBezTo>
                <a:cubicBezTo>
                  <a:pt x="290" y="1"/>
                  <a:pt x="299" y="1"/>
                  <a:pt x="307" y="3"/>
                </a:cubicBezTo>
                <a:cubicBezTo>
                  <a:pt x="314" y="4"/>
                  <a:pt x="321" y="6"/>
                  <a:pt x="327" y="8"/>
                </a:cubicBezTo>
                <a:cubicBezTo>
                  <a:pt x="333" y="10"/>
                  <a:pt x="339" y="13"/>
                  <a:pt x="344" y="15"/>
                </a:cubicBezTo>
                <a:cubicBezTo>
                  <a:pt x="350" y="18"/>
                  <a:pt x="354" y="20"/>
                  <a:pt x="358" y="23"/>
                </a:cubicBezTo>
                <a:cubicBezTo>
                  <a:pt x="362" y="26"/>
                  <a:pt x="365" y="30"/>
                  <a:pt x="368" y="33"/>
                </a:cubicBezTo>
                <a:cubicBezTo>
                  <a:pt x="371" y="37"/>
                  <a:pt x="374" y="40"/>
                  <a:pt x="376" y="43"/>
                </a:cubicBezTo>
                <a:cubicBezTo>
                  <a:pt x="378" y="46"/>
                  <a:pt x="381" y="49"/>
                  <a:pt x="382" y="53"/>
                </a:cubicBezTo>
                <a:cubicBezTo>
                  <a:pt x="384" y="57"/>
                  <a:pt x="385" y="60"/>
                  <a:pt x="386" y="62"/>
                </a:cubicBezTo>
                <a:cubicBezTo>
                  <a:pt x="387" y="64"/>
                  <a:pt x="388" y="67"/>
                  <a:pt x="389" y="69"/>
                </a:cubicBezTo>
                <a:lnTo>
                  <a:pt x="391" y="74"/>
                </a:lnTo>
                <a:lnTo>
                  <a:pt x="393" y="70"/>
                </a:lnTo>
                <a:cubicBezTo>
                  <a:pt x="395" y="68"/>
                  <a:pt x="397" y="65"/>
                  <a:pt x="399" y="63"/>
                </a:cubicBezTo>
                <a:cubicBezTo>
                  <a:pt x="400" y="61"/>
                  <a:pt x="403" y="57"/>
                  <a:pt x="407" y="53"/>
                </a:cubicBezTo>
                <a:cubicBezTo>
                  <a:pt x="410" y="49"/>
                  <a:pt x="414" y="45"/>
                  <a:pt x="418" y="41"/>
                </a:cubicBezTo>
                <a:cubicBezTo>
                  <a:pt x="423" y="38"/>
                  <a:pt x="427" y="34"/>
                  <a:pt x="432" y="30"/>
                </a:cubicBezTo>
                <a:cubicBezTo>
                  <a:pt x="437" y="25"/>
                  <a:pt x="443" y="22"/>
                  <a:pt x="450" y="19"/>
                </a:cubicBezTo>
                <a:cubicBezTo>
                  <a:pt x="457" y="16"/>
                  <a:pt x="464" y="13"/>
                  <a:pt x="471" y="10"/>
                </a:cubicBezTo>
                <a:cubicBezTo>
                  <a:pt x="477" y="7"/>
                  <a:pt x="485" y="5"/>
                  <a:pt x="494" y="3"/>
                </a:cubicBezTo>
                <a:cubicBezTo>
                  <a:pt x="503" y="2"/>
                  <a:pt x="513" y="1"/>
                  <a:pt x="522" y="1"/>
                </a:cubicBezTo>
                <a:cubicBezTo>
                  <a:pt x="598" y="1"/>
                  <a:pt x="639" y="35"/>
                  <a:pt x="646" y="103"/>
                </a:cubicBezTo>
                <a:cubicBezTo>
                  <a:pt x="647" y="107"/>
                  <a:pt x="647" y="149"/>
                  <a:pt x="647" y="228"/>
                </a:cubicBezTo>
                <a:lnTo>
                  <a:pt x="647" y="307"/>
                </a:lnTo>
                <a:cubicBezTo>
                  <a:pt x="647" y="330"/>
                  <a:pt x="647" y="343"/>
                  <a:pt x="649" y="347"/>
                </a:cubicBezTo>
                <a:cubicBezTo>
                  <a:pt x="650" y="352"/>
                  <a:pt x="653" y="355"/>
                  <a:pt x="659" y="356"/>
                </a:cubicBezTo>
                <a:cubicBezTo>
                  <a:pt x="671" y="358"/>
                  <a:pt x="686" y="359"/>
                  <a:pt x="703" y="359"/>
                </a:cubicBezTo>
                <a:lnTo>
                  <a:pt x="717" y="359"/>
                </a:lnTo>
                <a:lnTo>
                  <a:pt x="717" y="401"/>
                </a:lnTo>
                <a:lnTo>
                  <a:pt x="710" y="401"/>
                </a:lnTo>
                <a:lnTo>
                  <a:pt x="689" y="400"/>
                </a:lnTo>
                <a:cubicBezTo>
                  <a:pt x="675" y="399"/>
                  <a:pt x="659" y="399"/>
                  <a:pt x="643" y="399"/>
                </a:cubicBezTo>
                <a:cubicBezTo>
                  <a:pt x="627" y="399"/>
                  <a:pt x="616" y="399"/>
                  <a:pt x="609" y="398"/>
                </a:cubicBezTo>
                <a:cubicBezTo>
                  <a:pt x="547" y="398"/>
                  <a:pt x="513" y="399"/>
                  <a:pt x="508" y="401"/>
                </a:cubicBezTo>
                <a:lnTo>
                  <a:pt x="501" y="401"/>
                </a:lnTo>
                <a:lnTo>
                  <a:pt x="501" y="359"/>
                </a:lnTo>
                <a:lnTo>
                  <a:pt x="515" y="359"/>
                </a:lnTo>
                <a:cubicBezTo>
                  <a:pt x="552" y="359"/>
                  <a:pt x="570" y="354"/>
                  <a:pt x="570" y="345"/>
                </a:cubicBezTo>
                <a:cubicBezTo>
                  <a:pt x="571" y="343"/>
                  <a:pt x="571" y="302"/>
                  <a:pt x="571" y="219"/>
                </a:cubicBezTo>
                <a:cubicBezTo>
                  <a:pt x="570" y="138"/>
                  <a:pt x="570" y="95"/>
                  <a:pt x="569" y="90"/>
                </a:cubicBezTo>
                <a:cubicBezTo>
                  <a:pt x="566" y="73"/>
                  <a:pt x="560" y="61"/>
                  <a:pt x="551" y="52"/>
                </a:cubicBezTo>
                <a:cubicBezTo>
                  <a:pt x="543" y="44"/>
                  <a:pt x="536" y="39"/>
                  <a:pt x="530" y="37"/>
                </a:cubicBezTo>
                <a:cubicBezTo>
                  <a:pt x="523" y="35"/>
                  <a:pt x="516" y="34"/>
                  <a:pt x="506" y="35"/>
                </a:cubicBezTo>
                <a:cubicBezTo>
                  <a:pt x="479" y="35"/>
                  <a:pt x="455" y="45"/>
                  <a:pt x="435" y="66"/>
                </a:cubicBezTo>
                <a:cubicBezTo>
                  <a:pt x="418" y="82"/>
                  <a:pt x="408" y="98"/>
                  <a:pt x="404" y="115"/>
                </a:cubicBezTo>
                <a:cubicBezTo>
                  <a:pt x="400" y="132"/>
                  <a:pt x="397" y="157"/>
                  <a:pt x="397" y="190"/>
                </a:cubicBezTo>
                <a:lnTo>
                  <a:pt x="397" y="248"/>
                </a:lnTo>
                <a:lnTo>
                  <a:pt x="397" y="303"/>
                </a:lnTo>
                <a:cubicBezTo>
                  <a:pt x="397" y="321"/>
                  <a:pt x="397" y="333"/>
                  <a:pt x="398" y="339"/>
                </a:cubicBezTo>
                <a:cubicBezTo>
                  <a:pt x="398" y="345"/>
                  <a:pt x="399" y="349"/>
                  <a:pt x="400" y="351"/>
                </a:cubicBezTo>
                <a:cubicBezTo>
                  <a:pt x="402" y="353"/>
                  <a:pt x="404" y="355"/>
                  <a:pt x="409" y="356"/>
                </a:cubicBezTo>
                <a:cubicBezTo>
                  <a:pt x="421" y="358"/>
                  <a:pt x="436" y="359"/>
                  <a:pt x="453" y="359"/>
                </a:cubicBezTo>
                <a:lnTo>
                  <a:pt x="467" y="359"/>
                </a:lnTo>
                <a:lnTo>
                  <a:pt x="467" y="401"/>
                </a:lnTo>
                <a:lnTo>
                  <a:pt x="460" y="401"/>
                </a:lnTo>
                <a:lnTo>
                  <a:pt x="438" y="400"/>
                </a:lnTo>
                <a:cubicBezTo>
                  <a:pt x="425" y="399"/>
                  <a:pt x="409" y="399"/>
                  <a:pt x="393" y="399"/>
                </a:cubicBezTo>
                <a:cubicBezTo>
                  <a:pt x="377" y="399"/>
                  <a:pt x="366" y="399"/>
                  <a:pt x="359" y="398"/>
                </a:cubicBezTo>
                <a:cubicBezTo>
                  <a:pt x="297" y="398"/>
                  <a:pt x="263" y="399"/>
                  <a:pt x="258" y="401"/>
                </a:cubicBezTo>
                <a:lnTo>
                  <a:pt x="251" y="401"/>
                </a:lnTo>
                <a:lnTo>
                  <a:pt x="251" y="359"/>
                </a:lnTo>
                <a:lnTo>
                  <a:pt x="265" y="359"/>
                </a:lnTo>
                <a:cubicBezTo>
                  <a:pt x="302" y="359"/>
                  <a:pt x="320" y="354"/>
                  <a:pt x="320" y="345"/>
                </a:cubicBezTo>
                <a:cubicBezTo>
                  <a:pt x="321" y="343"/>
                  <a:pt x="321" y="302"/>
                  <a:pt x="321" y="219"/>
                </a:cubicBezTo>
                <a:cubicBezTo>
                  <a:pt x="320" y="138"/>
                  <a:pt x="320" y="95"/>
                  <a:pt x="319" y="90"/>
                </a:cubicBezTo>
                <a:cubicBezTo>
                  <a:pt x="316" y="73"/>
                  <a:pt x="310" y="61"/>
                  <a:pt x="301" y="52"/>
                </a:cubicBezTo>
                <a:cubicBezTo>
                  <a:pt x="293" y="44"/>
                  <a:pt x="286" y="39"/>
                  <a:pt x="280" y="37"/>
                </a:cubicBezTo>
                <a:cubicBezTo>
                  <a:pt x="273" y="35"/>
                  <a:pt x="266" y="34"/>
                  <a:pt x="256" y="35"/>
                </a:cubicBezTo>
                <a:cubicBezTo>
                  <a:pt x="229" y="35"/>
                  <a:pt x="205" y="45"/>
                  <a:pt x="185" y="66"/>
                </a:cubicBezTo>
                <a:cubicBezTo>
                  <a:pt x="169" y="82"/>
                  <a:pt x="158" y="98"/>
                  <a:pt x="154" y="115"/>
                </a:cubicBezTo>
                <a:cubicBezTo>
                  <a:pt x="150" y="132"/>
                  <a:pt x="147" y="157"/>
                  <a:pt x="147" y="190"/>
                </a:cubicBezTo>
                <a:lnTo>
                  <a:pt x="147" y="248"/>
                </a:lnTo>
                <a:lnTo>
                  <a:pt x="147" y="303"/>
                </a:lnTo>
                <a:cubicBezTo>
                  <a:pt x="147" y="321"/>
                  <a:pt x="147" y="333"/>
                  <a:pt x="148" y="339"/>
                </a:cubicBezTo>
                <a:cubicBezTo>
                  <a:pt x="148" y="345"/>
                  <a:pt x="149" y="349"/>
                  <a:pt x="150" y="351"/>
                </a:cubicBezTo>
                <a:cubicBezTo>
                  <a:pt x="152" y="353"/>
                  <a:pt x="154" y="355"/>
                  <a:pt x="159" y="356"/>
                </a:cubicBezTo>
                <a:cubicBezTo>
                  <a:pt x="171" y="358"/>
                  <a:pt x="186" y="359"/>
                  <a:pt x="203" y="359"/>
                </a:cubicBezTo>
                <a:lnTo>
                  <a:pt x="217" y="359"/>
                </a:lnTo>
                <a:lnTo>
                  <a:pt x="217" y="401"/>
                </a:lnTo>
                <a:lnTo>
                  <a:pt x="210" y="401"/>
                </a:lnTo>
                <a:lnTo>
                  <a:pt x="189" y="400"/>
                </a:lnTo>
                <a:cubicBezTo>
                  <a:pt x="175" y="399"/>
                  <a:pt x="159" y="399"/>
                  <a:pt x="143" y="399"/>
                </a:cubicBezTo>
                <a:cubicBezTo>
                  <a:pt x="127" y="399"/>
                  <a:pt x="116" y="399"/>
                  <a:pt x="109" y="398"/>
                </a:cubicBezTo>
                <a:cubicBezTo>
                  <a:pt x="47" y="398"/>
                  <a:pt x="12" y="399"/>
                  <a:pt x="7" y="401"/>
                </a:cubicBezTo>
                <a:lnTo>
                  <a:pt x="0" y="401"/>
                </a:lnTo>
                <a:lnTo>
                  <a:pt x="0" y="359"/>
                </a:lnTo>
                <a:lnTo>
                  <a:pt x="14" y="35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3222360" y="2483640"/>
            <a:ext cx="74880" cy="217800"/>
          </a:xfrm>
          <a:custGeom>
            <a:avLst/>
            <a:gdLst/>
            <a:ahLst/>
            <a:rect l="0" t="0" r="r" b="b"/>
            <a:pathLst>
              <a:path w="208" h="605">
                <a:moveTo>
                  <a:pt x="40" y="55"/>
                </a:moveTo>
                <a:cubicBezTo>
                  <a:pt x="40" y="38"/>
                  <a:pt x="46" y="24"/>
                  <a:pt x="56" y="14"/>
                </a:cubicBezTo>
                <a:cubicBezTo>
                  <a:pt x="67" y="5"/>
                  <a:pt x="80" y="0"/>
                  <a:pt x="96" y="0"/>
                </a:cubicBezTo>
                <a:cubicBezTo>
                  <a:pt x="110" y="1"/>
                  <a:pt x="122" y="6"/>
                  <a:pt x="132" y="15"/>
                </a:cubicBezTo>
                <a:cubicBezTo>
                  <a:pt x="142" y="24"/>
                  <a:pt x="148" y="38"/>
                  <a:pt x="148" y="55"/>
                </a:cubicBezTo>
                <a:cubicBezTo>
                  <a:pt x="148" y="73"/>
                  <a:pt x="142" y="87"/>
                  <a:pt x="132" y="96"/>
                </a:cubicBezTo>
                <a:cubicBezTo>
                  <a:pt x="122" y="105"/>
                  <a:pt x="109" y="109"/>
                  <a:pt x="94" y="109"/>
                </a:cubicBezTo>
                <a:cubicBezTo>
                  <a:pt x="79" y="109"/>
                  <a:pt x="67" y="105"/>
                  <a:pt x="56" y="96"/>
                </a:cubicBezTo>
                <a:cubicBezTo>
                  <a:pt x="46" y="87"/>
                  <a:pt x="41" y="73"/>
                  <a:pt x="40" y="55"/>
                </a:cubicBezTo>
                <a:moveTo>
                  <a:pt x="201" y="605"/>
                </a:moveTo>
                <a:cubicBezTo>
                  <a:pt x="192" y="603"/>
                  <a:pt x="160" y="602"/>
                  <a:pt x="107" y="602"/>
                </a:cubicBezTo>
                <a:cubicBezTo>
                  <a:pt x="100" y="602"/>
                  <a:pt x="89" y="602"/>
                  <a:pt x="74" y="602"/>
                </a:cubicBezTo>
                <a:cubicBezTo>
                  <a:pt x="58" y="602"/>
                  <a:pt x="43" y="603"/>
                  <a:pt x="28" y="604"/>
                </a:cubicBezTo>
                <a:lnTo>
                  <a:pt x="8" y="605"/>
                </a:lnTo>
                <a:lnTo>
                  <a:pt x="0" y="605"/>
                </a:lnTo>
                <a:lnTo>
                  <a:pt x="0" y="563"/>
                </a:lnTo>
                <a:lnTo>
                  <a:pt x="16" y="563"/>
                </a:lnTo>
                <a:cubicBezTo>
                  <a:pt x="33" y="563"/>
                  <a:pt x="47" y="562"/>
                  <a:pt x="60" y="560"/>
                </a:cubicBezTo>
                <a:cubicBezTo>
                  <a:pt x="65" y="558"/>
                  <a:pt x="69" y="555"/>
                  <a:pt x="70" y="550"/>
                </a:cubicBezTo>
                <a:cubicBezTo>
                  <a:pt x="71" y="546"/>
                  <a:pt x="72" y="534"/>
                  <a:pt x="72" y="513"/>
                </a:cubicBezTo>
                <a:lnTo>
                  <a:pt x="72" y="420"/>
                </a:lnTo>
                <a:lnTo>
                  <a:pt x="72" y="340"/>
                </a:lnTo>
                <a:cubicBezTo>
                  <a:pt x="72" y="309"/>
                  <a:pt x="71" y="289"/>
                  <a:pt x="70" y="281"/>
                </a:cubicBezTo>
                <a:cubicBezTo>
                  <a:pt x="69" y="272"/>
                  <a:pt x="64" y="266"/>
                  <a:pt x="57" y="263"/>
                </a:cubicBezTo>
                <a:cubicBezTo>
                  <a:pt x="49" y="259"/>
                  <a:pt x="35" y="257"/>
                  <a:pt x="15" y="257"/>
                </a:cubicBezTo>
                <a:lnTo>
                  <a:pt x="4" y="257"/>
                </a:lnTo>
                <a:lnTo>
                  <a:pt x="4" y="236"/>
                </a:lnTo>
                <a:cubicBezTo>
                  <a:pt x="4" y="223"/>
                  <a:pt x="5" y="216"/>
                  <a:pt x="6" y="216"/>
                </a:cubicBezTo>
                <a:lnTo>
                  <a:pt x="16" y="215"/>
                </a:lnTo>
                <a:cubicBezTo>
                  <a:pt x="22" y="214"/>
                  <a:pt x="30" y="214"/>
                  <a:pt x="41" y="213"/>
                </a:cubicBezTo>
                <a:cubicBezTo>
                  <a:pt x="52" y="212"/>
                  <a:pt x="63" y="212"/>
                  <a:pt x="74" y="211"/>
                </a:cubicBezTo>
                <a:cubicBezTo>
                  <a:pt x="84" y="211"/>
                  <a:pt x="95" y="210"/>
                  <a:pt x="106" y="209"/>
                </a:cubicBezTo>
                <a:cubicBezTo>
                  <a:pt x="117" y="209"/>
                  <a:pt x="126" y="208"/>
                  <a:pt x="132" y="207"/>
                </a:cubicBezTo>
                <a:cubicBezTo>
                  <a:pt x="138" y="205"/>
                  <a:pt x="142" y="205"/>
                  <a:pt x="142" y="206"/>
                </a:cubicBezTo>
                <a:lnTo>
                  <a:pt x="145" y="206"/>
                </a:lnTo>
                <a:lnTo>
                  <a:pt x="145" y="549"/>
                </a:lnTo>
                <a:cubicBezTo>
                  <a:pt x="148" y="555"/>
                  <a:pt x="151" y="558"/>
                  <a:pt x="156" y="559"/>
                </a:cubicBezTo>
                <a:cubicBezTo>
                  <a:pt x="160" y="561"/>
                  <a:pt x="170" y="562"/>
                  <a:pt x="187" y="563"/>
                </a:cubicBezTo>
                <a:lnTo>
                  <a:pt x="208" y="563"/>
                </a:lnTo>
                <a:lnTo>
                  <a:pt x="208" y="605"/>
                </a:lnTo>
                <a:lnTo>
                  <a:pt x="201" y="60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3312360" y="2557080"/>
            <a:ext cx="168480" cy="144360"/>
          </a:xfrm>
          <a:custGeom>
            <a:avLst/>
            <a:gdLst/>
            <a:ahLst/>
            <a:rect l="0" t="0" r="r" b="b"/>
            <a:pathLst>
              <a:path w="468" h="401">
                <a:moveTo>
                  <a:pt x="15" y="359"/>
                </a:moveTo>
                <a:lnTo>
                  <a:pt x="27" y="359"/>
                </a:lnTo>
                <a:cubicBezTo>
                  <a:pt x="51" y="359"/>
                  <a:pt x="65" y="355"/>
                  <a:pt x="70" y="346"/>
                </a:cubicBezTo>
                <a:lnTo>
                  <a:pt x="70" y="339"/>
                </a:lnTo>
                <a:cubicBezTo>
                  <a:pt x="70" y="334"/>
                  <a:pt x="70" y="327"/>
                  <a:pt x="70" y="318"/>
                </a:cubicBezTo>
                <a:cubicBezTo>
                  <a:pt x="70" y="310"/>
                  <a:pt x="70" y="301"/>
                  <a:pt x="70" y="291"/>
                </a:cubicBezTo>
                <a:cubicBezTo>
                  <a:pt x="70" y="280"/>
                  <a:pt x="70" y="268"/>
                  <a:pt x="71" y="254"/>
                </a:cubicBezTo>
                <a:cubicBezTo>
                  <a:pt x="71" y="241"/>
                  <a:pt x="71" y="228"/>
                  <a:pt x="71" y="216"/>
                </a:cubicBezTo>
                <a:cubicBezTo>
                  <a:pt x="71" y="198"/>
                  <a:pt x="71" y="178"/>
                  <a:pt x="71" y="157"/>
                </a:cubicBezTo>
                <a:cubicBezTo>
                  <a:pt x="71" y="136"/>
                  <a:pt x="70" y="118"/>
                  <a:pt x="70" y="104"/>
                </a:cubicBezTo>
                <a:lnTo>
                  <a:pt x="70" y="83"/>
                </a:lnTo>
                <a:cubicBezTo>
                  <a:pt x="68" y="71"/>
                  <a:pt x="64" y="64"/>
                  <a:pt x="57" y="60"/>
                </a:cubicBezTo>
                <a:cubicBezTo>
                  <a:pt x="51" y="57"/>
                  <a:pt x="37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8"/>
                  <a:pt x="1" y="11"/>
                  <a:pt x="2" y="11"/>
                </a:cubicBezTo>
                <a:lnTo>
                  <a:pt x="11" y="10"/>
                </a:lnTo>
                <a:cubicBezTo>
                  <a:pt x="17" y="9"/>
                  <a:pt x="26" y="9"/>
                  <a:pt x="36" y="8"/>
                </a:cubicBezTo>
                <a:cubicBezTo>
                  <a:pt x="47" y="7"/>
                  <a:pt x="58" y="7"/>
                  <a:pt x="70" y="6"/>
                </a:cubicBezTo>
                <a:cubicBezTo>
                  <a:pt x="80" y="6"/>
                  <a:pt x="91" y="5"/>
                  <a:pt x="102" y="4"/>
                </a:cubicBezTo>
                <a:cubicBezTo>
                  <a:pt x="114" y="4"/>
                  <a:pt x="122" y="3"/>
                  <a:pt x="128" y="2"/>
                </a:cubicBezTo>
                <a:cubicBezTo>
                  <a:pt x="134" y="0"/>
                  <a:pt x="138" y="0"/>
                  <a:pt x="138" y="1"/>
                </a:cubicBezTo>
                <a:lnTo>
                  <a:pt x="141" y="1"/>
                </a:lnTo>
                <a:lnTo>
                  <a:pt x="141" y="37"/>
                </a:lnTo>
                <a:cubicBezTo>
                  <a:pt x="141" y="60"/>
                  <a:pt x="141" y="71"/>
                  <a:pt x="142" y="71"/>
                </a:cubicBezTo>
                <a:cubicBezTo>
                  <a:pt x="143" y="71"/>
                  <a:pt x="144" y="70"/>
                  <a:pt x="147" y="67"/>
                </a:cubicBezTo>
                <a:cubicBezTo>
                  <a:pt x="149" y="64"/>
                  <a:pt x="153" y="59"/>
                  <a:pt x="157" y="53"/>
                </a:cubicBezTo>
                <a:cubicBezTo>
                  <a:pt x="162" y="47"/>
                  <a:pt x="168" y="42"/>
                  <a:pt x="174" y="37"/>
                </a:cubicBezTo>
                <a:cubicBezTo>
                  <a:pt x="181" y="32"/>
                  <a:pt x="190" y="26"/>
                  <a:pt x="201" y="20"/>
                </a:cubicBezTo>
                <a:cubicBezTo>
                  <a:pt x="211" y="13"/>
                  <a:pt x="223" y="8"/>
                  <a:pt x="235" y="5"/>
                </a:cubicBezTo>
                <a:cubicBezTo>
                  <a:pt x="247" y="2"/>
                  <a:pt x="262" y="1"/>
                  <a:pt x="281" y="1"/>
                </a:cubicBezTo>
                <a:cubicBezTo>
                  <a:pt x="350" y="3"/>
                  <a:pt x="389" y="37"/>
                  <a:pt x="397" y="103"/>
                </a:cubicBezTo>
                <a:cubicBezTo>
                  <a:pt x="397" y="107"/>
                  <a:pt x="397" y="149"/>
                  <a:pt x="397" y="228"/>
                </a:cubicBezTo>
                <a:lnTo>
                  <a:pt x="397" y="307"/>
                </a:lnTo>
                <a:cubicBezTo>
                  <a:pt x="397" y="330"/>
                  <a:pt x="398" y="343"/>
                  <a:pt x="399" y="347"/>
                </a:cubicBezTo>
                <a:cubicBezTo>
                  <a:pt x="400" y="352"/>
                  <a:pt x="404" y="355"/>
                  <a:pt x="409" y="356"/>
                </a:cubicBezTo>
                <a:cubicBezTo>
                  <a:pt x="422" y="358"/>
                  <a:pt x="437" y="359"/>
                  <a:pt x="453" y="359"/>
                </a:cubicBezTo>
                <a:lnTo>
                  <a:pt x="468" y="359"/>
                </a:lnTo>
                <a:lnTo>
                  <a:pt x="468" y="401"/>
                </a:lnTo>
                <a:lnTo>
                  <a:pt x="461" y="401"/>
                </a:lnTo>
                <a:lnTo>
                  <a:pt x="439" y="400"/>
                </a:lnTo>
                <a:cubicBezTo>
                  <a:pt x="425" y="399"/>
                  <a:pt x="410" y="399"/>
                  <a:pt x="394" y="399"/>
                </a:cubicBezTo>
                <a:cubicBezTo>
                  <a:pt x="378" y="399"/>
                  <a:pt x="366" y="399"/>
                  <a:pt x="360" y="398"/>
                </a:cubicBezTo>
                <a:cubicBezTo>
                  <a:pt x="297" y="398"/>
                  <a:pt x="263" y="399"/>
                  <a:pt x="258" y="401"/>
                </a:cubicBezTo>
                <a:lnTo>
                  <a:pt x="250" y="401"/>
                </a:lnTo>
                <a:lnTo>
                  <a:pt x="250" y="359"/>
                </a:lnTo>
                <a:lnTo>
                  <a:pt x="265" y="359"/>
                </a:lnTo>
                <a:cubicBezTo>
                  <a:pt x="301" y="359"/>
                  <a:pt x="320" y="354"/>
                  <a:pt x="320" y="345"/>
                </a:cubicBezTo>
                <a:cubicBezTo>
                  <a:pt x="320" y="343"/>
                  <a:pt x="321" y="302"/>
                  <a:pt x="321" y="219"/>
                </a:cubicBezTo>
                <a:cubicBezTo>
                  <a:pt x="320" y="138"/>
                  <a:pt x="319" y="95"/>
                  <a:pt x="319" y="90"/>
                </a:cubicBezTo>
                <a:cubicBezTo>
                  <a:pt x="315" y="73"/>
                  <a:pt x="309" y="61"/>
                  <a:pt x="301" y="52"/>
                </a:cubicBezTo>
                <a:cubicBezTo>
                  <a:pt x="292" y="44"/>
                  <a:pt x="285" y="39"/>
                  <a:pt x="279" y="37"/>
                </a:cubicBezTo>
                <a:cubicBezTo>
                  <a:pt x="273" y="35"/>
                  <a:pt x="265" y="34"/>
                  <a:pt x="256" y="35"/>
                </a:cubicBezTo>
                <a:cubicBezTo>
                  <a:pt x="229" y="35"/>
                  <a:pt x="205" y="45"/>
                  <a:pt x="184" y="66"/>
                </a:cubicBezTo>
                <a:cubicBezTo>
                  <a:pt x="168" y="82"/>
                  <a:pt x="158" y="98"/>
                  <a:pt x="154" y="115"/>
                </a:cubicBezTo>
                <a:cubicBezTo>
                  <a:pt x="150" y="132"/>
                  <a:pt x="147" y="157"/>
                  <a:pt x="147" y="190"/>
                </a:cubicBezTo>
                <a:lnTo>
                  <a:pt x="147" y="248"/>
                </a:lnTo>
                <a:lnTo>
                  <a:pt x="147" y="303"/>
                </a:lnTo>
                <a:cubicBezTo>
                  <a:pt x="147" y="321"/>
                  <a:pt x="147" y="333"/>
                  <a:pt x="147" y="339"/>
                </a:cubicBezTo>
                <a:cubicBezTo>
                  <a:pt x="148" y="345"/>
                  <a:pt x="149" y="349"/>
                  <a:pt x="150" y="351"/>
                </a:cubicBezTo>
                <a:cubicBezTo>
                  <a:pt x="151" y="353"/>
                  <a:pt x="154" y="355"/>
                  <a:pt x="158" y="356"/>
                </a:cubicBezTo>
                <a:cubicBezTo>
                  <a:pt x="171" y="358"/>
                  <a:pt x="186" y="359"/>
                  <a:pt x="202" y="359"/>
                </a:cubicBezTo>
                <a:lnTo>
                  <a:pt x="217" y="359"/>
                </a:lnTo>
                <a:lnTo>
                  <a:pt x="217" y="401"/>
                </a:lnTo>
                <a:lnTo>
                  <a:pt x="210" y="401"/>
                </a:lnTo>
                <a:lnTo>
                  <a:pt x="189" y="400"/>
                </a:lnTo>
                <a:cubicBezTo>
                  <a:pt x="174" y="399"/>
                  <a:pt x="159" y="399"/>
                  <a:pt x="143" y="399"/>
                </a:cubicBezTo>
                <a:cubicBezTo>
                  <a:pt x="127" y="399"/>
                  <a:pt x="115" y="399"/>
                  <a:pt x="109" y="398"/>
                </a:cubicBezTo>
                <a:cubicBezTo>
                  <a:pt x="47" y="398"/>
                  <a:pt x="13" y="399"/>
                  <a:pt x="8" y="401"/>
                </a:cubicBezTo>
                <a:lnTo>
                  <a:pt x="0" y="401"/>
                </a:lnTo>
                <a:lnTo>
                  <a:pt x="0" y="359"/>
                </a:lnTo>
                <a:lnTo>
                  <a:pt x="15" y="35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3507120" y="2587680"/>
            <a:ext cx="163440" cy="167400"/>
          </a:xfrm>
          <a:custGeom>
            <a:avLst/>
            <a:gdLst/>
            <a:ahLst/>
            <a:rect l="0" t="0" r="r" b="b"/>
            <a:pathLst>
              <a:path w="454" h="465">
                <a:moveTo>
                  <a:pt x="0" y="289"/>
                </a:moveTo>
                <a:cubicBezTo>
                  <a:pt x="0" y="240"/>
                  <a:pt x="14" y="193"/>
                  <a:pt x="43" y="148"/>
                </a:cubicBezTo>
                <a:cubicBezTo>
                  <a:pt x="71" y="103"/>
                  <a:pt x="107" y="67"/>
                  <a:pt x="151" y="41"/>
                </a:cubicBezTo>
                <a:cubicBezTo>
                  <a:pt x="194" y="15"/>
                  <a:pt x="238" y="1"/>
                  <a:pt x="281" y="1"/>
                </a:cubicBezTo>
                <a:cubicBezTo>
                  <a:pt x="319" y="1"/>
                  <a:pt x="350" y="12"/>
                  <a:pt x="372" y="33"/>
                </a:cubicBezTo>
                <a:cubicBezTo>
                  <a:pt x="376" y="38"/>
                  <a:pt x="379" y="41"/>
                  <a:pt x="382" y="44"/>
                </a:cubicBezTo>
                <a:cubicBezTo>
                  <a:pt x="384" y="47"/>
                  <a:pt x="386" y="49"/>
                  <a:pt x="387" y="51"/>
                </a:cubicBezTo>
                <a:lnTo>
                  <a:pt x="388" y="52"/>
                </a:lnTo>
                <a:cubicBezTo>
                  <a:pt x="389" y="52"/>
                  <a:pt x="395" y="47"/>
                  <a:pt x="405" y="36"/>
                </a:cubicBezTo>
                <a:cubicBezTo>
                  <a:pt x="408" y="33"/>
                  <a:pt x="411" y="30"/>
                  <a:pt x="414" y="27"/>
                </a:cubicBezTo>
                <a:cubicBezTo>
                  <a:pt x="418" y="24"/>
                  <a:pt x="421" y="20"/>
                  <a:pt x="425" y="17"/>
                </a:cubicBezTo>
                <a:cubicBezTo>
                  <a:pt x="428" y="13"/>
                  <a:pt x="430" y="11"/>
                  <a:pt x="431" y="10"/>
                </a:cubicBezTo>
                <a:lnTo>
                  <a:pt x="440" y="0"/>
                </a:lnTo>
                <a:lnTo>
                  <a:pt x="444" y="0"/>
                </a:lnTo>
                <a:cubicBezTo>
                  <a:pt x="450" y="0"/>
                  <a:pt x="454" y="2"/>
                  <a:pt x="454" y="5"/>
                </a:cubicBezTo>
                <a:cubicBezTo>
                  <a:pt x="454" y="6"/>
                  <a:pt x="446" y="35"/>
                  <a:pt x="433" y="92"/>
                </a:cubicBezTo>
                <a:cubicBezTo>
                  <a:pt x="417" y="151"/>
                  <a:pt x="410" y="181"/>
                  <a:pt x="410" y="181"/>
                </a:cubicBezTo>
                <a:cubicBezTo>
                  <a:pt x="409" y="183"/>
                  <a:pt x="408" y="185"/>
                  <a:pt x="407" y="185"/>
                </a:cubicBezTo>
                <a:cubicBezTo>
                  <a:pt x="405" y="186"/>
                  <a:pt x="402" y="186"/>
                  <a:pt x="395" y="186"/>
                </a:cubicBezTo>
                <a:lnTo>
                  <a:pt x="385" y="186"/>
                </a:lnTo>
                <a:cubicBezTo>
                  <a:pt x="382" y="184"/>
                  <a:pt x="381" y="182"/>
                  <a:pt x="381" y="181"/>
                </a:cubicBezTo>
                <a:cubicBezTo>
                  <a:pt x="381" y="180"/>
                  <a:pt x="381" y="179"/>
                  <a:pt x="382" y="176"/>
                </a:cubicBezTo>
                <a:cubicBezTo>
                  <a:pt x="382" y="174"/>
                  <a:pt x="383" y="169"/>
                  <a:pt x="383" y="163"/>
                </a:cubicBezTo>
                <a:cubicBezTo>
                  <a:pt x="383" y="158"/>
                  <a:pt x="384" y="151"/>
                  <a:pt x="384" y="143"/>
                </a:cubicBezTo>
                <a:cubicBezTo>
                  <a:pt x="384" y="113"/>
                  <a:pt x="377" y="87"/>
                  <a:pt x="363" y="64"/>
                </a:cubicBezTo>
                <a:cubicBezTo>
                  <a:pt x="350" y="41"/>
                  <a:pt x="326" y="30"/>
                  <a:pt x="294" y="30"/>
                </a:cubicBezTo>
                <a:cubicBezTo>
                  <a:pt x="286" y="30"/>
                  <a:pt x="278" y="30"/>
                  <a:pt x="269" y="31"/>
                </a:cubicBezTo>
                <a:cubicBezTo>
                  <a:pt x="260" y="33"/>
                  <a:pt x="249" y="35"/>
                  <a:pt x="235" y="40"/>
                </a:cubicBezTo>
                <a:cubicBezTo>
                  <a:pt x="221" y="44"/>
                  <a:pt x="208" y="50"/>
                  <a:pt x="196" y="58"/>
                </a:cubicBezTo>
                <a:cubicBezTo>
                  <a:pt x="184" y="65"/>
                  <a:pt x="170" y="75"/>
                  <a:pt x="156" y="88"/>
                </a:cubicBezTo>
                <a:cubicBezTo>
                  <a:pt x="141" y="101"/>
                  <a:pt x="129" y="116"/>
                  <a:pt x="119" y="134"/>
                </a:cubicBezTo>
                <a:cubicBezTo>
                  <a:pt x="109" y="151"/>
                  <a:pt x="99" y="173"/>
                  <a:pt x="89" y="199"/>
                </a:cubicBezTo>
                <a:cubicBezTo>
                  <a:pt x="79" y="225"/>
                  <a:pt x="73" y="253"/>
                  <a:pt x="69" y="284"/>
                </a:cubicBezTo>
                <a:cubicBezTo>
                  <a:pt x="68" y="292"/>
                  <a:pt x="68" y="300"/>
                  <a:pt x="68" y="309"/>
                </a:cubicBezTo>
                <a:cubicBezTo>
                  <a:pt x="68" y="329"/>
                  <a:pt x="71" y="347"/>
                  <a:pt x="77" y="363"/>
                </a:cubicBezTo>
                <a:cubicBezTo>
                  <a:pt x="83" y="379"/>
                  <a:pt x="90" y="391"/>
                  <a:pt x="100" y="400"/>
                </a:cubicBezTo>
                <a:cubicBezTo>
                  <a:pt x="109" y="408"/>
                  <a:pt x="120" y="415"/>
                  <a:pt x="132" y="421"/>
                </a:cubicBezTo>
                <a:cubicBezTo>
                  <a:pt x="144" y="427"/>
                  <a:pt x="155" y="431"/>
                  <a:pt x="165" y="432"/>
                </a:cubicBezTo>
                <a:cubicBezTo>
                  <a:pt x="175" y="433"/>
                  <a:pt x="185" y="434"/>
                  <a:pt x="194" y="435"/>
                </a:cubicBezTo>
                <a:cubicBezTo>
                  <a:pt x="217" y="435"/>
                  <a:pt x="238" y="430"/>
                  <a:pt x="257" y="420"/>
                </a:cubicBezTo>
                <a:cubicBezTo>
                  <a:pt x="276" y="410"/>
                  <a:pt x="289" y="398"/>
                  <a:pt x="296" y="382"/>
                </a:cubicBezTo>
                <a:cubicBezTo>
                  <a:pt x="298" y="379"/>
                  <a:pt x="301" y="367"/>
                  <a:pt x="306" y="347"/>
                </a:cubicBezTo>
                <a:cubicBezTo>
                  <a:pt x="311" y="327"/>
                  <a:pt x="313" y="316"/>
                  <a:pt x="313" y="313"/>
                </a:cubicBezTo>
                <a:cubicBezTo>
                  <a:pt x="313" y="310"/>
                  <a:pt x="311" y="308"/>
                  <a:pt x="305" y="307"/>
                </a:cubicBezTo>
                <a:cubicBezTo>
                  <a:pt x="300" y="306"/>
                  <a:pt x="287" y="306"/>
                  <a:pt x="267" y="305"/>
                </a:cubicBezTo>
                <a:lnTo>
                  <a:pt x="243" y="305"/>
                </a:lnTo>
                <a:cubicBezTo>
                  <a:pt x="241" y="303"/>
                  <a:pt x="239" y="301"/>
                  <a:pt x="239" y="300"/>
                </a:cubicBezTo>
                <a:cubicBezTo>
                  <a:pt x="239" y="299"/>
                  <a:pt x="240" y="295"/>
                  <a:pt x="241" y="288"/>
                </a:cubicBezTo>
                <a:cubicBezTo>
                  <a:pt x="242" y="282"/>
                  <a:pt x="245" y="278"/>
                  <a:pt x="247" y="276"/>
                </a:cubicBezTo>
                <a:lnTo>
                  <a:pt x="258" y="276"/>
                </a:lnTo>
                <a:cubicBezTo>
                  <a:pt x="275" y="277"/>
                  <a:pt x="305" y="277"/>
                  <a:pt x="347" y="277"/>
                </a:cubicBezTo>
                <a:cubicBezTo>
                  <a:pt x="364" y="277"/>
                  <a:pt x="378" y="277"/>
                  <a:pt x="389" y="277"/>
                </a:cubicBezTo>
                <a:cubicBezTo>
                  <a:pt x="399" y="277"/>
                  <a:pt x="407" y="277"/>
                  <a:pt x="412" y="276"/>
                </a:cubicBezTo>
                <a:cubicBezTo>
                  <a:pt x="416" y="276"/>
                  <a:pt x="419" y="276"/>
                  <a:pt x="419" y="276"/>
                </a:cubicBezTo>
                <a:cubicBezTo>
                  <a:pt x="425" y="276"/>
                  <a:pt x="428" y="278"/>
                  <a:pt x="428" y="282"/>
                </a:cubicBezTo>
                <a:cubicBezTo>
                  <a:pt x="428" y="283"/>
                  <a:pt x="428" y="286"/>
                  <a:pt x="427" y="291"/>
                </a:cubicBezTo>
                <a:cubicBezTo>
                  <a:pt x="425" y="299"/>
                  <a:pt x="423" y="304"/>
                  <a:pt x="421" y="305"/>
                </a:cubicBezTo>
                <a:cubicBezTo>
                  <a:pt x="419" y="305"/>
                  <a:pt x="416" y="305"/>
                  <a:pt x="411" y="305"/>
                </a:cubicBezTo>
                <a:cubicBezTo>
                  <a:pt x="403" y="305"/>
                  <a:pt x="394" y="306"/>
                  <a:pt x="385" y="307"/>
                </a:cubicBezTo>
                <a:cubicBezTo>
                  <a:pt x="382" y="308"/>
                  <a:pt x="380" y="310"/>
                  <a:pt x="379" y="313"/>
                </a:cubicBezTo>
                <a:cubicBezTo>
                  <a:pt x="377" y="315"/>
                  <a:pt x="374" y="326"/>
                  <a:pt x="370" y="345"/>
                </a:cubicBezTo>
                <a:cubicBezTo>
                  <a:pt x="366" y="359"/>
                  <a:pt x="363" y="371"/>
                  <a:pt x="360" y="381"/>
                </a:cubicBezTo>
                <a:cubicBezTo>
                  <a:pt x="349" y="424"/>
                  <a:pt x="343" y="447"/>
                  <a:pt x="342" y="448"/>
                </a:cubicBezTo>
                <a:cubicBezTo>
                  <a:pt x="341" y="449"/>
                  <a:pt x="340" y="449"/>
                  <a:pt x="339" y="449"/>
                </a:cubicBezTo>
                <a:cubicBezTo>
                  <a:pt x="335" y="449"/>
                  <a:pt x="329" y="445"/>
                  <a:pt x="321" y="437"/>
                </a:cubicBezTo>
                <a:cubicBezTo>
                  <a:pt x="313" y="428"/>
                  <a:pt x="309" y="421"/>
                  <a:pt x="306" y="417"/>
                </a:cubicBezTo>
                <a:cubicBezTo>
                  <a:pt x="306" y="416"/>
                  <a:pt x="306" y="416"/>
                  <a:pt x="305" y="417"/>
                </a:cubicBezTo>
                <a:cubicBezTo>
                  <a:pt x="304" y="417"/>
                  <a:pt x="303" y="418"/>
                  <a:pt x="301" y="420"/>
                </a:cubicBezTo>
                <a:cubicBezTo>
                  <a:pt x="270" y="449"/>
                  <a:pt x="227" y="465"/>
                  <a:pt x="174" y="465"/>
                </a:cubicBezTo>
                <a:cubicBezTo>
                  <a:pt x="122" y="465"/>
                  <a:pt x="81" y="448"/>
                  <a:pt x="49" y="415"/>
                </a:cubicBezTo>
                <a:cubicBezTo>
                  <a:pt x="17" y="382"/>
                  <a:pt x="1" y="340"/>
                  <a:pt x="0" y="28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3755160" y="2475360"/>
            <a:ext cx="77400" cy="226080"/>
          </a:xfrm>
          <a:custGeom>
            <a:avLst/>
            <a:gdLst/>
            <a:ahLst/>
            <a:rect l="0" t="0" r="r" b="b"/>
            <a:pathLst>
              <a:path w="215" h="628">
                <a:moveTo>
                  <a:pt x="14" y="586"/>
                </a:moveTo>
                <a:lnTo>
                  <a:pt x="27" y="586"/>
                </a:lnTo>
                <a:cubicBezTo>
                  <a:pt x="50" y="586"/>
                  <a:pt x="65" y="582"/>
                  <a:pt x="69" y="573"/>
                </a:cubicBezTo>
                <a:lnTo>
                  <a:pt x="69" y="566"/>
                </a:lnTo>
                <a:cubicBezTo>
                  <a:pt x="69" y="561"/>
                  <a:pt x="69" y="554"/>
                  <a:pt x="69" y="545"/>
                </a:cubicBezTo>
                <a:cubicBezTo>
                  <a:pt x="69" y="537"/>
                  <a:pt x="69" y="527"/>
                  <a:pt x="69" y="516"/>
                </a:cubicBezTo>
                <a:cubicBezTo>
                  <a:pt x="69" y="504"/>
                  <a:pt x="70" y="491"/>
                  <a:pt x="70" y="477"/>
                </a:cubicBezTo>
                <a:cubicBezTo>
                  <a:pt x="71" y="462"/>
                  <a:pt x="71" y="447"/>
                  <a:pt x="70" y="432"/>
                </a:cubicBezTo>
                <a:cubicBezTo>
                  <a:pt x="70" y="416"/>
                  <a:pt x="70" y="400"/>
                  <a:pt x="70" y="382"/>
                </a:cubicBezTo>
                <a:cubicBezTo>
                  <a:pt x="71" y="365"/>
                  <a:pt x="71" y="348"/>
                  <a:pt x="70" y="331"/>
                </a:cubicBezTo>
                <a:cubicBezTo>
                  <a:pt x="70" y="307"/>
                  <a:pt x="70" y="284"/>
                  <a:pt x="70" y="259"/>
                </a:cubicBezTo>
                <a:cubicBezTo>
                  <a:pt x="70" y="235"/>
                  <a:pt x="70" y="212"/>
                  <a:pt x="70" y="192"/>
                </a:cubicBezTo>
                <a:cubicBezTo>
                  <a:pt x="70" y="171"/>
                  <a:pt x="70" y="153"/>
                  <a:pt x="70" y="137"/>
                </a:cubicBezTo>
                <a:cubicBezTo>
                  <a:pt x="70" y="122"/>
                  <a:pt x="70" y="109"/>
                  <a:pt x="69" y="98"/>
                </a:cubicBezTo>
                <a:cubicBezTo>
                  <a:pt x="69" y="87"/>
                  <a:pt x="69" y="82"/>
                  <a:pt x="69" y="82"/>
                </a:cubicBezTo>
                <a:cubicBezTo>
                  <a:pt x="68" y="71"/>
                  <a:pt x="63" y="63"/>
                  <a:pt x="57" y="60"/>
                </a:cubicBezTo>
                <a:cubicBezTo>
                  <a:pt x="50" y="56"/>
                  <a:pt x="37" y="54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5" y="8"/>
                  <a:pt x="37" y="8"/>
                </a:cubicBezTo>
                <a:cubicBezTo>
                  <a:pt x="48" y="7"/>
                  <a:pt x="59" y="6"/>
                  <a:pt x="70" y="6"/>
                </a:cubicBezTo>
                <a:cubicBezTo>
                  <a:pt x="81" y="5"/>
                  <a:pt x="92" y="5"/>
                  <a:pt x="104" y="4"/>
                </a:cubicBezTo>
                <a:cubicBezTo>
                  <a:pt x="117" y="3"/>
                  <a:pt x="126" y="2"/>
                  <a:pt x="132" y="1"/>
                </a:cubicBezTo>
                <a:cubicBezTo>
                  <a:pt x="138" y="0"/>
                  <a:pt x="141" y="0"/>
                  <a:pt x="142" y="0"/>
                </a:cubicBezTo>
                <a:lnTo>
                  <a:pt x="144" y="0"/>
                </a:lnTo>
                <a:lnTo>
                  <a:pt x="144" y="285"/>
                </a:lnTo>
                <a:cubicBezTo>
                  <a:pt x="144" y="476"/>
                  <a:pt x="145" y="572"/>
                  <a:pt x="145" y="573"/>
                </a:cubicBezTo>
                <a:cubicBezTo>
                  <a:pt x="148" y="578"/>
                  <a:pt x="151" y="582"/>
                  <a:pt x="156" y="583"/>
                </a:cubicBezTo>
                <a:cubicBezTo>
                  <a:pt x="169" y="585"/>
                  <a:pt x="184" y="586"/>
                  <a:pt x="200" y="586"/>
                </a:cubicBezTo>
                <a:lnTo>
                  <a:pt x="215" y="586"/>
                </a:lnTo>
                <a:lnTo>
                  <a:pt x="215" y="628"/>
                </a:lnTo>
                <a:lnTo>
                  <a:pt x="208" y="628"/>
                </a:lnTo>
                <a:lnTo>
                  <a:pt x="187" y="627"/>
                </a:lnTo>
                <a:cubicBezTo>
                  <a:pt x="173" y="626"/>
                  <a:pt x="158" y="626"/>
                  <a:pt x="143" y="626"/>
                </a:cubicBezTo>
                <a:cubicBezTo>
                  <a:pt x="127" y="626"/>
                  <a:pt x="116" y="626"/>
                  <a:pt x="107" y="625"/>
                </a:cubicBezTo>
                <a:cubicBezTo>
                  <a:pt x="100" y="624"/>
                  <a:pt x="89" y="624"/>
                  <a:pt x="73" y="625"/>
                </a:cubicBezTo>
                <a:cubicBezTo>
                  <a:pt x="57" y="626"/>
                  <a:pt x="42" y="626"/>
                  <a:pt x="28" y="627"/>
                </a:cubicBezTo>
                <a:lnTo>
                  <a:pt x="7" y="628"/>
                </a:lnTo>
                <a:lnTo>
                  <a:pt x="0" y="628"/>
                </a:lnTo>
                <a:lnTo>
                  <a:pt x="0" y="586"/>
                </a:lnTo>
                <a:lnTo>
                  <a:pt x="14" y="58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3846240" y="2555280"/>
            <a:ext cx="144000" cy="149400"/>
          </a:xfrm>
          <a:custGeom>
            <a:avLst/>
            <a:gdLst/>
            <a:ahLst/>
            <a:rect l="0" t="0" r="r" b="b"/>
            <a:pathLst>
              <a:path w="400" h="415">
                <a:moveTo>
                  <a:pt x="0" y="212"/>
                </a:moveTo>
                <a:cubicBezTo>
                  <a:pt x="0" y="155"/>
                  <a:pt x="19" y="105"/>
                  <a:pt x="58" y="63"/>
                </a:cubicBezTo>
                <a:cubicBezTo>
                  <a:pt x="97" y="22"/>
                  <a:pt x="145" y="1"/>
                  <a:pt x="200" y="0"/>
                </a:cubicBezTo>
                <a:cubicBezTo>
                  <a:pt x="254" y="0"/>
                  <a:pt x="302" y="21"/>
                  <a:pt x="341" y="62"/>
                </a:cubicBezTo>
                <a:cubicBezTo>
                  <a:pt x="380" y="103"/>
                  <a:pt x="400" y="153"/>
                  <a:pt x="400" y="212"/>
                </a:cubicBezTo>
                <a:cubicBezTo>
                  <a:pt x="400" y="269"/>
                  <a:pt x="381" y="317"/>
                  <a:pt x="343" y="356"/>
                </a:cubicBezTo>
                <a:cubicBezTo>
                  <a:pt x="304" y="395"/>
                  <a:pt x="256" y="415"/>
                  <a:pt x="200" y="415"/>
                </a:cubicBezTo>
                <a:cubicBezTo>
                  <a:pt x="142" y="415"/>
                  <a:pt x="94" y="394"/>
                  <a:pt x="56" y="354"/>
                </a:cubicBezTo>
                <a:cubicBezTo>
                  <a:pt x="19" y="314"/>
                  <a:pt x="0" y="267"/>
                  <a:pt x="0" y="212"/>
                </a:cubicBezTo>
                <a:moveTo>
                  <a:pt x="200" y="379"/>
                </a:moveTo>
                <a:cubicBezTo>
                  <a:pt x="273" y="379"/>
                  <a:pt x="311" y="329"/>
                  <a:pt x="311" y="231"/>
                </a:cubicBezTo>
                <a:lnTo>
                  <a:pt x="311" y="203"/>
                </a:lnTo>
                <a:lnTo>
                  <a:pt x="311" y="180"/>
                </a:lnTo>
                <a:cubicBezTo>
                  <a:pt x="311" y="167"/>
                  <a:pt x="311" y="155"/>
                  <a:pt x="310" y="146"/>
                </a:cubicBezTo>
                <a:cubicBezTo>
                  <a:pt x="310" y="136"/>
                  <a:pt x="307" y="124"/>
                  <a:pt x="304" y="110"/>
                </a:cubicBezTo>
                <a:cubicBezTo>
                  <a:pt x="300" y="97"/>
                  <a:pt x="295" y="86"/>
                  <a:pt x="288" y="78"/>
                </a:cubicBezTo>
                <a:cubicBezTo>
                  <a:pt x="282" y="69"/>
                  <a:pt x="273" y="61"/>
                  <a:pt x="260" y="53"/>
                </a:cubicBezTo>
                <a:cubicBezTo>
                  <a:pt x="248" y="44"/>
                  <a:pt x="233" y="38"/>
                  <a:pt x="216" y="35"/>
                </a:cubicBezTo>
                <a:cubicBezTo>
                  <a:pt x="213" y="34"/>
                  <a:pt x="208" y="34"/>
                  <a:pt x="202" y="34"/>
                </a:cubicBezTo>
                <a:cubicBezTo>
                  <a:pt x="184" y="34"/>
                  <a:pt x="167" y="37"/>
                  <a:pt x="150" y="45"/>
                </a:cubicBezTo>
                <a:cubicBezTo>
                  <a:pt x="124" y="58"/>
                  <a:pt x="108" y="76"/>
                  <a:pt x="100" y="100"/>
                </a:cubicBezTo>
                <a:cubicBezTo>
                  <a:pt x="92" y="123"/>
                  <a:pt x="88" y="152"/>
                  <a:pt x="88" y="184"/>
                </a:cubicBezTo>
                <a:lnTo>
                  <a:pt x="88" y="202"/>
                </a:lnTo>
                <a:cubicBezTo>
                  <a:pt x="88" y="259"/>
                  <a:pt x="94" y="300"/>
                  <a:pt x="105" y="323"/>
                </a:cubicBezTo>
                <a:cubicBezTo>
                  <a:pt x="124" y="360"/>
                  <a:pt x="156" y="379"/>
                  <a:pt x="200" y="37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4008960" y="2553840"/>
            <a:ext cx="148320" cy="214560"/>
          </a:xfrm>
          <a:custGeom>
            <a:avLst/>
            <a:gdLst/>
            <a:ahLst/>
            <a:rect l="0" t="0" r="r" b="b"/>
            <a:pathLst>
              <a:path w="412" h="596">
                <a:moveTo>
                  <a:pt x="272" y="39"/>
                </a:moveTo>
                <a:cubicBezTo>
                  <a:pt x="298" y="13"/>
                  <a:pt x="328" y="0"/>
                  <a:pt x="362" y="0"/>
                </a:cubicBezTo>
                <a:cubicBezTo>
                  <a:pt x="380" y="0"/>
                  <a:pt x="393" y="6"/>
                  <a:pt x="401" y="17"/>
                </a:cubicBezTo>
                <a:cubicBezTo>
                  <a:pt x="408" y="28"/>
                  <a:pt x="412" y="40"/>
                  <a:pt x="412" y="51"/>
                </a:cubicBezTo>
                <a:cubicBezTo>
                  <a:pt x="412" y="60"/>
                  <a:pt x="410" y="67"/>
                  <a:pt x="404" y="74"/>
                </a:cubicBezTo>
                <a:cubicBezTo>
                  <a:pt x="399" y="80"/>
                  <a:pt x="391" y="84"/>
                  <a:pt x="380" y="84"/>
                </a:cubicBezTo>
                <a:cubicBezTo>
                  <a:pt x="360" y="84"/>
                  <a:pt x="349" y="75"/>
                  <a:pt x="346" y="57"/>
                </a:cubicBezTo>
                <a:cubicBezTo>
                  <a:pt x="345" y="48"/>
                  <a:pt x="346" y="42"/>
                  <a:pt x="349" y="38"/>
                </a:cubicBezTo>
                <a:cubicBezTo>
                  <a:pt x="349" y="37"/>
                  <a:pt x="349" y="36"/>
                  <a:pt x="350" y="35"/>
                </a:cubicBezTo>
                <a:lnTo>
                  <a:pt x="350" y="34"/>
                </a:lnTo>
                <a:cubicBezTo>
                  <a:pt x="333" y="36"/>
                  <a:pt x="317" y="43"/>
                  <a:pt x="302" y="54"/>
                </a:cubicBezTo>
                <a:cubicBezTo>
                  <a:pt x="297" y="57"/>
                  <a:pt x="295" y="59"/>
                  <a:pt x="295" y="60"/>
                </a:cubicBezTo>
                <a:cubicBezTo>
                  <a:pt x="295" y="61"/>
                  <a:pt x="296" y="62"/>
                  <a:pt x="299" y="65"/>
                </a:cubicBezTo>
                <a:cubicBezTo>
                  <a:pt x="301" y="67"/>
                  <a:pt x="304" y="71"/>
                  <a:pt x="307" y="76"/>
                </a:cubicBezTo>
                <a:cubicBezTo>
                  <a:pt x="310" y="80"/>
                  <a:pt x="313" y="86"/>
                  <a:pt x="317" y="92"/>
                </a:cubicBezTo>
                <a:cubicBezTo>
                  <a:pt x="320" y="98"/>
                  <a:pt x="323" y="106"/>
                  <a:pt x="325" y="115"/>
                </a:cubicBezTo>
                <a:cubicBezTo>
                  <a:pt x="327" y="125"/>
                  <a:pt x="328" y="135"/>
                  <a:pt x="328" y="145"/>
                </a:cubicBezTo>
                <a:cubicBezTo>
                  <a:pt x="328" y="182"/>
                  <a:pt x="314" y="214"/>
                  <a:pt x="284" y="240"/>
                </a:cubicBezTo>
                <a:cubicBezTo>
                  <a:pt x="255" y="266"/>
                  <a:pt x="218" y="279"/>
                  <a:pt x="175" y="280"/>
                </a:cubicBezTo>
                <a:cubicBezTo>
                  <a:pt x="144" y="280"/>
                  <a:pt x="114" y="271"/>
                  <a:pt x="85" y="254"/>
                </a:cubicBezTo>
                <a:cubicBezTo>
                  <a:pt x="78" y="265"/>
                  <a:pt x="75" y="277"/>
                  <a:pt x="75" y="289"/>
                </a:cubicBezTo>
                <a:cubicBezTo>
                  <a:pt x="75" y="310"/>
                  <a:pt x="82" y="325"/>
                  <a:pt x="98" y="337"/>
                </a:cubicBezTo>
                <a:cubicBezTo>
                  <a:pt x="104" y="340"/>
                  <a:pt x="109" y="342"/>
                  <a:pt x="113" y="342"/>
                </a:cubicBezTo>
                <a:cubicBezTo>
                  <a:pt x="118" y="342"/>
                  <a:pt x="140" y="343"/>
                  <a:pt x="179" y="344"/>
                </a:cubicBezTo>
                <a:cubicBezTo>
                  <a:pt x="230" y="344"/>
                  <a:pt x="262" y="346"/>
                  <a:pt x="277" y="349"/>
                </a:cubicBezTo>
                <a:cubicBezTo>
                  <a:pt x="314" y="355"/>
                  <a:pt x="343" y="367"/>
                  <a:pt x="364" y="386"/>
                </a:cubicBezTo>
                <a:cubicBezTo>
                  <a:pt x="387" y="410"/>
                  <a:pt x="399" y="439"/>
                  <a:pt x="399" y="475"/>
                </a:cubicBezTo>
                <a:cubicBezTo>
                  <a:pt x="399" y="515"/>
                  <a:pt x="375" y="546"/>
                  <a:pt x="328" y="568"/>
                </a:cubicBezTo>
                <a:cubicBezTo>
                  <a:pt x="292" y="586"/>
                  <a:pt x="250" y="596"/>
                  <a:pt x="200" y="596"/>
                </a:cubicBezTo>
                <a:cubicBezTo>
                  <a:pt x="149" y="596"/>
                  <a:pt x="106" y="586"/>
                  <a:pt x="70" y="568"/>
                </a:cubicBezTo>
                <a:cubicBezTo>
                  <a:pt x="23" y="546"/>
                  <a:pt x="0" y="516"/>
                  <a:pt x="0" y="477"/>
                </a:cubicBezTo>
                <a:cubicBezTo>
                  <a:pt x="0" y="456"/>
                  <a:pt x="6" y="438"/>
                  <a:pt x="19" y="423"/>
                </a:cubicBezTo>
                <a:cubicBezTo>
                  <a:pt x="31" y="409"/>
                  <a:pt x="44" y="399"/>
                  <a:pt x="57" y="393"/>
                </a:cubicBezTo>
                <a:lnTo>
                  <a:pt x="67" y="388"/>
                </a:lnTo>
                <a:cubicBezTo>
                  <a:pt x="45" y="369"/>
                  <a:pt x="34" y="344"/>
                  <a:pt x="34" y="311"/>
                </a:cubicBezTo>
                <a:cubicBezTo>
                  <a:pt x="34" y="283"/>
                  <a:pt x="43" y="257"/>
                  <a:pt x="60" y="234"/>
                </a:cubicBezTo>
                <a:cubicBezTo>
                  <a:pt x="34" y="208"/>
                  <a:pt x="21" y="178"/>
                  <a:pt x="21" y="145"/>
                </a:cubicBezTo>
                <a:cubicBezTo>
                  <a:pt x="21" y="107"/>
                  <a:pt x="36" y="75"/>
                  <a:pt x="66" y="49"/>
                </a:cubicBezTo>
                <a:cubicBezTo>
                  <a:pt x="96" y="24"/>
                  <a:pt x="132" y="10"/>
                  <a:pt x="176" y="10"/>
                </a:cubicBezTo>
                <a:cubicBezTo>
                  <a:pt x="207" y="10"/>
                  <a:pt x="235" y="18"/>
                  <a:pt x="262" y="33"/>
                </a:cubicBezTo>
                <a:lnTo>
                  <a:pt x="272" y="39"/>
                </a:lnTo>
                <a:moveTo>
                  <a:pt x="244" y="99"/>
                </a:moveTo>
                <a:cubicBezTo>
                  <a:pt x="241" y="82"/>
                  <a:pt x="234" y="69"/>
                  <a:pt x="221" y="59"/>
                </a:cubicBezTo>
                <a:cubicBezTo>
                  <a:pt x="208" y="50"/>
                  <a:pt x="193" y="45"/>
                  <a:pt x="174" y="44"/>
                </a:cubicBezTo>
                <a:cubicBezTo>
                  <a:pt x="156" y="44"/>
                  <a:pt x="141" y="49"/>
                  <a:pt x="128" y="58"/>
                </a:cubicBezTo>
                <a:cubicBezTo>
                  <a:pt x="115" y="68"/>
                  <a:pt x="107" y="82"/>
                  <a:pt x="104" y="99"/>
                </a:cubicBezTo>
                <a:cubicBezTo>
                  <a:pt x="103" y="109"/>
                  <a:pt x="102" y="125"/>
                  <a:pt x="102" y="145"/>
                </a:cubicBezTo>
                <a:cubicBezTo>
                  <a:pt x="102" y="172"/>
                  <a:pt x="104" y="191"/>
                  <a:pt x="108" y="204"/>
                </a:cubicBezTo>
                <a:cubicBezTo>
                  <a:pt x="112" y="216"/>
                  <a:pt x="121" y="227"/>
                  <a:pt x="135" y="235"/>
                </a:cubicBezTo>
                <a:cubicBezTo>
                  <a:pt x="145" y="241"/>
                  <a:pt x="158" y="244"/>
                  <a:pt x="175" y="244"/>
                </a:cubicBezTo>
                <a:cubicBezTo>
                  <a:pt x="188" y="244"/>
                  <a:pt x="200" y="242"/>
                  <a:pt x="209" y="238"/>
                </a:cubicBezTo>
                <a:cubicBezTo>
                  <a:pt x="219" y="234"/>
                  <a:pt x="226" y="228"/>
                  <a:pt x="230" y="222"/>
                </a:cubicBezTo>
                <a:cubicBezTo>
                  <a:pt x="234" y="215"/>
                  <a:pt x="238" y="209"/>
                  <a:pt x="240" y="204"/>
                </a:cubicBezTo>
                <a:cubicBezTo>
                  <a:pt x="242" y="198"/>
                  <a:pt x="244" y="194"/>
                  <a:pt x="244" y="190"/>
                </a:cubicBezTo>
                <a:cubicBezTo>
                  <a:pt x="246" y="181"/>
                  <a:pt x="247" y="166"/>
                  <a:pt x="247" y="145"/>
                </a:cubicBezTo>
                <a:cubicBezTo>
                  <a:pt x="247" y="125"/>
                  <a:pt x="246" y="109"/>
                  <a:pt x="244" y="99"/>
                </a:cubicBezTo>
                <a:moveTo>
                  <a:pt x="338" y="477"/>
                </a:moveTo>
                <a:cubicBezTo>
                  <a:pt x="338" y="462"/>
                  <a:pt x="334" y="450"/>
                  <a:pt x="326" y="440"/>
                </a:cubicBezTo>
                <a:cubicBezTo>
                  <a:pt x="317" y="431"/>
                  <a:pt x="305" y="424"/>
                  <a:pt x="289" y="420"/>
                </a:cubicBezTo>
                <a:cubicBezTo>
                  <a:pt x="272" y="415"/>
                  <a:pt x="258" y="413"/>
                  <a:pt x="244" y="411"/>
                </a:cubicBezTo>
                <a:cubicBezTo>
                  <a:pt x="231" y="410"/>
                  <a:pt x="215" y="410"/>
                  <a:pt x="196" y="410"/>
                </a:cubicBezTo>
                <a:lnTo>
                  <a:pt x="171" y="410"/>
                </a:lnTo>
                <a:cubicBezTo>
                  <a:pt x="130" y="410"/>
                  <a:pt x="106" y="411"/>
                  <a:pt x="98" y="415"/>
                </a:cubicBezTo>
                <a:cubicBezTo>
                  <a:pt x="86" y="420"/>
                  <a:pt x="77" y="429"/>
                  <a:pt x="70" y="440"/>
                </a:cubicBezTo>
                <a:cubicBezTo>
                  <a:pt x="64" y="452"/>
                  <a:pt x="60" y="464"/>
                  <a:pt x="59" y="476"/>
                </a:cubicBezTo>
                <a:cubicBezTo>
                  <a:pt x="59" y="482"/>
                  <a:pt x="61" y="489"/>
                  <a:pt x="65" y="497"/>
                </a:cubicBezTo>
                <a:cubicBezTo>
                  <a:pt x="68" y="505"/>
                  <a:pt x="75" y="514"/>
                  <a:pt x="84" y="524"/>
                </a:cubicBezTo>
                <a:cubicBezTo>
                  <a:pt x="93" y="534"/>
                  <a:pt x="107" y="543"/>
                  <a:pt x="127" y="549"/>
                </a:cubicBezTo>
                <a:cubicBezTo>
                  <a:pt x="147" y="556"/>
                  <a:pt x="172" y="560"/>
                  <a:pt x="200" y="560"/>
                </a:cubicBezTo>
                <a:cubicBezTo>
                  <a:pt x="242" y="560"/>
                  <a:pt x="275" y="552"/>
                  <a:pt x="300" y="535"/>
                </a:cubicBezTo>
                <a:cubicBezTo>
                  <a:pt x="326" y="518"/>
                  <a:pt x="338" y="499"/>
                  <a:pt x="338" y="47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4192560" y="2457360"/>
            <a:ext cx="77760" cy="325080"/>
          </a:xfrm>
          <a:custGeom>
            <a:avLst/>
            <a:gdLst/>
            <a:ahLst/>
            <a:rect l="0" t="0" r="r" b="b"/>
            <a:pathLst>
              <a:path w="216" h="903">
                <a:moveTo>
                  <a:pt x="0" y="451"/>
                </a:moveTo>
                <a:cubicBezTo>
                  <a:pt x="0" y="409"/>
                  <a:pt x="3" y="370"/>
                  <a:pt x="9" y="333"/>
                </a:cubicBezTo>
                <a:cubicBezTo>
                  <a:pt x="15" y="295"/>
                  <a:pt x="22" y="263"/>
                  <a:pt x="29" y="236"/>
                </a:cubicBezTo>
                <a:cubicBezTo>
                  <a:pt x="37" y="209"/>
                  <a:pt x="48" y="183"/>
                  <a:pt x="63" y="157"/>
                </a:cubicBezTo>
                <a:cubicBezTo>
                  <a:pt x="78" y="131"/>
                  <a:pt x="90" y="111"/>
                  <a:pt x="98" y="96"/>
                </a:cubicBezTo>
                <a:cubicBezTo>
                  <a:pt x="107" y="82"/>
                  <a:pt x="119" y="66"/>
                  <a:pt x="136" y="49"/>
                </a:cubicBezTo>
                <a:cubicBezTo>
                  <a:pt x="153" y="33"/>
                  <a:pt x="163" y="22"/>
                  <a:pt x="166" y="19"/>
                </a:cubicBezTo>
                <a:cubicBezTo>
                  <a:pt x="169" y="15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2"/>
                  <a:pt x="216" y="8"/>
                </a:cubicBezTo>
                <a:cubicBezTo>
                  <a:pt x="216" y="10"/>
                  <a:pt x="211" y="16"/>
                  <a:pt x="201" y="27"/>
                </a:cubicBezTo>
                <a:cubicBezTo>
                  <a:pt x="191" y="38"/>
                  <a:pt x="178" y="54"/>
                  <a:pt x="164" y="75"/>
                </a:cubicBezTo>
                <a:cubicBezTo>
                  <a:pt x="150" y="96"/>
                  <a:pt x="135" y="122"/>
                  <a:pt x="120" y="152"/>
                </a:cubicBezTo>
                <a:cubicBezTo>
                  <a:pt x="105" y="183"/>
                  <a:pt x="92" y="224"/>
                  <a:pt x="82" y="277"/>
                </a:cubicBezTo>
                <a:cubicBezTo>
                  <a:pt x="71" y="329"/>
                  <a:pt x="66" y="387"/>
                  <a:pt x="66" y="451"/>
                </a:cubicBezTo>
                <a:cubicBezTo>
                  <a:pt x="66" y="515"/>
                  <a:pt x="71" y="573"/>
                  <a:pt x="82" y="624"/>
                </a:cubicBezTo>
                <a:cubicBezTo>
                  <a:pt x="92" y="676"/>
                  <a:pt x="104" y="718"/>
                  <a:pt x="119" y="750"/>
                </a:cubicBezTo>
                <a:cubicBezTo>
                  <a:pt x="133" y="782"/>
                  <a:pt x="148" y="807"/>
                  <a:pt x="163" y="827"/>
                </a:cubicBezTo>
                <a:cubicBezTo>
                  <a:pt x="178" y="848"/>
                  <a:pt x="191" y="864"/>
                  <a:pt x="201" y="876"/>
                </a:cubicBezTo>
                <a:cubicBezTo>
                  <a:pt x="211" y="888"/>
                  <a:pt x="216" y="895"/>
                  <a:pt x="216" y="895"/>
                </a:cubicBezTo>
                <a:cubicBezTo>
                  <a:pt x="216" y="901"/>
                  <a:pt x="212" y="903"/>
                  <a:pt x="203" y="903"/>
                </a:cubicBezTo>
                <a:lnTo>
                  <a:pt x="200" y="903"/>
                </a:lnTo>
                <a:lnTo>
                  <a:pt x="188" y="903"/>
                </a:lnTo>
                <a:lnTo>
                  <a:pt x="163" y="882"/>
                </a:lnTo>
                <a:cubicBezTo>
                  <a:pt x="107" y="829"/>
                  <a:pt x="64" y="766"/>
                  <a:pt x="38" y="689"/>
                </a:cubicBezTo>
                <a:cubicBezTo>
                  <a:pt x="13" y="613"/>
                  <a:pt x="0" y="533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4315320" y="2484720"/>
            <a:ext cx="111960" cy="216720"/>
          </a:xfrm>
          <a:custGeom>
            <a:avLst/>
            <a:gdLst/>
            <a:ahLst/>
            <a:rect l="0" t="0" r="r" b="b"/>
            <a:pathLst>
              <a:path w="311" h="602">
                <a:moveTo>
                  <a:pt x="117" y="80"/>
                </a:moveTo>
                <a:lnTo>
                  <a:pt x="105" y="84"/>
                </a:lnTo>
                <a:cubicBezTo>
                  <a:pt x="97" y="87"/>
                  <a:pt x="85" y="91"/>
                  <a:pt x="69" y="94"/>
                </a:cubicBezTo>
                <a:cubicBezTo>
                  <a:pt x="54" y="97"/>
                  <a:pt x="36" y="99"/>
                  <a:pt x="17" y="100"/>
                </a:cubicBezTo>
                <a:lnTo>
                  <a:pt x="0" y="100"/>
                </a:lnTo>
                <a:lnTo>
                  <a:pt x="0" y="58"/>
                </a:lnTo>
                <a:lnTo>
                  <a:pt x="17" y="58"/>
                </a:lnTo>
                <a:cubicBezTo>
                  <a:pt x="45" y="57"/>
                  <a:pt x="71" y="53"/>
                  <a:pt x="95" y="45"/>
                </a:cubicBezTo>
                <a:cubicBezTo>
                  <a:pt x="120" y="37"/>
                  <a:pt x="136" y="30"/>
                  <a:pt x="146" y="23"/>
                </a:cubicBezTo>
                <a:cubicBezTo>
                  <a:pt x="156" y="17"/>
                  <a:pt x="164" y="9"/>
                  <a:pt x="171" y="2"/>
                </a:cubicBezTo>
                <a:cubicBezTo>
                  <a:pt x="172" y="0"/>
                  <a:pt x="176" y="0"/>
                  <a:pt x="182" y="0"/>
                </a:cubicBezTo>
                <a:cubicBezTo>
                  <a:pt x="188" y="0"/>
                  <a:pt x="193" y="1"/>
                  <a:pt x="197" y="5"/>
                </a:cubicBezTo>
                <a:lnTo>
                  <a:pt x="197" y="276"/>
                </a:lnTo>
                <a:lnTo>
                  <a:pt x="198" y="547"/>
                </a:lnTo>
                <a:cubicBezTo>
                  <a:pt x="203" y="551"/>
                  <a:pt x="206" y="553"/>
                  <a:pt x="209" y="555"/>
                </a:cubicBezTo>
                <a:cubicBezTo>
                  <a:pt x="212" y="556"/>
                  <a:pt x="219" y="557"/>
                  <a:pt x="231" y="558"/>
                </a:cubicBezTo>
                <a:cubicBezTo>
                  <a:pt x="242" y="559"/>
                  <a:pt x="262" y="560"/>
                  <a:pt x="288" y="560"/>
                </a:cubicBezTo>
                <a:lnTo>
                  <a:pt x="311" y="560"/>
                </a:lnTo>
                <a:lnTo>
                  <a:pt x="311" y="602"/>
                </a:lnTo>
                <a:lnTo>
                  <a:pt x="301" y="602"/>
                </a:lnTo>
                <a:cubicBezTo>
                  <a:pt x="289" y="600"/>
                  <a:pt x="240" y="599"/>
                  <a:pt x="157" y="599"/>
                </a:cubicBezTo>
                <a:cubicBezTo>
                  <a:pt x="75" y="599"/>
                  <a:pt x="28" y="600"/>
                  <a:pt x="15" y="602"/>
                </a:cubicBezTo>
                <a:lnTo>
                  <a:pt x="4" y="602"/>
                </a:lnTo>
                <a:lnTo>
                  <a:pt x="4" y="560"/>
                </a:lnTo>
                <a:lnTo>
                  <a:pt x="28" y="560"/>
                </a:lnTo>
                <a:cubicBezTo>
                  <a:pt x="41" y="560"/>
                  <a:pt x="52" y="560"/>
                  <a:pt x="62" y="560"/>
                </a:cubicBezTo>
                <a:cubicBezTo>
                  <a:pt x="72" y="560"/>
                  <a:pt x="79" y="560"/>
                  <a:pt x="85" y="559"/>
                </a:cubicBezTo>
                <a:cubicBezTo>
                  <a:pt x="90" y="559"/>
                  <a:pt x="95" y="558"/>
                  <a:pt x="99" y="556"/>
                </a:cubicBezTo>
                <a:cubicBezTo>
                  <a:pt x="103" y="555"/>
                  <a:pt x="106" y="555"/>
                  <a:pt x="106" y="555"/>
                </a:cubicBezTo>
                <a:cubicBezTo>
                  <a:pt x="107" y="555"/>
                  <a:pt x="109" y="553"/>
                  <a:pt x="112" y="550"/>
                </a:cubicBezTo>
                <a:cubicBezTo>
                  <a:pt x="115" y="547"/>
                  <a:pt x="117" y="546"/>
                  <a:pt x="117" y="547"/>
                </a:cubicBezTo>
                <a:lnTo>
                  <a:pt x="117" y="8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4550040" y="2613240"/>
            <a:ext cx="198720" cy="13320"/>
          </a:xfrm>
          <a:custGeom>
            <a:avLst/>
            <a:gdLst/>
            <a:ahLst/>
            <a:rect l="0" t="0" r="r" b="b"/>
            <a:pathLst>
              <a:path w="552" h="37">
                <a:moveTo>
                  <a:pt x="13" y="0"/>
                </a:moveTo>
                <a:lnTo>
                  <a:pt x="538" y="0"/>
                </a:lnTo>
                <a:cubicBezTo>
                  <a:pt x="547" y="5"/>
                  <a:pt x="552" y="11"/>
                  <a:pt x="552" y="18"/>
                </a:cubicBezTo>
                <a:cubicBezTo>
                  <a:pt x="552" y="25"/>
                  <a:pt x="547" y="31"/>
                  <a:pt x="538" y="37"/>
                </a:cubicBezTo>
                <a:lnTo>
                  <a:pt x="13" y="37"/>
                </a:lnTo>
                <a:cubicBezTo>
                  <a:pt x="5" y="33"/>
                  <a:pt x="0" y="26"/>
                  <a:pt x="0" y="18"/>
                </a:cubicBezTo>
                <a:cubicBezTo>
                  <a:pt x="0" y="10"/>
                  <a:pt x="5" y="4"/>
                  <a:pt x="13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4858560" y="2478960"/>
            <a:ext cx="250560" cy="222480"/>
          </a:xfrm>
          <a:custGeom>
            <a:avLst/>
            <a:gdLst/>
            <a:ahLst/>
            <a:rect l="0" t="0" r="r" b="b"/>
            <a:pathLst>
              <a:path w="696" h="618">
                <a:moveTo>
                  <a:pt x="230" y="50"/>
                </a:moveTo>
                <a:cubicBezTo>
                  <a:pt x="230" y="46"/>
                  <a:pt x="213" y="43"/>
                  <a:pt x="179" y="42"/>
                </a:cubicBezTo>
                <a:cubicBezTo>
                  <a:pt x="165" y="42"/>
                  <a:pt x="156" y="41"/>
                  <a:pt x="152" y="41"/>
                </a:cubicBezTo>
                <a:cubicBezTo>
                  <a:pt x="148" y="40"/>
                  <a:pt x="145" y="38"/>
                  <a:pt x="145" y="33"/>
                </a:cubicBezTo>
                <a:cubicBezTo>
                  <a:pt x="145" y="28"/>
                  <a:pt x="147" y="22"/>
                  <a:pt x="149" y="15"/>
                </a:cubicBezTo>
                <a:cubicBezTo>
                  <a:pt x="152" y="7"/>
                  <a:pt x="154" y="3"/>
                  <a:pt x="155" y="1"/>
                </a:cubicBezTo>
                <a:cubicBezTo>
                  <a:pt x="157" y="1"/>
                  <a:pt x="216" y="0"/>
                  <a:pt x="335" y="0"/>
                </a:cubicBezTo>
                <a:cubicBezTo>
                  <a:pt x="435" y="1"/>
                  <a:pt x="492" y="1"/>
                  <a:pt x="504" y="1"/>
                </a:cubicBezTo>
                <a:cubicBezTo>
                  <a:pt x="516" y="1"/>
                  <a:pt x="528" y="3"/>
                  <a:pt x="540" y="7"/>
                </a:cubicBezTo>
                <a:cubicBezTo>
                  <a:pt x="583" y="17"/>
                  <a:pt x="620" y="41"/>
                  <a:pt x="650" y="78"/>
                </a:cubicBezTo>
                <a:cubicBezTo>
                  <a:pt x="680" y="115"/>
                  <a:pt x="695" y="165"/>
                  <a:pt x="696" y="229"/>
                </a:cubicBezTo>
                <a:cubicBezTo>
                  <a:pt x="696" y="322"/>
                  <a:pt x="664" y="407"/>
                  <a:pt x="599" y="481"/>
                </a:cubicBezTo>
                <a:cubicBezTo>
                  <a:pt x="535" y="556"/>
                  <a:pt x="459" y="600"/>
                  <a:pt x="372" y="615"/>
                </a:cubicBezTo>
                <a:lnTo>
                  <a:pt x="359" y="617"/>
                </a:lnTo>
                <a:lnTo>
                  <a:pt x="184" y="618"/>
                </a:lnTo>
                <a:lnTo>
                  <a:pt x="84" y="618"/>
                </a:lnTo>
                <a:lnTo>
                  <a:pt x="35" y="618"/>
                </a:lnTo>
                <a:cubicBezTo>
                  <a:pt x="21" y="618"/>
                  <a:pt x="12" y="617"/>
                  <a:pt x="7" y="616"/>
                </a:cubicBezTo>
                <a:cubicBezTo>
                  <a:pt x="3" y="615"/>
                  <a:pt x="1" y="612"/>
                  <a:pt x="0" y="608"/>
                </a:cubicBezTo>
                <a:cubicBezTo>
                  <a:pt x="0" y="606"/>
                  <a:pt x="1" y="602"/>
                  <a:pt x="3" y="595"/>
                </a:cubicBezTo>
                <a:cubicBezTo>
                  <a:pt x="5" y="585"/>
                  <a:pt x="8" y="580"/>
                  <a:pt x="10" y="579"/>
                </a:cubicBezTo>
                <a:cubicBezTo>
                  <a:pt x="12" y="578"/>
                  <a:pt x="19" y="577"/>
                  <a:pt x="31" y="576"/>
                </a:cubicBezTo>
                <a:cubicBezTo>
                  <a:pt x="48" y="576"/>
                  <a:pt x="66" y="575"/>
                  <a:pt x="86" y="573"/>
                </a:cubicBezTo>
                <a:cubicBezTo>
                  <a:pt x="94" y="572"/>
                  <a:pt x="100" y="568"/>
                  <a:pt x="103" y="563"/>
                </a:cubicBezTo>
                <a:cubicBezTo>
                  <a:pt x="105" y="560"/>
                  <a:pt x="127" y="477"/>
                  <a:pt x="168" y="312"/>
                </a:cubicBezTo>
                <a:cubicBezTo>
                  <a:pt x="210" y="146"/>
                  <a:pt x="230" y="59"/>
                  <a:pt x="230" y="50"/>
                </a:cubicBezTo>
                <a:moveTo>
                  <a:pt x="606" y="193"/>
                </a:moveTo>
                <a:cubicBezTo>
                  <a:pt x="606" y="170"/>
                  <a:pt x="602" y="150"/>
                  <a:pt x="596" y="132"/>
                </a:cubicBezTo>
                <a:cubicBezTo>
                  <a:pt x="589" y="114"/>
                  <a:pt x="581" y="100"/>
                  <a:pt x="572" y="90"/>
                </a:cubicBezTo>
                <a:cubicBezTo>
                  <a:pt x="563" y="79"/>
                  <a:pt x="552" y="71"/>
                  <a:pt x="539" y="63"/>
                </a:cubicBezTo>
                <a:cubicBezTo>
                  <a:pt x="526" y="56"/>
                  <a:pt x="514" y="51"/>
                  <a:pt x="504" y="49"/>
                </a:cubicBezTo>
                <a:cubicBezTo>
                  <a:pt x="494" y="47"/>
                  <a:pt x="483" y="44"/>
                  <a:pt x="472" y="43"/>
                </a:cubicBezTo>
                <a:cubicBezTo>
                  <a:pt x="471" y="43"/>
                  <a:pt x="467" y="43"/>
                  <a:pt x="460" y="43"/>
                </a:cubicBezTo>
                <a:cubicBezTo>
                  <a:pt x="452" y="43"/>
                  <a:pt x="444" y="43"/>
                  <a:pt x="433" y="43"/>
                </a:cubicBezTo>
                <a:cubicBezTo>
                  <a:pt x="423" y="43"/>
                  <a:pt x="413" y="42"/>
                  <a:pt x="404" y="42"/>
                </a:cubicBezTo>
                <a:lnTo>
                  <a:pt x="365" y="42"/>
                </a:lnTo>
                <a:cubicBezTo>
                  <a:pt x="338" y="42"/>
                  <a:pt x="323" y="45"/>
                  <a:pt x="320" y="51"/>
                </a:cubicBezTo>
                <a:cubicBezTo>
                  <a:pt x="318" y="53"/>
                  <a:pt x="297" y="140"/>
                  <a:pt x="254" y="312"/>
                </a:cubicBezTo>
                <a:cubicBezTo>
                  <a:pt x="211" y="483"/>
                  <a:pt x="190" y="569"/>
                  <a:pt x="190" y="571"/>
                </a:cubicBezTo>
                <a:cubicBezTo>
                  <a:pt x="190" y="573"/>
                  <a:pt x="193" y="574"/>
                  <a:pt x="200" y="574"/>
                </a:cubicBezTo>
                <a:cubicBezTo>
                  <a:pt x="206" y="574"/>
                  <a:pt x="229" y="575"/>
                  <a:pt x="269" y="575"/>
                </a:cubicBezTo>
                <a:cubicBezTo>
                  <a:pt x="272" y="575"/>
                  <a:pt x="278" y="575"/>
                  <a:pt x="286" y="575"/>
                </a:cubicBezTo>
                <a:cubicBezTo>
                  <a:pt x="295" y="575"/>
                  <a:pt x="302" y="575"/>
                  <a:pt x="308" y="576"/>
                </a:cubicBezTo>
                <a:cubicBezTo>
                  <a:pt x="384" y="576"/>
                  <a:pt x="446" y="551"/>
                  <a:pt x="496" y="502"/>
                </a:cubicBezTo>
                <a:cubicBezTo>
                  <a:pt x="517" y="480"/>
                  <a:pt x="535" y="455"/>
                  <a:pt x="549" y="426"/>
                </a:cubicBezTo>
                <a:cubicBezTo>
                  <a:pt x="563" y="397"/>
                  <a:pt x="576" y="359"/>
                  <a:pt x="588" y="312"/>
                </a:cubicBezTo>
                <a:cubicBezTo>
                  <a:pt x="600" y="264"/>
                  <a:pt x="606" y="225"/>
                  <a:pt x="606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5147280" y="245736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0" y="451"/>
                </a:moveTo>
                <a:cubicBezTo>
                  <a:pt x="0" y="409"/>
                  <a:pt x="3" y="370"/>
                  <a:pt x="9" y="333"/>
                </a:cubicBezTo>
                <a:cubicBezTo>
                  <a:pt x="15" y="295"/>
                  <a:pt x="22" y="263"/>
                  <a:pt x="30" y="236"/>
                </a:cubicBezTo>
                <a:cubicBezTo>
                  <a:pt x="38" y="209"/>
                  <a:pt x="49" y="183"/>
                  <a:pt x="64" y="157"/>
                </a:cubicBezTo>
                <a:cubicBezTo>
                  <a:pt x="78" y="131"/>
                  <a:pt x="89" y="111"/>
                  <a:pt x="98" y="96"/>
                </a:cubicBezTo>
                <a:cubicBezTo>
                  <a:pt x="106" y="82"/>
                  <a:pt x="119" y="66"/>
                  <a:pt x="136" y="49"/>
                </a:cubicBezTo>
                <a:cubicBezTo>
                  <a:pt x="153" y="33"/>
                  <a:pt x="163" y="22"/>
                  <a:pt x="166" y="19"/>
                </a:cubicBezTo>
                <a:cubicBezTo>
                  <a:pt x="169" y="15"/>
                  <a:pt x="176" y="9"/>
                  <a:pt x="188" y="0"/>
                </a:cubicBezTo>
                <a:lnTo>
                  <a:pt x="200" y="0"/>
                </a:lnTo>
                <a:lnTo>
                  <a:pt x="203" y="0"/>
                </a:lnTo>
                <a:cubicBezTo>
                  <a:pt x="212" y="0"/>
                  <a:pt x="217" y="2"/>
                  <a:pt x="217" y="8"/>
                </a:cubicBezTo>
                <a:cubicBezTo>
                  <a:pt x="217" y="10"/>
                  <a:pt x="211" y="16"/>
                  <a:pt x="201" y="27"/>
                </a:cubicBezTo>
                <a:cubicBezTo>
                  <a:pt x="191" y="38"/>
                  <a:pt x="178" y="54"/>
                  <a:pt x="164" y="75"/>
                </a:cubicBezTo>
                <a:cubicBezTo>
                  <a:pt x="149" y="96"/>
                  <a:pt x="135" y="122"/>
                  <a:pt x="120" y="152"/>
                </a:cubicBezTo>
                <a:cubicBezTo>
                  <a:pt x="104" y="183"/>
                  <a:pt x="92" y="224"/>
                  <a:pt x="82" y="277"/>
                </a:cubicBezTo>
                <a:cubicBezTo>
                  <a:pt x="71" y="329"/>
                  <a:pt x="66" y="387"/>
                  <a:pt x="66" y="451"/>
                </a:cubicBezTo>
                <a:cubicBezTo>
                  <a:pt x="66" y="515"/>
                  <a:pt x="71" y="573"/>
                  <a:pt x="82" y="624"/>
                </a:cubicBezTo>
                <a:cubicBezTo>
                  <a:pt x="92" y="676"/>
                  <a:pt x="104" y="718"/>
                  <a:pt x="119" y="750"/>
                </a:cubicBezTo>
                <a:cubicBezTo>
                  <a:pt x="133" y="782"/>
                  <a:pt x="148" y="807"/>
                  <a:pt x="163" y="827"/>
                </a:cubicBezTo>
                <a:cubicBezTo>
                  <a:pt x="178" y="848"/>
                  <a:pt x="191" y="864"/>
                  <a:pt x="201" y="876"/>
                </a:cubicBezTo>
                <a:cubicBezTo>
                  <a:pt x="211" y="888"/>
                  <a:pt x="217" y="895"/>
                  <a:pt x="217" y="895"/>
                </a:cubicBezTo>
                <a:cubicBezTo>
                  <a:pt x="217" y="901"/>
                  <a:pt x="212" y="903"/>
                  <a:pt x="203" y="903"/>
                </a:cubicBezTo>
                <a:lnTo>
                  <a:pt x="200" y="903"/>
                </a:lnTo>
                <a:lnTo>
                  <a:pt x="188" y="903"/>
                </a:lnTo>
                <a:lnTo>
                  <a:pt x="163" y="882"/>
                </a:lnTo>
                <a:cubicBezTo>
                  <a:pt x="106" y="829"/>
                  <a:pt x="65" y="766"/>
                  <a:pt x="39" y="689"/>
                </a:cubicBezTo>
                <a:cubicBezTo>
                  <a:pt x="13" y="613"/>
                  <a:pt x="0" y="533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5259600" y="247176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10"/>
                </a:moveTo>
                <a:cubicBezTo>
                  <a:pt x="0" y="341"/>
                  <a:pt x="20" y="275"/>
                  <a:pt x="60" y="211"/>
                </a:cubicBezTo>
                <a:cubicBezTo>
                  <a:pt x="101" y="147"/>
                  <a:pt x="151" y="96"/>
                  <a:pt x="213" y="59"/>
                </a:cubicBezTo>
                <a:cubicBezTo>
                  <a:pt x="274" y="21"/>
                  <a:pt x="335" y="2"/>
                  <a:pt x="397" y="1"/>
                </a:cubicBezTo>
                <a:cubicBezTo>
                  <a:pt x="452" y="1"/>
                  <a:pt x="495" y="17"/>
                  <a:pt x="527" y="48"/>
                </a:cubicBezTo>
                <a:cubicBezTo>
                  <a:pt x="532" y="54"/>
                  <a:pt x="537" y="59"/>
                  <a:pt x="540" y="64"/>
                </a:cubicBezTo>
                <a:cubicBezTo>
                  <a:pt x="544" y="68"/>
                  <a:pt x="546" y="71"/>
                  <a:pt x="548" y="73"/>
                </a:cubicBezTo>
                <a:lnTo>
                  <a:pt x="549" y="75"/>
                </a:lnTo>
                <a:cubicBezTo>
                  <a:pt x="550" y="75"/>
                  <a:pt x="558" y="68"/>
                  <a:pt x="573" y="52"/>
                </a:cubicBezTo>
                <a:cubicBezTo>
                  <a:pt x="577" y="48"/>
                  <a:pt x="582" y="44"/>
                  <a:pt x="586" y="39"/>
                </a:cubicBezTo>
                <a:cubicBezTo>
                  <a:pt x="591" y="34"/>
                  <a:pt x="596" y="30"/>
                  <a:pt x="601" y="25"/>
                </a:cubicBezTo>
                <a:cubicBezTo>
                  <a:pt x="606" y="19"/>
                  <a:pt x="609" y="16"/>
                  <a:pt x="610" y="14"/>
                </a:cubicBezTo>
                <a:lnTo>
                  <a:pt x="623" y="0"/>
                </a:lnTo>
                <a:lnTo>
                  <a:pt x="629" y="0"/>
                </a:lnTo>
                <a:cubicBezTo>
                  <a:pt x="637" y="0"/>
                  <a:pt x="642" y="2"/>
                  <a:pt x="642" y="7"/>
                </a:cubicBezTo>
                <a:cubicBezTo>
                  <a:pt x="642" y="9"/>
                  <a:pt x="632" y="51"/>
                  <a:pt x="613" y="131"/>
                </a:cubicBezTo>
                <a:cubicBezTo>
                  <a:pt x="591" y="215"/>
                  <a:pt x="580" y="257"/>
                  <a:pt x="580" y="258"/>
                </a:cubicBezTo>
                <a:cubicBezTo>
                  <a:pt x="579" y="261"/>
                  <a:pt x="577" y="262"/>
                  <a:pt x="576" y="263"/>
                </a:cubicBezTo>
                <a:cubicBezTo>
                  <a:pt x="574" y="264"/>
                  <a:pt x="568" y="264"/>
                  <a:pt x="559" y="265"/>
                </a:cubicBezTo>
                <a:lnTo>
                  <a:pt x="545" y="265"/>
                </a:lnTo>
                <a:cubicBezTo>
                  <a:pt x="541" y="261"/>
                  <a:pt x="540" y="259"/>
                  <a:pt x="540" y="257"/>
                </a:cubicBezTo>
                <a:cubicBezTo>
                  <a:pt x="540" y="256"/>
                  <a:pt x="540" y="254"/>
                  <a:pt x="540" y="250"/>
                </a:cubicBezTo>
                <a:cubicBezTo>
                  <a:pt x="541" y="247"/>
                  <a:pt x="542" y="241"/>
                  <a:pt x="542" y="232"/>
                </a:cubicBezTo>
                <a:cubicBezTo>
                  <a:pt x="543" y="224"/>
                  <a:pt x="543" y="214"/>
                  <a:pt x="543" y="204"/>
                </a:cubicBezTo>
                <a:cubicBezTo>
                  <a:pt x="543" y="161"/>
                  <a:pt x="534" y="123"/>
                  <a:pt x="514" y="92"/>
                </a:cubicBezTo>
                <a:cubicBezTo>
                  <a:pt x="495" y="60"/>
                  <a:pt x="462" y="43"/>
                  <a:pt x="415" y="43"/>
                </a:cubicBezTo>
                <a:cubicBezTo>
                  <a:pt x="404" y="43"/>
                  <a:pt x="392" y="44"/>
                  <a:pt x="380" y="46"/>
                </a:cubicBezTo>
                <a:cubicBezTo>
                  <a:pt x="367" y="47"/>
                  <a:pt x="351" y="51"/>
                  <a:pt x="332" y="57"/>
                </a:cubicBezTo>
                <a:cubicBezTo>
                  <a:pt x="313" y="63"/>
                  <a:pt x="294" y="72"/>
                  <a:pt x="277" y="83"/>
                </a:cubicBezTo>
                <a:cubicBezTo>
                  <a:pt x="259" y="93"/>
                  <a:pt x="240" y="108"/>
                  <a:pt x="220" y="126"/>
                </a:cubicBezTo>
                <a:cubicBezTo>
                  <a:pt x="200" y="144"/>
                  <a:pt x="182" y="165"/>
                  <a:pt x="168" y="190"/>
                </a:cubicBezTo>
                <a:cubicBezTo>
                  <a:pt x="153" y="215"/>
                  <a:pt x="139" y="245"/>
                  <a:pt x="125" y="282"/>
                </a:cubicBezTo>
                <a:cubicBezTo>
                  <a:pt x="111" y="319"/>
                  <a:pt x="102" y="359"/>
                  <a:pt x="97" y="403"/>
                </a:cubicBezTo>
                <a:cubicBezTo>
                  <a:pt x="96" y="414"/>
                  <a:pt x="95" y="426"/>
                  <a:pt x="95" y="438"/>
                </a:cubicBezTo>
                <a:cubicBezTo>
                  <a:pt x="95" y="467"/>
                  <a:pt x="100" y="493"/>
                  <a:pt x="108" y="515"/>
                </a:cubicBezTo>
                <a:cubicBezTo>
                  <a:pt x="116" y="537"/>
                  <a:pt x="127" y="554"/>
                  <a:pt x="141" y="566"/>
                </a:cubicBezTo>
                <a:cubicBezTo>
                  <a:pt x="154" y="578"/>
                  <a:pt x="169" y="589"/>
                  <a:pt x="186" y="597"/>
                </a:cubicBezTo>
                <a:cubicBezTo>
                  <a:pt x="203" y="605"/>
                  <a:pt x="218" y="611"/>
                  <a:pt x="233" y="612"/>
                </a:cubicBezTo>
                <a:cubicBezTo>
                  <a:pt x="247" y="614"/>
                  <a:pt x="261" y="615"/>
                  <a:pt x="273" y="616"/>
                </a:cubicBezTo>
                <a:cubicBezTo>
                  <a:pt x="306" y="616"/>
                  <a:pt x="335" y="609"/>
                  <a:pt x="363" y="595"/>
                </a:cubicBezTo>
                <a:cubicBezTo>
                  <a:pt x="390" y="581"/>
                  <a:pt x="408" y="564"/>
                  <a:pt x="419" y="542"/>
                </a:cubicBezTo>
                <a:cubicBezTo>
                  <a:pt x="420" y="537"/>
                  <a:pt x="425" y="521"/>
                  <a:pt x="433" y="492"/>
                </a:cubicBezTo>
                <a:cubicBezTo>
                  <a:pt x="440" y="464"/>
                  <a:pt x="444" y="448"/>
                  <a:pt x="444" y="444"/>
                </a:cubicBezTo>
                <a:cubicBezTo>
                  <a:pt x="444" y="440"/>
                  <a:pt x="440" y="437"/>
                  <a:pt x="432" y="435"/>
                </a:cubicBezTo>
                <a:cubicBezTo>
                  <a:pt x="423" y="434"/>
                  <a:pt x="405" y="433"/>
                  <a:pt x="377" y="433"/>
                </a:cubicBezTo>
                <a:lnTo>
                  <a:pt x="344" y="433"/>
                </a:lnTo>
                <a:cubicBezTo>
                  <a:pt x="340" y="429"/>
                  <a:pt x="338" y="427"/>
                  <a:pt x="338" y="426"/>
                </a:cubicBezTo>
                <a:cubicBezTo>
                  <a:pt x="338" y="424"/>
                  <a:pt x="339" y="419"/>
                  <a:pt x="340" y="408"/>
                </a:cubicBezTo>
                <a:cubicBezTo>
                  <a:pt x="342" y="401"/>
                  <a:pt x="345" y="395"/>
                  <a:pt x="349" y="391"/>
                </a:cubicBezTo>
                <a:lnTo>
                  <a:pt x="364" y="391"/>
                </a:lnTo>
                <a:cubicBezTo>
                  <a:pt x="388" y="392"/>
                  <a:pt x="432" y="393"/>
                  <a:pt x="492" y="393"/>
                </a:cubicBezTo>
                <a:cubicBezTo>
                  <a:pt x="516" y="393"/>
                  <a:pt x="535" y="393"/>
                  <a:pt x="550" y="393"/>
                </a:cubicBezTo>
                <a:cubicBezTo>
                  <a:pt x="565" y="393"/>
                  <a:pt x="576" y="393"/>
                  <a:pt x="583" y="392"/>
                </a:cubicBezTo>
                <a:cubicBezTo>
                  <a:pt x="589" y="392"/>
                  <a:pt x="593" y="392"/>
                  <a:pt x="594" y="392"/>
                </a:cubicBezTo>
                <a:cubicBezTo>
                  <a:pt x="602" y="392"/>
                  <a:pt x="606" y="395"/>
                  <a:pt x="606" y="400"/>
                </a:cubicBezTo>
                <a:cubicBezTo>
                  <a:pt x="606" y="401"/>
                  <a:pt x="606" y="406"/>
                  <a:pt x="605" y="413"/>
                </a:cubicBezTo>
                <a:cubicBezTo>
                  <a:pt x="602" y="424"/>
                  <a:pt x="598" y="431"/>
                  <a:pt x="595" y="432"/>
                </a:cubicBezTo>
                <a:cubicBezTo>
                  <a:pt x="594" y="432"/>
                  <a:pt x="589" y="433"/>
                  <a:pt x="582" y="433"/>
                </a:cubicBezTo>
                <a:cubicBezTo>
                  <a:pt x="570" y="433"/>
                  <a:pt x="558" y="434"/>
                  <a:pt x="545" y="435"/>
                </a:cubicBezTo>
                <a:cubicBezTo>
                  <a:pt x="541" y="437"/>
                  <a:pt x="538" y="440"/>
                  <a:pt x="536" y="444"/>
                </a:cubicBezTo>
                <a:cubicBezTo>
                  <a:pt x="534" y="447"/>
                  <a:pt x="530" y="463"/>
                  <a:pt x="523" y="490"/>
                </a:cubicBezTo>
                <a:cubicBezTo>
                  <a:pt x="518" y="509"/>
                  <a:pt x="513" y="526"/>
                  <a:pt x="510" y="540"/>
                </a:cubicBezTo>
                <a:cubicBezTo>
                  <a:pt x="495" y="602"/>
                  <a:pt x="486" y="633"/>
                  <a:pt x="484" y="635"/>
                </a:cubicBezTo>
                <a:cubicBezTo>
                  <a:pt x="483" y="636"/>
                  <a:pt x="482" y="637"/>
                  <a:pt x="480" y="637"/>
                </a:cubicBezTo>
                <a:cubicBezTo>
                  <a:pt x="474" y="637"/>
                  <a:pt x="466" y="631"/>
                  <a:pt x="455" y="619"/>
                </a:cubicBezTo>
                <a:cubicBezTo>
                  <a:pt x="444" y="607"/>
                  <a:pt x="437" y="597"/>
                  <a:pt x="434" y="591"/>
                </a:cubicBezTo>
                <a:cubicBezTo>
                  <a:pt x="434" y="590"/>
                  <a:pt x="433" y="590"/>
                  <a:pt x="432" y="591"/>
                </a:cubicBezTo>
                <a:cubicBezTo>
                  <a:pt x="430" y="591"/>
                  <a:pt x="428" y="593"/>
                  <a:pt x="426" y="595"/>
                </a:cubicBezTo>
                <a:cubicBezTo>
                  <a:pt x="381" y="637"/>
                  <a:pt x="321" y="657"/>
                  <a:pt x="245" y="657"/>
                </a:cubicBezTo>
                <a:cubicBezTo>
                  <a:pt x="172" y="657"/>
                  <a:pt x="113" y="634"/>
                  <a:pt x="68" y="588"/>
                </a:cubicBezTo>
                <a:cubicBezTo>
                  <a:pt x="23" y="542"/>
                  <a:pt x="0" y="482"/>
                  <a:pt x="0" y="41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5529240" y="245736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0" y="451"/>
                </a:moveTo>
                <a:cubicBezTo>
                  <a:pt x="0" y="409"/>
                  <a:pt x="3" y="370"/>
                  <a:pt x="9" y="333"/>
                </a:cubicBezTo>
                <a:cubicBezTo>
                  <a:pt x="16" y="295"/>
                  <a:pt x="23" y="263"/>
                  <a:pt x="31" y="236"/>
                </a:cubicBezTo>
                <a:cubicBezTo>
                  <a:pt x="38" y="209"/>
                  <a:pt x="50" y="183"/>
                  <a:pt x="64" y="157"/>
                </a:cubicBezTo>
                <a:cubicBezTo>
                  <a:pt x="78" y="131"/>
                  <a:pt x="90" y="111"/>
                  <a:pt x="98" y="96"/>
                </a:cubicBezTo>
                <a:cubicBezTo>
                  <a:pt x="107" y="82"/>
                  <a:pt x="119" y="66"/>
                  <a:pt x="136" y="49"/>
                </a:cubicBezTo>
                <a:cubicBezTo>
                  <a:pt x="153" y="33"/>
                  <a:pt x="163" y="22"/>
                  <a:pt x="166" y="19"/>
                </a:cubicBezTo>
                <a:cubicBezTo>
                  <a:pt x="169" y="15"/>
                  <a:pt x="176" y="9"/>
                  <a:pt x="189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7" y="2"/>
                  <a:pt x="217" y="8"/>
                </a:cubicBezTo>
                <a:cubicBezTo>
                  <a:pt x="217" y="10"/>
                  <a:pt x="211" y="16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50" y="96"/>
                  <a:pt x="135" y="122"/>
                  <a:pt x="120" y="152"/>
                </a:cubicBezTo>
                <a:cubicBezTo>
                  <a:pt x="105" y="183"/>
                  <a:pt x="92" y="224"/>
                  <a:pt x="82" y="277"/>
                </a:cubicBezTo>
                <a:cubicBezTo>
                  <a:pt x="72" y="329"/>
                  <a:pt x="67" y="387"/>
                  <a:pt x="67" y="451"/>
                </a:cubicBezTo>
                <a:cubicBezTo>
                  <a:pt x="67" y="515"/>
                  <a:pt x="72" y="573"/>
                  <a:pt x="82" y="624"/>
                </a:cubicBezTo>
                <a:cubicBezTo>
                  <a:pt x="92" y="676"/>
                  <a:pt x="105" y="718"/>
                  <a:pt x="119" y="750"/>
                </a:cubicBezTo>
                <a:cubicBezTo>
                  <a:pt x="133" y="782"/>
                  <a:pt x="148" y="807"/>
                  <a:pt x="163" y="827"/>
                </a:cubicBezTo>
                <a:cubicBezTo>
                  <a:pt x="178" y="848"/>
                  <a:pt x="191" y="864"/>
                  <a:pt x="201" y="876"/>
                </a:cubicBezTo>
                <a:cubicBezTo>
                  <a:pt x="211" y="888"/>
                  <a:pt x="217" y="895"/>
                  <a:pt x="217" y="895"/>
                </a:cubicBezTo>
                <a:cubicBezTo>
                  <a:pt x="217" y="901"/>
                  <a:pt x="212" y="903"/>
                  <a:pt x="203" y="903"/>
                </a:cubicBezTo>
                <a:lnTo>
                  <a:pt x="200" y="903"/>
                </a:lnTo>
                <a:lnTo>
                  <a:pt x="189" y="903"/>
                </a:lnTo>
                <a:lnTo>
                  <a:pt x="163" y="882"/>
                </a:lnTo>
                <a:cubicBezTo>
                  <a:pt x="107" y="829"/>
                  <a:pt x="65" y="766"/>
                  <a:pt x="40" y="689"/>
                </a:cubicBezTo>
                <a:cubicBezTo>
                  <a:pt x="13" y="613"/>
                  <a:pt x="0" y="533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5635440" y="2556360"/>
            <a:ext cx="140040" cy="145080"/>
          </a:xfrm>
          <a:custGeom>
            <a:avLst/>
            <a:gdLst/>
            <a:ahLst/>
            <a:rect l="0" t="0" r="r" b="b"/>
            <a:pathLst>
              <a:path w="389" h="403">
                <a:moveTo>
                  <a:pt x="14" y="165"/>
                </a:moveTo>
                <a:cubicBezTo>
                  <a:pt x="14" y="164"/>
                  <a:pt x="16" y="138"/>
                  <a:pt x="20" y="87"/>
                </a:cubicBezTo>
                <a:cubicBezTo>
                  <a:pt x="23" y="36"/>
                  <a:pt x="25" y="9"/>
                  <a:pt x="25" y="8"/>
                </a:cubicBezTo>
                <a:lnTo>
                  <a:pt x="25" y="1"/>
                </a:lnTo>
                <a:lnTo>
                  <a:pt x="199" y="1"/>
                </a:lnTo>
                <a:cubicBezTo>
                  <a:pt x="222" y="1"/>
                  <a:pt x="247" y="1"/>
                  <a:pt x="275" y="1"/>
                </a:cubicBezTo>
                <a:cubicBezTo>
                  <a:pt x="304" y="1"/>
                  <a:pt x="321" y="1"/>
                  <a:pt x="328" y="0"/>
                </a:cubicBezTo>
                <a:cubicBezTo>
                  <a:pt x="356" y="0"/>
                  <a:pt x="373" y="1"/>
                  <a:pt x="378" y="4"/>
                </a:cubicBezTo>
                <a:cubicBezTo>
                  <a:pt x="384" y="6"/>
                  <a:pt x="386" y="13"/>
                  <a:pt x="386" y="24"/>
                </a:cubicBezTo>
                <a:cubicBezTo>
                  <a:pt x="386" y="32"/>
                  <a:pt x="386" y="36"/>
                  <a:pt x="385" y="37"/>
                </a:cubicBezTo>
                <a:cubicBezTo>
                  <a:pt x="384" y="40"/>
                  <a:pt x="345" y="93"/>
                  <a:pt x="267" y="195"/>
                </a:cubicBezTo>
                <a:cubicBezTo>
                  <a:pt x="190" y="297"/>
                  <a:pt x="150" y="351"/>
                  <a:pt x="147" y="353"/>
                </a:cubicBezTo>
                <a:lnTo>
                  <a:pt x="186" y="353"/>
                </a:lnTo>
                <a:cubicBezTo>
                  <a:pt x="200" y="352"/>
                  <a:pt x="209" y="352"/>
                  <a:pt x="214" y="352"/>
                </a:cubicBezTo>
                <a:cubicBezTo>
                  <a:pt x="219" y="352"/>
                  <a:pt x="227" y="351"/>
                  <a:pt x="240" y="350"/>
                </a:cubicBezTo>
                <a:cubicBezTo>
                  <a:pt x="253" y="349"/>
                  <a:pt x="261" y="347"/>
                  <a:pt x="265" y="344"/>
                </a:cubicBezTo>
                <a:cubicBezTo>
                  <a:pt x="270" y="341"/>
                  <a:pt x="276" y="337"/>
                  <a:pt x="286" y="333"/>
                </a:cubicBezTo>
                <a:cubicBezTo>
                  <a:pt x="296" y="329"/>
                  <a:pt x="302" y="323"/>
                  <a:pt x="306" y="313"/>
                </a:cubicBezTo>
                <a:cubicBezTo>
                  <a:pt x="310" y="305"/>
                  <a:pt x="314" y="296"/>
                  <a:pt x="319" y="286"/>
                </a:cubicBezTo>
                <a:cubicBezTo>
                  <a:pt x="323" y="276"/>
                  <a:pt x="327" y="264"/>
                  <a:pt x="329" y="248"/>
                </a:cubicBezTo>
                <a:cubicBezTo>
                  <a:pt x="332" y="232"/>
                  <a:pt x="333" y="218"/>
                  <a:pt x="333" y="207"/>
                </a:cubicBezTo>
                <a:cubicBezTo>
                  <a:pt x="333" y="206"/>
                  <a:pt x="342" y="206"/>
                  <a:pt x="361" y="206"/>
                </a:cubicBezTo>
                <a:lnTo>
                  <a:pt x="389" y="206"/>
                </a:lnTo>
                <a:lnTo>
                  <a:pt x="389" y="211"/>
                </a:lnTo>
                <a:cubicBezTo>
                  <a:pt x="388" y="213"/>
                  <a:pt x="386" y="244"/>
                  <a:pt x="381" y="304"/>
                </a:cubicBezTo>
                <a:cubicBezTo>
                  <a:pt x="376" y="365"/>
                  <a:pt x="373" y="396"/>
                  <a:pt x="373" y="397"/>
                </a:cubicBezTo>
                <a:lnTo>
                  <a:pt x="373" y="403"/>
                </a:lnTo>
                <a:lnTo>
                  <a:pt x="193" y="403"/>
                </a:lnTo>
                <a:cubicBezTo>
                  <a:pt x="73" y="403"/>
                  <a:pt x="12" y="402"/>
                  <a:pt x="10" y="401"/>
                </a:cubicBezTo>
                <a:cubicBezTo>
                  <a:pt x="3" y="398"/>
                  <a:pt x="0" y="390"/>
                  <a:pt x="0" y="377"/>
                </a:cubicBezTo>
                <a:lnTo>
                  <a:pt x="0" y="373"/>
                </a:lnTo>
                <a:cubicBezTo>
                  <a:pt x="0" y="368"/>
                  <a:pt x="2" y="362"/>
                  <a:pt x="7" y="356"/>
                </a:cubicBezTo>
                <a:cubicBezTo>
                  <a:pt x="12" y="349"/>
                  <a:pt x="25" y="331"/>
                  <a:pt x="47" y="301"/>
                </a:cubicBezTo>
                <a:cubicBezTo>
                  <a:pt x="75" y="266"/>
                  <a:pt x="99" y="234"/>
                  <a:pt x="120" y="206"/>
                </a:cubicBezTo>
                <a:lnTo>
                  <a:pt x="241" y="47"/>
                </a:lnTo>
                <a:lnTo>
                  <a:pt x="203" y="47"/>
                </a:lnTo>
                <a:cubicBezTo>
                  <a:pt x="163" y="48"/>
                  <a:pt x="135" y="51"/>
                  <a:pt x="121" y="59"/>
                </a:cubicBezTo>
                <a:cubicBezTo>
                  <a:pt x="96" y="71"/>
                  <a:pt x="81" y="94"/>
                  <a:pt x="76" y="128"/>
                </a:cubicBezTo>
                <a:cubicBezTo>
                  <a:pt x="73" y="142"/>
                  <a:pt x="71" y="156"/>
                  <a:pt x="71" y="171"/>
                </a:cubicBezTo>
                <a:cubicBezTo>
                  <a:pt x="71" y="172"/>
                  <a:pt x="62" y="172"/>
                  <a:pt x="42" y="172"/>
                </a:cubicBezTo>
                <a:lnTo>
                  <a:pt x="14" y="172"/>
                </a:lnTo>
                <a:lnTo>
                  <a:pt x="14" y="16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5808960" y="245736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1"/>
                </a:lnTo>
                <a:cubicBezTo>
                  <a:pt x="111" y="73"/>
                  <a:pt x="152" y="136"/>
                  <a:pt x="178" y="213"/>
                </a:cubicBezTo>
                <a:cubicBezTo>
                  <a:pt x="204" y="289"/>
                  <a:pt x="217" y="369"/>
                  <a:pt x="217" y="451"/>
                </a:cubicBezTo>
                <a:cubicBezTo>
                  <a:pt x="217" y="492"/>
                  <a:pt x="214" y="531"/>
                  <a:pt x="208" y="569"/>
                </a:cubicBezTo>
                <a:cubicBezTo>
                  <a:pt x="201" y="607"/>
                  <a:pt x="195" y="639"/>
                  <a:pt x="187" y="666"/>
                </a:cubicBezTo>
                <a:cubicBezTo>
                  <a:pt x="179" y="692"/>
                  <a:pt x="168" y="719"/>
                  <a:pt x="153" y="745"/>
                </a:cubicBezTo>
                <a:cubicBezTo>
                  <a:pt x="139" y="772"/>
                  <a:pt x="127" y="792"/>
                  <a:pt x="119" y="806"/>
                </a:cubicBezTo>
                <a:cubicBezTo>
                  <a:pt x="111" y="819"/>
                  <a:pt x="98" y="835"/>
                  <a:pt x="81" y="853"/>
                </a:cubicBezTo>
                <a:cubicBezTo>
                  <a:pt x="65" y="870"/>
                  <a:pt x="55" y="879"/>
                  <a:pt x="52" y="882"/>
                </a:cubicBezTo>
                <a:cubicBezTo>
                  <a:pt x="49" y="885"/>
                  <a:pt x="42" y="891"/>
                  <a:pt x="31" y="900"/>
                </a:cubicBezTo>
                <a:cubicBezTo>
                  <a:pt x="30" y="901"/>
                  <a:pt x="28" y="903"/>
                  <a:pt x="28" y="903"/>
                </a:cubicBezTo>
                <a:lnTo>
                  <a:pt x="17" y="903"/>
                </a:lnTo>
                <a:cubicBezTo>
                  <a:pt x="12" y="903"/>
                  <a:pt x="9" y="903"/>
                  <a:pt x="7" y="903"/>
                </a:cubicBezTo>
                <a:cubicBezTo>
                  <a:pt x="5" y="903"/>
                  <a:pt x="4" y="902"/>
                  <a:pt x="3" y="901"/>
                </a:cubicBezTo>
                <a:cubicBezTo>
                  <a:pt x="1" y="899"/>
                  <a:pt x="0" y="896"/>
                  <a:pt x="0" y="892"/>
                </a:cubicBezTo>
                <a:cubicBezTo>
                  <a:pt x="0" y="892"/>
                  <a:pt x="4" y="888"/>
                  <a:pt x="10" y="881"/>
                </a:cubicBezTo>
                <a:cubicBezTo>
                  <a:pt x="104" y="783"/>
                  <a:pt x="151" y="640"/>
                  <a:pt x="151" y="451"/>
                </a:cubicBezTo>
                <a:cubicBezTo>
                  <a:pt x="151" y="262"/>
                  <a:pt x="104" y="119"/>
                  <a:pt x="10" y="22"/>
                </a:cubicBezTo>
                <a:cubicBezTo>
                  <a:pt x="4" y="15"/>
                  <a:pt x="0" y="11"/>
                  <a:pt x="0" y="11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5935320" y="245736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1"/>
                </a:lnTo>
                <a:cubicBezTo>
                  <a:pt x="110" y="73"/>
                  <a:pt x="151" y="136"/>
                  <a:pt x="178" y="213"/>
                </a:cubicBezTo>
                <a:cubicBezTo>
                  <a:pt x="204" y="289"/>
                  <a:pt x="217" y="369"/>
                  <a:pt x="217" y="451"/>
                </a:cubicBezTo>
                <a:cubicBezTo>
                  <a:pt x="217" y="492"/>
                  <a:pt x="214" y="531"/>
                  <a:pt x="208" y="569"/>
                </a:cubicBezTo>
                <a:cubicBezTo>
                  <a:pt x="202" y="607"/>
                  <a:pt x="195" y="639"/>
                  <a:pt x="187" y="666"/>
                </a:cubicBezTo>
                <a:cubicBezTo>
                  <a:pt x="179" y="692"/>
                  <a:pt x="167" y="719"/>
                  <a:pt x="152" y="745"/>
                </a:cubicBezTo>
                <a:cubicBezTo>
                  <a:pt x="138" y="772"/>
                  <a:pt x="127" y="792"/>
                  <a:pt x="118" y="806"/>
                </a:cubicBezTo>
                <a:cubicBezTo>
                  <a:pt x="110" y="819"/>
                  <a:pt x="97" y="835"/>
                  <a:pt x="81" y="853"/>
                </a:cubicBezTo>
                <a:cubicBezTo>
                  <a:pt x="65" y="870"/>
                  <a:pt x="55" y="879"/>
                  <a:pt x="52" y="882"/>
                </a:cubicBezTo>
                <a:cubicBezTo>
                  <a:pt x="49" y="885"/>
                  <a:pt x="42" y="891"/>
                  <a:pt x="31" y="900"/>
                </a:cubicBezTo>
                <a:cubicBezTo>
                  <a:pt x="30" y="901"/>
                  <a:pt x="28" y="903"/>
                  <a:pt x="28" y="903"/>
                </a:cubicBezTo>
                <a:lnTo>
                  <a:pt x="17" y="903"/>
                </a:lnTo>
                <a:cubicBezTo>
                  <a:pt x="12" y="903"/>
                  <a:pt x="9" y="903"/>
                  <a:pt x="7" y="903"/>
                </a:cubicBezTo>
                <a:cubicBezTo>
                  <a:pt x="5" y="903"/>
                  <a:pt x="4" y="902"/>
                  <a:pt x="3" y="901"/>
                </a:cubicBezTo>
                <a:cubicBezTo>
                  <a:pt x="1" y="899"/>
                  <a:pt x="1" y="896"/>
                  <a:pt x="0" y="892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3" y="783"/>
                  <a:pt x="150" y="640"/>
                  <a:pt x="150" y="451"/>
                </a:cubicBezTo>
                <a:cubicBezTo>
                  <a:pt x="150" y="262"/>
                  <a:pt x="103" y="119"/>
                  <a:pt x="10" y="22"/>
                </a:cubicBezTo>
                <a:cubicBezTo>
                  <a:pt x="4" y="15"/>
                  <a:pt x="1" y="11"/>
                  <a:pt x="0" y="11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6061680" y="245736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1"/>
                </a:lnTo>
                <a:cubicBezTo>
                  <a:pt x="111" y="73"/>
                  <a:pt x="152" y="136"/>
                  <a:pt x="178" y="213"/>
                </a:cubicBezTo>
                <a:cubicBezTo>
                  <a:pt x="204" y="289"/>
                  <a:pt x="217" y="369"/>
                  <a:pt x="217" y="451"/>
                </a:cubicBezTo>
                <a:cubicBezTo>
                  <a:pt x="217" y="492"/>
                  <a:pt x="214" y="531"/>
                  <a:pt x="208" y="569"/>
                </a:cubicBezTo>
                <a:cubicBezTo>
                  <a:pt x="202" y="607"/>
                  <a:pt x="195" y="639"/>
                  <a:pt x="187" y="666"/>
                </a:cubicBezTo>
                <a:cubicBezTo>
                  <a:pt x="179" y="692"/>
                  <a:pt x="168" y="719"/>
                  <a:pt x="153" y="745"/>
                </a:cubicBezTo>
                <a:cubicBezTo>
                  <a:pt x="139" y="772"/>
                  <a:pt x="128" y="792"/>
                  <a:pt x="119" y="806"/>
                </a:cubicBezTo>
                <a:cubicBezTo>
                  <a:pt x="111" y="819"/>
                  <a:pt x="98" y="835"/>
                  <a:pt x="82" y="853"/>
                </a:cubicBezTo>
                <a:cubicBezTo>
                  <a:pt x="66" y="870"/>
                  <a:pt x="56" y="879"/>
                  <a:pt x="53" y="882"/>
                </a:cubicBezTo>
                <a:cubicBezTo>
                  <a:pt x="50" y="885"/>
                  <a:pt x="43" y="891"/>
                  <a:pt x="32" y="900"/>
                </a:cubicBezTo>
                <a:cubicBezTo>
                  <a:pt x="30" y="901"/>
                  <a:pt x="29" y="903"/>
                  <a:pt x="28" y="903"/>
                </a:cubicBezTo>
                <a:lnTo>
                  <a:pt x="17" y="903"/>
                </a:lnTo>
                <a:cubicBezTo>
                  <a:pt x="12" y="903"/>
                  <a:pt x="9" y="903"/>
                  <a:pt x="7" y="903"/>
                </a:cubicBezTo>
                <a:cubicBezTo>
                  <a:pt x="5" y="903"/>
                  <a:pt x="4" y="902"/>
                  <a:pt x="3" y="901"/>
                </a:cubicBezTo>
                <a:cubicBezTo>
                  <a:pt x="1" y="899"/>
                  <a:pt x="1" y="896"/>
                  <a:pt x="0" y="892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4" y="783"/>
                  <a:pt x="151" y="640"/>
                  <a:pt x="151" y="451"/>
                </a:cubicBezTo>
                <a:cubicBezTo>
                  <a:pt x="151" y="262"/>
                  <a:pt x="104" y="119"/>
                  <a:pt x="10" y="22"/>
                </a:cubicBezTo>
                <a:cubicBezTo>
                  <a:pt x="4" y="15"/>
                  <a:pt x="1" y="11"/>
                  <a:pt x="0" y="11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1300320" y="2409840"/>
            <a:ext cx="16927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式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(12.28)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で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7437600" y="2557080"/>
            <a:ext cx="258480" cy="144360"/>
          </a:xfrm>
          <a:custGeom>
            <a:avLst/>
            <a:gdLst/>
            <a:ahLst/>
            <a:rect l="0" t="0" r="r" b="b"/>
            <a:pathLst>
              <a:path w="718" h="401">
                <a:moveTo>
                  <a:pt x="15" y="359"/>
                </a:moveTo>
                <a:lnTo>
                  <a:pt x="27" y="359"/>
                </a:lnTo>
                <a:cubicBezTo>
                  <a:pt x="51" y="359"/>
                  <a:pt x="65" y="355"/>
                  <a:pt x="70" y="346"/>
                </a:cubicBezTo>
                <a:lnTo>
                  <a:pt x="70" y="339"/>
                </a:lnTo>
                <a:cubicBezTo>
                  <a:pt x="70" y="334"/>
                  <a:pt x="70" y="327"/>
                  <a:pt x="70" y="318"/>
                </a:cubicBezTo>
                <a:cubicBezTo>
                  <a:pt x="70" y="310"/>
                  <a:pt x="70" y="301"/>
                  <a:pt x="70" y="291"/>
                </a:cubicBezTo>
                <a:cubicBezTo>
                  <a:pt x="70" y="280"/>
                  <a:pt x="70" y="268"/>
                  <a:pt x="71" y="254"/>
                </a:cubicBezTo>
                <a:cubicBezTo>
                  <a:pt x="71" y="241"/>
                  <a:pt x="71" y="228"/>
                  <a:pt x="71" y="216"/>
                </a:cubicBezTo>
                <a:cubicBezTo>
                  <a:pt x="71" y="198"/>
                  <a:pt x="71" y="178"/>
                  <a:pt x="71" y="157"/>
                </a:cubicBezTo>
                <a:cubicBezTo>
                  <a:pt x="71" y="136"/>
                  <a:pt x="70" y="118"/>
                  <a:pt x="70" y="104"/>
                </a:cubicBezTo>
                <a:lnTo>
                  <a:pt x="70" y="83"/>
                </a:lnTo>
                <a:cubicBezTo>
                  <a:pt x="68" y="71"/>
                  <a:pt x="64" y="64"/>
                  <a:pt x="57" y="60"/>
                </a:cubicBezTo>
                <a:cubicBezTo>
                  <a:pt x="51" y="57"/>
                  <a:pt x="37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8"/>
                  <a:pt x="1" y="11"/>
                  <a:pt x="2" y="11"/>
                </a:cubicBezTo>
                <a:lnTo>
                  <a:pt x="11" y="10"/>
                </a:lnTo>
                <a:cubicBezTo>
                  <a:pt x="17" y="9"/>
                  <a:pt x="26" y="9"/>
                  <a:pt x="36" y="8"/>
                </a:cubicBezTo>
                <a:cubicBezTo>
                  <a:pt x="47" y="7"/>
                  <a:pt x="58" y="7"/>
                  <a:pt x="70" y="6"/>
                </a:cubicBezTo>
                <a:cubicBezTo>
                  <a:pt x="80" y="6"/>
                  <a:pt x="91" y="5"/>
                  <a:pt x="102" y="4"/>
                </a:cubicBezTo>
                <a:cubicBezTo>
                  <a:pt x="114" y="4"/>
                  <a:pt x="122" y="3"/>
                  <a:pt x="129" y="2"/>
                </a:cubicBezTo>
                <a:cubicBezTo>
                  <a:pt x="135" y="0"/>
                  <a:pt x="138" y="0"/>
                  <a:pt x="138" y="1"/>
                </a:cubicBezTo>
                <a:lnTo>
                  <a:pt x="141" y="1"/>
                </a:lnTo>
                <a:lnTo>
                  <a:pt x="141" y="37"/>
                </a:lnTo>
                <a:cubicBezTo>
                  <a:pt x="141" y="60"/>
                  <a:pt x="141" y="71"/>
                  <a:pt x="142" y="71"/>
                </a:cubicBezTo>
                <a:cubicBezTo>
                  <a:pt x="143" y="71"/>
                  <a:pt x="144" y="70"/>
                  <a:pt x="147" y="67"/>
                </a:cubicBezTo>
                <a:cubicBezTo>
                  <a:pt x="149" y="64"/>
                  <a:pt x="153" y="59"/>
                  <a:pt x="157" y="53"/>
                </a:cubicBezTo>
                <a:cubicBezTo>
                  <a:pt x="162" y="47"/>
                  <a:pt x="168" y="42"/>
                  <a:pt x="175" y="37"/>
                </a:cubicBezTo>
                <a:cubicBezTo>
                  <a:pt x="181" y="32"/>
                  <a:pt x="190" y="26"/>
                  <a:pt x="201" y="20"/>
                </a:cubicBezTo>
                <a:cubicBezTo>
                  <a:pt x="212" y="13"/>
                  <a:pt x="223" y="8"/>
                  <a:pt x="235" y="5"/>
                </a:cubicBezTo>
                <a:cubicBezTo>
                  <a:pt x="247" y="2"/>
                  <a:pt x="262" y="1"/>
                  <a:pt x="281" y="1"/>
                </a:cubicBezTo>
                <a:cubicBezTo>
                  <a:pt x="290" y="1"/>
                  <a:pt x="298" y="1"/>
                  <a:pt x="306" y="3"/>
                </a:cubicBezTo>
                <a:cubicBezTo>
                  <a:pt x="314" y="4"/>
                  <a:pt x="321" y="6"/>
                  <a:pt x="327" y="8"/>
                </a:cubicBezTo>
                <a:cubicBezTo>
                  <a:pt x="333" y="10"/>
                  <a:pt x="339" y="13"/>
                  <a:pt x="344" y="15"/>
                </a:cubicBezTo>
                <a:cubicBezTo>
                  <a:pt x="350" y="18"/>
                  <a:pt x="354" y="20"/>
                  <a:pt x="358" y="23"/>
                </a:cubicBezTo>
                <a:cubicBezTo>
                  <a:pt x="361" y="26"/>
                  <a:pt x="365" y="30"/>
                  <a:pt x="368" y="33"/>
                </a:cubicBezTo>
                <a:cubicBezTo>
                  <a:pt x="371" y="37"/>
                  <a:pt x="373" y="40"/>
                  <a:pt x="376" y="43"/>
                </a:cubicBezTo>
                <a:cubicBezTo>
                  <a:pt x="378" y="46"/>
                  <a:pt x="380" y="49"/>
                  <a:pt x="382" y="53"/>
                </a:cubicBezTo>
                <a:cubicBezTo>
                  <a:pt x="384" y="57"/>
                  <a:pt x="385" y="60"/>
                  <a:pt x="386" y="62"/>
                </a:cubicBezTo>
                <a:cubicBezTo>
                  <a:pt x="386" y="64"/>
                  <a:pt x="387" y="67"/>
                  <a:pt x="388" y="69"/>
                </a:cubicBezTo>
                <a:lnTo>
                  <a:pt x="390" y="74"/>
                </a:lnTo>
                <a:lnTo>
                  <a:pt x="393" y="70"/>
                </a:lnTo>
                <a:cubicBezTo>
                  <a:pt x="395" y="68"/>
                  <a:pt x="397" y="65"/>
                  <a:pt x="398" y="63"/>
                </a:cubicBezTo>
                <a:cubicBezTo>
                  <a:pt x="400" y="61"/>
                  <a:pt x="403" y="57"/>
                  <a:pt x="406" y="53"/>
                </a:cubicBezTo>
                <a:cubicBezTo>
                  <a:pt x="410" y="49"/>
                  <a:pt x="414" y="45"/>
                  <a:pt x="418" y="41"/>
                </a:cubicBezTo>
                <a:cubicBezTo>
                  <a:pt x="422" y="38"/>
                  <a:pt x="427" y="34"/>
                  <a:pt x="432" y="30"/>
                </a:cubicBezTo>
                <a:cubicBezTo>
                  <a:pt x="437" y="25"/>
                  <a:pt x="443" y="22"/>
                  <a:pt x="450" y="19"/>
                </a:cubicBezTo>
                <a:cubicBezTo>
                  <a:pt x="457" y="16"/>
                  <a:pt x="465" y="13"/>
                  <a:pt x="472" y="10"/>
                </a:cubicBezTo>
                <a:cubicBezTo>
                  <a:pt x="478" y="7"/>
                  <a:pt x="486" y="5"/>
                  <a:pt x="495" y="3"/>
                </a:cubicBezTo>
                <a:cubicBezTo>
                  <a:pt x="504" y="2"/>
                  <a:pt x="513" y="1"/>
                  <a:pt x="523" y="1"/>
                </a:cubicBezTo>
                <a:cubicBezTo>
                  <a:pt x="599" y="1"/>
                  <a:pt x="640" y="35"/>
                  <a:pt x="647" y="103"/>
                </a:cubicBezTo>
                <a:cubicBezTo>
                  <a:pt x="647" y="107"/>
                  <a:pt x="648" y="149"/>
                  <a:pt x="648" y="228"/>
                </a:cubicBezTo>
                <a:lnTo>
                  <a:pt x="648" y="307"/>
                </a:lnTo>
                <a:cubicBezTo>
                  <a:pt x="648" y="330"/>
                  <a:pt x="648" y="343"/>
                  <a:pt x="649" y="347"/>
                </a:cubicBezTo>
                <a:cubicBezTo>
                  <a:pt x="651" y="352"/>
                  <a:pt x="654" y="355"/>
                  <a:pt x="659" y="356"/>
                </a:cubicBezTo>
                <a:cubicBezTo>
                  <a:pt x="672" y="358"/>
                  <a:pt x="687" y="359"/>
                  <a:pt x="703" y="359"/>
                </a:cubicBezTo>
                <a:lnTo>
                  <a:pt x="718" y="359"/>
                </a:lnTo>
                <a:lnTo>
                  <a:pt x="718" y="401"/>
                </a:lnTo>
                <a:lnTo>
                  <a:pt x="711" y="401"/>
                </a:lnTo>
                <a:lnTo>
                  <a:pt x="690" y="400"/>
                </a:lnTo>
                <a:cubicBezTo>
                  <a:pt x="676" y="399"/>
                  <a:pt x="660" y="399"/>
                  <a:pt x="644" y="399"/>
                </a:cubicBezTo>
                <a:cubicBezTo>
                  <a:pt x="628" y="399"/>
                  <a:pt x="616" y="399"/>
                  <a:pt x="610" y="398"/>
                </a:cubicBezTo>
                <a:cubicBezTo>
                  <a:pt x="548" y="398"/>
                  <a:pt x="514" y="399"/>
                  <a:pt x="509" y="401"/>
                </a:cubicBezTo>
                <a:lnTo>
                  <a:pt x="501" y="401"/>
                </a:lnTo>
                <a:lnTo>
                  <a:pt x="501" y="359"/>
                </a:lnTo>
                <a:lnTo>
                  <a:pt x="516" y="359"/>
                </a:lnTo>
                <a:cubicBezTo>
                  <a:pt x="552" y="359"/>
                  <a:pt x="571" y="354"/>
                  <a:pt x="571" y="345"/>
                </a:cubicBezTo>
                <a:cubicBezTo>
                  <a:pt x="571" y="343"/>
                  <a:pt x="572" y="302"/>
                  <a:pt x="572" y="219"/>
                </a:cubicBezTo>
                <a:cubicBezTo>
                  <a:pt x="571" y="138"/>
                  <a:pt x="571" y="95"/>
                  <a:pt x="570" y="90"/>
                </a:cubicBezTo>
                <a:cubicBezTo>
                  <a:pt x="566" y="73"/>
                  <a:pt x="560" y="61"/>
                  <a:pt x="552" y="52"/>
                </a:cubicBezTo>
                <a:cubicBezTo>
                  <a:pt x="543" y="44"/>
                  <a:pt x="536" y="39"/>
                  <a:pt x="530" y="37"/>
                </a:cubicBezTo>
                <a:cubicBezTo>
                  <a:pt x="524" y="35"/>
                  <a:pt x="516" y="34"/>
                  <a:pt x="507" y="35"/>
                </a:cubicBezTo>
                <a:cubicBezTo>
                  <a:pt x="480" y="35"/>
                  <a:pt x="455" y="45"/>
                  <a:pt x="434" y="66"/>
                </a:cubicBezTo>
                <a:cubicBezTo>
                  <a:pt x="418" y="82"/>
                  <a:pt x="408" y="98"/>
                  <a:pt x="404" y="115"/>
                </a:cubicBezTo>
                <a:cubicBezTo>
                  <a:pt x="400" y="132"/>
                  <a:pt x="397" y="157"/>
                  <a:pt x="397" y="190"/>
                </a:cubicBezTo>
                <a:lnTo>
                  <a:pt x="397" y="248"/>
                </a:lnTo>
                <a:lnTo>
                  <a:pt x="397" y="303"/>
                </a:lnTo>
                <a:cubicBezTo>
                  <a:pt x="397" y="321"/>
                  <a:pt x="397" y="333"/>
                  <a:pt x="397" y="339"/>
                </a:cubicBezTo>
                <a:cubicBezTo>
                  <a:pt x="398" y="345"/>
                  <a:pt x="399" y="349"/>
                  <a:pt x="400" y="351"/>
                </a:cubicBezTo>
                <a:cubicBezTo>
                  <a:pt x="401" y="353"/>
                  <a:pt x="404" y="355"/>
                  <a:pt x="408" y="356"/>
                </a:cubicBezTo>
                <a:cubicBezTo>
                  <a:pt x="421" y="358"/>
                  <a:pt x="436" y="359"/>
                  <a:pt x="452" y="359"/>
                </a:cubicBezTo>
                <a:lnTo>
                  <a:pt x="468" y="359"/>
                </a:lnTo>
                <a:lnTo>
                  <a:pt x="468" y="401"/>
                </a:lnTo>
                <a:lnTo>
                  <a:pt x="460" y="401"/>
                </a:lnTo>
                <a:lnTo>
                  <a:pt x="438" y="400"/>
                </a:lnTo>
                <a:cubicBezTo>
                  <a:pt x="424" y="399"/>
                  <a:pt x="409" y="399"/>
                  <a:pt x="393" y="399"/>
                </a:cubicBezTo>
                <a:cubicBezTo>
                  <a:pt x="377" y="399"/>
                  <a:pt x="365" y="399"/>
                  <a:pt x="359" y="398"/>
                </a:cubicBezTo>
                <a:cubicBezTo>
                  <a:pt x="297" y="398"/>
                  <a:pt x="263" y="399"/>
                  <a:pt x="258" y="401"/>
                </a:cubicBezTo>
                <a:lnTo>
                  <a:pt x="250" y="401"/>
                </a:lnTo>
                <a:lnTo>
                  <a:pt x="250" y="359"/>
                </a:lnTo>
                <a:lnTo>
                  <a:pt x="265" y="359"/>
                </a:lnTo>
                <a:cubicBezTo>
                  <a:pt x="301" y="359"/>
                  <a:pt x="320" y="354"/>
                  <a:pt x="320" y="345"/>
                </a:cubicBezTo>
                <a:cubicBezTo>
                  <a:pt x="320" y="343"/>
                  <a:pt x="321" y="302"/>
                  <a:pt x="321" y="219"/>
                </a:cubicBezTo>
                <a:cubicBezTo>
                  <a:pt x="320" y="138"/>
                  <a:pt x="320" y="95"/>
                  <a:pt x="319" y="90"/>
                </a:cubicBezTo>
                <a:cubicBezTo>
                  <a:pt x="315" y="73"/>
                  <a:pt x="309" y="61"/>
                  <a:pt x="301" y="52"/>
                </a:cubicBezTo>
                <a:cubicBezTo>
                  <a:pt x="292" y="44"/>
                  <a:pt x="285" y="39"/>
                  <a:pt x="279" y="37"/>
                </a:cubicBezTo>
                <a:cubicBezTo>
                  <a:pt x="273" y="35"/>
                  <a:pt x="265" y="34"/>
                  <a:pt x="256" y="35"/>
                </a:cubicBezTo>
                <a:cubicBezTo>
                  <a:pt x="229" y="35"/>
                  <a:pt x="205" y="45"/>
                  <a:pt x="184" y="66"/>
                </a:cubicBezTo>
                <a:cubicBezTo>
                  <a:pt x="168" y="82"/>
                  <a:pt x="158" y="98"/>
                  <a:pt x="154" y="115"/>
                </a:cubicBezTo>
                <a:cubicBezTo>
                  <a:pt x="150" y="132"/>
                  <a:pt x="147" y="157"/>
                  <a:pt x="147" y="190"/>
                </a:cubicBezTo>
                <a:lnTo>
                  <a:pt x="147" y="248"/>
                </a:lnTo>
                <a:lnTo>
                  <a:pt x="147" y="303"/>
                </a:lnTo>
                <a:cubicBezTo>
                  <a:pt x="147" y="321"/>
                  <a:pt x="147" y="333"/>
                  <a:pt x="147" y="339"/>
                </a:cubicBezTo>
                <a:cubicBezTo>
                  <a:pt x="148" y="345"/>
                  <a:pt x="149" y="349"/>
                  <a:pt x="150" y="351"/>
                </a:cubicBezTo>
                <a:cubicBezTo>
                  <a:pt x="151" y="353"/>
                  <a:pt x="154" y="355"/>
                  <a:pt x="158" y="356"/>
                </a:cubicBezTo>
                <a:cubicBezTo>
                  <a:pt x="171" y="358"/>
                  <a:pt x="186" y="359"/>
                  <a:pt x="203" y="359"/>
                </a:cubicBezTo>
                <a:lnTo>
                  <a:pt x="217" y="359"/>
                </a:lnTo>
                <a:lnTo>
                  <a:pt x="217" y="401"/>
                </a:lnTo>
                <a:lnTo>
                  <a:pt x="210" y="401"/>
                </a:lnTo>
                <a:lnTo>
                  <a:pt x="189" y="400"/>
                </a:lnTo>
                <a:cubicBezTo>
                  <a:pt x="175" y="399"/>
                  <a:pt x="159" y="399"/>
                  <a:pt x="143" y="399"/>
                </a:cubicBezTo>
                <a:cubicBezTo>
                  <a:pt x="127" y="399"/>
                  <a:pt x="115" y="399"/>
                  <a:pt x="109" y="398"/>
                </a:cubicBezTo>
                <a:cubicBezTo>
                  <a:pt x="47" y="398"/>
                  <a:pt x="13" y="399"/>
                  <a:pt x="8" y="401"/>
                </a:cubicBezTo>
                <a:lnTo>
                  <a:pt x="0" y="401"/>
                </a:lnTo>
                <a:lnTo>
                  <a:pt x="0" y="359"/>
                </a:lnTo>
                <a:lnTo>
                  <a:pt x="15" y="35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7711200" y="2555280"/>
            <a:ext cx="149400" cy="149760"/>
          </a:xfrm>
          <a:custGeom>
            <a:avLst/>
            <a:gdLst/>
            <a:ahLst/>
            <a:rect l="0" t="0" r="r" b="b"/>
            <a:pathLst>
              <a:path w="415" h="416">
                <a:moveTo>
                  <a:pt x="93" y="129"/>
                </a:moveTo>
                <a:cubicBezTo>
                  <a:pt x="93" y="129"/>
                  <a:pt x="87" y="129"/>
                  <a:pt x="73" y="129"/>
                </a:cubicBezTo>
                <a:cubicBezTo>
                  <a:pt x="60" y="129"/>
                  <a:pt x="49" y="125"/>
                  <a:pt x="40" y="116"/>
                </a:cubicBezTo>
                <a:cubicBezTo>
                  <a:pt x="31" y="107"/>
                  <a:pt x="26" y="95"/>
                  <a:pt x="26" y="81"/>
                </a:cubicBezTo>
                <a:cubicBezTo>
                  <a:pt x="26" y="60"/>
                  <a:pt x="37" y="41"/>
                  <a:pt x="57" y="25"/>
                </a:cubicBezTo>
                <a:cubicBezTo>
                  <a:pt x="78" y="8"/>
                  <a:pt x="114" y="0"/>
                  <a:pt x="166" y="0"/>
                </a:cubicBezTo>
                <a:cubicBezTo>
                  <a:pt x="210" y="0"/>
                  <a:pt x="246" y="10"/>
                  <a:pt x="273" y="29"/>
                </a:cubicBezTo>
                <a:cubicBezTo>
                  <a:pt x="300" y="48"/>
                  <a:pt x="319" y="71"/>
                  <a:pt x="328" y="98"/>
                </a:cubicBezTo>
                <a:cubicBezTo>
                  <a:pt x="331" y="106"/>
                  <a:pt x="332" y="116"/>
                  <a:pt x="332" y="126"/>
                </a:cubicBezTo>
                <a:cubicBezTo>
                  <a:pt x="332" y="136"/>
                  <a:pt x="333" y="172"/>
                  <a:pt x="333" y="231"/>
                </a:cubicBezTo>
                <a:lnTo>
                  <a:pt x="333" y="294"/>
                </a:lnTo>
                <a:cubicBezTo>
                  <a:pt x="333" y="323"/>
                  <a:pt x="335" y="342"/>
                  <a:pt x="338" y="353"/>
                </a:cubicBezTo>
                <a:cubicBezTo>
                  <a:pt x="341" y="364"/>
                  <a:pt x="347" y="370"/>
                  <a:pt x="357" y="370"/>
                </a:cubicBezTo>
                <a:cubicBezTo>
                  <a:pt x="366" y="370"/>
                  <a:pt x="372" y="365"/>
                  <a:pt x="375" y="355"/>
                </a:cubicBezTo>
                <a:cubicBezTo>
                  <a:pt x="378" y="345"/>
                  <a:pt x="379" y="329"/>
                  <a:pt x="379" y="307"/>
                </a:cubicBezTo>
                <a:lnTo>
                  <a:pt x="379" y="275"/>
                </a:lnTo>
                <a:lnTo>
                  <a:pt x="415" y="275"/>
                </a:lnTo>
                <a:lnTo>
                  <a:pt x="415" y="310"/>
                </a:lnTo>
                <a:cubicBezTo>
                  <a:pt x="415" y="334"/>
                  <a:pt x="414" y="348"/>
                  <a:pt x="413" y="352"/>
                </a:cubicBezTo>
                <a:cubicBezTo>
                  <a:pt x="407" y="370"/>
                  <a:pt x="397" y="385"/>
                  <a:pt x="381" y="395"/>
                </a:cubicBezTo>
                <a:cubicBezTo>
                  <a:pt x="366" y="405"/>
                  <a:pt x="349" y="410"/>
                  <a:pt x="332" y="411"/>
                </a:cubicBezTo>
                <a:cubicBezTo>
                  <a:pt x="313" y="412"/>
                  <a:pt x="299" y="406"/>
                  <a:pt x="288" y="395"/>
                </a:cubicBezTo>
                <a:cubicBezTo>
                  <a:pt x="277" y="383"/>
                  <a:pt x="270" y="371"/>
                  <a:pt x="266" y="357"/>
                </a:cubicBezTo>
                <a:lnTo>
                  <a:pt x="266" y="353"/>
                </a:lnTo>
                <a:lnTo>
                  <a:pt x="265" y="356"/>
                </a:lnTo>
                <a:cubicBezTo>
                  <a:pt x="263" y="358"/>
                  <a:pt x="262" y="360"/>
                  <a:pt x="260" y="361"/>
                </a:cubicBezTo>
                <a:cubicBezTo>
                  <a:pt x="258" y="363"/>
                  <a:pt x="256" y="366"/>
                  <a:pt x="253" y="370"/>
                </a:cubicBezTo>
                <a:cubicBezTo>
                  <a:pt x="250" y="373"/>
                  <a:pt x="246" y="376"/>
                  <a:pt x="242" y="379"/>
                </a:cubicBezTo>
                <a:cubicBezTo>
                  <a:pt x="238" y="382"/>
                  <a:pt x="233" y="386"/>
                  <a:pt x="229" y="390"/>
                </a:cubicBezTo>
                <a:cubicBezTo>
                  <a:pt x="224" y="394"/>
                  <a:pt x="218" y="398"/>
                  <a:pt x="212" y="400"/>
                </a:cubicBezTo>
                <a:cubicBezTo>
                  <a:pt x="206" y="403"/>
                  <a:pt x="200" y="405"/>
                  <a:pt x="192" y="407"/>
                </a:cubicBezTo>
                <a:cubicBezTo>
                  <a:pt x="185" y="410"/>
                  <a:pt x="177" y="412"/>
                  <a:pt x="169" y="413"/>
                </a:cubicBezTo>
                <a:cubicBezTo>
                  <a:pt x="161" y="414"/>
                  <a:pt x="151" y="415"/>
                  <a:pt x="141" y="416"/>
                </a:cubicBezTo>
                <a:cubicBezTo>
                  <a:pt x="105" y="416"/>
                  <a:pt x="72" y="406"/>
                  <a:pt x="44" y="388"/>
                </a:cubicBezTo>
                <a:cubicBezTo>
                  <a:pt x="15" y="369"/>
                  <a:pt x="0" y="343"/>
                  <a:pt x="0" y="309"/>
                </a:cubicBezTo>
                <a:cubicBezTo>
                  <a:pt x="0" y="296"/>
                  <a:pt x="2" y="284"/>
                  <a:pt x="7" y="273"/>
                </a:cubicBezTo>
                <a:cubicBezTo>
                  <a:pt x="11" y="262"/>
                  <a:pt x="19" y="249"/>
                  <a:pt x="31" y="236"/>
                </a:cubicBezTo>
                <a:cubicBezTo>
                  <a:pt x="43" y="223"/>
                  <a:pt x="57" y="212"/>
                  <a:pt x="74" y="203"/>
                </a:cubicBezTo>
                <a:cubicBezTo>
                  <a:pt x="91" y="194"/>
                  <a:pt x="115" y="185"/>
                  <a:pt x="145" y="177"/>
                </a:cubicBezTo>
                <a:cubicBezTo>
                  <a:pt x="175" y="169"/>
                  <a:pt x="208" y="165"/>
                  <a:pt x="244" y="164"/>
                </a:cubicBezTo>
                <a:lnTo>
                  <a:pt x="257" y="164"/>
                </a:lnTo>
                <a:lnTo>
                  <a:pt x="257" y="143"/>
                </a:lnTo>
                <a:cubicBezTo>
                  <a:pt x="257" y="122"/>
                  <a:pt x="255" y="107"/>
                  <a:pt x="251" y="98"/>
                </a:cubicBezTo>
                <a:cubicBezTo>
                  <a:pt x="238" y="55"/>
                  <a:pt x="209" y="34"/>
                  <a:pt x="164" y="34"/>
                </a:cubicBezTo>
                <a:cubicBezTo>
                  <a:pt x="153" y="34"/>
                  <a:pt x="143" y="34"/>
                  <a:pt x="133" y="35"/>
                </a:cubicBezTo>
                <a:cubicBezTo>
                  <a:pt x="123" y="35"/>
                  <a:pt x="116" y="36"/>
                  <a:pt x="110" y="38"/>
                </a:cubicBezTo>
                <a:cubicBezTo>
                  <a:pt x="105" y="40"/>
                  <a:pt x="103" y="41"/>
                  <a:pt x="103" y="41"/>
                </a:cubicBezTo>
                <a:cubicBezTo>
                  <a:pt x="116" y="50"/>
                  <a:pt x="123" y="63"/>
                  <a:pt x="123" y="81"/>
                </a:cubicBezTo>
                <a:cubicBezTo>
                  <a:pt x="123" y="96"/>
                  <a:pt x="118" y="107"/>
                  <a:pt x="109" y="116"/>
                </a:cubicBezTo>
                <a:lnTo>
                  <a:pt x="93" y="129"/>
                </a:lnTo>
                <a:moveTo>
                  <a:pt x="83" y="310"/>
                </a:moveTo>
                <a:cubicBezTo>
                  <a:pt x="83" y="329"/>
                  <a:pt x="90" y="345"/>
                  <a:pt x="105" y="360"/>
                </a:cubicBezTo>
                <a:cubicBezTo>
                  <a:pt x="119" y="374"/>
                  <a:pt x="137" y="382"/>
                  <a:pt x="158" y="382"/>
                </a:cubicBezTo>
                <a:cubicBezTo>
                  <a:pt x="181" y="382"/>
                  <a:pt x="201" y="375"/>
                  <a:pt x="219" y="361"/>
                </a:cubicBezTo>
                <a:cubicBezTo>
                  <a:pt x="236" y="348"/>
                  <a:pt x="248" y="329"/>
                  <a:pt x="254" y="307"/>
                </a:cubicBezTo>
                <a:cubicBezTo>
                  <a:pt x="255" y="303"/>
                  <a:pt x="256" y="283"/>
                  <a:pt x="257" y="248"/>
                </a:cubicBezTo>
                <a:cubicBezTo>
                  <a:pt x="257" y="213"/>
                  <a:pt x="256" y="195"/>
                  <a:pt x="256" y="195"/>
                </a:cubicBezTo>
                <a:cubicBezTo>
                  <a:pt x="251" y="195"/>
                  <a:pt x="245" y="196"/>
                  <a:pt x="237" y="196"/>
                </a:cubicBezTo>
                <a:cubicBezTo>
                  <a:pt x="229" y="197"/>
                  <a:pt x="215" y="200"/>
                  <a:pt x="196" y="204"/>
                </a:cubicBezTo>
                <a:cubicBezTo>
                  <a:pt x="177" y="209"/>
                  <a:pt x="159" y="215"/>
                  <a:pt x="144" y="222"/>
                </a:cubicBezTo>
                <a:cubicBezTo>
                  <a:pt x="128" y="230"/>
                  <a:pt x="114" y="241"/>
                  <a:pt x="102" y="256"/>
                </a:cubicBezTo>
                <a:cubicBezTo>
                  <a:pt x="90" y="271"/>
                  <a:pt x="84" y="289"/>
                  <a:pt x="83" y="31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7866360" y="2561040"/>
            <a:ext cx="164160" cy="140400"/>
          </a:xfrm>
          <a:custGeom>
            <a:avLst/>
            <a:gdLst/>
            <a:ahLst/>
            <a:rect l="0" t="0" r="r" b="b"/>
            <a:pathLst>
              <a:path w="456" h="390">
                <a:moveTo>
                  <a:pt x="171" y="390"/>
                </a:moveTo>
                <a:cubicBezTo>
                  <a:pt x="164" y="388"/>
                  <a:pt x="134" y="387"/>
                  <a:pt x="82" y="387"/>
                </a:cubicBezTo>
                <a:cubicBezTo>
                  <a:pt x="36" y="387"/>
                  <a:pt x="11" y="388"/>
                  <a:pt x="5" y="390"/>
                </a:cubicBezTo>
                <a:lnTo>
                  <a:pt x="0" y="390"/>
                </a:lnTo>
                <a:lnTo>
                  <a:pt x="0" y="348"/>
                </a:lnTo>
                <a:lnTo>
                  <a:pt x="12" y="348"/>
                </a:lnTo>
                <a:cubicBezTo>
                  <a:pt x="26" y="347"/>
                  <a:pt x="39" y="346"/>
                  <a:pt x="50" y="343"/>
                </a:cubicBezTo>
                <a:cubicBezTo>
                  <a:pt x="62" y="340"/>
                  <a:pt x="70" y="337"/>
                  <a:pt x="76" y="335"/>
                </a:cubicBezTo>
                <a:cubicBezTo>
                  <a:pt x="82" y="332"/>
                  <a:pt x="90" y="327"/>
                  <a:pt x="99" y="319"/>
                </a:cubicBezTo>
                <a:cubicBezTo>
                  <a:pt x="108" y="311"/>
                  <a:pt x="113" y="306"/>
                  <a:pt x="115" y="303"/>
                </a:cubicBezTo>
                <a:cubicBezTo>
                  <a:pt x="117" y="300"/>
                  <a:pt x="123" y="292"/>
                  <a:pt x="134" y="280"/>
                </a:cubicBezTo>
                <a:cubicBezTo>
                  <a:pt x="145" y="267"/>
                  <a:pt x="151" y="258"/>
                  <a:pt x="152" y="254"/>
                </a:cubicBezTo>
                <a:lnTo>
                  <a:pt x="194" y="200"/>
                </a:lnTo>
                <a:lnTo>
                  <a:pt x="141" y="130"/>
                </a:lnTo>
                <a:cubicBezTo>
                  <a:pt x="136" y="122"/>
                  <a:pt x="130" y="114"/>
                  <a:pt x="124" y="105"/>
                </a:cubicBezTo>
                <a:cubicBezTo>
                  <a:pt x="118" y="97"/>
                  <a:pt x="113" y="91"/>
                  <a:pt x="110" y="86"/>
                </a:cubicBezTo>
                <a:cubicBezTo>
                  <a:pt x="106" y="82"/>
                  <a:pt x="103" y="78"/>
                  <a:pt x="100" y="73"/>
                </a:cubicBezTo>
                <a:cubicBezTo>
                  <a:pt x="97" y="68"/>
                  <a:pt x="94" y="63"/>
                  <a:pt x="92" y="61"/>
                </a:cubicBezTo>
                <a:cubicBezTo>
                  <a:pt x="89" y="59"/>
                  <a:pt x="88" y="56"/>
                  <a:pt x="86" y="55"/>
                </a:cubicBezTo>
                <a:cubicBezTo>
                  <a:pt x="85" y="53"/>
                  <a:pt x="83" y="51"/>
                  <a:pt x="80" y="49"/>
                </a:cubicBezTo>
                <a:cubicBezTo>
                  <a:pt x="77" y="47"/>
                  <a:pt x="75" y="47"/>
                  <a:pt x="75" y="47"/>
                </a:cubicBezTo>
                <a:cubicBezTo>
                  <a:pt x="74" y="47"/>
                  <a:pt x="72" y="46"/>
                  <a:pt x="69" y="45"/>
                </a:cubicBezTo>
                <a:cubicBezTo>
                  <a:pt x="66" y="44"/>
                  <a:pt x="64" y="43"/>
                  <a:pt x="62" y="43"/>
                </a:cubicBezTo>
                <a:cubicBezTo>
                  <a:pt x="58" y="43"/>
                  <a:pt x="48" y="42"/>
                  <a:pt x="30" y="41"/>
                </a:cubicBezTo>
                <a:lnTo>
                  <a:pt x="4" y="41"/>
                </a:lnTo>
                <a:lnTo>
                  <a:pt x="4" y="0"/>
                </a:lnTo>
                <a:lnTo>
                  <a:pt x="11" y="0"/>
                </a:lnTo>
                <a:cubicBezTo>
                  <a:pt x="32" y="1"/>
                  <a:pt x="63" y="1"/>
                  <a:pt x="104" y="1"/>
                </a:cubicBezTo>
                <a:cubicBezTo>
                  <a:pt x="159" y="1"/>
                  <a:pt x="190" y="1"/>
                  <a:pt x="196" y="0"/>
                </a:cubicBezTo>
                <a:lnTo>
                  <a:pt x="204" y="0"/>
                </a:lnTo>
                <a:lnTo>
                  <a:pt x="204" y="41"/>
                </a:lnTo>
                <a:cubicBezTo>
                  <a:pt x="182" y="44"/>
                  <a:pt x="171" y="48"/>
                  <a:pt x="171" y="56"/>
                </a:cubicBezTo>
                <a:cubicBezTo>
                  <a:pt x="171" y="57"/>
                  <a:pt x="174" y="62"/>
                  <a:pt x="180" y="71"/>
                </a:cubicBezTo>
                <a:cubicBezTo>
                  <a:pt x="186" y="79"/>
                  <a:pt x="195" y="91"/>
                  <a:pt x="205" y="105"/>
                </a:cubicBezTo>
                <a:cubicBezTo>
                  <a:pt x="216" y="120"/>
                  <a:pt x="226" y="132"/>
                  <a:pt x="233" y="142"/>
                </a:cubicBezTo>
                <a:lnTo>
                  <a:pt x="236" y="146"/>
                </a:lnTo>
                <a:lnTo>
                  <a:pt x="259" y="115"/>
                </a:lnTo>
                <a:cubicBezTo>
                  <a:pt x="278" y="91"/>
                  <a:pt x="288" y="74"/>
                  <a:pt x="288" y="67"/>
                </a:cubicBezTo>
                <a:cubicBezTo>
                  <a:pt x="288" y="62"/>
                  <a:pt x="287" y="59"/>
                  <a:pt x="286" y="56"/>
                </a:cubicBezTo>
                <a:cubicBezTo>
                  <a:pt x="285" y="53"/>
                  <a:pt x="283" y="50"/>
                  <a:pt x="281" y="49"/>
                </a:cubicBezTo>
                <a:cubicBezTo>
                  <a:pt x="280" y="48"/>
                  <a:pt x="278" y="47"/>
                  <a:pt x="277" y="46"/>
                </a:cubicBezTo>
                <a:cubicBezTo>
                  <a:pt x="276" y="44"/>
                  <a:pt x="274" y="43"/>
                  <a:pt x="271" y="42"/>
                </a:cubicBezTo>
                <a:lnTo>
                  <a:pt x="268" y="41"/>
                </a:lnTo>
                <a:lnTo>
                  <a:pt x="263" y="41"/>
                </a:lnTo>
                <a:lnTo>
                  <a:pt x="263" y="0"/>
                </a:lnTo>
                <a:lnTo>
                  <a:pt x="270" y="0"/>
                </a:lnTo>
                <a:cubicBezTo>
                  <a:pt x="279" y="1"/>
                  <a:pt x="308" y="2"/>
                  <a:pt x="359" y="2"/>
                </a:cubicBezTo>
                <a:cubicBezTo>
                  <a:pt x="407" y="2"/>
                  <a:pt x="432" y="1"/>
                  <a:pt x="436" y="0"/>
                </a:cubicBezTo>
                <a:lnTo>
                  <a:pt x="441" y="0"/>
                </a:lnTo>
                <a:lnTo>
                  <a:pt x="441" y="41"/>
                </a:lnTo>
                <a:lnTo>
                  <a:pt x="435" y="41"/>
                </a:lnTo>
                <a:cubicBezTo>
                  <a:pt x="405" y="41"/>
                  <a:pt x="381" y="46"/>
                  <a:pt x="362" y="56"/>
                </a:cubicBezTo>
                <a:cubicBezTo>
                  <a:pt x="351" y="61"/>
                  <a:pt x="341" y="70"/>
                  <a:pt x="331" y="82"/>
                </a:cubicBezTo>
                <a:cubicBezTo>
                  <a:pt x="321" y="93"/>
                  <a:pt x="301" y="119"/>
                  <a:pt x="272" y="158"/>
                </a:cubicBezTo>
                <a:lnTo>
                  <a:pt x="258" y="177"/>
                </a:lnTo>
                <a:lnTo>
                  <a:pt x="314" y="253"/>
                </a:lnTo>
                <a:cubicBezTo>
                  <a:pt x="354" y="307"/>
                  <a:pt x="375" y="336"/>
                  <a:pt x="378" y="338"/>
                </a:cubicBezTo>
                <a:cubicBezTo>
                  <a:pt x="381" y="341"/>
                  <a:pt x="386" y="343"/>
                  <a:pt x="393" y="344"/>
                </a:cubicBezTo>
                <a:cubicBezTo>
                  <a:pt x="404" y="347"/>
                  <a:pt x="420" y="348"/>
                  <a:pt x="441" y="348"/>
                </a:cubicBezTo>
                <a:lnTo>
                  <a:pt x="456" y="348"/>
                </a:lnTo>
                <a:lnTo>
                  <a:pt x="456" y="390"/>
                </a:lnTo>
                <a:lnTo>
                  <a:pt x="451" y="390"/>
                </a:lnTo>
                <a:lnTo>
                  <a:pt x="444" y="390"/>
                </a:lnTo>
                <a:cubicBezTo>
                  <a:pt x="439" y="389"/>
                  <a:pt x="433" y="389"/>
                  <a:pt x="426" y="389"/>
                </a:cubicBezTo>
                <a:cubicBezTo>
                  <a:pt x="419" y="389"/>
                  <a:pt x="411" y="388"/>
                  <a:pt x="403" y="388"/>
                </a:cubicBezTo>
                <a:cubicBezTo>
                  <a:pt x="395" y="387"/>
                  <a:pt x="388" y="387"/>
                  <a:pt x="381" y="388"/>
                </a:cubicBezTo>
                <a:cubicBezTo>
                  <a:pt x="373" y="388"/>
                  <a:pt x="368" y="388"/>
                  <a:pt x="364" y="387"/>
                </a:cubicBezTo>
                <a:cubicBezTo>
                  <a:pt x="358" y="387"/>
                  <a:pt x="347" y="387"/>
                  <a:pt x="331" y="387"/>
                </a:cubicBezTo>
                <a:cubicBezTo>
                  <a:pt x="315" y="387"/>
                  <a:pt x="300" y="388"/>
                  <a:pt x="286" y="389"/>
                </a:cubicBezTo>
                <a:lnTo>
                  <a:pt x="265" y="390"/>
                </a:lnTo>
                <a:lnTo>
                  <a:pt x="257" y="390"/>
                </a:lnTo>
                <a:lnTo>
                  <a:pt x="257" y="348"/>
                </a:lnTo>
                <a:lnTo>
                  <a:pt x="260" y="348"/>
                </a:lnTo>
                <a:cubicBezTo>
                  <a:pt x="266" y="348"/>
                  <a:pt x="273" y="347"/>
                  <a:pt x="280" y="344"/>
                </a:cubicBezTo>
                <a:cubicBezTo>
                  <a:pt x="286" y="341"/>
                  <a:pt x="290" y="337"/>
                  <a:pt x="290" y="333"/>
                </a:cubicBezTo>
                <a:cubicBezTo>
                  <a:pt x="290" y="332"/>
                  <a:pt x="277" y="314"/>
                  <a:pt x="253" y="281"/>
                </a:cubicBezTo>
                <a:lnTo>
                  <a:pt x="215" y="232"/>
                </a:lnTo>
                <a:cubicBezTo>
                  <a:pt x="215" y="232"/>
                  <a:pt x="205" y="245"/>
                  <a:pt x="187" y="270"/>
                </a:cubicBezTo>
                <a:cubicBezTo>
                  <a:pt x="169" y="294"/>
                  <a:pt x="159" y="308"/>
                  <a:pt x="157" y="310"/>
                </a:cubicBezTo>
                <a:cubicBezTo>
                  <a:pt x="154" y="313"/>
                  <a:pt x="153" y="317"/>
                  <a:pt x="153" y="323"/>
                </a:cubicBezTo>
                <a:cubicBezTo>
                  <a:pt x="153" y="329"/>
                  <a:pt x="155" y="335"/>
                  <a:pt x="159" y="340"/>
                </a:cubicBezTo>
                <a:cubicBezTo>
                  <a:pt x="164" y="345"/>
                  <a:pt x="169" y="347"/>
                  <a:pt x="176" y="348"/>
                </a:cubicBezTo>
                <a:cubicBezTo>
                  <a:pt x="177" y="348"/>
                  <a:pt x="178" y="355"/>
                  <a:pt x="178" y="369"/>
                </a:cubicBezTo>
                <a:lnTo>
                  <a:pt x="178" y="390"/>
                </a:lnTo>
                <a:lnTo>
                  <a:pt x="171" y="39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8056440" y="2587680"/>
            <a:ext cx="163440" cy="167400"/>
          </a:xfrm>
          <a:custGeom>
            <a:avLst/>
            <a:gdLst/>
            <a:ahLst/>
            <a:rect l="0" t="0" r="r" b="b"/>
            <a:pathLst>
              <a:path w="454" h="465">
                <a:moveTo>
                  <a:pt x="0" y="289"/>
                </a:moveTo>
                <a:cubicBezTo>
                  <a:pt x="0" y="240"/>
                  <a:pt x="14" y="193"/>
                  <a:pt x="43" y="148"/>
                </a:cubicBezTo>
                <a:cubicBezTo>
                  <a:pt x="72" y="103"/>
                  <a:pt x="108" y="67"/>
                  <a:pt x="152" y="41"/>
                </a:cubicBezTo>
                <a:cubicBezTo>
                  <a:pt x="195" y="15"/>
                  <a:pt x="238" y="1"/>
                  <a:pt x="282" y="1"/>
                </a:cubicBezTo>
                <a:cubicBezTo>
                  <a:pt x="320" y="1"/>
                  <a:pt x="350" y="12"/>
                  <a:pt x="373" y="33"/>
                </a:cubicBezTo>
                <a:cubicBezTo>
                  <a:pt x="377" y="38"/>
                  <a:pt x="380" y="41"/>
                  <a:pt x="383" y="44"/>
                </a:cubicBezTo>
                <a:cubicBezTo>
                  <a:pt x="385" y="47"/>
                  <a:pt x="387" y="49"/>
                  <a:pt x="388" y="51"/>
                </a:cubicBezTo>
                <a:lnTo>
                  <a:pt x="388" y="52"/>
                </a:lnTo>
                <a:cubicBezTo>
                  <a:pt x="390" y="52"/>
                  <a:pt x="395" y="47"/>
                  <a:pt x="406" y="36"/>
                </a:cubicBezTo>
                <a:cubicBezTo>
                  <a:pt x="408" y="33"/>
                  <a:pt x="412" y="30"/>
                  <a:pt x="415" y="27"/>
                </a:cubicBezTo>
                <a:cubicBezTo>
                  <a:pt x="418" y="24"/>
                  <a:pt x="422" y="20"/>
                  <a:pt x="425" y="17"/>
                </a:cubicBezTo>
                <a:cubicBezTo>
                  <a:pt x="429" y="13"/>
                  <a:pt x="431" y="11"/>
                  <a:pt x="432" y="10"/>
                </a:cubicBezTo>
                <a:lnTo>
                  <a:pt x="441" y="0"/>
                </a:lnTo>
                <a:lnTo>
                  <a:pt x="445" y="0"/>
                </a:lnTo>
                <a:cubicBezTo>
                  <a:pt x="451" y="0"/>
                  <a:pt x="454" y="2"/>
                  <a:pt x="454" y="5"/>
                </a:cubicBezTo>
                <a:cubicBezTo>
                  <a:pt x="454" y="6"/>
                  <a:pt x="447" y="35"/>
                  <a:pt x="434" y="92"/>
                </a:cubicBezTo>
                <a:cubicBezTo>
                  <a:pt x="418" y="151"/>
                  <a:pt x="411" y="181"/>
                  <a:pt x="411" y="181"/>
                </a:cubicBezTo>
                <a:cubicBezTo>
                  <a:pt x="410" y="183"/>
                  <a:pt x="409" y="185"/>
                  <a:pt x="407" y="185"/>
                </a:cubicBezTo>
                <a:cubicBezTo>
                  <a:pt x="406" y="186"/>
                  <a:pt x="402" y="186"/>
                  <a:pt x="396" y="186"/>
                </a:cubicBezTo>
                <a:lnTo>
                  <a:pt x="386" y="186"/>
                </a:lnTo>
                <a:cubicBezTo>
                  <a:pt x="383" y="184"/>
                  <a:pt x="382" y="182"/>
                  <a:pt x="382" y="181"/>
                </a:cubicBezTo>
                <a:cubicBezTo>
                  <a:pt x="382" y="180"/>
                  <a:pt x="382" y="179"/>
                  <a:pt x="383" y="176"/>
                </a:cubicBezTo>
                <a:cubicBezTo>
                  <a:pt x="383" y="174"/>
                  <a:pt x="383" y="169"/>
                  <a:pt x="384" y="163"/>
                </a:cubicBezTo>
                <a:cubicBezTo>
                  <a:pt x="384" y="158"/>
                  <a:pt x="384" y="151"/>
                  <a:pt x="384" y="143"/>
                </a:cubicBezTo>
                <a:cubicBezTo>
                  <a:pt x="384" y="113"/>
                  <a:pt x="378" y="87"/>
                  <a:pt x="364" y="64"/>
                </a:cubicBezTo>
                <a:cubicBezTo>
                  <a:pt x="350" y="41"/>
                  <a:pt x="327" y="30"/>
                  <a:pt x="294" y="30"/>
                </a:cubicBezTo>
                <a:cubicBezTo>
                  <a:pt x="287" y="30"/>
                  <a:pt x="279" y="30"/>
                  <a:pt x="270" y="31"/>
                </a:cubicBezTo>
                <a:cubicBezTo>
                  <a:pt x="261" y="33"/>
                  <a:pt x="249" y="35"/>
                  <a:pt x="236" y="40"/>
                </a:cubicBezTo>
                <a:cubicBezTo>
                  <a:pt x="222" y="44"/>
                  <a:pt x="209" y="50"/>
                  <a:pt x="197" y="58"/>
                </a:cubicBezTo>
                <a:cubicBezTo>
                  <a:pt x="185" y="65"/>
                  <a:pt x="171" y="75"/>
                  <a:pt x="157" y="88"/>
                </a:cubicBezTo>
                <a:cubicBezTo>
                  <a:pt x="142" y="101"/>
                  <a:pt x="130" y="116"/>
                  <a:pt x="120" y="134"/>
                </a:cubicBezTo>
                <a:cubicBezTo>
                  <a:pt x="109" y="151"/>
                  <a:pt x="99" y="173"/>
                  <a:pt x="90" y="199"/>
                </a:cubicBezTo>
                <a:cubicBezTo>
                  <a:pt x="80" y="225"/>
                  <a:pt x="73" y="253"/>
                  <a:pt x="70" y="284"/>
                </a:cubicBezTo>
                <a:cubicBezTo>
                  <a:pt x="69" y="292"/>
                  <a:pt x="69" y="300"/>
                  <a:pt x="69" y="309"/>
                </a:cubicBezTo>
                <a:cubicBezTo>
                  <a:pt x="69" y="329"/>
                  <a:pt x="72" y="347"/>
                  <a:pt x="78" y="363"/>
                </a:cubicBezTo>
                <a:cubicBezTo>
                  <a:pt x="84" y="379"/>
                  <a:pt x="91" y="391"/>
                  <a:pt x="101" y="400"/>
                </a:cubicBezTo>
                <a:cubicBezTo>
                  <a:pt x="110" y="408"/>
                  <a:pt x="121" y="415"/>
                  <a:pt x="132" y="421"/>
                </a:cubicBezTo>
                <a:cubicBezTo>
                  <a:pt x="144" y="427"/>
                  <a:pt x="155" y="431"/>
                  <a:pt x="166" y="432"/>
                </a:cubicBezTo>
                <a:cubicBezTo>
                  <a:pt x="176" y="433"/>
                  <a:pt x="185" y="434"/>
                  <a:pt x="194" y="435"/>
                </a:cubicBezTo>
                <a:cubicBezTo>
                  <a:pt x="217" y="435"/>
                  <a:pt x="238" y="430"/>
                  <a:pt x="257" y="420"/>
                </a:cubicBezTo>
                <a:cubicBezTo>
                  <a:pt x="277" y="410"/>
                  <a:pt x="290" y="398"/>
                  <a:pt x="297" y="382"/>
                </a:cubicBezTo>
                <a:cubicBezTo>
                  <a:pt x="298" y="379"/>
                  <a:pt x="302" y="367"/>
                  <a:pt x="307" y="347"/>
                </a:cubicBezTo>
                <a:cubicBezTo>
                  <a:pt x="312" y="327"/>
                  <a:pt x="314" y="316"/>
                  <a:pt x="314" y="313"/>
                </a:cubicBezTo>
                <a:cubicBezTo>
                  <a:pt x="314" y="310"/>
                  <a:pt x="312" y="308"/>
                  <a:pt x="306" y="307"/>
                </a:cubicBezTo>
                <a:cubicBezTo>
                  <a:pt x="300" y="306"/>
                  <a:pt x="288" y="306"/>
                  <a:pt x="268" y="305"/>
                </a:cubicBezTo>
                <a:lnTo>
                  <a:pt x="244" y="305"/>
                </a:lnTo>
                <a:cubicBezTo>
                  <a:pt x="242" y="303"/>
                  <a:pt x="240" y="301"/>
                  <a:pt x="240" y="300"/>
                </a:cubicBezTo>
                <a:cubicBezTo>
                  <a:pt x="240" y="299"/>
                  <a:pt x="241" y="295"/>
                  <a:pt x="242" y="288"/>
                </a:cubicBezTo>
                <a:cubicBezTo>
                  <a:pt x="243" y="282"/>
                  <a:pt x="245" y="278"/>
                  <a:pt x="248" y="276"/>
                </a:cubicBezTo>
                <a:lnTo>
                  <a:pt x="259" y="276"/>
                </a:lnTo>
                <a:cubicBezTo>
                  <a:pt x="276" y="277"/>
                  <a:pt x="306" y="277"/>
                  <a:pt x="348" y="277"/>
                </a:cubicBezTo>
                <a:cubicBezTo>
                  <a:pt x="365" y="277"/>
                  <a:pt x="379" y="277"/>
                  <a:pt x="390" y="277"/>
                </a:cubicBezTo>
                <a:cubicBezTo>
                  <a:pt x="400" y="277"/>
                  <a:pt x="408" y="277"/>
                  <a:pt x="413" y="276"/>
                </a:cubicBezTo>
                <a:cubicBezTo>
                  <a:pt x="417" y="276"/>
                  <a:pt x="420" y="276"/>
                  <a:pt x="420" y="276"/>
                </a:cubicBezTo>
                <a:cubicBezTo>
                  <a:pt x="426" y="276"/>
                  <a:pt x="429" y="278"/>
                  <a:pt x="429" y="282"/>
                </a:cubicBezTo>
                <a:cubicBezTo>
                  <a:pt x="429" y="283"/>
                  <a:pt x="429" y="286"/>
                  <a:pt x="428" y="291"/>
                </a:cubicBezTo>
                <a:cubicBezTo>
                  <a:pt x="426" y="299"/>
                  <a:pt x="424" y="304"/>
                  <a:pt x="421" y="305"/>
                </a:cubicBezTo>
                <a:cubicBezTo>
                  <a:pt x="420" y="305"/>
                  <a:pt x="417" y="305"/>
                  <a:pt x="412" y="305"/>
                </a:cubicBezTo>
                <a:cubicBezTo>
                  <a:pt x="403" y="305"/>
                  <a:pt x="395" y="306"/>
                  <a:pt x="386" y="307"/>
                </a:cubicBezTo>
                <a:cubicBezTo>
                  <a:pt x="383" y="308"/>
                  <a:pt x="381" y="310"/>
                  <a:pt x="379" y="313"/>
                </a:cubicBezTo>
                <a:cubicBezTo>
                  <a:pt x="378" y="315"/>
                  <a:pt x="375" y="326"/>
                  <a:pt x="370" y="345"/>
                </a:cubicBezTo>
                <a:cubicBezTo>
                  <a:pt x="367" y="359"/>
                  <a:pt x="363" y="371"/>
                  <a:pt x="361" y="381"/>
                </a:cubicBezTo>
                <a:cubicBezTo>
                  <a:pt x="350" y="424"/>
                  <a:pt x="344" y="447"/>
                  <a:pt x="343" y="448"/>
                </a:cubicBezTo>
                <a:cubicBezTo>
                  <a:pt x="342" y="449"/>
                  <a:pt x="341" y="449"/>
                  <a:pt x="340" y="449"/>
                </a:cubicBezTo>
                <a:cubicBezTo>
                  <a:pt x="336" y="449"/>
                  <a:pt x="330" y="445"/>
                  <a:pt x="322" y="437"/>
                </a:cubicBezTo>
                <a:cubicBezTo>
                  <a:pt x="314" y="428"/>
                  <a:pt x="309" y="421"/>
                  <a:pt x="307" y="417"/>
                </a:cubicBezTo>
                <a:cubicBezTo>
                  <a:pt x="307" y="416"/>
                  <a:pt x="307" y="416"/>
                  <a:pt x="306" y="417"/>
                </a:cubicBezTo>
                <a:cubicBezTo>
                  <a:pt x="305" y="417"/>
                  <a:pt x="304" y="418"/>
                  <a:pt x="302" y="420"/>
                </a:cubicBezTo>
                <a:cubicBezTo>
                  <a:pt x="271" y="449"/>
                  <a:pt x="228" y="465"/>
                  <a:pt x="175" y="465"/>
                </a:cubicBezTo>
                <a:cubicBezTo>
                  <a:pt x="123" y="465"/>
                  <a:pt x="81" y="448"/>
                  <a:pt x="49" y="415"/>
                </a:cubicBezTo>
                <a:cubicBezTo>
                  <a:pt x="17" y="382"/>
                  <a:pt x="0" y="340"/>
                  <a:pt x="0" y="28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8304480" y="2475360"/>
            <a:ext cx="77400" cy="226080"/>
          </a:xfrm>
          <a:custGeom>
            <a:avLst/>
            <a:gdLst/>
            <a:ahLst/>
            <a:rect l="0" t="0" r="r" b="b"/>
            <a:pathLst>
              <a:path w="215" h="628">
                <a:moveTo>
                  <a:pt x="14" y="586"/>
                </a:moveTo>
                <a:lnTo>
                  <a:pt x="27" y="586"/>
                </a:lnTo>
                <a:cubicBezTo>
                  <a:pt x="51" y="586"/>
                  <a:pt x="65" y="582"/>
                  <a:pt x="70" y="573"/>
                </a:cubicBezTo>
                <a:lnTo>
                  <a:pt x="70" y="566"/>
                </a:lnTo>
                <a:cubicBezTo>
                  <a:pt x="70" y="561"/>
                  <a:pt x="70" y="554"/>
                  <a:pt x="70" y="545"/>
                </a:cubicBezTo>
                <a:cubicBezTo>
                  <a:pt x="70" y="537"/>
                  <a:pt x="70" y="527"/>
                  <a:pt x="70" y="516"/>
                </a:cubicBezTo>
                <a:cubicBezTo>
                  <a:pt x="70" y="504"/>
                  <a:pt x="71" y="491"/>
                  <a:pt x="71" y="477"/>
                </a:cubicBezTo>
                <a:cubicBezTo>
                  <a:pt x="72" y="462"/>
                  <a:pt x="72" y="447"/>
                  <a:pt x="71" y="432"/>
                </a:cubicBezTo>
                <a:cubicBezTo>
                  <a:pt x="71" y="416"/>
                  <a:pt x="71" y="400"/>
                  <a:pt x="71" y="382"/>
                </a:cubicBezTo>
                <a:cubicBezTo>
                  <a:pt x="72" y="365"/>
                  <a:pt x="72" y="348"/>
                  <a:pt x="71" y="331"/>
                </a:cubicBezTo>
                <a:cubicBezTo>
                  <a:pt x="71" y="307"/>
                  <a:pt x="71" y="284"/>
                  <a:pt x="71" y="259"/>
                </a:cubicBezTo>
                <a:cubicBezTo>
                  <a:pt x="71" y="235"/>
                  <a:pt x="71" y="212"/>
                  <a:pt x="71" y="192"/>
                </a:cubicBezTo>
                <a:cubicBezTo>
                  <a:pt x="71" y="171"/>
                  <a:pt x="71" y="153"/>
                  <a:pt x="71" y="137"/>
                </a:cubicBezTo>
                <a:cubicBezTo>
                  <a:pt x="71" y="122"/>
                  <a:pt x="71" y="109"/>
                  <a:pt x="70" y="98"/>
                </a:cubicBezTo>
                <a:cubicBezTo>
                  <a:pt x="70" y="87"/>
                  <a:pt x="70" y="82"/>
                  <a:pt x="70" y="82"/>
                </a:cubicBezTo>
                <a:cubicBezTo>
                  <a:pt x="68" y="71"/>
                  <a:pt x="64" y="63"/>
                  <a:pt x="58" y="60"/>
                </a:cubicBezTo>
                <a:cubicBezTo>
                  <a:pt x="51" y="56"/>
                  <a:pt x="36" y="54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0" y="10"/>
                  <a:pt x="2" y="10"/>
                </a:cubicBezTo>
                <a:lnTo>
                  <a:pt x="11" y="9"/>
                </a:lnTo>
                <a:cubicBezTo>
                  <a:pt x="17" y="9"/>
                  <a:pt x="25" y="8"/>
                  <a:pt x="37" y="8"/>
                </a:cubicBezTo>
                <a:cubicBezTo>
                  <a:pt x="49" y="7"/>
                  <a:pt x="60" y="6"/>
                  <a:pt x="71" y="6"/>
                </a:cubicBezTo>
                <a:cubicBezTo>
                  <a:pt x="81" y="5"/>
                  <a:pt x="92" y="5"/>
                  <a:pt x="104" y="4"/>
                </a:cubicBezTo>
                <a:cubicBezTo>
                  <a:pt x="117" y="3"/>
                  <a:pt x="126" y="2"/>
                  <a:pt x="132" y="1"/>
                </a:cubicBezTo>
                <a:cubicBezTo>
                  <a:pt x="138" y="0"/>
                  <a:pt x="141" y="0"/>
                  <a:pt x="141" y="0"/>
                </a:cubicBezTo>
                <a:lnTo>
                  <a:pt x="144" y="0"/>
                </a:lnTo>
                <a:lnTo>
                  <a:pt x="144" y="285"/>
                </a:lnTo>
                <a:cubicBezTo>
                  <a:pt x="144" y="476"/>
                  <a:pt x="145" y="572"/>
                  <a:pt x="145" y="573"/>
                </a:cubicBezTo>
                <a:cubicBezTo>
                  <a:pt x="148" y="578"/>
                  <a:pt x="151" y="582"/>
                  <a:pt x="156" y="583"/>
                </a:cubicBezTo>
                <a:cubicBezTo>
                  <a:pt x="169" y="585"/>
                  <a:pt x="183" y="586"/>
                  <a:pt x="200" y="586"/>
                </a:cubicBezTo>
                <a:lnTo>
                  <a:pt x="215" y="586"/>
                </a:lnTo>
                <a:lnTo>
                  <a:pt x="215" y="628"/>
                </a:lnTo>
                <a:lnTo>
                  <a:pt x="207" y="628"/>
                </a:lnTo>
                <a:lnTo>
                  <a:pt x="187" y="627"/>
                </a:lnTo>
                <a:cubicBezTo>
                  <a:pt x="173" y="626"/>
                  <a:pt x="158" y="626"/>
                  <a:pt x="142" y="626"/>
                </a:cubicBezTo>
                <a:cubicBezTo>
                  <a:pt x="127" y="626"/>
                  <a:pt x="115" y="626"/>
                  <a:pt x="108" y="625"/>
                </a:cubicBezTo>
                <a:cubicBezTo>
                  <a:pt x="101" y="624"/>
                  <a:pt x="89" y="624"/>
                  <a:pt x="74" y="625"/>
                </a:cubicBezTo>
                <a:cubicBezTo>
                  <a:pt x="58" y="626"/>
                  <a:pt x="42" y="626"/>
                  <a:pt x="28" y="627"/>
                </a:cubicBezTo>
                <a:lnTo>
                  <a:pt x="7" y="628"/>
                </a:lnTo>
                <a:lnTo>
                  <a:pt x="0" y="628"/>
                </a:lnTo>
                <a:lnTo>
                  <a:pt x="0" y="586"/>
                </a:lnTo>
                <a:lnTo>
                  <a:pt x="14" y="58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8395200" y="2555280"/>
            <a:ext cx="144360" cy="149400"/>
          </a:xfrm>
          <a:custGeom>
            <a:avLst/>
            <a:gdLst/>
            <a:ahLst/>
            <a:rect l="0" t="0" r="r" b="b"/>
            <a:pathLst>
              <a:path w="401" h="415">
                <a:moveTo>
                  <a:pt x="0" y="212"/>
                </a:moveTo>
                <a:cubicBezTo>
                  <a:pt x="0" y="155"/>
                  <a:pt x="20" y="105"/>
                  <a:pt x="60" y="63"/>
                </a:cubicBezTo>
                <a:cubicBezTo>
                  <a:pt x="99" y="22"/>
                  <a:pt x="146" y="1"/>
                  <a:pt x="202" y="0"/>
                </a:cubicBezTo>
                <a:cubicBezTo>
                  <a:pt x="256" y="0"/>
                  <a:pt x="303" y="21"/>
                  <a:pt x="342" y="62"/>
                </a:cubicBezTo>
                <a:cubicBezTo>
                  <a:pt x="381" y="103"/>
                  <a:pt x="401" y="153"/>
                  <a:pt x="401" y="212"/>
                </a:cubicBezTo>
                <a:cubicBezTo>
                  <a:pt x="401" y="269"/>
                  <a:pt x="382" y="317"/>
                  <a:pt x="343" y="356"/>
                </a:cubicBezTo>
                <a:cubicBezTo>
                  <a:pt x="305" y="395"/>
                  <a:pt x="258" y="415"/>
                  <a:pt x="202" y="415"/>
                </a:cubicBezTo>
                <a:cubicBezTo>
                  <a:pt x="143" y="415"/>
                  <a:pt x="96" y="394"/>
                  <a:pt x="58" y="354"/>
                </a:cubicBezTo>
                <a:cubicBezTo>
                  <a:pt x="20" y="314"/>
                  <a:pt x="1" y="267"/>
                  <a:pt x="0" y="212"/>
                </a:cubicBezTo>
                <a:moveTo>
                  <a:pt x="202" y="379"/>
                </a:moveTo>
                <a:cubicBezTo>
                  <a:pt x="275" y="379"/>
                  <a:pt x="312" y="329"/>
                  <a:pt x="312" y="231"/>
                </a:cubicBezTo>
                <a:lnTo>
                  <a:pt x="312" y="203"/>
                </a:lnTo>
                <a:lnTo>
                  <a:pt x="312" y="180"/>
                </a:lnTo>
                <a:cubicBezTo>
                  <a:pt x="312" y="167"/>
                  <a:pt x="312" y="155"/>
                  <a:pt x="311" y="146"/>
                </a:cubicBezTo>
                <a:cubicBezTo>
                  <a:pt x="310" y="136"/>
                  <a:pt x="308" y="124"/>
                  <a:pt x="305" y="110"/>
                </a:cubicBezTo>
                <a:cubicBezTo>
                  <a:pt x="301" y="97"/>
                  <a:pt x="296" y="86"/>
                  <a:pt x="290" y="78"/>
                </a:cubicBezTo>
                <a:cubicBezTo>
                  <a:pt x="284" y="69"/>
                  <a:pt x="275" y="61"/>
                  <a:pt x="262" y="53"/>
                </a:cubicBezTo>
                <a:cubicBezTo>
                  <a:pt x="250" y="44"/>
                  <a:pt x="235" y="38"/>
                  <a:pt x="218" y="35"/>
                </a:cubicBezTo>
                <a:cubicBezTo>
                  <a:pt x="215" y="34"/>
                  <a:pt x="210" y="34"/>
                  <a:pt x="204" y="34"/>
                </a:cubicBezTo>
                <a:cubicBezTo>
                  <a:pt x="186" y="34"/>
                  <a:pt x="168" y="37"/>
                  <a:pt x="152" y="45"/>
                </a:cubicBezTo>
                <a:cubicBezTo>
                  <a:pt x="126" y="58"/>
                  <a:pt x="109" y="76"/>
                  <a:pt x="102" y="100"/>
                </a:cubicBezTo>
                <a:cubicBezTo>
                  <a:pt x="94" y="123"/>
                  <a:pt x="90" y="152"/>
                  <a:pt x="90" y="184"/>
                </a:cubicBezTo>
                <a:lnTo>
                  <a:pt x="90" y="202"/>
                </a:lnTo>
                <a:cubicBezTo>
                  <a:pt x="90" y="259"/>
                  <a:pt x="96" y="300"/>
                  <a:pt x="107" y="323"/>
                </a:cubicBezTo>
                <a:cubicBezTo>
                  <a:pt x="126" y="360"/>
                  <a:pt x="158" y="379"/>
                  <a:pt x="202" y="37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8558280" y="2553840"/>
            <a:ext cx="148320" cy="214560"/>
          </a:xfrm>
          <a:custGeom>
            <a:avLst/>
            <a:gdLst/>
            <a:ahLst/>
            <a:rect l="0" t="0" r="r" b="b"/>
            <a:pathLst>
              <a:path w="412" h="596">
                <a:moveTo>
                  <a:pt x="270" y="39"/>
                </a:moveTo>
                <a:cubicBezTo>
                  <a:pt x="298" y="13"/>
                  <a:pt x="328" y="0"/>
                  <a:pt x="362" y="0"/>
                </a:cubicBezTo>
                <a:cubicBezTo>
                  <a:pt x="380" y="0"/>
                  <a:pt x="393" y="6"/>
                  <a:pt x="400" y="17"/>
                </a:cubicBezTo>
                <a:cubicBezTo>
                  <a:pt x="408" y="28"/>
                  <a:pt x="412" y="40"/>
                  <a:pt x="412" y="51"/>
                </a:cubicBezTo>
                <a:cubicBezTo>
                  <a:pt x="412" y="60"/>
                  <a:pt x="409" y="67"/>
                  <a:pt x="404" y="74"/>
                </a:cubicBezTo>
                <a:cubicBezTo>
                  <a:pt x="399" y="80"/>
                  <a:pt x="390" y="84"/>
                  <a:pt x="380" y="84"/>
                </a:cubicBezTo>
                <a:cubicBezTo>
                  <a:pt x="360" y="84"/>
                  <a:pt x="349" y="75"/>
                  <a:pt x="346" y="57"/>
                </a:cubicBezTo>
                <a:cubicBezTo>
                  <a:pt x="345" y="48"/>
                  <a:pt x="346" y="42"/>
                  <a:pt x="349" y="38"/>
                </a:cubicBezTo>
                <a:cubicBezTo>
                  <a:pt x="349" y="37"/>
                  <a:pt x="349" y="36"/>
                  <a:pt x="350" y="35"/>
                </a:cubicBezTo>
                <a:lnTo>
                  <a:pt x="350" y="34"/>
                </a:lnTo>
                <a:cubicBezTo>
                  <a:pt x="333" y="36"/>
                  <a:pt x="317" y="43"/>
                  <a:pt x="302" y="54"/>
                </a:cubicBezTo>
                <a:cubicBezTo>
                  <a:pt x="297" y="57"/>
                  <a:pt x="295" y="59"/>
                  <a:pt x="295" y="60"/>
                </a:cubicBezTo>
                <a:cubicBezTo>
                  <a:pt x="295" y="61"/>
                  <a:pt x="296" y="62"/>
                  <a:pt x="298" y="65"/>
                </a:cubicBezTo>
                <a:cubicBezTo>
                  <a:pt x="301" y="67"/>
                  <a:pt x="303" y="71"/>
                  <a:pt x="306" y="76"/>
                </a:cubicBezTo>
                <a:cubicBezTo>
                  <a:pt x="309" y="80"/>
                  <a:pt x="313" y="86"/>
                  <a:pt x="316" y="92"/>
                </a:cubicBezTo>
                <a:cubicBezTo>
                  <a:pt x="320" y="98"/>
                  <a:pt x="323" y="106"/>
                  <a:pt x="325" y="115"/>
                </a:cubicBezTo>
                <a:cubicBezTo>
                  <a:pt x="326" y="125"/>
                  <a:pt x="328" y="135"/>
                  <a:pt x="328" y="145"/>
                </a:cubicBezTo>
                <a:cubicBezTo>
                  <a:pt x="328" y="182"/>
                  <a:pt x="313" y="214"/>
                  <a:pt x="284" y="240"/>
                </a:cubicBezTo>
                <a:cubicBezTo>
                  <a:pt x="253" y="266"/>
                  <a:pt x="217" y="279"/>
                  <a:pt x="174" y="280"/>
                </a:cubicBezTo>
                <a:cubicBezTo>
                  <a:pt x="144" y="280"/>
                  <a:pt x="114" y="271"/>
                  <a:pt x="84" y="254"/>
                </a:cubicBezTo>
                <a:cubicBezTo>
                  <a:pt x="78" y="265"/>
                  <a:pt x="74" y="277"/>
                  <a:pt x="74" y="289"/>
                </a:cubicBezTo>
                <a:cubicBezTo>
                  <a:pt x="74" y="310"/>
                  <a:pt x="82" y="325"/>
                  <a:pt x="98" y="337"/>
                </a:cubicBezTo>
                <a:cubicBezTo>
                  <a:pt x="103" y="340"/>
                  <a:pt x="108" y="342"/>
                  <a:pt x="113" y="342"/>
                </a:cubicBezTo>
                <a:cubicBezTo>
                  <a:pt x="118" y="342"/>
                  <a:pt x="140" y="343"/>
                  <a:pt x="178" y="344"/>
                </a:cubicBezTo>
                <a:cubicBezTo>
                  <a:pt x="229" y="344"/>
                  <a:pt x="261" y="346"/>
                  <a:pt x="277" y="349"/>
                </a:cubicBezTo>
                <a:cubicBezTo>
                  <a:pt x="313" y="355"/>
                  <a:pt x="342" y="367"/>
                  <a:pt x="363" y="386"/>
                </a:cubicBezTo>
                <a:cubicBezTo>
                  <a:pt x="387" y="410"/>
                  <a:pt x="399" y="439"/>
                  <a:pt x="399" y="475"/>
                </a:cubicBezTo>
                <a:cubicBezTo>
                  <a:pt x="399" y="515"/>
                  <a:pt x="375" y="546"/>
                  <a:pt x="328" y="568"/>
                </a:cubicBezTo>
                <a:cubicBezTo>
                  <a:pt x="292" y="586"/>
                  <a:pt x="248" y="596"/>
                  <a:pt x="199" y="596"/>
                </a:cubicBezTo>
                <a:cubicBezTo>
                  <a:pt x="149" y="596"/>
                  <a:pt x="106" y="586"/>
                  <a:pt x="70" y="568"/>
                </a:cubicBezTo>
                <a:cubicBezTo>
                  <a:pt x="23" y="546"/>
                  <a:pt x="0" y="516"/>
                  <a:pt x="0" y="477"/>
                </a:cubicBezTo>
                <a:cubicBezTo>
                  <a:pt x="0" y="456"/>
                  <a:pt x="6" y="438"/>
                  <a:pt x="19" y="423"/>
                </a:cubicBezTo>
                <a:cubicBezTo>
                  <a:pt x="31" y="409"/>
                  <a:pt x="44" y="399"/>
                  <a:pt x="56" y="393"/>
                </a:cubicBezTo>
                <a:lnTo>
                  <a:pt x="66" y="388"/>
                </a:lnTo>
                <a:cubicBezTo>
                  <a:pt x="45" y="369"/>
                  <a:pt x="34" y="344"/>
                  <a:pt x="34" y="311"/>
                </a:cubicBezTo>
                <a:cubicBezTo>
                  <a:pt x="34" y="283"/>
                  <a:pt x="43" y="257"/>
                  <a:pt x="60" y="234"/>
                </a:cubicBezTo>
                <a:cubicBezTo>
                  <a:pt x="34" y="208"/>
                  <a:pt x="20" y="178"/>
                  <a:pt x="20" y="145"/>
                </a:cubicBezTo>
                <a:cubicBezTo>
                  <a:pt x="20" y="107"/>
                  <a:pt x="35" y="75"/>
                  <a:pt x="65" y="49"/>
                </a:cubicBezTo>
                <a:cubicBezTo>
                  <a:pt x="96" y="24"/>
                  <a:pt x="132" y="10"/>
                  <a:pt x="175" y="10"/>
                </a:cubicBezTo>
                <a:cubicBezTo>
                  <a:pt x="205" y="10"/>
                  <a:pt x="234" y="18"/>
                  <a:pt x="260" y="33"/>
                </a:cubicBezTo>
                <a:lnTo>
                  <a:pt x="270" y="39"/>
                </a:lnTo>
                <a:moveTo>
                  <a:pt x="243" y="99"/>
                </a:moveTo>
                <a:cubicBezTo>
                  <a:pt x="240" y="82"/>
                  <a:pt x="232" y="69"/>
                  <a:pt x="220" y="59"/>
                </a:cubicBezTo>
                <a:cubicBezTo>
                  <a:pt x="207" y="50"/>
                  <a:pt x="191" y="45"/>
                  <a:pt x="173" y="44"/>
                </a:cubicBezTo>
                <a:cubicBezTo>
                  <a:pt x="155" y="44"/>
                  <a:pt x="140" y="49"/>
                  <a:pt x="128" y="58"/>
                </a:cubicBezTo>
                <a:cubicBezTo>
                  <a:pt x="115" y="68"/>
                  <a:pt x="107" y="82"/>
                  <a:pt x="104" y="99"/>
                </a:cubicBezTo>
                <a:cubicBezTo>
                  <a:pt x="102" y="109"/>
                  <a:pt x="102" y="125"/>
                  <a:pt x="102" y="145"/>
                </a:cubicBezTo>
                <a:cubicBezTo>
                  <a:pt x="102" y="172"/>
                  <a:pt x="104" y="191"/>
                  <a:pt x="108" y="204"/>
                </a:cubicBezTo>
                <a:cubicBezTo>
                  <a:pt x="112" y="216"/>
                  <a:pt x="121" y="227"/>
                  <a:pt x="135" y="235"/>
                </a:cubicBezTo>
                <a:cubicBezTo>
                  <a:pt x="145" y="241"/>
                  <a:pt x="158" y="244"/>
                  <a:pt x="174" y="244"/>
                </a:cubicBezTo>
                <a:cubicBezTo>
                  <a:pt x="187" y="244"/>
                  <a:pt x="198" y="242"/>
                  <a:pt x="208" y="238"/>
                </a:cubicBezTo>
                <a:cubicBezTo>
                  <a:pt x="218" y="234"/>
                  <a:pt x="225" y="228"/>
                  <a:pt x="229" y="222"/>
                </a:cubicBezTo>
                <a:cubicBezTo>
                  <a:pt x="233" y="215"/>
                  <a:pt x="236" y="209"/>
                  <a:pt x="239" y="204"/>
                </a:cubicBezTo>
                <a:cubicBezTo>
                  <a:pt x="241" y="198"/>
                  <a:pt x="243" y="194"/>
                  <a:pt x="243" y="190"/>
                </a:cubicBezTo>
                <a:cubicBezTo>
                  <a:pt x="245" y="181"/>
                  <a:pt x="246" y="166"/>
                  <a:pt x="246" y="145"/>
                </a:cubicBezTo>
                <a:cubicBezTo>
                  <a:pt x="246" y="125"/>
                  <a:pt x="245" y="109"/>
                  <a:pt x="243" y="99"/>
                </a:cubicBezTo>
                <a:moveTo>
                  <a:pt x="338" y="477"/>
                </a:moveTo>
                <a:cubicBezTo>
                  <a:pt x="338" y="462"/>
                  <a:pt x="334" y="450"/>
                  <a:pt x="325" y="440"/>
                </a:cubicBezTo>
                <a:cubicBezTo>
                  <a:pt x="317" y="431"/>
                  <a:pt x="305" y="424"/>
                  <a:pt x="288" y="420"/>
                </a:cubicBezTo>
                <a:cubicBezTo>
                  <a:pt x="272" y="415"/>
                  <a:pt x="256" y="413"/>
                  <a:pt x="243" y="411"/>
                </a:cubicBezTo>
                <a:cubicBezTo>
                  <a:pt x="230" y="410"/>
                  <a:pt x="214" y="410"/>
                  <a:pt x="194" y="410"/>
                </a:cubicBezTo>
                <a:lnTo>
                  <a:pt x="170" y="410"/>
                </a:lnTo>
                <a:cubicBezTo>
                  <a:pt x="130" y="410"/>
                  <a:pt x="106" y="411"/>
                  <a:pt x="98" y="415"/>
                </a:cubicBezTo>
                <a:cubicBezTo>
                  <a:pt x="86" y="420"/>
                  <a:pt x="77" y="429"/>
                  <a:pt x="70" y="440"/>
                </a:cubicBezTo>
                <a:cubicBezTo>
                  <a:pt x="63" y="452"/>
                  <a:pt x="60" y="464"/>
                  <a:pt x="59" y="476"/>
                </a:cubicBezTo>
                <a:cubicBezTo>
                  <a:pt x="59" y="482"/>
                  <a:pt x="61" y="489"/>
                  <a:pt x="65" y="497"/>
                </a:cubicBezTo>
                <a:cubicBezTo>
                  <a:pt x="68" y="505"/>
                  <a:pt x="74" y="514"/>
                  <a:pt x="83" y="524"/>
                </a:cubicBezTo>
                <a:cubicBezTo>
                  <a:pt x="93" y="534"/>
                  <a:pt x="107" y="543"/>
                  <a:pt x="127" y="549"/>
                </a:cubicBezTo>
                <a:cubicBezTo>
                  <a:pt x="147" y="556"/>
                  <a:pt x="171" y="560"/>
                  <a:pt x="199" y="560"/>
                </a:cubicBezTo>
                <a:cubicBezTo>
                  <a:pt x="241" y="560"/>
                  <a:pt x="275" y="552"/>
                  <a:pt x="300" y="535"/>
                </a:cubicBezTo>
                <a:cubicBezTo>
                  <a:pt x="325" y="518"/>
                  <a:pt x="338" y="499"/>
                  <a:pt x="338" y="47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8776080" y="2478960"/>
            <a:ext cx="250560" cy="222480"/>
          </a:xfrm>
          <a:custGeom>
            <a:avLst/>
            <a:gdLst/>
            <a:ahLst/>
            <a:rect l="0" t="0" r="r" b="b"/>
            <a:pathLst>
              <a:path w="696" h="618">
                <a:moveTo>
                  <a:pt x="229" y="50"/>
                </a:moveTo>
                <a:cubicBezTo>
                  <a:pt x="229" y="46"/>
                  <a:pt x="212" y="43"/>
                  <a:pt x="178" y="42"/>
                </a:cubicBezTo>
                <a:cubicBezTo>
                  <a:pt x="164" y="42"/>
                  <a:pt x="155" y="41"/>
                  <a:pt x="150" y="41"/>
                </a:cubicBezTo>
                <a:cubicBezTo>
                  <a:pt x="146" y="40"/>
                  <a:pt x="144" y="38"/>
                  <a:pt x="144" y="33"/>
                </a:cubicBezTo>
                <a:cubicBezTo>
                  <a:pt x="144" y="28"/>
                  <a:pt x="145" y="22"/>
                  <a:pt x="148" y="15"/>
                </a:cubicBezTo>
                <a:cubicBezTo>
                  <a:pt x="150" y="7"/>
                  <a:pt x="152" y="3"/>
                  <a:pt x="154" y="1"/>
                </a:cubicBezTo>
                <a:cubicBezTo>
                  <a:pt x="155" y="1"/>
                  <a:pt x="215" y="0"/>
                  <a:pt x="335" y="0"/>
                </a:cubicBezTo>
                <a:cubicBezTo>
                  <a:pt x="435" y="1"/>
                  <a:pt x="491" y="1"/>
                  <a:pt x="503" y="1"/>
                </a:cubicBezTo>
                <a:cubicBezTo>
                  <a:pt x="515" y="1"/>
                  <a:pt x="527" y="3"/>
                  <a:pt x="540" y="7"/>
                </a:cubicBezTo>
                <a:cubicBezTo>
                  <a:pt x="583" y="17"/>
                  <a:pt x="620" y="41"/>
                  <a:pt x="650" y="78"/>
                </a:cubicBezTo>
                <a:cubicBezTo>
                  <a:pt x="680" y="115"/>
                  <a:pt x="695" y="165"/>
                  <a:pt x="696" y="229"/>
                </a:cubicBezTo>
                <a:cubicBezTo>
                  <a:pt x="696" y="322"/>
                  <a:pt x="663" y="407"/>
                  <a:pt x="599" y="481"/>
                </a:cubicBezTo>
                <a:cubicBezTo>
                  <a:pt x="535" y="556"/>
                  <a:pt x="459" y="600"/>
                  <a:pt x="372" y="615"/>
                </a:cubicBezTo>
                <a:lnTo>
                  <a:pt x="359" y="617"/>
                </a:lnTo>
                <a:lnTo>
                  <a:pt x="183" y="618"/>
                </a:lnTo>
                <a:lnTo>
                  <a:pt x="83" y="618"/>
                </a:lnTo>
                <a:lnTo>
                  <a:pt x="35" y="618"/>
                </a:lnTo>
                <a:cubicBezTo>
                  <a:pt x="21" y="618"/>
                  <a:pt x="11" y="617"/>
                  <a:pt x="7" y="616"/>
                </a:cubicBezTo>
                <a:cubicBezTo>
                  <a:pt x="3" y="615"/>
                  <a:pt x="0" y="612"/>
                  <a:pt x="0" y="608"/>
                </a:cubicBezTo>
                <a:cubicBezTo>
                  <a:pt x="0" y="606"/>
                  <a:pt x="1" y="602"/>
                  <a:pt x="2" y="595"/>
                </a:cubicBezTo>
                <a:cubicBezTo>
                  <a:pt x="5" y="585"/>
                  <a:pt x="7" y="580"/>
                  <a:pt x="10" y="579"/>
                </a:cubicBezTo>
                <a:cubicBezTo>
                  <a:pt x="12" y="578"/>
                  <a:pt x="19" y="577"/>
                  <a:pt x="30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2"/>
                  <a:pt x="99" y="568"/>
                  <a:pt x="102" y="563"/>
                </a:cubicBezTo>
                <a:cubicBezTo>
                  <a:pt x="104" y="560"/>
                  <a:pt x="125" y="477"/>
                  <a:pt x="167" y="312"/>
                </a:cubicBezTo>
                <a:cubicBezTo>
                  <a:pt x="208" y="146"/>
                  <a:pt x="229" y="59"/>
                  <a:pt x="229" y="50"/>
                </a:cubicBezTo>
                <a:moveTo>
                  <a:pt x="605" y="193"/>
                </a:moveTo>
                <a:cubicBezTo>
                  <a:pt x="605" y="170"/>
                  <a:pt x="602" y="150"/>
                  <a:pt x="595" y="132"/>
                </a:cubicBezTo>
                <a:cubicBezTo>
                  <a:pt x="589" y="114"/>
                  <a:pt x="581" y="100"/>
                  <a:pt x="572" y="90"/>
                </a:cubicBezTo>
                <a:cubicBezTo>
                  <a:pt x="563" y="79"/>
                  <a:pt x="552" y="71"/>
                  <a:pt x="539" y="63"/>
                </a:cubicBezTo>
                <a:cubicBezTo>
                  <a:pt x="525" y="56"/>
                  <a:pt x="514" y="51"/>
                  <a:pt x="503" y="49"/>
                </a:cubicBezTo>
                <a:cubicBezTo>
                  <a:pt x="493" y="47"/>
                  <a:pt x="483" y="44"/>
                  <a:pt x="472" y="43"/>
                </a:cubicBezTo>
                <a:cubicBezTo>
                  <a:pt x="471" y="43"/>
                  <a:pt x="466" y="43"/>
                  <a:pt x="459" y="43"/>
                </a:cubicBezTo>
                <a:cubicBezTo>
                  <a:pt x="452" y="43"/>
                  <a:pt x="443" y="43"/>
                  <a:pt x="433" y="43"/>
                </a:cubicBezTo>
                <a:cubicBezTo>
                  <a:pt x="423" y="43"/>
                  <a:pt x="413" y="42"/>
                  <a:pt x="403" y="42"/>
                </a:cubicBezTo>
                <a:lnTo>
                  <a:pt x="364" y="42"/>
                </a:lnTo>
                <a:cubicBezTo>
                  <a:pt x="338" y="42"/>
                  <a:pt x="323" y="45"/>
                  <a:pt x="319" y="51"/>
                </a:cubicBezTo>
                <a:cubicBezTo>
                  <a:pt x="318" y="53"/>
                  <a:pt x="296" y="140"/>
                  <a:pt x="252" y="312"/>
                </a:cubicBezTo>
                <a:cubicBezTo>
                  <a:pt x="210" y="483"/>
                  <a:pt x="188" y="569"/>
                  <a:pt x="188" y="571"/>
                </a:cubicBezTo>
                <a:cubicBezTo>
                  <a:pt x="188" y="573"/>
                  <a:pt x="192" y="574"/>
                  <a:pt x="198" y="574"/>
                </a:cubicBezTo>
                <a:cubicBezTo>
                  <a:pt x="205" y="574"/>
                  <a:pt x="228" y="575"/>
                  <a:pt x="269" y="575"/>
                </a:cubicBezTo>
                <a:cubicBezTo>
                  <a:pt x="272" y="575"/>
                  <a:pt x="278" y="575"/>
                  <a:pt x="286" y="575"/>
                </a:cubicBezTo>
                <a:cubicBezTo>
                  <a:pt x="294" y="575"/>
                  <a:pt x="302" y="575"/>
                  <a:pt x="308" y="576"/>
                </a:cubicBezTo>
                <a:cubicBezTo>
                  <a:pt x="383" y="576"/>
                  <a:pt x="446" y="551"/>
                  <a:pt x="495" y="502"/>
                </a:cubicBezTo>
                <a:cubicBezTo>
                  <a:pt x="517" y="480"/>
                  <a:pt x="535" y="455"/>
                  <a:pt x="549" y="426"/>
                </a:cubicBezTo>
                <a:cubicBezTo>
                  <a:pt x="562" y="397"/>
                  <a:pt x="575" y="359"/>
                  <a:pt x="587" y="312"/>
                </a:cubicBezTo>
                <a:cubicBezTo>
                  <a:pt x="599" y="264"/>
                  <a:pt x="605" y="225"/>
                  <a:pt x="605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9064800" y="245736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0" y="451"/>
                </a:moveTo>
                <a:cubicBezTo>
                  <a:pt x="0" y="409"/>
                  <a:pt x="3" y="370"/>
                  <a:pt x="9" y="333"/>
                </a:cubicBezTo>
                <a:cubicBezTo>
                  <a:pt x="15" y="295"/>
                  <a:pt x="22" y="263"/>
                  <a:pt x="30" y="236"/>
                </a:cubicBezTo>
                <a:cubicBezTo>
                  <a:pt x="38" y="209"/>
                  <a:pt x="49" y="183"/>
                  <a:pt x="63" y="157"/>
                </a:cubicBezTo>
                <a:cubicBezTo>
                  <a:pt x="78" y="131"/>
                  <a:pt x="90" y="111"/>
                  <a:pt x="99" y="96"/>
                </a:cubicBezTo>
                <a:cubicBezTo>
                  <a:pt x="107" y="82"/>
                  <a:pt x="120" y="66"/>
                  <a:pt x="136" y="49"/>
                </a:cubicBezTo>
                <a:cubicBezTo>
                  <a:pt x="153" y="33"/>
                  <a:pt x="163" y="22"/>
                  <a:pt x="166" y="19"/>
                </a:cubicBezTo>
                <a:cubicBezTo>
                  <a:pt x="169" y="15"/>
                  <a:pt x="177" y="9"/>
                  <a:pt x="189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3" y="0"/>
                  <a:pt x="217" y="2"/>
                  <a:pt x="217" y="8"/>
                </a:cubicBezTo>
                <a:cubicBezTo>
                  <a:pt x="217" y="10"/>
                  <a:pt x="212" y="16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50" y="96"/>
                  <a:pt x="135" y="122"/>
                  <a:pt x="120" y="152"/>
                </a:cubicBezTo>
                <a:cubicBezTo>
                  <a:pt x="105" y="183"/>
                  <a:pt x="93" y="224"/>
                  <a:pt x="81" y="277"/>
                </a:cubicBezTo>
                <a:cubicBezTo>
                  <a:pt x="71" y="329"/>
                  <a:pt x="66" y="387"/>
                  <a:pt x="66" y="451"/>
                </a:cubicBezTo>
                <a:cubicBezTo>
                  <a:pt x="66" y="515"/>
                  <a:pt x="71" y="573"/>
                  <a:pt x="81" y="624"/>
                </a:cubicBezTo>
                <a:cubicBezTo>
                  <a:pt x="93" y="676"/>
                  <a:pt x="105" y="718"/>
                  <a:pt x="119" y="750"/>
                </a:cubicBezTo>
                <a:cubicBezTo>
                  <a:pt x="134" y="782"/>
                  <a:pt x="148" y="807"/>
                  <a:pt x="163" y="827"/>
                </a:cubicBezTo>
                <a:cubicBezTo>
                  <a:pt x="179" y="848"/>
                  <a:pt x="191" y="864"/>
                  <a:pt x="201" y="876"/>
                </a:cubicBezTo>
                <a:cubicBezTo>
                  <a:pt x="212" y="888"/>
                  <a:pt x="217" y="895"/>
                  <a:pt x="217" y="895"/>
                </a:cubicBezTo>
                <a:cubicBezTo>
                  <a:pt x="217" y="901"/>
                  <a:pt x="212" y="903"/>
                  <a:pt x="203" y="903"/>
                </a:cubicBezTo>
                <a:lnTo>
                  <a:pt x="200" y="903"/>
                </a:lnTo>
                <a:lnTo>
                  <a:pt x="189" y="903"/>
                </a:lnTo>
                <a:lnTo>
                  <a:pt x="163" y="882"/>
                </a:lnTo>
                <a:cubicBezTo>
                  <a:pt x="107" y="829"/>
                  <a:pt x="65" y="766"/>
                  <a:pt x="39" y="689"/>
                </a:cubicBezTo>
                <a:cubicBezTo>
                  <a:pt x="13" y="613"/>
                  <a:pt x="0" y="533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9176760" y="247176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10"/>
                </a:moveTo>
                <a:cubicBezTo>
                  <a:pt x="0" y="341"/>
                  <a:pt x="21" y="275"/>
                  <a:pt x="61" y="211"/>
                </a:cubicBezTo>
                <a:cubicBezTo>
                  <a:pt x="101" y="147"/>
                  <a:pt x="152" y="96"/>
                  <a:pt x="213" y="59"/>
                </a:cubicBezTo>
                <a:cubicBezTo>
                  <a:pt x="275" y="21"/>
                  <a:pt x="336" y="2"/>
                  <a:pt x="397" y="1"/>
                </a:cubicBezTo>
                <a:cubicBezTo>
                  <a:pt x="453" y="1"/>
                  <a:pt x="496" y="17"/>
                  <a:pt x="528" y="48"/>
                </a:cubicBezTo>
                <a:cubicBezTo>
                  <a:pt x="533" y="54"/>
                  <a:pt x="537" y="59"/>
                  <a:pt x="541" y="64"/>
                </a:cubicBezTo>
                <a:cubicBezTo>
                  <a:pt x="545" y="68"/>
                  <a:pt x="547" y="71"/>
                  <a:pt x="548" y="73"/>
                </a:cubicBezTo>
                <a:lnTo>
                  <a:pt x="549" y="75"/>
                </a:lnTo>
                <a:cubicBezTo>
                  <a:pt x="551" y="75"/>
                  <a:pt x="559" y="68"/>
                  <a:pt x="574" y="52"/>
                </a:cubicBezTo>
                <a:cubicBezTo>
                  <a:pt x="578" y="48"/>
                  <a:pt x="582" y="44"/>
                  <a:pt x="587" y="39"/>
                </a:cubicBezTo>
                <a:cubicBezTo>
                  <a:pt x="592" y="34"/>
                  <a:pt x="597" y="30"/>
                  <a:pt x="602" y="25"/>
                </a:cubicBezTo>
                <a:cubicBezTo>
                  <a:pt x="606" y="19"/>
                  <a:pt x="609" y="16"/>
                  <a:pt x="611" y="14"/>
                </a:cubicBezTo>
                <a:lnTo>
                  <a:pt x="624" y="0"/>
                </a:lnTo>
                <a:lnTo>
                  <a:pt x="630" y="0"/>
                </a:lnTo>
                <a:cubicBezTo>
                  <a:pt x="638" y="0"/>
                  <a:pt x="642" y="2"/>
                  <a:pt x="642" y="7"/>
                </a:cubicBezTo>
                <a:cubicBezTo>
                  <a:pt x="642" y="9"/>
                  <a:pt x="633" y="51"/>
                  <a:pt x="613" y="131"/>
                </a:cubicBezTo>
                <a:cubicBezTo>
                  <a:pt x="592" y="215"/>
                  <a:pt x="581" y="257"/>
                  <a:pt x="581" y="258"/>
                </a:cubicBezTo>
                <a:cubicBezTo>
                  <a:pt x="580" y="261"/>
                  <a:pt x="578" y="262"/>
                  <a:pt x="576" y="263"/>
                </a:cubicBezTo>
                <a:cubicBezTo>
                  <a:pt x="574" y="264"/>
                  <a:pt x="569" y="264"/>
                  <a:pt x="560" y="265"/>
                </a:cubicBezTo>
                <a:lnTo>
                  <a:pt x="546" y="265"/>
                </a:lnTo>
                <a:cubicBezTo>
                  <a:pt x="542" y="261"/>
                  <a:pt x="540" y="259"/>
                  <a:pt x="540" y="257"/>
                </a:cubicBezTo>
                <a:cubicBezTo>
                  <a:pt x="540" y="256"/>
                  <a:pt x="540" y="254"/>
                  <a:pt x="541" y="250"/>
                </a:cubicBezTo>
                <a:cubicBezTo>
                  <a:pt x="542" y="247"/>
                  <a:pt x="542" y="241"/>
                  <a:pt x="543" y="232"/>
                </a:cubicBezTo>
                <a:cubicBezTo>
                  <a:pt x="543" y="224"/>
                  <a:pt x="544" y="214"/>
                  <a:pt x="544" y="204"/>
                </a:cubicBezTo>
                <a:cubicBezTo>
                  <a:pt x="544" y="161"/>
                  <a:pt x="534" y="123"/>
                  <a:pt x="515" y="92"/>
                </a:cubicBezTo>
                <a:cubicBezTo>
                  <a:pt x="496" y="60"/>
                  <a:pt x="463" y="43"/>
                  <a:pt x="416" y="43"/>
                </a:cubicBezTo>
                <a:cubicBezTo>
                  <a:pt x="405" y="43"/>
                  <a:pt x="393" y="44"/>
                  <a:pt x="380" y="46"/>
                </a:cubicBezTo>
                <a:cubicBezTo>
                  <a:pt x="368" y="47"/>
                  <a:pt x="352" y="51"/>
                  <a:pt x="333" y="57"/>
                </a:cubicBezTo>
                <a:cubicBezTo>
                  <a:pt x="313" y="63"/>
                  <a:pt x="295" y="72"/>
                  <a:pt x="277" y="83"/>
                </a:cubicBezTo>
                <a:cubicBezTo>
                  <a:pt x="260" y="93"/>
                  <a:pt x="241" y="108"/>
                  <a:pt x="221" y="126"/>
                </a:cubicBezTo>
                <a:cubicBezTo>
                  <a:pt x="200" y="144"/>
                  <a:pt x="183" y="165"/>
                  <a:pt x="168" y="190"/>
                </a:cubicBezTo>
                <a:cubicBezTo>
                  <a:pt x="154" y="215"/>
                  <a:pt x="140" y="245"/>
                  <a:pt x="126" y="282"/>
                </a:cubicBezTo>
                <a:cubicBezTo>
                  <a:pt x="112" y="319"/>
                  <a:pt x="103" y="359"/>
                  <a:pt x="98" y="403"/>
                </a:cubicBezTo>
                <a:cubicBezTo>
                  <a:pt x="97" y="414"/>
                  <a:pt x="96" y="426"/>
                  <a:pt x="96" y="438"/>
                </a:cubicBezTo>
                <a:cubicBezTo>
                  <a:pt x="96" y="467"/>
                  <a:pt x="100" y="493"/>
                  <a:pt x="109" y="515"/>
                </a:cubicBezTo>
                <a:cubicBezTo>
                  <a:pt x="117" y="537"/>
                  <a:pt x="128" y="554"/>
                  <a:pt x="141" y="566"/>
                </a:cubicBezTo>
                <a:cubicBezTo>
                  <a:pt x="154" y="578"/>
                  <a:pt x="169" y="589"/>
                  <a:pt x="186" y="597"/>
                </a:cubicBezTo>
                <a:cubicBezTo>
                  <a:pt x="203" y="605"/>
                  <a:pt x="219" y="611"/>
                  <a:pt x="233" y="612"/>
                </a:cubicBezTo>
                <a:cubicBezTo>
                  <a:pt x="248" y="614"/>
                  <a:pt x="261" y="615"/>
                  <a:pt x="274" y="616"/>
                </a:cubicBezTo>
                <a:cubicBezTo>
                  <a:pt x="306" y="616"/>
                  <a:pt x="336" y="609"/>
                  <a:pt x="363" y="595"/>
                </a:cubicBezTo>
                <a:cubicBezTo>
                  <a:pt x="390" y="581"/>
                  <a:pt x="409" y="564"/>
                  <a:pt x="419" y="542"/>
                </a:cubicBezTo>
                <a:cubicBezTo>
                  <a:pt x="421" y="537"/>
                  <a:pt x="425" y="521"/>
                  <a:pt x="434" y="492"/>
                </a:cubicBezTo>
                <a:cubicBezTo>
                  <a:pt x="441" y="464"/>
                  <a:pt x="445" y="448"/>
                  <a:pt x="445" y="444"/>
                </a:cubicBezTo>
                <a:cubicBezTo>
                  <a:pt x="445" y="440"/>
                  <a:pt x="441" y="437"/>
                  <a:pt x="433" y="435"/>
                </a:cubicBezTo>
                <a:cubicBezTo>
                  <a:pt x="424" y="434"/>
                  <a:pt x="406" y="433"/>
                  <a:pt x="378" y="433"/>
                </a:cubicBezTo>
                <a:lnTo>
                  <a:pt x="344" y="433"/>
                </a:lnTo>
                <a:cubicBezTo>
                  <a:pt x="341" y="429"/>
                  <a:pt x="339" y="427"/>
                  <a:pt x="339" y="426"/>
                </a:cubicBezTo>
                <a:cubicBezTo>
                  <a:pt x="339" y="424"/>
                  <a:pt x="339" y="419"/>
                  <a:pt x="341" y="408"/>
                </a:cubicBezTo>
                <a:cubicBezTo>
                  <a:pt x="343" y="401"/>
                  <a:pt x="346" y="395"/>
                  <a:pt x="350" y="391"/>
                </a:cubicBezTo>
                <a:lnTo>
                  <a:pt x="365" y="391"/>
                </a:lnTo>
                <a:cubicBezTo>
                  <a:pt x="389" y="392"/>
                  <a:pt x="432" y="393"/>
                  <a:pt x="492" y="393"/>
                </a:cubicBezTo>
                <a:cubicBezTo>
                  <a:pt x="516" y="393"/>
                  <a:pt x="536" y="393"/>
                  <a:pt x="551" y="393"/>
                </a:cubicBezTo>
                <a:cubicBezTo>
                  <a:pt x="566" y="393"/>
                  <a:pt x="577" y="393"/>
                  <a:pt x="584" y="392"/>
                </a:cubicBezTo>
                <a:cubicBezTo>
                  <a:pt x="590" y="392"/>
                  <a:pt x="594" y="392"/>
                  <a:pt x="594" y="392"/>
                </a:cubicBezTo>
                <a:cubicBezTo>
                  <a:pt x="603" y="392"/>
                  <a:pt x="607" y="395"/>
                  <a:pt x="607" y="400"/>
                </a:cubicBezTo>
                <a:cubicBezTo>
                  <a:pt x="607" y="401"/>
                  <a:pt x="606" y="406"/>
                  <a:pt x="605" y="413"/>
                </a:cubicBezTo>
                <a:cubicBezTo>
                  <a:pt x="602" y="424"/>
                  <a:pt x="599" y="431"/>
                  <a:pt x="596" y="432"/>
                </a:cubicBezTo>
                <a:cubicBezTo>
                  <a:pt x="594" y="432"/>
                  <a:pt x="590" y="433"/>
                  <a:pt x="583" y="433"/>
                </a:cubicBezTo>
                <a:cubicBezTo>
                  <a:pt x="571" y="433"/>
                  <a:pt x="558" y="434"/>
                  <a:pt x="546" y="435"/>
                </a:cubicBezTo>
                <a:cubicBezTo>
                  <a:pt x="541" y="437"/>
                  <a:pt x="538" y="440"/>
                  <a:pt x="537" y="444"/>
                </a:cubicBezTo>
                <a:cubicBezTo>
                  <a:pt x="535" y="447"/>
                  <a:pt x="531" y="463"/>
                  <a:pt x="524" y="490"/>
                </a:cubicBezTo>
                <a:cubicBezTo>
                  <a:pt x="519" y="509"/>
                  <a:pt x="514" y="526"/>
                  <a:pt x="510" y="540"/>
                </a:cubicBezTo>
                <a:cubicBezTo>
                  <a:pt x="495" y="602"/>
                  <a:pt x="487" y="633"/>
                  <a:pt x="485" y="635"/>
                </a:cubicBezTo>
                <a:cubicBezTo>
                  <a:pt x="484" y="636"/>
                  <a:pt x="482" y="637"/>
                  <a:pt x="481" y="637"/>
                </a:cubicBezTo>
                <a:cubicBezTo>
                  <a:pt x="475" y="637"/>
                  <a:pt x="466" y="631"/>
                  <a:pt x="455" y="619"/>
                </a:cubicBezTo>
                <a:cubicBezTo>
                  <a:pt x="445" y="607"/>
                  <a:pt x="438" y="597"/>
                  <a:pt x="435" y="591"/>
                </a:cubicBezTo>
                <a:cubicBezTo>
                  <a:pt x="435" y="590"/>
                  <a:pt x="434" y="590"/>
                  <a:pt x="433" y="591"/>
                </a:cubicBezTo>
                <a:cubicBezTo>
                  <a:pt x="432" y="591"/>
                  <a:pt x="430" y="593"/>
                  <a:pt x="426" y="595"/>
                </a:cubicBezTo>
                <a:cubicBezTo>
                  <a:pt x="382" y="637"/>
                  <a:pt x="322" y="657"/>
                  <a:pt x="246" y="657"/>
                </a:cubicBezTo>
                <a:cubicBezTo>
                  <a:pt x="173" y="657"/>
                  <a:pt x="114" y="634"/>
                  <a:pt x="69" y="588"/>
                </a:cubicBezTo>
                <a:cubicBezTo>
                  <a:pt x="24" y="542"/>
                  <a:pt x="1" y="482"/>
                  <a:pt x="0" y="41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9446400" y="245736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0" y="451"/>
                </a:moveTo>
                <a:cubicBezTo>
                  <a:pt x="0" y="409"/>
                  <a:pt x="3" y="370"/>
                  <a:pt x="9" y="333"/>
                </a:cubicBezTo>
                <a:cubicBezTo>
                  <a:pt x="16" y="295"/>
                  <a:pt x="22" y="263"/>
                  <a:pt x="30" y="236"/>
                </a:cubicBezTo>
                <a:cubicBezTo>
                  <a:pt x="38" y="209"/>
                  <a:pt x="49" y="183"/>
                  <a:pt x="64" y="157"/>
                </a:cubicBezTo>
                <a:cubicBezTo>
                  <a:pt x="78" y="131"/>
                  <a:pt x="90" y="111"/>
                  <a:pt x="99" y="96"/>
                </a:cubicBezTo>
                <a:cubicBezTo>
                  <a:pt x="107" y="82"/>
                  <a:pt x="120" y="66"/>
                  <a:pt x="137" y="49"/>
                </a:cubicBezTo>
                <a:cubicBezTo>
                  <a:pt x="154" y="33"/>
                  <a:pt x="164" y="22"/>
                  <a:pt x="167" y="19"/>
                </a:cubicBezTo>
                <a:cubicBezTo>
                  <a:pt x="170" y="15"/>
                  <a:pt x="177" y="9"/>
                  <a:pt x="189" y="0"/>
                </a:cubicBezTo>
                <a:lnTo>
                  <a:pt x="201" y="0"/>
                </a:lnTo>
                <a:lnTo>
                  <a:pt x="205" y="0"/>
                </a:lnTo>
                <a:cubicBezTo>
                  <a:pt x="213" y="0"/>
                  <a:pt x="217" y="2"/>
                  <a:pt x="217" y="8"/>
                </a:cubicBezTo>
                <a:cubicBezTo>
                  <a:pt x="217" y="10"/>
                  <a:pt x="212" y="16"/>
                  <a:pt x="202" y="27"/>
                </a:cubicBezTo>
                <a:cubicBezTo>
                  <a:pt x="192" y="38"/>
                  <a:pt x="179" y="54"/>
                  <a:pt x="165" y="75"/>
                </a:cubicBezTo>
                <a:cubicBezTo>
                  <a:pt x="150" y="96"/>
                  <a:pt x="136" y="122"/>
                  <a:pt x="121" y="152"/>
                </a:cubicBezTo>
                <a:cubicBezTo>
                  <a:pt x="106" y="183"/>
                  <a:pt x="92" y="224"/>
                  <a:pt x="82" y="277"/>
                </a:cubicBezTo>
                <a:cubicBezTo>
                  <a:pt x="71" y="329"/>
                  <a:pt x="66" y="387"/>
                  <a:pt x="66" y="451"/>
                </a:cubicBezTo>
                <a:cubicBezTo>
                  <a:pt x="66" y="515"/>
                  <a:pt x="71" y="573"/>
                  <a:pt x="82" y="624"/>
                </a:cubicBezTo>
                <a:cubicBezTo>
                  <a:pt x="92" y="676"/>
                  <a:pt x="105" y="718"/>
                  <a:pt x="120" y="750"/>
                </a:cubicBezTo>
                <a:cubicBezTo>
                  <a:pt x="134" y="782"/>
                  <a:pt x="149" y="807"/>
                  <a:pt x="164" y="827"/>
                </a:cubicBezTo>
                <a:cubicBezTo>
                  <a:pt x="179" y="848"/>
                  <a:pt x="192" y="864"/>
                  <a:pt x="202" y="876"/>
                </a:cubicBezTo>
                <a:cubicBezTo>
                  <a:pt x="212" y="888"/>
                  <a:pt x="217" y="895"/>
                  <a:pt x="217" y="895"/>
                </a:cubicBezTo>
                <a:cubicBezTo>
                  <a:pt x="217" y="901"/>
                  <a:pt x="213" y="903"/>
                  <a:pt x="204" y="903"/>
                </a:cubicBezTo>
                <a:lnTo>
                  <a:pt x="201" y="903"/>
                </a:lnTo>
                <a:lnTo>
                  <a:pt x="189" y="903"/>
                </a:lnTo>
                <a:lnTo>
                  <a:pt x="164" y="882"/>
                </a:lnTo>
                <a:cubicBezTo>
                  <a:pt x="107" y="829"/>
                  <a:pt x="65" y="766"/>
                  <a:pt x="39" y="689"/>
                </a:cubicBezTo>
                <a:cubicBezTo>
                  <a:pt x="13" y="613"/>
                  <a:pt x="0" y="533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9552960" y="2556360"/>
            <a:ext cx="140040" cy="145080"/>
          </a:xfrm>
          <a:custGeom>
            <a:avLst/>
            <a:gdLst/>
            <a:ahLst/>
            <a:rect l="0" t="0" r="r" b="b"/>
            <a:pathLst>
              <a:path w="389" h="403">
                <a:moveTo>
                  <a:pt x="14" y="165"/>
                </a:moveTo>
                <a:cubicBezTo>
                  <a:pt x="14" y="164"/>
                  <a:pt x="16" y="138"/>
                  <a:pt x="19" y="87"/>
                </a:cubicBezTo>
                <a:cubicBezTo>
                  <a:pt x="23" y="36"/>
                  <a:pt x="25" y="9"/>
                  <a:pt x="25" y="8"/>
                </a:cubicBezTo>
                <a:lnTo>
                  <a:pt x="25" y="1"/>
                </a:lnTo>
                <a:lnTo>
                  <a:pt x="199" y="1"/>
                </a:lnTo>
                <a:cubicBezTo>
                  <a:pt x="221" y="1"/>
                  <a:pt x="247" y="1"/>
                  <a:pt x="275" y="1"/>
                </a:cubicBezTo>
                <a:cubicBezTo>
                  <a:pt x="303" y="1"/>
                  <a:pt x="321" y="1"/>
                  <a:pt x="327" y="0"/>
                </a:cubicBezTo>
                <a:cubicBezTo>
                  <a:pt x="356" y="0"/>
                  <a:pt x="372" y="1"/>
                  <a:pt x="378" y="4"/>
                </a:cubicBezTo>
                <a:cubicBezTo>
                  <a:pt x="383" y="6"/>
                  <a:pt x="386" y="13"/>
                  <a:pt x="386" y="24"/>
                </a:cubicBezTo>
                <a:cubicBezTo>
                  <a:pt x="386" y="32"/>
                  <a:pt x="386" y="36"/>
                  <a:pt x="385" y="37"/>
                </a:cubicBezTo>
                <a:cubicBezTo>
                  <a:pt x="384" y="40"/>
                  <a:pt x="344" y="93"/>
                  <a:pt x="267" y="195"/>
                </a:cubicBezTo>
                <a:cubicBezTo>
                  <a:pt x="189" y="297"/>
                  <a:pt x="149" y="351"/>
                  <a:pt x="147" y="353"/>
                </a:cubicBezTo>
                <a:lnTo>
                  <a:pt x="186" y="353"/>
                </a:lnTo>
                <a:cubicBezTo>
                  <a:pt x="199" y="352"/>
                  <a:pt x="209" y="352"/>
                  <a:pt x="214" y="352"/>
                </a:cubicBezTo>
                <a:cubicBezTo>
                  <a:pt x="218" y="352"/>
                  <a:pt x="227" y="351"/>
                  <a:pt x="240" y="350"/>
                </a:cubicBezTo>
                <a:cubicBezTo>
                  <a:pt x="252" y="349"/>
                  <a:pt x="261" y="347"/>
                  <a:pt x="265" y="344"/>
                </a:cubicBezTo>
                <a:cubicBezTo>
                  <a:pt x="269" y="341"/>
                  <a:pt x="276" y="337"/>
                  <a:pt x="286" y="333"/>
                </a:cubicBezTo>
                <a:cubicBezTo>
                  <a:pt x="295" y="329"/>
                  <a:pt x="302" y="323"/>
                  <a:pt x="306" y="313"/>
                </a:cubicBezTo>
                <a:cubicBezTo>
                  <a:pt x="309" y="305"/>
                  <a:pt x="313" y="296"/>
                  <a:pt x="318" y="286"/>
                </a:cubicBezTo>
                <a:cubicBezTo>
                  <a:pt x="323" y="276"/>
                  <a:pt x="326" y="264"/>
                  <a:pt x="328" y="248"/>
                </a:cubicBezTo>
                <a:cubicBezTo>
                  <a:pt x="331" y="232"/>
                  <a:pt x="333" y="218"/>
                  <a:pt x="333" y="207"/>
                </a:cubicBezTo>
                <a:cubicBezTo>
                  <a:pt x="333" y="206"/>
                  <a:pt x="342" y="206"/>
                  <a:pt x="361" y="206"/>
                </a:cubicBezTo>
                <a:lnTo>
                  <a:pt x="389" y="206"/>
                </a:lnTo>
                <a:lnTo>
                  <a:pt x="389" y="211"/>
                </a:lnTo>
                <a:cubicBezTo>
                  <a:pt x="388" y="213"/>
                  <a:pt x="385" y="244"/>
                  <a:pt x="381" y="304"/>
                </a:cubicBezTo>
                <a:cubicBezTo>
                  <a:pt x="376" y="365"/>
                  <a:pt x="373" y="396"/>
                  <a:pt x="372" y="397"/>
                </a:cubicBezTo>
                <a:lnTo>
                  <a:pt x="372" y="403"/>
                </a:lnTo>
                <a:lnTo>
                  <a:pt x="193" y="403"/>
                </a:lnTo>
                <a:cubicBezTo>
                  <a:pt x="73" y="403"/>
                  <a:pt x="11" y="402"/>
                  <a:pt x="9" y="401"/>
                </a:cubicBezTo>
                <a:cubicBezTo>
                  <a:pt x="3" y="398"/>
                  <a:pt x="0" y="390"/>
                  <a:pt x="0" y="377"/>
                </a:cubicBezTo>
                <a:lnTo>
                  <a:pt x="0" y="373"/>
                </a:lnTo>
                <a:cubicBezTo>
                  <a:pt x="0" y="368"/>
                  <a:pt x="2" y="362"/>
                  <a:pt x="7" y="356"/>
                </a:cubicBezTo>
                <a:cubicBezTo>
                  <a:pt x="12" y="349"/>
                  <a:pt x="25" y="331"/>
                  <a:pt x="48" y="301"/>
                </a:cubicBezTo>
                <a:cubicBezTo>
                  <a:pt x="75" y="266"/>
                  <a:pt x="99" y="234"/>
                  <a:pt x="120" y="206"/>
                </a:cubicBezTo>
                <a:lnTo>
                  <a:pt x="241" y="47"/>
                </a:lnTo>
                <a:lnTo>
                  <a:pt x="203" y="47"/>
                </a:lnTo>
                <a:cubicBezTo>
                  <a:pt x="162" y="48"/>
                  <a:pt x="135" y="51"/>
                  <a:pt x="121" y="59"/>
                </a:cubicBezTo>
                <a:cubicBezTo>
                  <a:pt x="96" y="71"/>
                  <a:pt x="81" y="94"/>
                  <a:pt x="75" y="128"/>
                </a:cubicBezTo>
                <a:cubicBezTo>
                  <a:pt x="72" y="142"/>
                  <a:pt x="71" y="156"/>
                  <a:pt x="71" y="171"/>
                </a:cubicBezTo>
                <a:cubicBezTo>
                  <a:pt x="71" y="172"/>
                  <a:pt x="62" y="172"/>
                  <a:pt x="43" y="172"/>
                </a:cubicBezTo>
                <a:lnTo>
                  <a:pt x="14" y="172"/>
                </a:lnTo>
                <a:lnTo>
                  <a:pt x="14" y="16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9726120" y="245736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5" y="1"/>
                </a:moveTo>
                <a:lnTo>
                  <a:pt x="9" y="0"/>
                </a:lnTo>
                <a:cubicBezTo>
                  <a:pt x="12" y="0"/>
                  <a:pt x="15" y="0"/>
                  <a:pt x="18" y="0"/>
                </a:cubicBezTo>
                <a:lnTo>
                  <a:pt x="28" y="0"/>
                </a:lnTo>
                <a:lnTo>
                  <a:pt x="54" y="21"/>
                </a:lnTo>
                <a:cubicBezTo>
                  <a:pt x="110" y="73"/>
                  <a:pt x="152" y="136"/>
                  <a:pt x="177" y="213"/>
                </a:cubicBezTo>
                <a:cubicBezTo>
                  <a:pt x="204" y="289"/>
                  <a:pt x="217" y="369"/>
                  <a:pt x="217" y="451"/>
                </a:cubicBezTo>
                <a:cubicBezTo>
                  <a:pt x="217" y="492"/>
                  <a:pt x="214" y="531"/>
                  <a:pt x="208" y="569"/>
                </a:cubicBezTo>
                <a:cubicBezTo>
                  <a:pt x="202" y="607"/>
                  <a:pt x="195" y="639"/>
                  <a:pt x="187" y="666"/>
                </a:cubicBezTo>
                <a:cubicBezTo>
                  <a:pt x="179" y="692"/>
                  <a:pt x="167" y="719"/>
                  <a:pt x="153" y="745"/>
                </a:cubicBezTo>
                <a:cubicBezTo>
                  <a:pt x="139" y="772"/>
                  <a:pt x="127" y="792"/>
                  <a:pt x="119" y="806"/>
                </a:cubicBezTo>
                <a:cubicBezTo>
                  <a:pt x="110" y="819"/>
                  <a:pt x="98" y="835"/>
                  <a:pt x="82" y="853"/>
                </a:cubicBezTo>
                <a:cubicBezTo>
                  <a:pt x="65" y="870"/>
                  <a:pt x="56" y="879"/>
                  <a:pt x="53" y="882"/>
                </a:cubicBezTo>
                <a:cubicBezTo>
                  <a:pt x="50" y="885"/>
                  <a:pt x="43" y="891"/>
                  <a:pt x="32" y="900"/>
                </a:cubicBezTo>
                <a:cubicBezTo>
                  <a:pt x="30" y="901"/>
                  <a:pt x="29" y="903"/>
                  <a:pt x="28" y="903"/>
                </a:cubicBezTo>
                <a:lnTo>
                  <a:pt x="18" y="903"/>
                </a:lnTo>
                <a:cubicBezTo>
                  <a:pt x="13" y="903"/>
                  <a:pt x="10" y="903"/>
                  <a:pt x="8" y="903"/>
                </a:cubicBezTo>
                <a:cubicBezTo>
                  <a:pt x="6" y="903"/>
                  <a:pt x="4" y="902"/>
                  <a:pt x="3" y="901"/>
                </a:cubicBezTo>
                <a:cubicBezTo>
                  <a:pt x="2" y="899"/>
                  <a:pt x="1" y="896"/>
                  <a:pt x="0" y="892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4" y="783"/>
                  <a:pt x="150" y="640"/>
                  <a:pt x="150" y="451"/>
                </a:cubicBezTo>
                <a:cubicBezTo>
                  <a:pt x="150" y="262"/>
                  <a:pt x="104" y="119"/>
                  <a:pt x="10" y="22"/>
                </a:cubicBezTo>
                <a:cubicBezTo>
                  <a:pt x="4" y="15"/>
                  <a:pt x="1" y="11"/>
                  <a:pt x="0" y="11"/>
                </a:cubicBezTo>
                <a:cubicBezTo>
                  <a:pt x="0" y="6"/>
                  <a:pt x="2" y="2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9852840" y="2457360"/>
            <a:ext cx="77760" cy="325080"/>
          </a:xfrm>
          <a:custGeom>
            <a:avLst/>
            <a:gdLst/>
            <a:ahLst/>
            <a:rect l="0" t="0" r="r" b="b"/>
            <a:pathLst>
              <a:path w="216" h="903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1"/>
                </a:lnTo>
                <a:cubicBezTo>
                  <a:pt x="110" y="73"/>
                  <a:pt x="152" y="136"/>
                  <a:pt x="177" y="213"/>
                </a:cubicBezTo>
                <a:cubicBezTo>
                  <a:pt x="203" y="289"/>
                  <a:pt x="216" y="369"/>
                  <a:pt x="216" y="451"/>
                </a:cubicBezTo>
                <a:cubicBezTo>
                  <a:pt x="216" y="492"/>
                  <a:pt x="213" y="531"/>
                  <a:pt x="207" y="569"/>
                </a:cubicBezTo>
                <a:cubicBezTo>
                  <a:pt x="201" y="607"/>
                  <a:pt x="194" y="639"/>
                  <a:pt x="186" y="666"/>
                </a:cubicBezTo>
                <a:cubicBezTo>
                  <a:pt x="179" y="692"/>
                  <a:pt x="168" y="719"/>
                  <a:pt x="153" y="745"/>
                </a:cubicBezTo>
                <a:cubicBezTo>
                  <a:pt x="139" y="772"/>
                  <a:pt x="127" y="792"/>
                  <a:pt x="119" y="806"/>
                </a:cubicBezTo>
                <a:cubicBezTo>
                  <a:pt x="110" y="819"/>
                  <a:pt x="98" y="835"/>
                  <a:pt x="82" y="853"/>
                </a:cubicBezTo>
                <a:cubicBezTo>
                  <a:pt x="66" y="870"/>
                  <a:pt x="56" y="879"/>
                  <a:pt x="53" y="882"/>
                </a:cubicBezTo>
                <a:cubicBezTo>
                  <a:pt x="50" y="885"/>
                  <a:pt x="42" y="891"/>
                  <a:pt x="31" y="900"/>
                </a:cubicBezTo>
                <a:cubicBezTo>
                  <a:pt x="29" y="901"/>
                  <a:pt x="28" y="903"/>
                  <a:pt x="28" y="903"/>
                </a:cubicBezTo>
                <a:lnTo>
                  <a:pt x="17" y="903"/>
                </a:lnTo>
                <a:cubicBezTo>
                  <a:pt x="12" y="903"/>
                  <a:pt x="9" y="903"/>
                  <a:pt x="7" y="903"/>
                </a:cubicBezTo>
                <a:cubicBezTo>
                  <a:pt x="5" y="903"/>
                  <a:pt x="3" y="902"/>
                  <a:pt x="2" y="901"/>
                </a:cubicBezTo>
                <a:cubicBezTo>
                  <a:pt x="1" y="899"/>
                  <a:pt x="0" y="896"/>
                  <a:pt x="0" y="892"/>
                </a:cubicBezTo>
                <a:cubicBezTo>
                  <a:pt x="0" y="892"/>
                  <a:pt x="3" y="888"/>
                  <a:pt x="9" y="881"/>
                </a:cubicBezTo>
                <a:cubicBezTo>
                  <a:pt x="104" y="783"/>
                  <a:pt x="150" y="640"/>
                  <a:pt x="150" y="451"/>
                </a:cubicBezTo>
                <a:cubicBezTo>
                  <a:pt x="150" y="262"/>
                  <a:pt x="104" y="119"/>
                  <a:pt x="9" y="22"/>
                </a:cubicBezTo>
                <a:cubicBezTo>
                  <a:pt x="3" y="15"/>
                  <a:pt x="0" y="11"/>
                  <a:pt x="0" y="11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6169320" y="2409840"/>
            <a:ext cx="1379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の部分を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9964800" y="2409840"/>
            <a:ext cx="1517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にする非飽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1028520" y="34477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5"/>
                </a:cubicBezTo>
                <a:cubicBezTo>
                  <a:pt x="287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2" y="285"/>
                  <a:pt x="183" y="288"/>
                  <a:pt x="174" y="290"/>
                </a:cubicBezTo>
                <a:cubicBezTo>
                  <a:pt x="165" y="292"/>
                  <a:pt x="155" y="292"/>
                  <a:pt x="146" y="292"/>
                </a:cubicBezTo>
                <a:cubicBezTo>
                  <a:pt x="136" y="292"/>
                  <a:pt x="127" y="292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7" y="194"/>
                  <a:pt x="5" y="185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5"/>
                  <a:pt x="192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8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1300320" y="2828880"/>
            <a:ext cx="11041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和ゲーム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1028520" y="39337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7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6"/>
                </a:cubicBezTo>
                <a:cubicBezTo>
                  <a:pt x="262" y="234"/>
                  <a:pt x="256" y="241"/>
                  <a:pt x="249" y="248"/>
                </a:cubicBezTo>
                <a:cubicBezTo>
                  <a:pt x="243" y="255"/>
                  <a:pt x="235" y="261"/>
                  <a:pt x="227" y="266"/>
                </a:cubicBezTo>
                <a:cubicBezTo>
                  <a:pt x="219" y="272"/>
                  <a:pt x="211" y="276"/>
                  <a:pt x="202" y="281"/>
                </a:cubicBezTo>
                <a:cubicBezTo>
                  <a:pt x="192" y="284"/>
                  <a:pt x="183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6"/>
                  <a:pt x="73" y="272"/>
                  <a:pt x="65" y="266"/>
                </a:cubicBezTo>
                <a:cubicBezTo>
                  <a:pt x="57" y="261"/>
                  <a:pt x="49" y="255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7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4"/>
                  <a:pt x="192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4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8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1300320" y="3305160"/>
            <a:ext cx="1931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最尤推定ゲーム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1028520" y="4419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4"/>
                  <a:pt x="285" y="194"/>
                  <a:pt x="281" y="202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5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2" y="285"/>
                  <a:pt x="183" y="288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5"/>
                  <a:pt x="25" y="228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7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5"/>
                  <a:pt x="192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100"/>
                  <a:pt x="287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1300320" y="3790800"/>
            <a:ext cx="2207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スペクトル正規化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1028520" y="4905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3"/>
                </a:cubicBezTo>
                <a:cubicBezTo>
                  <a:pt x="287" y="183"/>
                  <a:pt x="285" y="192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2" y="284"/>
                  <a:pt x="183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2"/>
                  <a:pt x="5" y="183"/>
                  <a:pt x="3" y="173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cubicBezTo>
                  <a:pt x="155" y="0"/>
                  <a:pt x="165" y="0"/>
                  <a:pt x="174" y="2"/>
                </a:cubicBezTo>
                <a:cubicBezTo>
                  <a:pt x="183" y="4"/>
                  <a:pt x="192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29"/>
                  <a:pt x="243" y="35"/>
                  <a:pt x="249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7" y="107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1300320" y="4276800"/>
            <a:ext cx="31438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two-timescale update rule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1300320" y="4762440"/>
            <a:ext cx="1931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勾配ペナルティ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1300320" y="517212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など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3111840" y="2357280"/>
            <a:ext cx="258480" cy="144000"/>
          </a:xfrm>
          <a:custGeom>
            <a:avLst/>
            <a:gdLst/>
            <a:ahLst/>
            <a:rect l="0" t="0" r="r" b="b"/>
            <a:pathLst>
              <a:path w="718" h="400">
                <a:moveTo>
                  <a:pt x="15" y="359"/>
                </a:moveTo>
                <a:lnTo>
                  <a:pt x="27" y="359"/>
                </a:lnTo>
                <a:cubicBezTo>
                  <a:pt x="51" y="359"/>
                  <a:pt x="65" y="354"/>
                  <a:pt x="70" y="346"/>
                </a:cubicBezTo>
                <a:lnTo>
                  <a:pt x="70" y="339"/>
                </a:lnTo>
                <a:cubicBezTo>
                  <a:pt x="70" y="333"/>
                  <a:pt x="70" y="326"/>
                  <a:pt x="70" y="318"/>
                </a:cubicBezTo>
                <a:cubicBezTo>
                  <a:pt x="70" y="310"/>
                  <a:pt x="70" y="300"/>
                  <a:pt x="70" y="290"/>
                </a:cubicBezTo>
                <a:cubicBezTo>
                  <a:pt x="70" y="280"/>
                  <a:pt x="70" y="268"/>
                  <a:pt x="71" y="255"/>
                </a:cubicBezTo>
                <a:cubicBezTo>
                  <a:pt x="71" y="242"/>
                  <a:pt x="71" y="229"/>
                  <a:pt x="71" y="217"/>
                </a:cubicBezTo>
                <a:cubicBezTo>
                  <a:pt x="71" y="198"/>
                  <a:pt x="71" y="178"/>
                  <a:pt x="71" y="157"/>
                </a:cubicBezTo>
                <a:cubicBezTo>
                  <a:pt x="71" y="136"/>
                  <a:pt x="70" y="118"/>
                  <a:pt x="70" y="104"/>
                </a:cubicBezTo>
                <a:lnTo>
                  <a:pt x="70" y="83"/>
                </a:lnTo>
                <a:cubicBezTo>
                  <a:pt x="68" y="72"/>
                  <a:pt x="64" y="64"/>
                  <a:pt x="57" y="61"/>
                </a:cubicBezTo>
                <a:cubicBezTo>
                  <a:pt x="50" y="57"/>
                  <a:pt x="37" y="54"/>
                  <a:pt x="16" y="53"/>
                </a:cubicBezTo>
                <a:lnTo>
                  <a:pt x="0" y="53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5" y="8"/>
                  <a:pt x="36" y="7"/>
                </a:cubicBezTo>
                <a:cubicBezTo>
                  <a:pt x="47" y="7"/>
                  <a:pt x="58" y="6"/>
                  <a:pt x="70" y="6"/>
                </a:cubicBezTo>
                <a:cubicBezTo>
                  <a:pt x="80" y="5"/>
                  <a:pt x="91" y="4"/>
                  <a:pt x="102" y="4"/>
                </a:cubicBezTo>
                <a:cubicBezTo>
                  <a:pt x="114" y="3"/>
                  <a:pt x="122" y="2"/>
                  <a:pt x="128" y="1"/>
                </a:cubicBezTo>
                <a:cubicBezTo>
                  <a:pt x="134" y="0"/>
                  <a:pt x="138" y="0"/>
                  <a:pt x="138" y="0"/>
                </a:cubicBezTo>
                <a:lnTo>
                  <a:pt x="141" y="0"/>
                </a:lnTo>
                <a:lnTo>
                  <a:pt x="141" y="37"/>
                </a:lnTo>
                <a:cubicBezTo>
                  <a:pt x="141" y="60"/>
                  <a:pt x="141" y="72"/>
                  <a:pt x="142" y="72"/>
                </a:cubicBezTo>
                <a:cubicBezTo>
                  <a:pt x="143" y="72"/>
                  <a:pt x="144" y="70"/>
                  <a:pt x="146" y="67"/>
                </a:cubicBezTo>
                <a:cubicBezTo>
                  <a:pt x="149" y="64"/>
                  <a:pt x="152" y="60"/>
                  <a:pt x="157" y="54"/>
                </a:cubicBezTo>
                <a:cubicBezTo>
                  <a:pt x="162" y="47"/>
                  <a:pt x="168" y="42"/>
                  <a:pt x="174" y="37"/>
                </a:cubicBezTo>
                <a:cubicBezTo>
                  <a:pt x="181" y="31"/>
                  <a:pt x="190" y="26"/>
                  <a:pt x="201" y="19"/>
                </a:cubicBezTo>
                <a:cubicBezTo>
                  <a:pt x="211" y="12"/>
                  <a:pt x="223" y="8"/>
                  <a:pt x="235" y="5"/>
                </a:cubicBezTo>
                <a:cubicBezTo>
                  <a:pt x="247" y="2"/>
                  <a:pt x="262" y="0"/>
                  <a:pt x="281" y="0"/>
                </a:cubicBezTo>
                <a:cubicBezTo>
                  <a:pt x="290" y="0"/>
                  <a:pt x="298" y="1"/>
                  <a:pt x="307" y="2"/>
                </a:cubicBezTo>
                <a:cubicBezTo>
                  <a:pt x="315" y="3"/>
                  <a:pt x="322" y="5"/>
                  <a:pt x="328" y="7"/>
                </a:cubicBezTo>
                <a:cubicBezTo>
                  <a:pt x="334" y="10"/>
                  <a:pt x="340" y="12"/>
                  <a:pt x="345" y="15"/>
                </a:cubicBezTo>
                <a:cubicBezTo>
                  <a:pt x="351" y="17"/>
                  <a:pt x="355" y="20"/>
                  <a:pt x="359" y="23"/>
                </a:cubicBezTo>
                <a:cubicBezTo>
                  <a:pt x="362" y="26"/>
                  <a:pt x="366" y="29"/>
                  <a:pt x="369" y="33"/>
                </a:cubicBezTo>
                <a:cubicBezTo>
                  <a:pt x="372" y="37"/>
                  <a:pt x="374" y="41"/>
                  <a:pt x="377" y="44"/>
                </a:cubicBezTo>
                <a:cubicBezTo>
                  <a:pt x="379" y="47"/>
                  <a:pt x="381" y="50"/>
                  <a:pt x="383" y="54"/>
                </a:cubicBezTo>
                <a:cubicBezTo>
                  <a:pt x="385" y="57"/>
                  <a:pt x="386" y="60"/>
                  <a:pt x="387" y="63"/>
                </a:cubicBezTo>
                <a:cubicBezTo>
                  <a:pt x="387" y="65"/>
                  <a:pt x="388" y="67"/>
                  <a:pt x="389" y="70"/>
                </a:cubicBezTo>
                <a:lnTo>
                  <a:pt x="391" y="74"/>
                </a:lnTo>
                <a:lnTo>
                  <a:pt x="394" y="71"/>
                </a:lnTo>
                <a:cubicBezTo>
                  <a:pt x="396" y="68"/>
                  <a:pt x="397" y="66"/>
                  <a:pt x="399" y="63"/>
                </a:cubicBezTo>
                <a:cubicBezTo>
                  <a:pt x="401" y="61"/>
                  <a:pt x="404" y="58"/>
                  <a:pt x="407" y="54"/>
                </a:cubicBezTo>
                <a:cubicBezTo>
                  <a:pt x="411" y="49"/>
                  <a:pt x="415" y="45"/>
                  <a:pt x="419" y="42"/>
                </a:cubicBezTo>
                <a:cubicBezTo>
                  <a:pt x="423" y="38"/>
                  <a:pt x="428" y="33"/>
                  <a:pt x="433" y="29"/>
                </a:cubicBezTo>
                <a:cubicBezTo>
                  <a:pt x="437" y="25"/>
                  <a:pt x="443" y="21"/>
                  <a:pt x="451" y="18"/>
                </a:cubicBezTo>
                <a:cubicBezTo>
                  <a:pt x="458" y="15"/>
                  <a:pt x="465" y="12"/>
                  <a:pt x="471" y="9"/>
                </a:cubicBezTo>
                <a:cubicBezTo>
                  <a:pt x="478" y="6"/>
                  <a:pt x="486" y="4"/>
                  <a:pt x="495" y="3"/>
                </a:cubicBezTo>
                <a:cubicBezTo>
                  <a:pt x="504" y="2"/>
                  <a:pt x="513" y="1"/>
                  <a:pt x="523" y="0"/>
                </a:cubicBezTo>
                <a:cubicBezTo>
                  <a:pt x="599" y="0"/>
                  <a:pt x="640" y="34"/>
                  <a:pt x="647" y="103"/>
                </a:cubicBezTo>
                <a:cubicBezTo>
                  <a:pt x="647" y="107"/>
                  <a:pt x="647" y="149"/>
                  <a:pt x="647" y="229"/>
                </a:cubicBezTo>
                <a:lnTo>
                  <a:pt x="647" y="306"/>
                </a:lnTo>
                <a:cubicBezTo>
                  <a:pt x="647" y="329"/>
                  <a:pt x="648" y="343"/>
                  <a:pt x="649" y="347"/>
                </a:cubicBezTo>
                <a:cubicBezTo>
                  <a:pt x="650" y="351"/>
                  <a:pt x="654" y="354"/>
                  <a:pt x="659" y="356"/>
                </a:cubicBezTo>
                <a:cubicBezTo>
                  <a:pt x="672" y="358"/>
                  <a:pt x="687" y="359"/>
                  <a:pt x="703" y="359"/>
                </a:cubicBezTo>
                <a:lnTo>
                  <a:pt x="718" y="359"/>
                </a:lnTo>
                <a:lnTo>
                  <a:pt x="718" y="400"/>
                </a:lnTo>
                <a:lnTo>
                  <a:pt x="711" y="400"/>
                </a:lnTo>
                <a:lnTo>
                  <a:pt x="690" y="399"/>
                </a:lnTo>
                <a:cubicBezTo>
                  <a:pt x="675" y="399"/>
                  <a:pt x="660" y="398"/>
                  <a:pt x="644" y="398"/>
                </a:cubicBezTo>
                <a:cubicBezTo>
                  <a:pt x="628" y="398"/>
                  <a:pt x="616" y="398"/>
                  <a:pt x="610" y="397"/>
                </a:cubicBezTo>
                <a:cubicBezTo>
                  <a:pt x="548" y="397"/>
                  <a:pt x="514" y="398"/>
                  <a:pt x="508" y="400"/>
                </a:cubicBezTo>
                <a:lnTo>
                  <a:pt x="501" y="400"/>
                </a:lnTo>
                <a:lnTo>
                  <a:pt x="501" y="359"/>
                </a:lnTo>
                <a:lnTo>
                  <a:pt x="516" y="359"/>
                </a:lnTo>
                <a:cubicBezTo>
                  <a:pt x="552" y="359"/>
                  <a:pt x="571" y="354"/>
                  <a:pt x="571" y="344"/>
                </a:cubicBezTo>
                <a:cubicBezTo>
                  <a:pt x="571" y="343"/>
                  <a:pt x="572" y="301"/>
                  <a:pt x="572" y="220"/>
                </a:cubicBezTo>
                <a:cubicBezTo>
                  <a:pt x="571" y="138"/>
                  <a:pt x="570" y="95"/>
                  <a:pt x="570" y="91"/>
                </a:cubicBezTo>
                <a:cubicBezTo>
                  <a:pt x="566" y="74"/>
                  <a:pt x="560" y="61"/>
                  <a:pt x="552" y="53"/>
                </a:cubicBezTo>
                <a:cubicBezTo>
                  <a:pt x="543" y="44"/>
                  <a:pt x="536" y="39"/>
                  <a:pt x="530" y="37"/>
                </a:cubicBezTo>
                <a:cubicBezTo>
                  <a:pt x="524" y="34"/>
                  <a:pt x="516" y="34"/>
                  <a:pt x="507" y="34"/>
                </a:cubicBezTo>
                <a:cubicBezTo>
                  <a:pt x="480" y="34"/>
                  <a:pt x="456" y="46"/>
                  <a:pt x="435" y="66"/>
                </a:cubicBezTo>
                <a:cubicBezTo>
                  <a:pt x="419" y="82"/>
                  <a:pt x="409" y="99"/>
                  <a:pt x="405" y="116"/>
                </a:cubicBezTo>
                <a:cubicBezTo>
                  <a:pt x="400" y="133"/>
                  <a:pt x="398" y="158"/>
                  <a:pt x="397" y="191"/>
                </a:cubicBezTo>
                <a:lnTo>
                  <a:pt x="397" y="248"/>
                </a:lnTo>
                <a:lnTo>
                  <a:pt x="397" y="303"/>
                </a:lnTo>
                <a:cubicBezTo>
                  <a:pt x="397" y="321"/>
                  <a:pt x="398" y="333"/>
                  <a:pt x="398" y="339"/>
                </a:cubicBezTo>
                <a:cubicBezTo>
                  <a:pt x="399" y="345"/>
                  <a:pt x="400" y="349"/>
                  <a:pt x="401" y="350"/>
                </a:cubicBezTo>
                <a:cubicBezTo>
                  <a:pt x="402" y="352"/>
                  <a:pt x="405" y="354"/>
                  <a:pt x="409" y="356"/>
                </a:cubicBezTo>
                <a:cubicBezTo>
                  <a:pt x="422" y="358"/>
                  <a:pt x="437" y="359"/>
                  <a:pt x="453" y="359"/>
                </a:cubicBezTo>
                <a:lnTo>
                  <a:pt x="468" y="359"/>
                </a:lnTo>
                <a:lnTo>
                  <a:pt x="468" y="400"/>
                </a:lnTo>
                <a:lnTo>
                  <a:pt x="461" y="400"/>
                </a:lnTo>
                <a:lnTo>
                  <a:pt x="439" y="399"/>
                </a:lnTo>
                <a:cubicBezTo>
                  <a:pt x="425" y="399"/>
                  <a:pt x="410" y="398"/>
                  <a:pt x="394" y="398"/>
                </a:cubicBezTo>
                <a:cubicBezTo>
                  <a:pt x="378" y="398"/>
                  <a:pt x="366" y="398"/>
                  <a:pt x="360" y="397"/>
                </a:cubicBezTo>
                <a:cubicBezTo>
                  <a:pt x="297" y="397"/>
                  <a:pt x="263" y="398"/>
                  <a:pt x="257" y="400"/>
                </a:cubicBezTo>
                <a:lnTo>
                  <a:pt x="250" y="400"/>
                </a:lnTo>
                <a:lnTo>
                  <a:pt x="250" y="359"/>
                </a:lnTo>
                <a:lnTo>
                  <a:pt x="265" y="359"/>
                </a:lnTo>
                <a:cubicBezTo>
                  <a:pt x="301" y="359"/>
                  <a:pt x="321" y="354"/>
                  <a:pt x="321" y="344"/>
                </a:cubicBezTo>
                <a:cubicBezTo>
                  <a:pt x="321" y="343"/>
                  <a:pt x="322" y="301"/>
                  <a:pt x="322" y="220"/>
                </a:cubicBezTo>
                <a:cubicBezTo>
                  <a:pt x="321" y="138"/>
                  <a:pt x="320" y="95"/>
                  <a:pt x="320" y="91"/>
                </a:cubicBezTo>
                <a:cubicBezTo>
                  <a:pt x="316" y="74"/>
                  <a:pt x="310" y="61"/>
                  <a:pt x="301" y="53"/>
                </a:cubicBezTo>
                <a:cubicBezTo>
                  <a:pt x="292" y="44"/>
                  <a:pt x="285" y="39"/>
                  <a:pt x="279" y="37"/>
                </a:cubicBezTo>
                <a:cubicBezTo>
                  <a:pt x="273" y="34"/>
                  <a:pt x="265" y="34"/>
                  <a:pt x="256" y="34"/>
                </a:cubicBezTo>
                <a:cubicBezTo>
                  <a:pt x="229" y="34"/>
                  <a:pt x="205" y="46"/>
                  <a:pt x="184" y="66"/>
                </a:cubicBezTo>
                <a:cubicBezTo>
                  <a:pt x="168" y="82"/>
                  <a:pt x="158" y="99"/>
                  <a:pt x="154" y="116"/>
                </a:cubicBezTo>
                <a:cubicBezTo>
                  <a:pt x="149" y="133"/>
                  <a:pt x="147" y="158"/>
                  <a:pt x="146" y="191"/>
                </a:cubicBezTo>
                <a:lnTo>
                  <a:pt x="146" y="248"/>
                </a:lnTo>
                <a:lnTo>
                  <a:pt x="146" y="303"/>
                </a:lnTo>
                <a:cubicBezTo>
                  <a:pt x="146" y="321"/>
                  <a:pt x="147" y="333"/>
                  <a:pt x="147" y="339"/>
                </a:cubicBezTo>
                <a:cubicBezTo>
                  <a:pt x="148" y="345"/>
                  <a:pt x="149" y="349"/>
                  <a:pt x="150" y="350"/>
                </a:cubicBezTo>
                <a:cubicBezTo>
                  <a:pt x="151" y="352"/>
                  <a:pt x="154" y="354"/>
                  <a:pt x="158" y="356"/>
                </a:cubicBezTo>
                <a:cubicBezTo>
                  <a:pt x="171" y="358"/>
                  <a:pt x="186" y="359"/>
                  <a:pt x="202" y="359"/>
                </a:cubicBezTo>
                <a:lnTo>
                  <a:pt x="217" y="359"/>
                </a:lnTo>
                <a:lnTo>
                  <a:pt x="217" y="400"/>
                </a:lnTo>
                <a:lnTo>
                  <a:pt x="210" y="400"/>
                </a:lnTo>
                <a:lnTo>
                  <a:pt x="189" y="399"/>
                </a:lnTo>
                <a:cubicBezTo>
                  <a:pt x="174" y="399"/>
                  <a:pt x="159" y="398"/>
                  <a:pt x="143" y="398"/>
                </a:cubicBezTo>
                <a:cubicBezTo>
                  <a:pt x="127" y="398"/>
                  <a:pt x="115" y="398"/>
                  <a:pt x="108" y="397"/>
                </a:cubicBezTo>
                <a:cubicBezTo>
                  <a:pt x="47" y="397"/>
                  <a:pt x="13" y="398"/>
                  <a:pt x="7" y="400"/>
                </a:cubicBezTo>
                <a:lnTo>
                  <a:pt x="0" y="400"/>
                </a:lnTo>
                <a:lnTo>
                  <a:pt x="0" y="359"/>
                </a:lnTo>
                <a:lnTo>
                  <a:pt x="15" y="35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3382920" y="2283480"/>
            <a:ext cx="74880" cy="217800"/>
          </a:xfrm>
          <a:custGeom>
            <a:avLst/>
            <a:gdLst/>
            <a:ahLst/>
            <a:rect l="0" t="0" r="r" b="b"/>
            <a:pathLst>
              <a:path w="208" h="605">
                <a:moveTo>
                  <a:pt x="39" y="54"/>
                </a:moveTo>
                <a:cubicBezTo>
                  <a:pt x="39" y="38"/>
                  <a:pt x="44" y="24"/>
                  <a:pt x="55" y="15"/>
                </a:cubicBezTo>
                <a:cubicBezTo>
                  <a:pt x="66" y="5"/>
                  <a:pt x="79" y="0"/>
                  <a:pt x="95" y="0"/>
                </a:cubicBezTo>
                <a:cubicBezTo>
                  <a:pt x="109" y="1"/>
                  <a:pt x="121" y="7"/>
                  <a:pt x="131" y="16"/>
                </a:cubicBezTo>
                <a:cubicBezTo>
                  <a:pt x="141" y="25"/>
                  <a:pt x="146" y="38"/>
                  <a:pt x="146" y="54"/>
                </a:cubicBezTo>
                <a:cubicBezTo>
                  <a:pt x="146" y="72"/>
                  <a:pt x="141" y="86"/>
                  <a:pt x="131" y="95"/>
                </a:cubicBezTo>
                <a:cubicBezTo>
                  <a:pt x="121" y="104"/>
                  <a:pt x="108" y="109"/>
                  <a:pt x="93" y="109"/>
                </a:cubicBezTo>
                <a:cubicBezTo>
                  <a:pt x="78" y="109"/>
                  <a:pt x="65" y="104"/>
                  <a:pt x="55" y="95"/>
                </a:cubicBezTo>
                <a:cubicBezTo>
                  <a:pt x="45" y="86"/>
                  <a:pt x="39" y="72"/>
                  <a:pt x="39" y="54"/>
                </a:cubicBezTo>
                <a:moveTo>
                  <a:pt x="200" y="605"/>
                </a:moveTo>
                <a:cubicBezTo>
                  <a:pt x="191" y="603"/>
                  <a:pt x="159" y="602"/>
                  <a:pt x="106" y="602"/>
                </a:cubicBezTo>
                <a:cubicBezTo>
                  <a:pt x="99" y="602"/>
                  <a:pt x="88" y="602"/>
                  <a:pt x="72" y="602"/>
                </a:cubicBezTo>
                <a:cubicBezTo>
                  <a:pt x="57" y="602"/>
                  <a:pt x="42" y="603"/>
                  <a:pt x="27" y="604"/>
                </a:cubicBezTo>
                <a:lnTo>
                  <a:pt x="7" y="605"/>
                </a:lnTo>
                <a:lnTo>
                  <a:pt x="0" y="605"/>
                </a:lnTo>
                <a:lnTo>
                  <a:pt x="0" y="563"/>
                </a:lnTo>
                <a:lnTo>
                  <a:pt x="14" y="563"/>
                </a:lnTo>
                <a:cubicBezTo>
                  <a:pt x="31" y="563"/>
                  <a:pt x="46" y="562"/>
                  <a:pt x="59" y="560"/>
                </a:cubicBezTo>
                <a:cubicBezTo>
                  <a:pt x="64" y="557"/>
                  <a:pt x="67" y="554"/>
                  <a:pt x="69" y="550"/>
                </a:cubicBezTo>
                <a:cubicBezTo>
                  <a:pt x="70" y="546"/>
                  <a:pt x="70" y="533"/>
                  <a:pt x="70" y="512"/>
                </a:cubicBezTo>
                <a:lnTo>
                  <a:pt x="70" y="419"/>
                </a:lnTo>
                <a:lnTo>
                  <a:pt x="70" y="340"/>
                </a:lnTo>
                <a:cubicBezTo>
                  <a:pt x="70" y="308"/>
                  <a:pt x="70" y="288"/>
                  <a:pt x="69" y="280"/>
                </a:cubicBezTo>
                <a:cubicBezTo>
                  <a:pt x="67" y="272"/>
                  <a:pt x="63" y="266"/>
                  <a:pt x="56" y="263"/>
                </a:cubicBezTo>
                <a:cubicBezTo>
                  <a:pt x="48" y="259"/>
                  <a:pt x="33" y="257"/>
                  <a:pt x="14" y="257"/>
                </a:cubicBezTo>
                <a:lnTo>
                  <a:pt x="4" y="257"/>
                </a:lnTo>
                <a:lnTo>
                  <a:pt x="4" y="236"/>
                </a:lnTo>
                <a:cubicBezTo>
                  <a:pt x="4" y="222"/>
                  <a:pt x="4" y="215"/>
                  <a:pt x="5" y="215"/>
                </a:cubicBezTo>
                <a:lnTo>
                  <a:pt x="14" y="214"/>
                </a:lnTo>
                <a:cubicBezTo>
                  <a:pt x="20" y="214"/>
                  <a:pt x="29" y="213"/>
                  <a:pt x="40" y="212"/>
                </a:cubicBezTo>
                <a:cubicBezTo>
                  <a:pt x="51" y="212"/>
                  <a:pt x="61" y="211"/>
                  <a:pt x="72" y="211"/>
                </a:cubicBezTo>
                <a:cubicBezTo>
                  <a:pt x="82" y="210"/>
                  <a:pt x="93" y="209"/>
                  <a:pt x="105" y="209"/>
                </a:cubicBezTo>
                <a:cubicBezTo>
                  <a:pt x="116" y="208"/>
                  <a:pt x="125" y="207"/>
                  <a:pt x="131" y="206"/>
                </a:cubicBezTo>
                <a:cubicBezTo>
                  <a:pt x="137" y="205"/>
                  <a:pt x="140" y="205"/>
                  <a:pt x="141" y="205"/>
                </a:cubicBezTo>
                <a:lnTo>
                  <a:pt x="144" y="205"/>
                </a:lnTo>
                <a:lnTo>
                  <a:pt x="144" y="548"/>
                </a:lnTo>
                <a:cubicBezTo>
                  <a:pt x="147" y="554"/>
                  <a:pt x="150" y="558"/>
                  <a:pt x="154" y="559"/>
                </a:cubicBezTo>
                <a:cubicBezTo>
                  <a:pt x="159" y="560"/>
                  <a:pt x="169" y="561"/>
                  <a:pt x="187" y="563"/>
                </a:cubicBezTo>
                <a:lnTo>
                  <a:pt x="208" y="563"/>
                </a:lnTo>
                <a:lnTo>
                  <a:pt x="208" y="605"/>
                </a:lnTo>
                <a:lnTo>
                  <a:pt x="200" y="60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3472920" y="2357280"/>
            <a:ext cx="168480" cy="144000"/>
          </a:xfrm>
          <a:custGeom>
            <a:avLst/>
            <a:gdLst/>
            <a:ahLst/>
            <a:rect l="0" t="0" r="r" b="b"/>
            <a:pathLst>
              <a:path w="468" h="400">
                <a:moveTo>
                  <a:pt x="14" y="359"/>
                </a:moveTo>
                <a:lnTo>
                  <a:pt x="27" y="359"/>
                </a:lnTo>
                <a:cubicBezTo>
                  <a:pt x="51" y="359"/>
                  <a:pt x="65" y="354"/>
                  <a:pt x="70" y="346"/>
                </a:cubicBezTo>
                <a:lnTo>
                  <a:pt x="70" y="339"/>
                </a:lnTo>
                <a:cubicBezTo>
                  <a:pt x="70" y="333"/>
                  <a:pt x="70" y="326"/>
                  <a:pt x="70" y="318"/>
                </a:cubicBezTo>
                <a:cubicBezTo>
                  <a:pt x="70" y="310"/>
                  <a:pt x="70" y="300"/>
                  <a:pt x="70" y="290"/>
                </a:cubicBezTo>
                <a:cubicBezTo>
                  <a:pt x="70" y="280"/>
                  <a:pt x="70" y="268"/>
                  <a:pt x="70" y="255"/>
                </a:cubicBezTo>
                <a:cubicBezTo>
                  <a:pt x="71" y="242"/>
                  <a:pt x="71" y="229"/>
                  <a:pt x="70" y="217"/>
                </a:cubicBezTo>
                <a:cubicBezTo>
                  <a:pt x="70" y="198"/>
                  <a:pt x="70" y="178"/>
                  <a:pt x="70" y="157"/>
                </a:cubicBezTo>
                <a:cubicBezTo>
                  <a:pt x="70" y="136"/>
                  <a:pt x="70" y="118"/>
                  <a:pt x="70" y="104"/>
                </a:cubicBezTo>
                <a:lnTo>
                  <a:pt x="70" y="83"/>
                </a:lnTo>
                <a:cubicBezTo>
                  <a:pt x="68" y="72"/>
                  <a:pt x="64" y="64"/>
                  <a:pt x="57" y="61"/>
                </a:cubicBezTo>
                <a:cubicBezTo>
                  <a:pt x="50" y="57"/>
                  <a:pt x="37" y="54"/>
                  <a:pt x="16" y="53"/>
                </a:cubicBezTo>
                <a:lnTo>
                  <a:pt x="0" y="53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5" y="8"/>
                  <a:pt x="36" y="7"/>
                </a:cubicBezTo>
                <a:cubicBezTo>
                  <a:pt x="47" y="7"/>
                  <a:pt x="58" y="6"/>
                  <a:pt x="70" y="6"/>
                </a:cubicBezTo>
                <a:cubicBezTo>
                  <a:pt x="80" y="5"/>
                  <a:pt x="91" y="4"/>
                  <a:pt x="102" y="4"/>
                </a:cubicBezTo>
                <a:cubicBezTo>
                  <a:pt x="113" y="3"/>
                  <a:pt x="122" y="2"/>
                  <a:pt x="128" y="1"/>
                </a:cubicBezTo>
                <a:cubicBezTo>
                  <a:pt x="134" y="0"/>
                  <a:pt x="138" y="0"/>
                  <a:pt x="138" y="0"/>
                </a:cubicBezTo>
                <a:lnTo>
                  <a:pt x="141" y="0"/>
                </a:lnTo>
                <a:lnTo>
                  <a:pt x="141" y="37"/>
                </a:lnTo>
                <a:cubicBezTo>
                  <a:pt x="141" y="60"/>
                  <a:pt x="141" y="72"/>
                  <a:pt x="142" y="72"/>
                </a:cubicBezTo>
                <a:cubicBezTo>
                  <a:pt x="142" y="72"/>
                  <a:pt x="144" y="70"/>
                  <a:pt x="146" y="67"/>
                </a:cubicBezTo>
                <a:cubicBezTo>
                  <a:pt x="149" y="64"/>
                  <a:pt x="152" y="60"/>
                  <a:pt x="157" y="54"/>
                </a:cubicBezTo>
                <a:cubicBezTo>
                  <a:pt x="162" y="47"/>
                  <a:pt x="168" y="42"/>
                  <a:pt x="174" y="37"/>
                </a:cubicBezTo>
                <a:cubicBezTo>
                  <a:pt x="181" y="31"/>
                  <a:pt x="190" y="26"/>
                  <a:pt x="200" y="19"/>
                </a:cubicBezTo>
                <a:cubicBezTo>
                  <a:pt x="211" y="12"/>
                  <a:pt x="223" y="8"/>
                  <a:pt x="235" y="5"/>
                </a:cubicBezTo>
                <a:cubicBezTo>
                  <a:pt x="247" y="2"/>
                  <a:pt x="262" y="0"/>
                  <a:pt x="281" y="0"/>
                </a:cubicBezTo>
                <a:cubicBezTo>
                  <a:pt x="349" y="3"/>
                  <a:pt x="389" y="38"/>
                  <a:pt x="396" y="103"/>
                </a:cubicBezTo>
                <a:cubicBezTo>
                  <a:pt x="397" y="107"/>
                  <a:pt x="397" y="149"/>
                  <a:pt x="397" y="229"/>
                </a:cubicBezTo>
                <a:lnTo>
                  <a:pt x="397" y="306"/>
                </a:lnTo>
                <a:cubicBezTo>
                  <a:pt x="397" y="329"/>
                  <a:pt x="398" y="343"/>
                  <a:pt x="399" y="347"/>
                </a:cubicBezTo>
                <a:cubicBezTo>
                  <a:pt x="400" y="351"/>
                  <a:pt x="404" y="354"/>
                  <a:pt x="409" y="356"/>
                </a:cubicBezTo>
                <a:cubicBezTo>
                  <a:pt x="422" y="358"/>
                  <a:pt x="436" y="359"/>
                  <a:pt x="453" y="359"/>
                </a:cubicBezTo>
                <a:lnTo>
                  <a:pt x="468" y="359"/>
                </a:lnTo>
                <a:lnTo>
                  <a:pt x="468" y="400"/>
                </a:lnTo>
                <a:lnTo>
                  <a:pt x="460" y="400"/>
                </a:lnTo>
                <a:lnTo>
                  <a:pt x="439" y="399"/>
                </a:lnTo>
                <a:cubicBezTo>
                  <a:pt x="425" y="399"/>
                  <a:pt x="410" y="398"/>
                  <a:pt x="394" y="398"/>
                </a:cubicBezTo>
                <a:cubicBezTo>
                  <a:pt x="377" y="398"/>
                  <a:pt x="365" y="398"/>
                  <a:pt x="358" y="397"/>
                </a:cubicBezTo>
                <a:cubicBezTo>
                  <a:pt x="296" y="397"/>
                  <a:pt x="263" y="398"/>
                  <a:pt x="257" y="400"/>
                </a:cubicBezTo>
                <a:lnTo>
                  <a:pt x="250" y="400"/>
                </a:lnTo>
                <a:lnTo>
                  <a:pt x="250" y="359"/>
                </a:lnTo>
                <a:lnTo>
                  <a:pt x="265" y="359"/>
                </a:lnTo>
                <a:cubicBezTo>
                  <a:pt x="301" y="359"/>
                  <a:pt x="320" y="354"/>
                  <a:pt x="320" y="344"/>
                </a:cubicBezTo>
                <a:cubicBezTo>
                  <a:pt x="320" y="343"/>
                  <a:pt x="320" y="301"/>
                  <a:pt x="320" y="220"/>
                </a:cubicBezTo>
                <a:cubicBezTo>
                  <a:pt x="320" y="138"/>
                  <a:pt x="319" y="95"/>
                  <a:pt x="319" y="91"/>
                </a:cubicBezTo>
                <a:cubicBezTo>
                  <a:pt x="315" y="74"/>
                  <a:pt x="309" y="61"/>
                  <a:pt x="301" y="53"/>
                </a:cubicBezTo>
                <a:cubicBezTo>
                  <a:pt x="292" y="44"/>
                  <a:pt x="285" y="39"/>
                  <a:pt x="279" y="37"/>
                </a:cubicBezTo>
                <a:cubicBezTo>
                  <a:pt x="273" y="34"/>
                  <a:pt x="265" y="34"/>
                  <a:pt x="255" y="34"/>
                </a:cubicBezTo>
                <a:cubicBezTo>
                  <a:pt x="228" y="34"/>
                  <a:pt x="205" y="46"/>
                  <a:pt x="184" y="66"/>
                </a:cubicBezTo>
                <a:cubicBezTo>
                  <a:pt x="168" y="82"/>
                  <a:pt x="158" y="99"/>
                  <a:pt x="153" y="116"/>
                </a:cubicBezTo>
                <a:cubicBezTo>
                  <a:pt x="149" y="133"/>
                  <a:pt x="147" y="158"/>
                  <a:pt x="146" y="191"/>
                </a:cubicBezTo>
                <a:lnTo>
                  <a:pt x="146" y="248"/>
                </a:lnTo>
                <a:lnTo>
                  <a:pt x="146" y="303"/>
                </a:lnTo>
                <a:cubicBezTo>
                  <a:pt x="146" y="321"/>
                  <a:pt x="147" y="333"/>
                  <a:pt x="147" y="339"/>
                </a:cubicBezTo>
                <a:cubicBezTo>
                  <a:pt x="148" y="345"/>
                  <a:pt x="149" y="349"/>
                  <a:pt x="150" y="350"/>
                </a:cubicBezTo>
                <a:cubicBezTo>
                  <a:pt x="151" y="352"/>
                  <a:pt x="154" y="354"/>
                  <a:pt x="158" y="356"/>
                </a:cubicBezTo>
                <a:cubicBezTo>
                  <a:pt x="171" y="358"/>
                  <a:pt x="185" y="359"/>
                  <a:pt x="202" y="359"/>
                </a:cubicBezTo>
                <a:lnTo>
                  <a:pt x="217" y="359"/>
                </a:lnTo>
                <a:lnTo>
                  <a:pt x="217" y="400"/>
                </a:lnTo>
                <a:lnTo>
                  <a:pt x="209" y="400"/>
                </a:lnTo>
                <a:lnTo>
                  <a:pt x="189" y="399"/>
                </a:lnTo>
                <a:cubicBezTo>
                  <a:pt x="174" y="399"/>
                  <a:pt x="159" y="398"/>
                  <a:pt x="143" y="398"/>
                </a:cubicBezTo>
                <a:cubicBezTo>
                  <a:pt x="126" y="398"/>
                  <a:pt x="115" y="398"/>
                  <a:pt x="108" y="397"/>
                </a:cubicBezTo>
                <a:cubicBezTo>
                  <a:pt x="46" y="397"/>
                  <a:pt x="13" y="398"/>
                  <a:pt x="7" y="400"/>
                </a:cubicBezTo>
                <a:lnTo>
                  <a:pt x="0" y="400"/>
                </a:lnTo>
                <a:lnTo>
                  <a:pt x="0" y="359"/>
                </a:lnTo>
                <a:lnTo>
                  <a:pt x="14" y="35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3295800" y="2555280"/>
            <a:ext cx="163440" cy="167400"/>
          </a:xfrm>
          <a:custGeom>
            <a:avLst/>
            <a:gdLst/>
            <a:ahLst/>
            <a:rect l="0" t="0" r="r" b="b"/>
            <a:pathLst>
              <a:path w="454" h="465">
                <a:moveTo>
                  <a:pt x="0" y="290"/>
                </a:moveTo>
                <a:cubicBezTo>
                  <a:pt x="0" y="241"/>
                  <a:pt x="14" y="194"/>
                  <a:pt x="43" y="149"/>
                </a:cubicBezTo>
                <a:cubicBezTo>
                  <a:pt x="71" y="104"/>
                  <a:pt x="107" y="67"/>
                  <a:pt x="152" y="41"/>
                </a:cubicBezTo>
                <a:cubicBezTo>
                  <a:pt x="195" y="14"/>
                  <a:pt x="238" y="1"/>
                  <a:pt x="282" y="1"/>
                </a:cubicBezTo>
                <a:cubicBezTo>
                  <a:pt x="320" y="1"/>
                  <a:pt x="351" y="11"/>
                  <a:pt x="373" y="33"/>
                </a:cubicBezTo>
                <a:cubicBezTo>
                  <a:pt x="377" y="37"/>
                  <a:pt x="380" y="41"/>
                  <a:pt x="383" y="44"/>
                </a:cubicBezTo>
                <a:cubicBezTo>
                  <a:pt x="385" y="47"/>
                  <a:pt x="387" y="49"/>
                  <a:pt x="388" y="50"/>
                </a:cubicBezTo>
                <a:lnTo>
                  <a:pt x="388" y="52"/>
                </a:lnTo>
                <a:cubicBezTo>
                  <a:pt x="390" y="52"/>
                  <a:pt x="395" y="47"/>
                  <a:pt x="406" y="36"/>
                </a:cubicBezTo>
                <a:cubicBezTo>
                  <a:pt x="409" y="33"/>
                  <a:pt x="412" y="30"/>
                  <a:pt x="415" y="27"/>
                </a:cubicBezTo>
                <a:cubicBezTo>
                  <a:pt x="419" y="23"/>
                  <a:pt x="422" y="20"/>
                  <a:pt x="425" y="17"/>
                </a:cubicBezTo>
                <a:cubicBezTo>
                  <a:pt x="429" y="13"/>
                  <a:pt x="431" y="11"/>
                  <a:pt x="432" y="9"/>
                </a:cubicBezTo>
                <a:lnTo>
                  <a:pt x="441" y="0"/>
                </a:lnTo>
                <a:lnTo>
                  <a:pt x="445" y="0"/>
                </a:lnTo>
                <a:cubicBezTo>
                  <a:pt x="451" y="0"/>
                  <a:pt x="454" y="1"/>
                  <a:pt x="454" y="4"/>
                </a:cubicBezTo>
                <a:cubicBezTo>
                  <a:pt x="454" y="6"/>
                  <a:pt x="447" y="35"/>
                  <a:pt x="434" y="93"/>
                </a:cubicBezTo>
                <a:cubicBezTo>
                  <a:pt x="418" y="152"/>
                  <a:pt x="411" y="182"/>
                  <a:pt x="411" y="182"/>
                </a:cubicBezTo>
                <a:cubicBezTo>
                  <a:pt x="410" y="184"/>
                  <a:pt x="409" y="186"/>
                  <a:pt x="408" y="186"/>
                </a:cubicBezTo>
                <a:cubicBezTo>
                  <a:pt x="406" y="186"/>
                  <a:pt x="402" y="187"/>
                  <a:pt x="396" y="187"/>
                </a:cubicBezTo>
                <a:lnTo>
                  <a:pt x="386" y="187"/>
                </a:lnTo>
                <a:cubicBezTo>
                  <a:pt x="383" y="185"/>
                  <a:pt x="382" y="183"/>
                  <a:pt x="382" y="182"/>
                </a:cubicBezTo>
                <a:cubicBezTo>
                  <a:pt x="382" y="181"/>
                  <a:pt x="382" y="180"/>
                  <a:pt x="383" y="177"/>
                </a:cubicBezTo>
                <a:cubicBezTo>
                  <a:pt x="383" y="175"/>
                  <a:pt x="384" y="170"/>
                  <a:pt x="384" y="164"/>
                </a:cubicBezTo>
                <a:cubicBezTo>
                  <a:pt x="384" y="158"/>
                  <a:pt x="385" y="152"/>
                  <a:pt x="385" y="144"/>
                </a:cubicBezTo>
                <a:cubicBezTo>
                  <a:pt x="385" y="114"/>
                  <a:pt x="378" y="87"/>
                  <a:pt x="364" y="64"/>
                </a:cubicBezTo>
                <a:cubicBezTo>
                  <a:pt x="351" y="41"/>
                  <a:pt x="327" y="30"/>
                  <a:pt x="295" y="29"/>
                </a:cubicBezTo>
                <a:cubicBezTo>
                  <a:pt x="287" y="29"/>
                  <a:pt x="279" y="30"/>
                  <a:pt x="270" y="31"/>
                </a:cubicBezTo>
                <a:cubicBezTo>
                  <a:pt x="261" y="32"/>
                  <a:pt x="250" y="35"/>
                  <a:pt x="236" y="39"/>
                </a:cubicBezTo>
                <a:cubicBezTo>
                  <a:pt x="222" y="44"/>
                  <a:pt x="209" y="50"/>
                  <a:pt x="197" y="57"/>
                </a:cubicBezTo>
                <a:cubicBezTo>
                  <a:pt x="185" y="65"/>
                  <a:pt x="171" y="75"/>
                  <a:pt x="157" y="89"/>
                </a:cubicBezTo>
                <a:cubicBezTo>
                  <a:pt x="142" y="102"/>
                  <a:pt x="129" y="117"/>
                  <a:pt x="119" y="134"/>
                </a:cubicBezTo>
                <a:cubicBezTo>
                  <a:pt x="109" y="152"/>
                  <a:pt x="99" y="173"/>
                  <a:pt x="89" y="199"/>
                </a:cubicBezTo>
                <a:cubicBezTo>
                  <a:pt x="79" y="225"/>
                  <a:pt x="72" y="254"/>
                  <a:pt x="69" y="285"/>
                </a:cubicBezTo>
                <a:cubicBezTo>
                  <a:pt x="68" y="293"/>
                  <a:pt x="68" y="301"/>
                  <a:pt x="68" y="310"/>
                </a:cubicBezTo>
                <a:cubicBezTo>
                  <a:pt x="68" y="330"/>
                  <a:pt x="71" y="348"/>
                  <a:pt x="77" y="364"/>
                </a:cubicBezTo>
                <a:cubicBezTo>
                  <a:pt x="83" y="380"/>
                  <a:pt x="90" y="392"/>
                  <a:pt x="100" y="400"/>
                </a:cubicBezTo>
                <a:cubicBezTo>
                  <a:pt x="109" y="409"/>
                  <a:pt x="120" y="416"/>
                  <a:pt x="133" y="422"/>
                </a:cubicBezTo>
                <a:cubicBezTo>
                  <a:pt x="144" y="428"/>
                  <a:pt x="155" y="432"/>
                  <a:pt x="166" y="433"/>
                </a:cubicBezTo>
                <a:cubicBezTo>
                  <a:pt x="176" y="434"/>
                  <a:pt x="185" y="435"/>
                  <a:pt x="194" y="436"/>
                </a:cubicBezTo>
                <a:cubicBezTo>
                  <a:pt x="217" y="436"/>
                  <a:pt x="238" y="431"/>
                  <a:pt x="258" y="421"/>
                </a:cubicBezTo>
                <a:cubicBezTo>
                  <a:pt x="277" y="411"/>
                  <a:pt x="290" y="399"/>
                  <a:pt x="297" y="383"/>
                </a:cubicBezTo>
                <a:cubicBezTo>
                  <a:pt x="298" y="380"/>
                  <a:pt x="302" y="368"/>
                  <a:pt x="307" y="348"/>
                </a:cubicBezTo>
                <a:cubicBezTo>
                  <a:pt x="312" y="328"/>
                  <a:pt x="314" y="317"/>
                  <a:pt x="314" y="314"/>
                </a:cubicBezTo>
                <a:cubicBezTo>
                  <a:pt x="314" y="311"/>
                  <a:pt x="312" y="309"/>
                  <a:pt x="306" y="308"/>
                </a:cubicBezTo>
                <a:cubicBezTo>
                  <a:pt x="301" y="307"/>
                  <a:pt x="288" y="306"/>
                  <a:pt x="268" y="306"/>
                </a:cubicBezTo>
                <a:lnTo>
                  <a:pt x="244" y="306"/>
                </a:lnTo>
                <a:cubicBezTo>
                  <a:pt x="242" y="303"/>
                  <a:pt x="240" y="302"/>
                  <a:pt x="240" y="301"/>
                </a:cubicBezTo>
                <a:cubicBezTo>
                  <a:pt x="240" y="300"/>
                  <a:pt x="241" y="296"/>
                  <a:pt x="242" y="289"/>
                </a:cubicBezTo>
                <a:cubicBezTo>
                  <a:pt x="243" y="283"/>
                  <a:pt x="245" y="279"/>
                  <a:pt x="248" y="277"/>
                </a:cubicBezTo>
                <a:lnTo>
                  <a:pt x="259" y="277"/>
                </a:lnTo>
                <a:cubicBezTo>
                  <a:pt x="276" y="277"/>
                  <a:pt x="306" y="278"/>
                  <a:pt x="348" y="278"/>
                </a:cubicBezTo>
                <a:cubicBezTo>
                  <a:pt x="365" y="278"/>
                  <a:pt x="379" y="278"/>
                  <a:pt x="390" y="278"/>
                </a:cubicBezTo>
                <a:cubicBezTo>
                  <a:pt x="400" y="278"/>
                  <a:pt x="408" y="278"/>
                  <a:pt x="413" y="277"/>
                </a:cubicBezTo>
                <a:cubicBezTo>
                  <a:pt x="417" y="277"/>
                  <a:pt x="420" y="277"/>
                  <a:pt x="420" y="277"/>
                </a:cubicBezTo>
                <a:cubicBezTo>
                  <a:pt x="426" y="277"/>
                  <a:pt x="429" y="279"/>
                  <a:pt x="429" y="283"/>
                </a:cubicBezTo>
                <a:cubicBezTo>
                  <a:pt x="429" y="284"/>
                  <a:pt x="429" y="287"/>
                  <a:pt x="428" y="292"/>
                </a:cubicBezTo>
                <a:cubicBezTo>
                  <a:pt x="426" y="300"/>
                  <a:pt x="424" y="304"/>
                  <a:pt x="422" y="305"/>
                </a:cubicBezTo>
                <a:cubicBezTo>
                  <a:pt x="420" y="306"/>
                  <a:pt x="417" y="306"/>
                  <a:pt x="412" y="306"/>
                </a:cubicBezTo>
                <a:cubicBezTo>
                  <a:pt x="404" y="306"/>
                  <a:pt x="395" y="307"/>
                  <a:pt x="386" y="308"/>
                </a:cubicBezTo>
                <a:cubicBezTo>
                  <a:pt x="383" y="309"/>
                  <a:pt x="381" y="311"/>
                  <a:pt x="379" y="314"/>
                </a:cubicBezTo>
                <a:cubicBezTo>
                  <a:pt x="378" y="316"/>
                  <a:pt x="375" y="327"/>
                  <a:pt x="371" y="346"/>
                </a:cubicBezTo>
                <a:cubicBezTo>
                  <a:pt x="367" y="360"/>
                  <a:pt x="364" y="372"/>
                  <a:pt x="361" y="382"/>
                </a:cubicBezTo>
                <a:cubicBezTo>
                  <a:pt x="350" y="425"/>
                  <a:pt x="344" y="448"/>
                  <a:pt x="343" y="449"/>
                </a:cubicBezTo>
                <a:cubicBezTo>
                  <a:pt x="342" y="450"/>
                  <a:pt x="341" y="450"/>
                  <a:pt x="340" y="450"/>
                </a:cubicBezTo>
                <a:cubicBezTo>
                  <a:pt x="336" y="450"/>
                  <a:pt x="330" y="446"/>
                  <a:pt x="322" y="437"/>
                </a:cubicBezTo>
                <a:cubicBezTo>
                  <a:pt x="314" y="429"/>
                  <a:pt x="309" y="422"/>
                  <a:pt x="307" y="418"/>
                </a:cubicBezTo>
                <a:cubicBezTo>
                  <a:pt x="307" y="417"/>
                  <a:pt x="307" y="417"/>
                  <a:pt x="306" y="418"/>
                </a:cubicBezTo>
                <a:cubicBezTo>
                  <a:pt x="305" y="418"/>
                  <a:pt x="304" y="419"/>
                  <a:pt x="302" y="421"/>
                </a:cubicBezTo>
                <a:cubicBezTo>
                  <a:pt x="271" y="450"/>
                  <a:pt x="228" y="465"/>
                  <a:pt x="175" y="465"/>
                </a:cubicBezTo>
                <a:cubicBezTo>
                  <a:pt x="122" y="465"/>
                  <a:pt x="80" y="449"/>
                  <a:pt x="49" y="416"/>
                </a:cubicBezTo>
                <a:cubicBezTo>
                  <a:pt x="17" y="383"/>
                  <a:pt x="0" y="341"/>
                  <a:pt x="0" y="29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3707640" y="2357280"/>
            <a:ext cx="258480" cy="144000"/>
          </a:xfrm>
          <a:custGeom>
            <a:avLst/>
            <a:gdLst/>
            <a:ahLst/>
            <a:rect l="0" t="0" r="r" b="b"/>
            <a:pathLst>
              <a:path w="718" h="400">
                <a:moveTo>
                  <a:pt x="15" y="359"/>
                </a:moveTo>
                <a:lnTo>
                  <a:pt x="27" y="359"/>
                </a:lnTo>
                <a:cubicBezTo>
                  <a:pt x="51" y="359"/>
                  <a:pt x="65" y="354"/>
                  <a:pt x="70" y="346"/>
                </a:cubicBezTo>
                <a:lnTo>
                  <a:pt x="70" y="339"/>
                </a:lnTo>
                <a:cubicBezTo>
                  <a:pt x="70" y="333"/>
                  <a:pt x="70" y="326"/>
                  <a:pt x="70" y="318"/>
                </a:cubicBezTo>
                <a:cubicBezTo>
                  <a:pt x="70" y="310"/>
                  <a:pt x="70" y="300"/>
                  <a:pt x="70" y="290"/>
                </a:cubicBezTo>
                <a:cubicBezTo>
                  <a:pt x="70" y="280"/>
                  <a:pt x="70" y="268"/>
                  <a:pt x="71" y="255"/>
                </a:cubicBezTo>
                <a:cubicBezTo>
                  <a:pt x="71" y="242"/>
                  <a:pt x="71" y="229"/>
                  <a:pt x="71" y="217"/>
                </a:cubicBezTo>
                <a:cubicBezTo>
                  <a:pt x="71" y="198"/>
                  <a:pt x="71" y="178"/>
                  <a:pt x="71" y="157"/>
                </a:cubicBezTo>
                <a:cubicBezTo>
                  <a:pt x="71" y="136"/>
                  <a:pt x="71" y="118"/>
                  <a:pt x="70" y="104"/>
                </a:cubicBezTo>
                <a:lnTo>
                  <a:pt x="70" y="83"/>
                </a:lnTo>
                <a:cubicBezTo>
                  <a:pt x="68" y="72"/>
                  <a:pt x="64" y="64"/>
                  <a:pt x="57" y="61"/>
                </a:cubicBezTo>
                <a:cubicBezTo>
                  <a:pt x="51" y="57"/>
                  <a:pt x="37" y="54"/>
                  <a:pt x="17" y="53"/>
                </a:cubicBezTo>
                <a:lnTo>
                  <a:pt x="0" y="53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7" y="7"/>
                </a:cubicBezTo>
                <a:cubicBezTo>
                  <a:pt x="47" y="7"/>
                  <a:pt x="58" y="6"/>
                  <a:pt x="70" y="6"/>
                </a:cubicBezTo>
                <a:cubicBezTo>
                  <a:pt x="80" y="5"/>
                  <a:pt x="92" y="4"/>
                  <a:pt x="103" y="4"/>
                </a:cubicBezTo>
                <a:cubicBezTo>
                  <a:pt x="115" y="3"/>
                  <a:pt x="124" y="2"/>
                  <a:pt x="130" y="1"/>
                </a:cubicBezTo>
                <a:cubicBezTo>
                  <a:pt x="136" y="0"/>
                  <a:pt x="139" y="0"/>
                  <a:pt x="140" y="0"/>
                </a:cubicBezTo>
                <a:lnTo>
                  <a:pt x="142" y="0"/>
                </a:lnTo>
                <a:lnTo>
                  <a:pt x="142" y="37"/>
                </a:lnTo>
                <a:cubicBezTo>
                  <a:pt x="142" y="60"/>
                  <a:pt x="143" y="72"/>
                  <a:pt x="143" y="72"/>
                </a:cubicBezTo>
                <a:cubicBezTo>
                  <a:pt x="144" y="72"/>
                  <a:pt x="145" y="70"/>
                  <a:pt x="148" y="67"/>
                </a:cubicBezTo>
                <a:cubicBezTo>
                  <a:pt x="150" y="64"/>
                  <a:pt x="154" y="60"/>
                  <a:pt x="158" y="54"/>
                </a:cubicBezTo>
                <a:cubicBezTo>
                  <a:pt x="163" y="47"/>
                  <a:pt x="169" y="42"/>
                  <a:pt x="176" y="37"/>
                </a:cubicBezTo>
                <a:cubicBezTo>
                  <a:pt x="182" y="31"/>
                  <a:pt x="191" y="26"/>
                  <a:pt x="202" y="19"/>
                </a:cubicBezTo>
                <a:cubicBezTo>
                  <a:pt x="213" y="12"/>
                  <a:pt x="224" y="8"/>
                  <a:pt x="236" y="5"/>
                </a:cubicBezTo>
                <a:cubicBezTo>
                  <a:pt x="248" y="2"/>
                  <a:pt x="263" y="0"/>
                  <a:pt x="282" y="0"/>
                </a:cubicBezTo>
                <a:cubicBezTo>
                  <a:pt x="291" y="0"/>
                  <a:pt x="300" y="1"/>
                  <a:pt x="307" y="2"/>
                </a:cubicBezTo>
                <a:cubicBezTo>
                  <a:pt x="315" y="3"/>
                  <a:pt x="322" y="5"/>
                  <a:pt x="328" y="7"/>
                </a:cubicBezTo>
                <a:cubicBezTo>
                  <a:pt x="334" y="10"/>
                  <a:pt x="340" y="12"/>
                  <a:pt x="345" y="15"/>
                </a:cubicBezTo>
                <a:cubicBezTo>
                  <a:pt x="351" y="17"/>
                  <a:pt x="355" y="20"/>
                  <a:pt x="359" y="23"/>
                </a:cubicBezTo>
                <a:cubicBezTo>
                  <a:pt x="362" y="26"/>
                  <a:pt x="366" y="29"/>
                  <a:pt x="369" y="33"/>
                </a:cubicBezTo>
                <a:cubicBezTo>
                  <a:pt x="372" y="37"/>
                  <a:pt x="374" y="41"/>
                  <a:pt x="377" y="44"/>
                </a:cubicBezTo>
                <a:cubicBezTo>
                  <a:pt x="379" y="47"/>
                  <a:pt x="381" y="50"/>
                  <a:pt x="383" y="54"/>
                </a:cubicBezTo>
                <a:cubicBezTo>
                  <a:pt x="385" y="57"/>
                  <a:pt x="386" y="60"/>
                  <a:pt x="387" y="63"/>
                </a:cubicBezTo>
                <a:cubicBezTo>
                  <a:pt x="387" y="65"/>
                  <a:pt x="388" y="67"/>
                  <a:pt x="390" y="70"/>
                </a:cubicBezTo>
                <a:lnTo>
                  <a:pt x="391" y="74"/>
                </a:lnTo>
                <a:lnTo>
                  <a:pt x="394" y="71"/>
                </a:lnTo>
                <a:cubicBezTo>
                  <a:pt x="396" y="68"/>
                  <a:pt x="398" y="66"/>
                  <a:pt x="399" y="63"/>
                </a:cubicBezTo>
                <a:cubicBezTo>
                  <a:pt x="401" y="61"/>
                  <a:pt x="404" y="58"/>
                  <a:pt x="408" y="54"/>
                </a:cubicBezTo>
                <a:cubicBezTo>
                  <a:pt x="411" y="49"/>
                  <a:pt x="415" y="45"/>
                  <a:pt x="419" y="42"/>
                </a:cubicBezTo>
                <a:cubicBezTo>
                  <a:pt x="424" y="38"/>
                  <a:pt x="428" y="33"/>
                  <a:pt x="433" y="29"/>
                </a:cubicBezTo>
                <a:cubicBezTo>
                  <a:pt x="438" y="25"/>
                  <a:pt x="444" y="21"/>
                  <a:pt x="451" y="18"/>
                </a:cubicBezTo>
                <a:cubicBezTo>
                  <a:pt x="458" y="15"/>
                  <a:pt x="465" y="12"/>
                  <a:pt x="472" y="9"/>
                </a:cubicBezTo>
                <a:cubicBezTo>
                  <a:pt x="478" y="6"/>
                  <a:pt x="486" y="4"/>
                  <a:pt x="495" y="3"/>
                </a:cubicBezTo>
                <a:cubicBezTo>
                  <a:pt x="504" y="2"/>
                  <a:pt x="514" y="1"/>
                  <a:pt x="523" y="0"/>
                </a:cubicBezTo>
                <a:cubicBezTo>
                  <a:pt x="599" y="0"/>
                  <a:pt x="640" y="34"/>
                  <a:pt x="647" y="103"/>
                </a:cubicBezTo>
                <a:cubicBezTo>
                  <a:pt x="647" y="107"/>
                  <a:pt x="648" y="149"/>
                  <a:pt x="648" y="229"/>
                </a:cubicBezTo>
                <a:lnTo>
                  <a:pt x="648" y="306"/>
                </a:lnTo>
                <a:cubicBezTo>
                  <a:pt x="648" y="329"/>
                  <a:pt x="648" y="343"/>
                  <a:pt x="650" y="347"/>
                </a:cubicBezTo>
                <a:cubicBezTo>
                  <a:pt x="651" y="351"/>
                  <a:pt x="654" y="354"/>
                  <a:pt x="659" y="356"/>
                </a:cubicBezTo>
                <a:cubicBezTo>
                  <a:pt x="672" y="358"/>
                  <a:pt x="687" y="359"/>
                  <a:pt x="704" y="359"/>
                </a:cubicBezTo>
                <a:lnTo>
                  <a:pt x="718" y="359"/>
                </a:lnTo>
                <a:lnTo>
                  <a:pt x="718" y="400"/>
                </a:lnTo>
                <a:lnTo>
                  <a:pt x="711" y="400"/>
                </a:lnTo>
                <a:lnTo>
                  <a:pt x="690" y="399"/>
                </a:lnTo>
                <a:cubicBezTo>
                  <a:pt x="676" y="399"/>
                  <a:pt x="660" y="398"/>
                  <a:pt x="644" y="398"/>
                </a:cubicBezTo>
                <a:cubicBezTo>
                  <a:pt x="628" y="398"/>
                  <a:pt x="616" y="398"/>
                  <a:pt x="610" y="397"/>
                </a:cubicBezTo>
                <a:cubicBezTo>
                  <a:pt x="548" y="397"/>
                  <a:pt x="514" y="398"/>
                  <a:pt x="509" y="400"/>
                </a:cubicBezTo>
                <a:lnTo>
                  <a:pt x="501" y="400"/>
                </a:lnTo>
                <a:lnTo>
                  <a:pt x="501" y="359"/>
                </a:lnTo>
                <a:lnTo>
                  <a:pt x="516" y="359"/>
                </a:lnTo>
                <a:cubicBezTo>
                  <a:pt x="553" y="359"/>
                  <a:pt x="571" y="354"/>
                  <a:pt x="571" y="344"/>
                </a:cubicBezTo>
                <a:cubicBezTo>
                  <a:pt x="572" y="343"/>
                  <a:pt x="572" y="301"/>
                  <a:pt x="572" y="220"/>
                </a:cubicBezTo>
                <a:cubicBezTo>
                  <a:pt x="571" y="138"/>
                  <a:pt x="571" y="95"/>
                  <a:pt x="570" y="91"/>
                </a:cubicBezTo>
                <a:cubicBezTo>
                  <a:pt x="566" y="74"/>
                  <a:pt x="560" y="61"/>
                  <a:pt x="552" y="53"/>
                </a:cubicBezTo>
                <a:cubicBezTo>
                  <a:pt x="544" y="44"/>
                  <a:pt x="536" y="39"/>
                  <a:pt x="530" y="37"/>
                </a:cubicBezTo>
                <a:cubicBezTo>
                  <a:pt x="524" y="34"/>
                  <a:pt x="517" y="34"/>
                  <a:pt x="507" y="34"/>
                </a:cubicBezTo>
                <a:cubicBezTo>
                  <a:pt x="480" y="34"/>
                  <a:pt x="456" y="46"/>
                  <a:pt x="436" y="66"/>
                </a:cubicBezTo>
                <a:cubicBezTo>
                  <a:pt x="419" y="82"/>
                  <a:pt x="409" y="99"/>
                  <a:pt x="405" y="116"/>
                </a:cubicBezTo>
                <a:cubicBezTo>
                  <a:pt x="401" y="133"/>
                  <a:pt x="398" y="158"/>
                  <a:pt x="398" y="191"/>
                </a:cubicBezTo>
                <a:lnTo>
                  <a:pt x="398" y="248"/>
                </a:lnTo>
                <a:lnTo>
                  <a:pt x="398" y="303"/>
                </a:lnTo>
                <a:cubicBezTo>
                  <a:pt x="398" y="321"/>
                  <a:pt x="398" y="333"/>
                  <a:pt x="399" y="339"/>
                </a:cubicBezTo>
                <a:cubicBezTo>
                  <a:pt x="399" y="345"/>
                  <a:pt x="400" y="349"/>
                  <a:pt x="401" y="350"/>
                </a:cubicBezTo>
                <a:cubicBezTo>
                  <a:pt x="402" y="352"/>
                  <a:pt x="405" y="354"/>
                  <a:pt x="409" y="356"/>
                </a:cubicBezTo>
                <a:cubicBezTo>
                  <a:pt x="422" y="358"/>
                  <a:pt x="437" y="359"/>
                  <a:pt x="454" y="359"/>
                </a:cubicBezTo>
                <a:lnTo>
                  <a:pt x="468" y="359"/>
                </a:lnTo>
                <a:lnTo>
                  <a:pt x="468" y="400"/>
                </a:lnTo>
                <a:lnTo>
                  <a:pt x="461" y="400"/>
                </a:lnTo>
                <a:lnTo>
                  <a:pt x="439" y="399"/>
                </a:lnTo>
                <a:cubicBezTo>
                  <a:pt x="425" y="399"/>
                  <a:pt x="410" y="398"/>
                  <a:pt x="394" y="398"/>
                </a:cubicBezTo>
                <a:cubicBezTo>
                  <a:pt x="378" y="398"/>
                  <a:pt x="366" y="398"/>
                  <a:pt x="360" y="397"/>
                </a:cubicBezTo>
                <a:cubicBezTo>
                  <a:pt x="298" y="397"/>
                  <a:pt x="264" y="398"/>
                  <a:pt x="259" y="400"/>
                </a:cubicBezTo>
                <a:lnTo>
                  <a:pt x="251" y="400"/>
                </a:lnTo>
                <a:lnTo>
                  <a:pt x="251" y="359"/>
                </a:lnTo>
                <a:lnTo>
                  <a:pt x="266" y="359"/>
                </a:lnTo>
                <a:cubicBezTo>
                  <a:pt x="303" y="359"/>
                  <a:pt x="321" y="354"/>
                  <a:pt x="321" y="344"/>
                </a:cubicBezTo>
                <a:cubicBezTo>
                  <a:pt x="322" y="343"/>
                  <a:pt x="322" y="301"/>
                  <a:pt x="322" y="220"/>
                </a:cubicBezTo>
                <a:cubicBezTo>
                  <a:pt x="321" y="138"/>
                  <a:pt x="321" y="95"/>
                  <a:pt x="320" y="91"/>
                </a:cubicBezTo>
                <a:cubicBezTo>
                  <a:pt x="316" y="74"/>
                  <a:pt x="310" y="61"/>
                  <a:pt x="302" y="53"/>
                </a:cubicBezTo>
                <a:cubicBezTo>
                  <a:pt x="294" y="44"/>
                  <a:pt x="286" y="39"/>
                  <a:pt x="280" y="37"/>
                </a:cubicBezTo>
                <a:cubicBezTo>
                  <a:pt x="274" y="34"/>
                  <a:pt x="266" y="34"/>
                  <a:pt x="257" y="34"/>
                </a:cubicBezTo>
                <a:cubicBezTo>
                  <a:pt x="230" y="34"/>
                  <a:pt x="206" y="46"/>
                  <a:pt x="186" y="66"/>
                </a:cubicBezTo>
                <a:cubicBezTo>
                  <a:pt x="169" y="82"/>
                  <a:pt x="159" y="99"/>
                  <a:pt x="155" y="116"/>
                </a:cubicBezTo>
                <a:cubicBezTo>
                  <a:pt x="151" y="133"/>
                  <a:pt x="148" y="158"/>
                  <a:pt x="148" y="191"/>
                </a:cubicBezTo>
                <a:lnTo>
                  <a:pt x="148" y="248"/>
                </a:lnTo>
                <a:lnTo>
                  <a:pt x="148" y="303"/>
                </a:lnTo>
                <a:cubicBezTo>
                  <a:pt x="148" y="321"/>
                  <a:pt x="148" y="333"/>
                  <a:pt x="149" y="339"/>
                </a:cubicBezTo>
                <a:cubicBezTo>
                  <a:pt x="149" y="345"/>
                  <a:pt x="150" y="349"/>
                  <a:pt x="151" y="350"/>
                </a:cubicBezTo>
                <a:cubicBezTo>
                  <a:pt x="152" y="352"/>
                  <a:pt x="155" y="354"/>
                  <a:pt x="159" y="356"/>
                </a:cubicBezTo>
                <a:cubicBezTo>
                  <a:pt x="172" y="358"/>
                  <a:pt x="187" y="359"/>
                  <a:pt x="204" y="359"/>
                </a:cubicBezTo>
                <a:lnTo>
                  <a:pt x="218" y="359"/>
                </a:lnTo>
                <a:lnTo>
                  <a:pt x="218" y="400"/>
                </a:lnTo>
                <a:lnTo>
                  <a:pt x="211" y="400"/>
                </a:lnTo>
                <a:lnTo>
                  <a:pt x="190" y="399"/>
                </a:lnTo>
                <a:cubicBezTo>
                  <a:pt x="176" y="399"/>
                  <a:pt x="160" y="398"/>
                  <a:pt x="144" y="398"/>
                </a:cubicBezTo>
                <a:cubicBezTo>
                  <a:pt x="128" y="398"/>
                  <a:pt x="116" y="398"/>
                  <a:pt x="110" y="397"/>
                </a:cubicBezTo>
                <a:cubicBezTo>
                  <a:pt x="47" y="397"/>
                  <a:pt x="13" y="398"/>
                  <a:pt x="8" y="400"/>
                </a:cubicBezTo>
                <a:lnTo>
                  <a:pt x="0" y="400"/>
                </a:lnTo>
                <a:lnTo>
                  <a:pt x="0" y="359"/>
                </a:lnTo>
                <a:lnTo>
                  <a:pt x="15" y="35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3981240" y="2355480"/>
            <a:ext cx="149760" cy="149400"/>
          </a:xfrm>
          <a:custGeom>
            <a:avLst/>
            <a:gdLst/>
            <a:ahLst/>
            <a:rect l="0" t="0" r="r" b="b"/>
            <a:pathLst>
              <a:path w="416" h="415">
                <a:moveTo>
                  <a:pt x="93" y="129"/>
                </a:moveTo>
                <a:cubicBezTo>
                  <a:pt x="93" y="129"/>
                  <a:pt x="87" y="129"/>
                  <a:pt x="74" y="129"/>
                </a:cubicBezTo>
                <a:cubicBezTo>
                  <a:pt x="60" y="129"/>
                  <a:pt x="49" y="124"/>
                  <a:pt x="40" y="115"/>
                </a:cubicBezTo>
                <a:cubicBezTo>
                  <a:pt x="31" y="106"/>
                  <a:pt x="27" y="95"/>
                  <a:pt x="27" y="80"/>
                </a:cubicBezTo>
                <a:cubicBezTo>
                  <a:pt x="27" y="59"/>
                  <a:pt x="37" y="40"/>
                  <a:pt x="57" y="24"/>
                </a:cubicBezTo>
                <a:cubicBezTo>
                  <a:pt x="78" y="8"/>
                  <a:pt x="114" y="0"/>
                  <a:pt x="167" y="0"/>
                </a:cubicBezTo>
                <a:cubicBezTo>
                  <a:pt x="210" y="0"/>
                  <a:pt x="246" y="9"/>
                  <a:pt x="273" y="29"/>
                </a:cubicBezTo>
                <a:cubicBezTo>
                  <a:pt x="300" y="48"/>
                  <a:pt x="318" y="71"/>
                  <a:pt x="328" y="97"/>
                </a:cubicBezTo>
                <a:cubicBezTo>
                  <a:pt x="331" y="106"/>
                  <a:pt x="333" y="115"/>
                  <a:pt x="333" y="125"/>
                </a:cubicBezTo>
                <a:cubicBezTo>
                  <a:pt x="333" y="135"/>
                  <a:pt x="333" y="170"/>
                  <a:pt x="334" y="229"/>
                </a:cubicBezTo>
                <a:lnTo>
                  <a:pt x="334" y="293"/>
                </a:lnTo>
                <a:cubicBezTo>
                  <a:pt x="334" y="322"/>
                  <a:pt x="335" y="342"/>
                  <a:pt x="338" y="353"/>
                </a:cubicBezTo>
                <a:cubicBezTo>
                  <a:pt x="341" y="364"/>
                  <a:pt x="347" y="369"/>
                  <a:pt x="357" y="369"/>
                </a:cubicBezTo>
                <a:cubicBezTo>
                  <a:pt x="366" y="369"/>
                  <a:pt x="372" y="364"/>
                  <a:pt x="375" y="355"/>
                </a:cubicBezTo>
                <a:cubicBezTo>
                  <a:pt x="378" y="345"/>
                  <a:pt x="380" y="329"/>
                  <a:pt x="380" y="307"/>
                </a:cubicBezTo>
                <a:lnTo>
                  <a:pt x="380" y="273"/>
                </a:lnTo>
                <a:lnTo>
                  <a:pt x="416" y="273"/>
                </a:lnTo>
                <a:lnTo>
                  <a:pt x="416" y="309"/>
                </a:lnTo>
                <a:cubicBezTo>
                  <a:pt x="415" y="334"/>
                  <a:pt x="414" y="348"/>
                  <a:pt x="413" y="352"/>
                </a:cubicBezTo>
                <a:cubicBezTo>
                  <a:pt x="408" y="370"/>
                  <a:pt x="397" y="384"/>
                  <a:pt x="381" y="394"/>
                </a:cubicBezTo>
                <a:cubicBezTo>
                  <a:pt x="366" y="405"/>
                  <a:pt x="349" y="410"/>
                  <a:pt x="332" y="411"/>
                </a:cubicBezTo>
                <a:cubicBezTo>
                  <a:pt x="313" y="411"/>
                  <a:pt x="299" y="406"/>
                  <a:pt x="288" y="394"/>
                </a:cubicBezTo>
                <a:cubicBezTo>
                  <a:pt x="278" y="383"/>
                  <a:pt x="270" y="370"/>
                  <a:pt x="267" y="356"/>
                </a:cubicBezTo>
                <a:lnTo>
                  <a:pt x="267" y="353"/>
                </a:lnTo>
                <a:lnTo>
                  <a:pt x="265" y="355"/>
                </a:lnTo>
                <a:cubicBezTo>
                  <a:pt x="264" y="357"/>
                  <a:pt x="262" y="359"/>
                  <a:pt x="260" y="361"/>
                </a:cubicBezTo>
                <a:cubicBezTo>
                  <a:pt x="259" y="363"/>
                  <a:pt x="256" y="365"/>
                  <a:pt x="253" y="369"/>
                </a:cubicBezTo>
                <a:cubicBezTo>
                  <a:pt x="250" y="373"/>
                  <a:pt x="247" y="376"/>
                  <a:pt x="242" y="379"/>
                </a:cubicBezTo>
                <a:cubicBezTo>
                  <a:pt x="238" y="382"/>
                  <a:pt x="234" y="386"/>
                  <a:pt x="229" y="390"/>
                </a:cubicBezTo>
                <a:cubicBezTo>
                  <a:pt x="224" y="394"/>
                  <a:pt x="219" y="397"/>
                  <a:pt x="213" y="400"/>
                </a:cubicBezTo>
                <a:cubicBezTo>
                  <a:pt x="207" y="402"/>
                  <a:pt x="200" y="405"/>
                  <a:pt x="193" y="407"/>
                </a:cubicBezTo>
                <a:cubicBezTo>
                  <a:pt x="185" y="409"/>
                  <a:pt x="178" y="411"/>
                  <a:pt x="169" y="412"/>
                </a:cubicBezTo>
                <a:cubicBezTo>
                  <a:pt x="161" y="414"/>
                  <a:pt x="151" y="414"/>
                  <a:pt x="141" y="415"/>
                </a:cubicBezTo>
                <a:cubicBezTo>
                  <a:pt x="105" y="415"/>
                  <a:pt x="73" y="406"/>
                  <a:pt x="44" y="387"/>
                </a:cubicBezTo>
                <a:cubicBezTo>
                  <a:pt x="15" y="368"/>
                  <a:pt x="0" y="342"/>
                  <a:pt x="0" y="309"/>
                </a:cubicBezTo>
                <a:cubicBezTo>
                  <a:pt x="0" y="296"/>
                  <a:pt x="3" y="283"/>
                  <a:pt x="7" y="271"/>
                </a:cubicBezTo>
                <a:cubicBezTo>
                  <a:pt x="11" y="260"/>
                  <a:pt x="19" y="248"/>
                  <a:pt x="31" y="234"/>
                </a:cubicBezTo>
                <a:cubicBezTo>
                  <a:pt x="43" y="221"/>
                  <a:pt x="58" y="210"/>
                  <a:pt x="74" y="201"/>
                </a:cubicBezTo>
                <a:cubicBezTo>
                  <a:pt x="91" y="192"/>
                  <a:pt x="115" y="184"/>
                  <a:pt x="145" y="176"/>
                </a:cubicBezTo>
                <a:cubicBezTo>
                  <a:pt x="175" y="168"/>
                  <a:pt x="208" y="163"/>
                  <a:pt x="244" y="162"/>
                </a:cubicBezTo>
                <a:lnTo>
                  <a:pt x="257" y="162"/>
                </a:lnTo>
                <a:lnTo>
                  <a:pt x="257" y="142"/>
                </a:lnTo>
                <a:cubicBezTo>
                  <a:pt x="257" y="122"/>
                  <a:pt x="255" y="107"/>
                  <a:pt x="251" y="97"/>
                </a:cubicBezTo>
                <a:cubicBezTo>
                  <a:pt x="238" y="54"/>
                  <a:pt x="209" y="33"/>
                  <a:pt x="164" y="33"/>
                </a:cubicBezTo>
                <a:cubicBezTo>
                  <a:pt x="153" y="33"/>
                  <a:pt x="143" y="33"/>
                  <a:pt x="133" y="34"/>
                </a:cubicBezTo>
                <a:cubicBezTo>
                  <a:pt x="124" y="35"/>
                  <a:pt x="116" y="36"/>
                  <a:pt x="111" y="38"/>
                </a:cubicBezTo>
                <a:cubicBezTo>
                  <a:pt x="105" y="39"/>
                  <a:pt x="103" y="40"/>
                  <a:pt x="103" y="40"/>
                </a:cubicBezTo>
                <a:cubicBezTo>
                  <a:pt x="117" y="49"/>
                  <a:pt x="123" y="63"/>
                  <a:pt x="123" y="80"/>
                </a:cubicBezTo>
                <a:cubicBezTo>
                  <a:pt x="123" y="95"/>
                  <a:pt x="118" y="107"/>
                  <a:pt x="109" y="115"/>
                </a:cubicBezTo>
                <a:lnTo>
                  <a:pt x="93" y="129"/>
                </a:lnTo>
                <a:moveTo>
                  <a:pt x="83" y="309"/>
                </a:moveTo>
                <a:cubicBezTo>
                  <a:pt x="83" y="328"/>
                  <a:pt x="91" y="345"/>
                  <a:pt x="105" y="359"/>
                </a:cubicBezTo>
                <a:cubicBezTo>
                  <a:pt x="120" y="374"/>
                  <a:pt x="137" y="381"/>
                  <a:pt x="158" y="382"/>
                </a:cubicBezTo>
                <a:cubicBezTo>
                  <a:pt x="181" y="382"/>
                  <a:pt x="201" y="375"/>
                  <a:pt x="219" y="361"/>
                </a:cubicBezTo>
                <a:cubicBezTo>
                  <a:pt x="236" y="347"/>
                  <a:pt x="248" y="329"/>
                  <a:pt x="254" y="307"/>
                </a:cubicBezTo>
                <a:cubicBezTo>
                  <a:pt x="255" y="303"/>
                  <a:pt x="256" y="282"/>
                  <a:pt x="257" y="246"/>
                </a:cubicBezTo>
                <a:cubicBezTo>
                  <a:pt x="257" y="211"/>
                  <a:pt x="256" y="194"/>
                  <a:pt x="256" y="194"/>
                </a:cubicBezTo>
                <a:cubicBezTo>
                  <a:pt x="251" y="194"/>
                  <a:pt x="245" y="194"/>
                  <a:pt x="237" y="195"/>
                </a:cubicBezTo>
                <a:cubicBezTo>
                  <a:pt x="229" y="195"/>
                  <a:pt x="216" y="198"/>
                  <a:pt x="196" y="203"/>
                </a:cubicBezTo>
                <a:cubicBezTo>
                  <a:pt x="177" y="208"/>
                  <a:pt x="160" y="214"/>
                  <a:pt x="144" y="221"/>
                </a:cubicBezTo>
                <a:cubicBezTo>
                  <a:pt x="128" y="228"/>
                  <a:pt x="114" y="239"/>
                  <a:pt x="102" y="254"/>
                </a:cubicBezTo>
                <a:cubicBezTo>
                  <a:pt x="90" y="269"/>
                  <a:pt x="84" y="287"/>
                  <a:pt x="83" y="3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4136400" y="2360880"/>
            <a:ext cx="164520" cy="140400"/>
          </a:xfrm>
          <a:custGeom>
            <a:avLst/>
            <a:gdLst/>
            <a:ahLst/>
            <a:rect l="0" t="0" r="r" b="b"/>
            <a:pathLst>
              <a:path w="457" h="390">
                <a:moveTo>
                  <a:pt x="173" y="390"/>
                </a:moveTo>
                <a:cubicBezTo>
                  <a:pt x="165" y="388"/>
                  <a:pt x="136" y="387"/>
                  <a:pt x="82" y="387"/>
                </a:cubicBezTo>
                <a:cubicBezTo>
                  <a:pt x="36" y="387"/>
                  <a:pt x="11" y="388"/>
                  <a:pt x="5" y="390"/>
                </a:cubicBezTo>
                <a:lnTo>
                  <a:pt x="0" y="390"/>
                </a:lnTo>
                <a:lnTo>
                  <a:pt x="0" y="349"/>
                </a:lnTo>
                <a:lnTo>
                  <a:pt x="13" y="349"/>
                </a:lnTo>
                <a:cubicBezTo>
                  <a:pt x="26" y="348"/>
                  <a:pt x="39" y="346"/>
                  <a:pt x="51" y="343"/>
                </a:cubicBezTo>
                <a:cubicBezTo>
                  <a:pt x="62" y="340"/>
                  <a:pt x="71" y="337"/>
                  <a:pt x="77" y="335"/>
                </a:cubicBezTo>
                <a:cubicBezTo>
                  <a:pt x="83" y="333"/>
                  <a:pt x="90" y="328"/>
                  <a:pt x="99" y="320"/>
                </a:cubicBezTo>
                <a:cubicBezTo>
                  <a:pt x="108" y="312"/>
                  <a:pt x="115" y="306"/>
                  <a:pt x="117" y="303"/>
                </a:cubicBezTo>
                <a:cubicBezTo>
                  <a:pt x="118" y="300"/>
                  <a:pt x="125" y="293"/>
                  <a:pt x="136" y="280"/>
                </a:cubicBezTo>
                <a:cubicBezTo>
                  <a:pt x="146" y="267"/>
                  <a:pt x="152" y="259"/>
                  <a:pt x="154" y="255"/>
                </a:cubicBezTo>
                <a:lnTo>
                  <a:pt x="195" y="200"/>
                </a:lnTo>
                <a:lnTo>
                  <a:pt x="143" y="129"/>
                </a:lnTo>
                <a:cubicBezTo>
                  <a:pt x="137" y="121"/>
                  <a:pt x="132" y="113"/>
                  <a:pt x="126" y="105"/>
                </a:cubicBezTo>
                <a:cubicBezTo>
                  <a:pt x="120" y="96"/>
                  <a:pt x="115" y="90"/>
                  <a:pt x="110" y="86"/>
                </a:cubicBezTo>
                <a:cubicBezTo>
                  <a:pt x="107" y="82"/>
                  <a:pt x="103" y="77"/>
                  <a:pt x="100" y="72"/>
                </a:cubicBezTo>
                <a:cubicBezTo>
                  <a:pt x="97" y="67"/>
                  <a:pt x="94" y="64"/>
                  <a:pt x="92" y="61"/>
                </a:cubicBezTo>
                <a:cubicBezTo>
                  <a:pt x="90" y="59"/>
                  <a:pt x="88" y="57"/>
                  <a:pt x="87" y="55"/>
                </a:cubicBezTo>
                <a:cubicBezTo>
                  <a:pt x="85" y="53"/>
                  <a:pt x="83" y="52"/>
                  <a:pt x="80" y="50"/>
                </a:cubicBezTo>
                <a:cubicBezTo>
                  <a:pt x="77" y="48"/>
                  <a:pt x="76" y="47"/>
                  <a:pt x="75" y="47"/>
                </a:cubicBezTo>
                <a:cubicBezTo>
                  <a:pt x="74" y="47"/>
                  <a:pt x="73" y="46"/>
                  <a:pt x="70" y="45"/>
                </a:cubicBezTo>
                <a:cubicBezTo>
                  <a:pt x="67" y="44"/>
                  <a:pt x="64" y="43"/>
                  <a:pt x="62" y="43"/>
                </a:cubicBezTo>
                <a:cubicBezTo>
                  <a:pt x="59" y="43"/>
                  <a:pt x="48" y="43"/>
                  <a:pt x="30" y="42"/>
                </a:cubicBezTo>
                <a:lnTo>
                  <a:pt x="5" y="42"/>
                </a:lnTo>
                <a:lnTo>
                  <a:pt x="5" y="0"/>
                </a:lnTo>
                <a:lnTo>
                  <a:pt x="11" y="0"/>
                </a:lnTo>
                <a:cubicBezTo>
                  <a:pt x="33" y="1"/>
                  <a:pt x="63" y="2"/>
                  <a:pt x="104" y="2"/>
                </a:cubicBezTo>
                <a:cubicBezTo>
                  <a:pt x="161" y="2"/>
                  <a:pt x="192" y="1"/>
                  <a:pt x="198" y="0"/>
                </a:cubicBezTo>
                <a:lnTo>
                  <a:pt x="205" y="0"/>
                </a:lnTo>
                <a:lnTo>
                  <a:pt x="205" y="42"/>
                </a:lnTo>
                <a:cubicBezTo>
                  <a:pt x="183" y="44"/>
                  <a:pt x="173" y="49"/>
                  <a:pt x="173" y="56"/>
                </a:cubicBezTo>
                <a:cubicBezTo>
                  <a:pt x="173" y="57"/>
                  <a:pt x="176" y="62"/>
                  <a:pt x="182" y="70"/>
                </a:cubicBezTo>
                <a:cubicBezTo>
                  <a:pt x="188" y="79"/>
                  <a:pt x="196" y="90"/>
                  <a:pt x="207" y="105"/>
                </a:cubicBezTo>
                <a:cubicBezTo>
                  <a:pt x="218" y="119"/>
                  <a:pt x="226" y="132"/>
                  <a:pt x="233" y="142"/>
                </a:cubicBezTo>
                <a:lnTo>
                  <a:pt x="237" y="145"/>
                </a:lnTo>
                <a:lnTo>
                  <a:pt x="259" y="115"/>
                </a:lnTo>
                <a:cubicBezTo>
                  <a:pt x="278" y="90"/>
                  <a:pt x="288" y="74"/>
                  <a:pt x="288" y="66"/>
                </a:cubicBezTo>
                <a:cubicBezTo>
                  <a:pt x="288" y="62"/>
                  <a:pt x="287" y="59"/>
                  <a:pt x="286" y="56"/>
                </a:cubicBezTo>
                <a:cubicBezTo>
                  <a:pt x="285" y="53"/>
                  <a:pt x="284" y="51"/>
                  <a:pt x="282" y="50"/>
                </a:cubicBezTo>
                <a:cubicBezTo>
                  <a:pt x="280" y="49"/>
                  <a:pt x="278" y="47"/>
                  <a:pt x="277" y="46"/>
                </a:cubicBezTo>
                <a:cubicBezTo>
                  <a:pt x="276" y="45"/>
                  <a:pt x="274" y="44"/>
                  <a:pt x="271" y="43"/>
                </a:cubicBezTo>
                <a:lnTo>
                  <a:pt x="268" y="42"/>
                </a:lnTo>
                <a:lnTo>
                  <a:pt x="264" y="42"/>
                </a:lnTo>
                <a:lnTo>
                  <a:pt x="264" y="0"/>
                </a:lnTo>
                <a:lnTo>
                  <a:pt x="270" y="0"/>
                </a:lnTo>
                <a:cubicBezTo>
                  <a:pt x="279" y="2"/>
                  <a:pt x="309" y="3"/>
                  <a:pt x="359" y="3"/>
                </a:cubicBezTo>
                <a:cubicBezTo>
                  <a:pt x="407" y="3"/>
                  <a:pt x="432" y="2"/>
                  <a:pt x="436" y="0"/>
                </a:cubicBezTo>
                <a:lnTo>
                  <a:pt x="442" y="0"/>
                </a:lnTo>
                <a:lnTo>
                  <a:pt x="442" y="42"/>
                </a:lnTo>
                <a:lnTo>
                  <a:pt x="435" y="42"/>
                </a:lnTo>
                <a:cubicBezTo>
                  <a:pt x="406" y="42"/>
                  <a:pt x="381" y="47"/>
                  <a:pt x="362" y="57"/>
                </a:cubicBezTo>
                <a:cubicBezTo>
                  <a:pt x="352" y="62"/>
                  <a:pt x="342" y="70"/>
                  <a:pt x="331" y="81"/>
                </a:cubicBezTo>
                <a:cubicBezTo>
                  <a:pt x="321" y="93"/>
                  <a:pt x="302" y="118"/>
                  <a:pt x="273" y="157"/>
                </a:cubicBezTo>
                <a:lnTo>
                  <a:pt x="258" y="176"/>
                </a:lnTo>
                <a:lnTo>
                  <a:pt x="314" y="254"/>
                </a:lnTo>
                <a:cubicBezTo>
                  <a:pt x="354" y="308"/>
                  <a:pt x="375" y="336"/>
                  <a:pt x="378" y="339"/>
                </a:cubicBezTo>
                <a:cubicBezTo>
                  <a:pt x="381" y="341"/>
                  <a:pt x="386" y="343"/>
                  <a:pt x="394" y="345"/>
                </a:cubicBezTo>
                <a:cubicBezTo>
                  <a:pt x="405" y="347"/>
                  <a:pt x="420" y="349"/>
                  <a:pt x="442" y="349"/>
                </a:cubicBezTo>
                <a:lnTo>
                  <a:pt x="457" y="349"/>
                </a:lnTo>
                <a:lnTo>
                  <a:pt x="457" y="390"/>
                </a:lnTo>
                <a:lnTo>
                  <a:pt x="451" y="390"/>
                </a:lnTo>
                <a:lnTo>
                  <a:pt x="444" y="390"/>
                </a:lnTo>
                <a:cubicBezTo>
                  <a:pt x="439" y="390"/>
                  <a:pt x="433" y="389"/>
                  <a:pt x="426" y="389"/>
                </a:cubicBezTo>
                <a:cubicBezTo>
                  <a:pt x="419" y="389"/>
                  <a:pt x="411" y="389"/>
                  <a:pt x="404" y="388"/>
                </a:cubicBezTo>
                <a:cubicBezTo>
                  <a:pt x="396" y="388"/>
                  <a:pt x="388" y="388"/>
                  <a:pt x="381" y="388"/>
                </a:cubicBezTo>
                <a:cubicBezTo>
                  <a:pt x="374" y="389"/>
                  <a:pt x="368" y="389"/>
                  <a:pt x="365" y="387"/>
                </a:cubicBezTo>
                <a:cubicBezTo>
                  <a:pt x="358" y="387"/>
                  <a:pt x="347" y="387"/>
                  <a:pt x="331" y="387"/>
                </a:cubicBezTo>
                <a:cubicBezTo>
                  <a:pt x="316" y="387"/>
                  <a:pt x="301" y="388"/>
                  <a:pt x="286" y="389"/>
                </a:cubicBezTo>
                <a:lnTo>
                  <a:pt x="265" y="390"/>
                </a:lnTo>
                <a:lnTo>
                  <a:pt x="257" y="390"/>
                </a:lnTo>
                <a:lnTo>
                  <a:pt x="257" y="349"/>
                </a:lnTo>
                <a:lnTo>
                  <a:pt x="260" y="349"/>
                </a:lnTo>
                <a:cubicBezTo>
                  <a:pt x="267" y="349"/>
                  <a:pt x="273" y="347"/>
                  <a:pt x="280" y="344"/>
                </a:cubicBezTo>
                <a:cubicBezTo>
                  <a:pt x="287" y="341"/>
                  <a:pt x="290" y="337"/>
                  <a:pt x="290" y="333"/>
                </a:cubicBezTo>
                <a:cubicBezTo>
                  <a:pt x="290" y="332"/>
                  <a:pt x="278" y="315"/>
                  <a:pt x="254" y="282"/>
                </a:cubicBezTo>
                <a:lnTo>
                  <a:pt x="217" y="231"/>
                </a:lnTo>
                <a:cubicBezTo>
                  <a:pt x="216" y="232"/>
                  <a:pt x="207" y="244"/>
                  <a:pt x="189" y="270"/>
                </a:cubicBezTo>
                <a:cubicBezTo>
                  <a:pt x="171" y="295"/>
                  <a:pt x="160" y="308"/>
                  <a:pt x="158" y="311"/>
                </a:cubicBezTo>
                <a:cubicBezTo>
                  <a:pt x="156" y="314"/>
                  <a:pt x="154" y="318"/>
                  <a:pt x="154" y="323"/>
                </a:cubicBezTo>
                <a:cubicBezTo>
                  <a:pt x="154" y="330"/>
                  <a:pt x="157" y="336"/>
                  <a:pt x="161" y="340"/>
                </a:cubicBezTo>
                <a:cubicBezTo>
                  <a:pt x="165" y="345"/>
                  <a:pt x="170" y="348"/>
                  <a:pt x="177" y="349"/>
                </a:cubicBezTo>
                <a:cubicBezTo>
                  <a:pt x="178" y="349"/>
                  <a:pt x="179" y="356"/>
                  <a:pt x="179" y="369"/>
                </a:cubicBezTo>
                <a:lnTo>
                  <a:pt x="179" y="390"/>
                </a:lnTo>
                <a:lnTo>
                  <a:pt x="173" y="39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3914640" y="2558880"/>
            <a:ext cx="177120" cy="157320"/>
          </a:xfrm>
          <a:custGeom>
            <a:avLst/>
            <a:gdLst/>
            <a:ahLst/>
            <a:rect l="0" t="0" r="r" b="b"/>
            <a:pathLst>
              <a:path w="492" h="437">
                <a:moveTo>
                  <a:pt x="162" y="35"/>
                </a:moveTo>
                <a:cubicBezTo>
                  <a:pt x="162" y="32"/>
                  <a:pt x="150" y="30"/>
                  <a:pt x="125" y="29"/>
                </a:cubicBezTo>
                <a:cubicBezTo>
                  <a:pt x="116" y="29"/>
                  <a:pt x="109" y="29"/>
                  <a:pt x="106" y="29"/>
                </a:cubicBezTo>
                <a:cubicBezTo>
                  <a:pt x="103" y="28"/>
                  <a:pt x="102" y="26"/>
                  <a:pt x="102" y="23"/>
                </a:cubicBezTo>
                <a:cubicBezTo>
                  <a:pt x="102" y="19"/>
                  <a:pt x="103" y="15"/>
                  <a:pt x="104" y="10"/>
                </a:cubicBezTo>
                <a:cubicBezTo>
                  <a:pt x="106" y="5"/>
                  <a:pt x="107" y="2"/>
                  <a:pt x="109" y="1"/>
                </a:cubicBezTo>
                <a:cubicBezTo>
                  <a:pt x="110" y="0"/>
                  <a:pt x="152" y="0"/>
                  <a:pt x="237" y="0"/>
                </a:cubicBezTo>
                <a:cubicBezTo>
                  <a:pt x="308" y="0"/>
                  <a:pt x="348" y="1"/>
                  <a:pt x="356" y="1"/>
                </a:cubicBezTo>
                <a:cubicBezTo>
                  <a:pt x="365" y="1"/>
                  <a:pt x="373" y="2"/>
                  <a:pt x="382" y="4"/>
                </a:cubicBezTo>
                <a:cubicBezTo>
                  <a:pt x="412" y="12"/>
                  <a:pt x="438" y="28"/>
                  <a:pt x="459" y="55"/>
                </a:cubicBezTo>
                <a:cubicBezTo>
                  <a:pt x="481" y="82"/>
                  <a:pt x="492" y="117"/>
                  <a:pt x="492" y="162"/>
                </a:cubicBezTo>
                <a:cubicBezTo>
                  <a:pt x="492" y="228"/>
                  <a:pt x="469" y="288"/>
                  <a:pt x="424" y="340"/>
                </a:cubicBezTo>
                <a:cubicBezTo>
                  <a:pt x="378" y="393"/>
                  <a:pt x="325" y="425"/>
                  <a:pt x="263" y="435"/>
                </a:cubicBezTo>
                <a:lnTo>
                  <a:pt x="254" y="436"/>
                </a:lnTo>
                <a:lnTo>
                  <a:pt x="129" y="437"/>
                </a:lnTo>
                <a:lnTo>
                  <a:pt x="58" y="437"/>
                </a:lnTo>
                <a:lnTo>
                  <a:pt x="24" y="437"/>
                </a:lnTo>
                <a:cubicBezTo>
                  <a:pt x="14" y="437"/>
                  <a:pt x="8" y="436"/>
                  <a:pt x="5" y="436"/>
                </a:cubicBezTo>
                <a:cubicBezTo>
                  <a:pt x="2" y="435"/>
                  <a:pt x="0" y="433"/>
                  <a:pt x="0" y="430"/>
                </a:cubicBezTo>
                <a:cubicBezTo>
                  <a:pt x="0" y="429"/>
                  <a:pt x="0" y="426"/>
                  <a:pt x="2" y="421"/>
                </a:cubicBezTo>
                <a:cubicBezTo>
                  <a:pt x="3" y="414"/>
                  <a:pt x="5" y="410"/>
                  <a:pt x="7" y="409"/>
                </a:cubicBezTo>
                <a:cubicBezTo>
                  <a:pt x="8" y="408"/>
                  <a:pt x="13" y="408"/>
                  <a:pt x="21" y="407"/>
                </a:cubicBezTo>
                <a:cubicBezTo>
                  <a:pt x="33" y="407"/>
                  <a:pt x="46" y="407"/>
                  <a:pt x="60" y="406"/>
                </a:cubicBezTo>
                <a:cubicBezTo>
                  <a:pt x="66" y="404"/>
                  <a:pt x="70" y="402"/>
                  <a:pt x="72" y="398"/>
                </a:cubicBezTo>
                <a:cubicBezTo>
                  <a:pt x="73" y="396"/>
                  <a:pt x="88" y="337"/>
                  <a:pt x="118" y="220"/>
                </a:cubicBezTo>
                <a:cubicBezTo>
                  <a:pt x="147" y="104"/>
                  <a:pt x="162" y="41"/>
                  <a:pt x="162" y="35"/>
                </a:cubicBezTo>
                <a:moveTo>
                  <a:pt x="428" y="137"/>
                </a:moveTo>
                <a:cubicBezTo>
                  <a:pt x="428" y="121"/>
                  <a:pt x="426" y="107"/>
                  <a:pt x="421" y="94"/>
                </a:cubicBezTo>
                <a:cubicBezTo>
                  <a:pt x="416" y="81"/>
                  <a:pt x="411" y="71"/>
                  <a:pt x="405" y="63"/>
                </a:cubicBezTo>
                <a:cubicBezTo>
                  <a:pt x="398" y="56"/>
                  <a:pt x="390" y="50"/>
                  <a:pt x="381" y="45"/>
                </a:cubicBezTo>
                <a:cubicBezTo>
                  <a:pt x="372" y="39"/>
                  <a:pt x="363" y="36"/>
                  <a:pt x="356" y="34"/>
                </a:cubicBezTo>
                <a:cubicBezTo>
                  <a:pt x="349" y="33"/>
                  <a:pt x="341" y="31"/>
                  <a:pt x="334" y="30"/>
                </a:cubicBezTo>
                <a:cubicBezTo>
                  <a:pt x="333" y="30"/>
                  <a:pt x="330" y="30"/>
                  <a:pt x="325" y="30"/>
                </a:cubicBezTo>
                <a:cubicBezTo>
                  <a:pt x="320" y="30"/>
                  <a:pt x="314" y="30"/>
                  <a:pt x="306" y="30"/>
                </a:cubicBezTo>
                <a:cubicBezTo>
                  <a:pt x="299" y="30"/>
                  <a:pt x="292" y="30"/>
                  <a:pt x="285" y="29"/>
                </a:cubicBezTo>
                <a:lnTo>
                  <a:pt x="258" y="29"/>
                </a:lnTo>
                <a:cubicBezTo>
                  <a:pt x="239" y="29"/>
                  <a:pt x="228" y="31"/>
                  <a:pt x="226" y="36"/>
                </a:cubicBezTo>
                <a:cubicBezTo>
                  <a:pt x="225" y="37"/>
                  <a:pt x="210" y="100"/>
                  <a:pt x="179" y="220"/>
                </a:cubicBezTo>
                <a:cubicBezTo>
                  <a:pt x="148" y="341"/>
                  <a:pt x="133" y="402"/>
                  <a:pt x="133" y="404"/>
                </a:cubicBezTo>
                <a:cubicBezTo>
                  <a:pt x="133" y="405"/>
                  <a:pt x="135" y="406"/>
                  <a:pt x="140" y="406"/>
                </a:cubicBezTo>
                <a:cubicBezTo>
                  <a:pt x="145" y="406"/>
                  <a:pt x="161" y="406"/>
                  <a:pt x="190" y="407"/>
                </a:cubicBezTo>
                <a:cubicBezTo>
                  <a:pt x="192" y="407"/>
                  <a:pt x="196" y="407"/>
                  <a:pt x="202" y="407"/>
                </a:cubicBezTo>
                <a:cubicBezTo>
                  <a:pt x="208" y="407"/>
                  <a:pt x="213" y="407"/>
                  <a:pt x="218" y="407"/>
                </a:cubicBezTo>
                <a:cubicBezTo>
                  <a:pt x="271" y="407"/>
                  <a:pt x="315" y="390"/>
                  <a:pt x="350" y="355"/>
                </a:cubicBezTo>
                <a:cubicBezTo>
                  <a:pt x="366" y="340"/>
                  <a:pt x="378" y="322"/>
                  <a:pt x="388" y="301"/>
                </a:cubicBezTo>
                <a:cubicBezTo>
                  <a:pt x="398" y="281"/>
                  <a:pt x="407" y="254"/>
                  <a:pt x="415" y="220"/>
                </a:cubicBezTo>
                <a:cubicBezTo>
                  <a:pt x="424" y="187"/>
                  <a:pt x="428" y="159"/>
                  <a:pt x="428" y="13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4366800" y="2279880"/>
            <a:ext cx="204120" cy="221400"/>
          </a:xfrm>
          <a:custGeom>
            <a:avLst/>
            <a:gdLst/>
            <a:ahLst/>
            <a:rect l="0" t="0" r="r" b="b"/>
            <a:pathLst>
              <a:path w="567" h="615">
                <a:moveTo>
                  <a:pt x="94" y="55"/>
                </a:moveTo>
                <a:cubicBezTo>
                  <a:pt x="89" y="51"/>
                  <a:pt x="86" y="48"/>
                  <a:pt x="84" y="47"/>
                </a:cubicBezTo>
                <a:cubicBezTo>
                  <a:pt x="81" y="46"/>
                  <a:pt x="76" y="45"/>
                  <a:pt x="69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517" y="0"/>
                </a:lnTo>
                <a:lnTo>
                  <a:pt x="517" y="4"/>
                </a:lnTo>
                <a:cubicBezTo>
                  <a:pt x="518" y="8"/>
                  <a:pt x="522" y="42"/>
                  <a:pt x="530" y="110"/>
                </a:cubicBezTo>
                <a:cubicBezTo>
                  <a:pt x="537" y="176"/>
                  <a:pt x="541" y="211"/>
                  <a:pt x="542" y="214"/>
                </a:cubicBezTo>
                <a:lnTo>
                  <a:pt x="542" y="218"/>
                </a:lnTo>
                <a:lnTo>
                  <a:pt x="506" y="218"/>
                </a:lnTo>
                <a:lnTo>
                  <a:pt x="506" y="214"/>
                </a:lnTo>
                <a:cubicBezTo>
                  <a:pt x="506" y="213"/>
                  <a:pt x="505" y="206"/>
                  <a:pt x="503" y="195"/>
                </a:cubicBezTo>
                <a:cubicBezTo>
                  <a:pt x="501" y="174"/>
                  <a:pt x="497" y="156"/>
                  <a:pt x="493" y="140"/>
                </a:cubicBezTo>
                <a:cubicBezTo>
                  <a:pt x="488" y="125"/>
                  <a:pt x="483" y="111"/>
                  <a:pt x="477" y="99"/>
                </a:cubicBezTo>
                <a:cubicBezTo>
                  <a:pt x="472" y="87"/>
                  <a:pt x="464" y="78"/>
                  <a:pt x="455" y="72"/>
                </a:cubicBezTo>
                <a:cubicBezTo>
                  <a:pt x="445" y="65"/>
                  <a:pt x="436" y="60"/>
                  <a:pt x="428" y="55"/>
                </a:cubicBezTo>
                <a:cubicBezTo>
                  <a:pt x="419" y="51"/>
                  <a:pt x="407" y="48"/>
                  <a:pt x="391" y="46"/>
                </a:cubicBezTo>
                <a:cubicBezTo>
                  <a:pt x="374" y="45"/>
                  <a:pt x="361" y="43"/>
                  <a:pt x="349" y="43"/>
                </a:cubicBezTo>
                <a:cubicBezTo>
                  <a:pt x="338" y="42"/>
                  <a:pt x="320" y="42"/>
                  <a:pt x="297" y="42"/>
                </a:cubicBezTo>
                <a:cubicBezTo>
                  <a:pt x="244" y="42"/>
                  <a:pt x="214" y="42"/>
                  <a:pt x="205" y="43"/>
                </a:cubicBezTo>
                <a:cubicBezTo>
                  <a:pt x="196" y="43"/>
                  <a:pt x="190" y="47"/>
                  <a:pt x="188" y="53"/>
                </a:cubicBezTo>
                <a:lnTo>
                  <a:pt x="188" y="54"/>
                </a:lnTo>
                <a:cubicBezTo>
                  <a:pt x="188" y="55"/>
                  <a:pt x="187" y="92"/>
                  <a:pt x="187" y="166"/>
                </a:cubicBezTo>
                <a:lnTo>
                  <a:pt x="187" y="276"/>
                </a:lnTo>
                <a:lnTo>
                  <a:pt x="236" y="276"/>
                </a:lnTo>
                <a:cubicBezTo>
                  <a:pt x="280" y="275"/>
                  <a:pt x="308" y="272"/>
                  <a:pt x="318" y="268"/>
                </a:cubicBezTo>
                <a:cubicBezTo>
                  <a:pt x="340" y="258"/>
                  <a:pt x="352" y="233"/>
                  <a:pt x="354" y="192"/>
                </a:cubicBezTo>
                <a:cubicBezTo>
                  <a:pt x="354" y="191"/>
                  <a:pt x="354" y="189"/>
                  <a:pt x="354" y="188"/>
                </a:cubicBezTo>
                <a:lnTo>
                  <a:pt x="354" y="170"/>
                </a:lnTo>
                <a:lnTo>
                  <a:pt x="390" y="170"/>
                </a:lnTo>
                <a:lnTo>
                  <a:pt x="390" y="423"/>
                </a:lnTo>
                <a:lnTo>
                  <a:pt x="354" y="423"/>
                </a:lnTo>
                <a:lnTo>
                  <a:pt x="354" y="405"/>
                </a:lnTo>
                <a:cubicBezTo>
                  <a:pt x="353" y="384"/>
                  <a:pt x="351" y="367"/>
                  <a:pt x="346" y="355"/>
                </a:cubicBezTo>
                <a:cubicBezTo>
                  <a:pt x="342" y="343"/>
                  <a:pt x="335" y="334"/>
                  <a:pt x="324" y="329"/>
                </a:cubicBezTo>
                <a:cubicBezTo>
                  <a:pt x="313" y="324"/>
                  <a:pt x="303" y="320"/>
                  <a:pt x="293" y="319"/>
                </a:cubicBezTo>
                <a:cubicBezTo>
                  <a:pt x="283" y="318"/>
                  <a:pt x="268" y="317"/>
                  <a:pt x="246" y="317"/>
                </a:cubicBezTo>
                <a:cubicBezTo>
                  <a:pt x="242" y="317"/>
                  <a:pt x="239" y="317"/>
                  <a:pt x="236" y="317"/>
                </a:cubicBezTo>
                <a:lnTo>
                  <a:pt x="187" y="317"/>
                </a:lnTo>
                <a:lnTo>
                  <a:pt x="187" y="438"/>
                </a:lnTo>
                <a:lnTo>
                  <a:pt x="187" y="512"/>
                </a:lnTo>
                <a:cubicBezTo>
                  <a:pt x="187" y="547"/>
                  <a:pt x="189" y="565"/>
                  <a:pt x="192" y="568"/>
                </a:cubicBezTo>
                <a:cubicBezTo>
                  <a:pt x="196" y="571"/>
                  <a:pt x="211" y="573"/>
                  <a:pt x="239" y="573"/>
                </a:cubicBezTo>
                <a:lnTo>
                  <a:pt x="285" y="573"/>
                </a:lnTo>
                <a:lnTo>
                  <a:pt x="331" y="573"/>
                </a:lnTo>
                <a:cubicBezTo>
                  <a:pt x="353" y="573"/>
                  <a:pt x="372" y="572"/>
                  <a:pt x="386" y="570"/>
                </a:cubicBezTo>
                <a:cubicBezTo>
                  <a:pt x="401" y="568"/>
                  <a:pt x="416" y="565"/>
                  <a:pt x="434" y="559"/>
                </a:cubicBezTo>
                <a:cubicBezTo>
                  <a:pt x="451" y="554"/>
                  <a:pt x="466" y="545"/>
                  <a:pt x="476" y="532"/>
                </a:cubicBezTo>
                <a:cubicBezTo>
                  <a:pt x="487" y="519"/>
                  <a:pt x="497" y="503"/>
                  <a:pt x="505" y="483"/>
                </a:cubicBezTo>
                <a:cubicBezTo>
                  <a:pt x="511" y="468"/>
                  <a:pt x="516" y="451"/>
                  <a:pt x="519" y="435"/>
                </a:cubicBezTo>
                <a:cubicBezTo>
                  <a:pt x="522" y="418"/>
                  <a:pt x="524" y="404"/>
                  <a:pt x="526" y="392"/>
                </a:cubicBezTo>
                <a:cubicBezTo>
                  <a:pt x="528" y="381"/>
                  <a:pt x="529" y="374"/>
                  <a:pt x="531" y="371"/>
                </a:cubicBezTo>
                <a:lnTo>
                  <a:pt x="531" y="369"/>
                </a:lnTo>
                <a:lnTo>
                  <a:pt x="567" y="369"/>
                </a:lnTo>
                <a:lnTo>
                  <a:pt x="567" y="371"/>
                </a:lnTo>
                <a:cubicBezTo>
                  <a:pt x="566" y="373"/>
                  <a:pt x="560" y="413"/>
                  <a:pt x="549" y="491"/>
                </a:cubicBezTo>
                <a:cubicBezTo>
                  <a:pt x="537" y="570"/>
                  <a:pt x="531" y="610"/>
                  <a:pt x="529" y="612"/>
                </a:cubicBezTo>
                <a:lnTo>
                  <a:pt x="529" y="615"/>
                </a:lnTo>
                <a:lnTo>
                  <a:pt x="0" y="615"/>
                </a:lnTo>
                <a:lnTo>
                  <a:pt x="0" y="574"/>
                </a:lnTo>
                <a:lnTo>
                  <a:pt x="30" y="574"/>
                </a:lnTo>
                <a:cubicBezTo>
                  <a:pt x="56" y="573"/>
                  <a:pt x="71" y="572"/>
                  <a:pt x="76" y="571"/>
                </a:cubicBezTo>
                <a:cubicBezTo>
                  <a:pt x="82" y="570"/>
                  <a:pt x="88" y="566"/>
                  <a:pt x="94" y="560"/>
                </a:cubicBezTo>
                <a:lnTo>
                  <a:pt x="94" y="5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4595400" y="2456280"/>
            <a:ext cx="130320" cy="102600"/>
          </a:xfrm>
          <a:custGeom>
            <a:avLst/>
            <a:gdLst/>
            <a:ahLst/>
            <a:rect l="0" t="0" r="r" b="b"/>
            <a:pathLst>
              <a:path w="362" h="285">
                <a:moveTo>
                  <a:pt x="132" y="285"/>
                </a:moveTo>
                <a:cubicBezTo>
                  <a:pt x="126" y="283"/>
                  <a:pt x="104" y="283"/>
                  <a:pt x="65" y="283"/>
                </a:cubicBezTo>
                <a:cubicBezTo>
                  <a:pt x="30" y="283"/>
                  <a:pt x="10" y="283"/>
                  <a:pt x="4" y="285"/>
                </a:cubicBezTo>
                <a:lnTo>
                  <a:pt x="0" y="285"/>
                </a:lnTo>
                <a:lnTo>
                  <a:pt x="0" y="245"/>
                </a:lnTo>
                <a:lnTo>
                  <a:pt x="62" y="245"/>
                </a:lnTo>
                <a:lnTo>
                  <a:pt x="144" y="149"/>
                </a:lnTo>
                <a:lnTo>
                  <a:pt x="57" y="40"/>
                </a:lnTo>
                <a:lnTo>
                  <a:pt x="3" y="40"/>
                </a:lnTo>
                <a:lnTo>
                  <a:pt x="3" y="0"/>
                </a:lnTo>
                <a:lnTo>
                  <a:pt x="8" y="0"/>
                </a:lnTo>
                <a:cubicBezTo>
                  <a:pt x="16" y="2"/>
                  <a:pt x="39" y="2"/>
                  <a:pt x="79" y="2"/>
                </a:cubicBezTo>
                <a:cubicBezTo>
                  <a:pt x="123" y="2"/>
                  <a:pt x="149" y="2"/>
                  <a:pt x="157" y="0"/>
                </a:cubicBezTo>
                <a:lnTo>
                  <a:pt x="162" y="0"/>
                </a:lnTo>
                <a:lnTo>
                  <a:pt x="162" y="40"/>
                </a:lnTo>
                <a:lnTo>
                  <a:pt x="145" y="40"/>
                </a:lnTo>
                <a:lnTo>
                  <a:pt x="167" y="67"/>
                </a:lnTo>
                <a:cubicBezTo>
                  <a:pt x="181" y="85"/>
                  <a:pt x="189" y="94"/>
                  <a:pt x="189" y="94"/>
                </a:cubicBezTo>
                <a:cubicBezTo>
                  <a:pt x="191" y="94"/>
                  <a:pt x="199" y="85"/>
                  <a:pt x="213" y="66"/>
                </a:cubicBezTo>
                <a:lnTo>
                  <a:pt x="236" y="40"/>
                </a:lnTo>
                <a:lnTo>
                  <a:pt x="212" y="40"/>
                </a:lnTo>
                <a:lnTo>
                  <a:pt x="212" y="0"/>
                </a:lnTo>
                <a:lnTo>
                  <a:pt x="217" y="0"/>
                </a:lnTo>
                <a:cubicBezTo>
                  <a:pt x="224" y="2"/>
                  <a:pt x="246" y="2"/>
                  <a:pt x="285" y="2"/>
                </a:cubicBezTo>
                <a:cubicBezTo>
                  <a:pt x="319" y="2"/>
                  <a:pt x="339" y="2"/>
                  <a:pt x="344" y="0"/>
                </a:cubicBezTo>
                <a:lnTo>
                  <a:pt x="349" y="0"/>
                </a:lnTo>
                <a:lnTo>
                  <a:pt x="349" y="40"/>
                </a:lnTo>
                <a:lnTo>
                  <a:pt x="288" y="40"/>
                </a:lnTo>
                <a:lnTo>
                  <a:pt x="214" y="128"/>
                </a:lnTo>
                <a:lnTo>
                  <a:pt x="309" y="244"/>
                </a:lnTo>
                <a:lnTo>
                  <a:pt x="335" y="245"/>
                </a:lnTo>
                <a:lnTo>
                  <a:pt x="362" y="245"/>
                </a:lnTo>
                <a:lnTo>
                  <a:pt x="362" y="285"/>
                </a:lnTo>
                <a:lnTo>
                  <a:pt x="356" y="285"/>
                </a:lnTo>
                <a:cubicBezTo>
                  <a:pt x="350" y="283"/>
                  <a:pt x="327" y="283"/>
                  <a:pt x="287" y="283"/>
                </a:cubicBezTo>
                <a:cubicBezTo>
                  <a:pt x="243" y="283"/>
                  <a:pt x="217" y="283"/>
                  <a:pt x="209" y="285"/>
                </a:cubicBezTo>
                <a:lnTo>
                  <a:pt x="203" y="285"/>
                </a:lnTo>
                <a:lnTo>
                  <a:pt x="203" y="245"/>
                </a:lnTo>
                <a:lnTo>
                  <a:pt x="221" y="245"/>
                </a:lnTo>
                <a:cubicBezTo>
                  <a:pt x="221" y="245"/>
                  <a:pt x="213" y="234"/>
                  <a:pt x="196" y="213"/>
                </a:cubicBezTo>
                <a:cubicBezTo>
                  <a:pt x="179" y="192"/>
                  <a:pt x="170" y="181"/>
                  <a:pt x="169" y="181"/>
                </a:cubicBezTo>
                <a:lnTo>
                  <a:pt x="114" y="244"/>
                </a:lnTo>
                <a:lnTo>
                  <a:pt x="126" y="245"/>
                </a:lnTo>
                <a:lnTo>
                  <a:pt x="138" y="245"/>
                </a:lnTo>
                <a:lnTo>
                  <a:pt x="138" y="285"/>
                </a:lnTo>
                <a:lnTo>
                  <a:pt x="132" y="28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4742640" y="2473920"/>
            <a:ext cx="153720" cy="54360"/>
          </a:xfrm>
          <a:custGeom>
            <a:avLst/>
            <a:gdLst/>
            <a:ahLst/>
            <a:rect l="0" t="0" r="r" b="b"/>
            <a:pathLst>
              <a:path w="427" h="151">
                <a:moveTo>
                  <a:pt x="0" y="130"/>
                </a:moveTo>
                <a:cubicBezTo>
                  <a:pt x="0" y="98"/>
                  <a:pt x="10" y="68"/>
                  <a:pt x="29" y="41"/>
                </a:cubicBezTo>
                <a:cubicBezTo>
                  <a:pt x="49" y="14"/>
                  <a:pt x="75" y="0"/>
                  <a:pt x="107" y="0"/>
                </a:cubicBezTo>
                <a:cubicBezTo>
                  <a:pt x="123" y="0"/>
                  <a:pt x="139" y="4"/>
                  <a:pt x="154" y="12"/>
                </a:cubicBezTo>
                <a:cubicBezTo>
                  <a:pt x="169" y="20"/>
                  <a:pt x="183" y="29"/>
                  <a:pt x="196" y="41"/>
                </a:cubicBezTo>
                <a:cubicBezTo>
                  <a:pt x="209" y="52"/>
                  <a:pt x="222" y="64"/>
                  <a:pt x="235" y="75"/>
                </a:cubicBezTo>
                <a:cubicBezTo>
                  <a:pt x="247" y="85"/>
                  <a:pt x="260" y="95"/>
                  <a:pt x="275" y="103"/>
                </a:cubicBezTo>
                <a:cubicBezTo>
                  <a:pt x="289" y="111"/>
                  <a:pt x="304" y="115"/>
                  <a:pt x="320" y="115"/>
                </a:cubicBezTo>
                <a:cubicBezTo>
                  <a:pt x="346" y="115"/>
                  <a:pt x="367" y="105"/>
                  <a:pt x="384" y="85"/>
                </a:cubicBezTo>
                <a:cubicBezTo>
                  <a:pt x="401" y="65"/>
                  <a:pt x="409" y="42"/>
                  <a:pt x="409" y="19"/>
                </a:cubicBezTo>
                <a:cubicBezTo>
                  <a:pt x="409" y="14"/>
                  <a:pt x="410" y="10"/>
                  <a:pt x="411" y="6"/>
                </a:cubicBezTo>
                <a:cubicBezTo>
                  <a:pt x="413" y="3"/>
                  <a:pt x="415" y="1"/>
                  <a:pt x="418" y="0"/>
                </a:cubicBezTo>
                <a:cubicBezTo>
                  <a:pt x="424" y="0"/>
                  <a:pt x="427" y="7"/>
                  <a:pt x="427" y="21"/>
                </a:cubicBezTo>
                <a:cubicBezTo>
                  <a:pt x="427" y="53"/>
                  <a:pt x="417" y="83"/>
                  <a:pt x="398" y="110"/>
                </a:cubicBezTo>
                <a:cubicBezTo>
                  <a:pt x="379" y="137"/>
                  <a:pt x="354" y="150"/>
                  <a:pt x="325" y="150"/>
                </a:cubicBezTo>
                <a:lnTo>
                  <a:pt x="320" y="150"/>
                </a:lnTo>
                <a:cubicBezTo>
                  <a:pt x="304" y="150"/>
                  <a:pt x="288" y="146"/>
                  <a:pt x="273" y="139"/>
                </a:cubicBezTo>
                <a:cubicBezTo>
                  <a:pt x="258" y="131"/>
                  <a:pt x="243" y="122"/>
                  <a:pt x="230" y="111"/>
                </a:cubicBezTo>
                <a:cubicBezTo>
                  <a:pt x="217" y="99"/>
                  <a:pt x="203" y="88"/>
                  <a:pt x="192" y="77"/>
                </a:cubicBezTo>
                <a:cubicBezTo>
                  <a:pt x="180" y="66"/>
                  <a:pt x="166" y="56"/>
                  <a:pt x="151" y="48"/>
                </a:cubicBezTo>
                <a:cubicBezTo>
                  <a:pt x="136" y="40"/>
                  <a:pt x="122" y="36"/>
                  <a:pt x="107" y="36"/>
                </a:cubicBezTo>
                <a:cubicBezTo>
                  <a:pt x="89" y="36"/>
                  <a:pt x="72" y="41"/>
                  <a:pt x="57" y="52"/>
                </a:cubicBezTo>
                <a:cubicBezTo>
                  <a:pt x="42" y="65"/>
                  <a:pt x="32" y="80"/>
                  <a:pt x="26" y="96"/>
                </a:cubicBezTo>
                <a:cubicBezTo>
                  <a:pt x="21" y="113"/>
                  <a:pt x="17" y="126"/>
                  <a:pt x="16" y="136"/>
                </a:cubicBezTo>
                <a:cubicBezTo>
                  <a:pt x="15" y="146"/>
                  <a:pt x="12" y="151"/>
                  <a:pt x="9" y="151"/>
                </a:cubicBezTo>
                <a:cubicBezTo>
                  <a:pt x="3" y="151"/>
                  <a:pt x="0" y="144"/>
                  <a:pt x="0" y="13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4899960" y="2456640"/>
            <a:ext cx="123480" cy="146160"/>
          </a:xfrm>
          <a:custGeom>
            <a:avLst/>
            <a:gdLst/>
            <a:ahLst/>
            <a:rect l="0" t="0" r="r" b="b"/>
            <a:pathLst>
              <a:path w="343" h="406">
                <a:moveTo>
                  <a:pt x="39" y="98"/>
                </a:moveTo>
                <a:cubicBezTo>
                  <a:pt x="40" y="97"/>
                  <a:pt x="40" y="95"/>
                  <a:pt x="40" y="93"/>
                </a:cubicBezTo>
                <a:cubicBezTo>
                  <a:pt x="41" y="91"/>
                  <a:pt x="42" y="87"/>
                  <a:pt x="44" y="79"/>
                </a:cubicBezTo>
                <a:cubicBezTo>
                  <a:pt x="45" y="72"/>
                  <a:pt x="47" y="65"/>
                  <a:pt x="50" y="60"/>
                </a:cubicBezTo>
                <a:cubicBezTo>
                  <a:pt x="53" y="54"/>
                  <a:pt x="56" y="47"/>
                  <a:pt x="60" y="38"/>
                </a:cubicBezTo>
                <a:cubicBezTo>
                  <a:pt x="63" y="30"/>
                  <a:pt x="68" y="24"/>
                  <a:pt x="72" y="19"/>
                </a:cubicBezTo>
                <a:cubicBezTo>
                  <a:pt x="77" y="15"/>
                  <a:pt x="83" y="10"/>
                  <a:pt x="89" y="5"/>
                </a:cubicBezTo>
                <a:cubicBezTo>
                  <a:pt x="95" y="1"/>
                  <a:pt x="102" y="-1"/>
                  <a:pt x="110" y="0"/>
                </a:cubicBezTo>
                <a:cubicBezTo>
                  <a:pt x="142" y="0"/>
                  <a:pt x="162" y="13"/>
                  <a:pt x="171" y="40"/>
                </a:cubicBezTo>
                <a:lnTo>
                  <a:pt x="178" y="35"/>
                </a:lnTo>
                <a:cubicBezTo>
                  <a:pt x="204" y="11"/>
                  <a:pt x="229" y="0"/>
                  <a:pt x="254" y="0"/>
                </a:cubicBezTo>
                <a:cubicBezTo>
                  <a:pt x="282" y="0"/>
                  <a:pt x="303" y="10"/>
                  <a:pt x="319" y="30"/>
                </a:cubicBezTo>
                <a:cubicBezTo>
                  <a:pt x="335" y="50"/>
                  <a:pt x="343" y="74"/>
                  <a:pt x="343" y="102"/>
                </a:cubicBezTo>
                <a:cubicBezTo>
                  <a:pt x="343" y="148"/>
                  <a:pt x="326" y="191"/>
                  <a:pt x="294" y="229"/>
                </a:cubicBezTo>
                <a:cubicBezTo>
                  <a:pt x="262" y="268"/>
                  <a:pt x="224" y="289"/>
                  <a:pt x="183" y="289"/>
                </a:cubicBezTo>
                <a:cubicBezTo>
                  <a:pt x="174" y="289"/>
                  <a:pt x="166" y="288"/>
                  <a:pt x="158" y="285"/>
                </a:cubicBezTo>
                <a:cubicBezTo>
                  <a:pt x="154" y="283"/>
                  <a:pt x="149" y="279"/>
                  <a:pt x="144" y="275"/>
                </a:cubicBezTo>
                <a:cubicBezTo>
                  <a:pt x="139" y="270"/>
                  <a:pt x="135" y="267"/>
                  <a:pt x="132" y="264"/>
                </a:cubicBezTo>
                <a:lnTo>
                  <a:pt x="127" y="259"/>
                </a:lnTo>
                <a:cubicBezTo>
                  <a:pt x="127" y="259"/>
                  <a:pt x="122" y="278"/>
                  <a:pt x="113" y="315"/>
                </a:cubicBezTo>
                <a:cubicBezTo>
                  <a:pt x="104" y="352"/>
                  <a:pt x="100" y="370"/>
                  <a:pt x="100" y="371"/>
                </a:cubicBezTo>
                <a:cubicBezTo>
                  <a:pt x="100" y="373"/>
                  <a:pt x="101" y="375"/>
                  <a:pt x="105" y="375"/>
                </a:cubicBezTo>
                <a:cubicBezTo>
                  <a:pt x="108" y="376"/>
                  <a:pt x="116" y="376"/>
                  <a:pt x="128" y="377"/>
                </a:cubicBezTo>
                <a:lnTo>
                  <a:pt x="144" y="377"/>
                </a:lnTo>
                <a:cubicBezTo>
                  <a:pt x="147" y="380"/>
                  <a:pt x="148" y="382"/>
                  <a:pt x="148" y="383"/>
                </a:cubicBezTo>
                <a:cubicBezTo>
                  <a:pt x="148" y="384"/>
                  <a:pt x="148" y="387"/>
                  <a:pt x="146" y="394"/>
                </a:cubicBezTo>
                <a:cubicBezTo>
                  <a:pt x="145" y="399"/>
                  <a:pt x="144" y="403"/>
                  <a:pt x="143" y="404"/>
                </a:cubicBezTo>
                <a:cubicBezTo>
                  <a:pt x="141" y="405"/>
                  <a:pt x="138" y="406"/>
                  <a:pt x="134" y="406"/>
                </a:cubicBezTo>
                <a:cubicBezTo>
                  <a:pt x="133" y="406"/>
                  <a:pt x="131" y="406"/>
                  <a:pt x="127" y="406"/>
                </a:cubicBezTo>
                <a:cubicBezTo>
                  <a:pt x="123" y="406"/>
                  <a:pt x="116" y="406"/>
                  <a:pt x="106" y="406"/>
                </a:cubicBezTo>
                <a:cubicBezTo>
                  <a:pt x="95" y="405"/>
                  <a:pt x="82" y="405"/>
                  <a:pt x="66" y="405"/>
                </a:cubicBezTo>
                <a:cubicBezTo>
                  <a:pt x="36" y="405"/>
                  <a:pt x="17" y="406"/>
                  <a:pt x="9" y="406"/>
                </a:cubicBezTo>
                <a:lnTo>
                  <a:pt x="4" y="406"/>
                </a:lnTo>
                <a:cubicBezTo>
                  <a:pt x="1" y="403"/>
                  <a:pt x="0" y="401"/>
                  <a:pt x="0" y="399"/>
                </a:cubicBezTo>
                <a:cubicBezTo>
                  <a:pt x="0" y="388"/>
                  <a:pt x="3" y="380"/>
                  <a:pt x="8" y="377"/>
                </a:cubicBezTo>
                <a:lnTo>
                  <a:pt x="21" y="377"/>
                </a:lnTo>
                <a:cubicBezTo>
                  <a:pt x="35" y="377"/>
                  <a:pt x="43" y="374"/>
                  <a:pt x="46" y="369"/>
                </a:cubicBezTo>
                <a:cubicBezTo>
                  <a:pt x="47" y="367"/>
                  <a:pt x="60" y="316"/>
                  <a:pt x="84" y="216"/>
                </a:cubicBezTo>
                <a:cubicBezTo>
                  <a:pt x="109" y="117"/>
                  <a:pt x="122" y="64"/>
                  <a:pt x="123" y="58"/>
                </a:cubicBezTo>
                <a:cubicBezTo>
                  <a:pt x="124" y="56"/>
                  <a:pt x="124" y="53"/>
                  <a:pt x="124" y="49"/>
                </a:cubicBezTo>
                <a:cubicBezTo>
                  <a:pt x="124" y="32"/>
                  <a:pt x="119" y="23"/>
                  <a:pt x="108" y="23"/>
                </a:cubicBezTo>
                <a:cubicBezTo>
                  <a:pt x="99" y="23"/>
                  <a:pt x="91" y="29"/>
                  <a:pt x="84" y="41"/>
                </a:cubicBezTo>
                <a:cubicBezTo>
                  <a:pt x="78" y="53"/>
                  <a:pt x="73" y="66"/>
                  <a:pt x="70" y="80"/>
                </a:cubicBezTo>
                <a:cubicBezTo>
                  <a:pt x="66" y="94"/>
                  <a:pt x="64" y="102"/>
                  <a:pt x="62" y="103"/>
                </a:cubicBezTo>
                <a:cubicBezTo>
                  <a:pt x="61" y="104"/>
                  <a:pt x="58" y="104"/>
                  <a:pt x="52" y="104"/>
                </a:cubicBezTo>
                <a:lnTo>
                  <a:pt x="43" y="104"/>
                </a:lnTo>
                <a:cubicBezTo>
                  <a:pt x="40" y="102"/>
                  <a:pt x="39" y="100"/>
                  <a:pt x="39" y="98"/>
                </a:cubicBezTo>
                <a:moveTo>
                  <a:pt x="138" y="217"/>
                </a:moveTo>
                <a:cubicBezTo>
                  <a:pt x="147" y="249"/>
                  <a:pt x="163" y="265"/>
                  <a:pt x="185" y="265"/>
                </a:cubicBezTo>
                <a:cubicBezTo>
                  <a:pt x="198" y="265"/>
                  <a:pt x="210" y="260"/>
                  <a:pt x="222" y="250"/>
                </a:cubicBezTo>
                <a:cubicBezTo>
                  <a:pt x="234" y="241"/>
                  <a:pt x="245" y="228"/>
                  <a:pt x="253" y="213"/>
                </a:cubicBezTo>
                <a:cubicBezTo>
                  <a:pt x="260" y="199"/>
                  <a:pt x="268" y="176"/>
                  <a:pt x="276" y="144"/>
                </a:cubicBezTo>
                <a:cubicBezTo>
                  <a:pt x="283" y="113"/>
                  <a:pt x="287" y="90"/>
                  <a:pt x="288" y="74"/>
                </a:cubicBezTo>
                <a:lnTo>
                  <a:pt x="288" y="70"/>
                </a:lnTo>
                <a:cubicBezTo>
                  <a:pt x="288" y="39"/>
                  <a:pt x="275" y="23"/>
                  <a:pt x="249" y="23"/>
                </a:cubicBezTo>
                <a:cubicBezTo>
                  <a:pt x="244" y="23"/>
                  <a:pt x="238" y="24"/>
                  <a:pt x="234" y="25"/>
                </a:cubicBezTo>
                <a:cubicBezTo>
                  <a:pt x="229" y="26"/>
                  <a:pt x="224" y="28"/>
                  <a:pt x="220" y="31"/>
                </a:cubicBezTo>
                <a:cubicBezTo>
                  <a:pt x="215" y="33"/>
                  <a:pt x="211" y="36"/>
                  <a:pt x="207" y="39"/>
                </a:cubicBezTo>
                <a:cubicBezTo>
                  <a:pt x="203" y="42"/>
                  <a:pt x="200" y="45"/>
                  <a:pt x="196" y="49"/>
                </a:cubicBezTo>
                <a:cubicBezTo>
                  <a:pt x="193" y="52"/>
                  <a:pt x="190" y="55"/>
                  <a:pt x="187" y="58"/>
                </a:cubicBezTo>
                <a:cubicBezTo>
                  <a:pt x="184" y="61"/>
                  <a:pt x="181" y="64"/>
                  <a:pt x="180" y="67"/>
                </a:cubicBezTo>
                <a:cubicBezTo>
                  <a:pt x="178" y="70"/>
                  <a:pt x="176" y="72"/>
                  <a:pt x="174" y="74"/>
                </a:cubicBezTo>
                <a:lnTo>
                  <a:pt x="173" y="76"/>
                </a:lnTo>
                <a:cubicBezTo>
                  <a:pt x="173" y="77"/>
                  <a:pt x="172" y="80"/>
                  <a:pt x="171" y="85"/>
                </a:cubicBezTo>
                <a:cubicBezTo>
                  <a:pt x="169" y="91"/>
                  <a:pt x="167" y="100"/>
                  <a:pt x="164" y="113"/>
                </a:cubicBezTo>
                <a:cubicBezTo>
                  <a:pt x="160" y="126"/>
                  <a:pt x="157" y="137"/>
                  <a:pt x="155" y="146"/>
                </a:cubicBezTo>
                <a:cubicBezTo>
                  <a:pt x="144" y="191"/>
                  <a:pt x="138" y="215"/>
                  <a:pt x="138" y="21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5045760" y="2386080"/>
            <a:ext cx="55440" cy="230040"/>
          </a:xfrm>
          <a:custGeom>
            <a:avLst/>
            <a:gdLst/>
            <a:ahLst/>
            <a:rect l="0" t="0" r="r" b="b"/>
            <a:pathLst>
              <a:path w="154" h="639">
                <a:moveTo>
                  <a:pt x="0" y="320"/>
                </a:moveTo>
                <a:cubicBezTo>
                  <a:pt x="0" y="291"/>
                  <a:pt x="3" y="263"/>
                  <a:pt x="7" y="236"/>
                </a:cubicBezTo>
                <a:cubicBezTo>
                  <a:pt x="11" y="210"/>
                  <a:pt x="16" y="187"/>
                  <a:pt x="22" y="168"/>
                </a:cubicBezTo>
                <a:cubicBezTo>
                  <a:pt x="27" y="149"/>
                  <a:pt x="35" y="130"/>
                  <a:pt x="46" y="112"/>
                </a:cubicBezTo>
                <a:cubicBezTo>
                  <a:pt x="56" y="94"/>
                  <a:pt x="64" y="79"/>
                  <a:pt x="70" y="68"/>
                </a:cubicBezTo>
                <a:cubicBezTo>
                  <a:pt x="76" y="58"/>
                  <a:pt x="85" y="47"/>
                  <a:pt x="97" y="35"/>
                </a:cubicBezTo>
                <a:cubicBezTo>
                  <a:pt x="109" y="23"/>
                  <a:pt x="116" y="16"/>
                  <a:pt x="118" y="13"/>
                </a:cubicBezTo>
                <a:cubicBezTo>
                  <a:pt x="120" y="11"/>
                  <a:pt x="126" y="6"/>
                  <a:pt x="134" y="0"/>
                </a:cubicBezTo>
                <a:lnTo>
                  <a:pt x="142" y="0"/>
                </a:lnTo>
                <a:lnTo>
                  <a:pt x="145" y="0"/>
                </a:lnTo>
                <a:cubicBezTo>
                  <a:pt x="151" y="0"/>
                  <a:pt x="154" y="2"/>
                  <a:pt x="154" y="6"/>
                </a:cubicBezTo>
                <a:cubicBezTo>
                  <a:pt x="154" y="7"/>
                  <a:pt x="150" y="11"/>
                  <a:pt x="143" y="19"/>
                </a:cubicBezTo>
                <a:cubicBezTo>
                  <a:pt x="136" y="27"/>
                  <a:pt x="127" y="38"/>
                  <a:pt x="117" y="53"/>
                </a:cubicBezTo>
                <a:cubicBezTo>
                  <a:pt x="107" y="68"/>
                  <a:pt x="96" y="87"/>
                  <a:pt x="86" y="109"/>
                </a:cubicBezTo>
                <a:cubicBezTo>
                  <a:pt x="75" y="131"/>
                  <a:pt x="66" y="160"/>
                  <a:pt x="59" y="197"/>
                </a:cubicBezTo>
                <a:cubicBezTo>
                  <a:pt x="52" y="234"/>
                  <a:pt x="48" y="275"/>
                  <a:pt x="48" y="320"/>
                </a:cubicBezTo>
                <a:cubicBezTo>
                  <a:pt x="48" y="365"/>
                  <a:pt x="52" y="406"/>
                  <a:pt x="59" y="443"/>
                </a:cubicBezTo>
                <a:cubicBezTo>
                  <a:pt x="66" y="479"/>
                  <a:pt x="75" y="509"/>
                  <a:pt x="85" y="531"/>
                </a:cubicBezTo>
                <a:cubicBezTo>
                  <a:pt x="95" y="554"/>
                  <a:pt x="106" y="572"/>
                  <a:pt x="116" y="586"/>
                </a:cubicBezTo>
                <a:cubicBezTo>
                  <a:pt x="127" y="600"/>
                  <a:pt x="136" y="612"/>
                  <a:pt x="143" y="620"/>
                </a:cubicBezTo>
                <a:cubicBezTo>
                  <a:pt x="150" y="629"/>
                  <a:pt x="154" y="633"/>
                  <a:pt x="154" y="633"/>
                </a:cubicBezTo>
                <a:cubicBezTo>
                  <a:pt x="154" y="637"/>
                  <a:pt x="151" y="639"/>
                  <a:pt x="144" y="639"/>
                </a:cubicBezTo>
                <a:lnTo>
                  <a:pt x="142" y="639"/>
                </a:lnTo>
                <a:lnTo>
                  <a:pt x="134" y="639"/>
                </a:lnTo>
                <a:lnTo>
                  <a:pt x="116" y="624"/>
                </a:lnTo>
                <a:cubicBezTo>
                  <a:pt x="76" y="588"/>
                  <a:pt x="47" y="543"/>
                  <a:pt x="28" y="489"/>
                </a:cubicBezTo>
                <a:cubicBezTo>
                  <a:pt x="10" y="435"/>
                  <a:pt x="0" y="378"/>
                  <a:pt x="0" y="32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5118480" y="2456280"/>
            <a:ext cx="130320" cy="102600"/>
          </a:xfrm>
          <a:custGeom>
            <a:avLst/>
            <a:gdLst/>
            <a:ahLst/>
            <a:rect l="0" t="0" r="r" b="b"/>
            <a:pathLst>
              <a:path w="362" h="285">
                <a:moveTo>
                  <a:pt x="133" y="285"/>
                </a:moveTo>
                <a:cubicBezTo>
                  <a:pt x="126" y="283"/>
                  <a:pt x="104" y="283"/>
                  <a:pt x="65" y="283"/>
                </a:cubicBezTo>
                <a:cubicBezTo>
                  <a:pt x="30" y="283"/>
                  <a:pt x="11" y="283"/>
                  <a:pt x="6" y="285"/>
                </a:cubicBezTo>
                <a:lnTo>
                  <a:pt x="0" y="285"/>
                </a:lnTo>
                <a:lnTo>
                  <a:pt x="0" y="245"/>
                </a:lnTo>
                <a:lnTo>
                  <a:pt x="62" y="245"/>
                </a:lnTo>
                <a:lnTo>
                  <a:pt x="144" y="149"/>
                </a:lnTo>
                <a:lnTo>
                  <a:pt x="57" y="40"/>
                </a:lnTo>
                <a:lnTo>
                  <a:pt x="4" y="40"/>
                </a:lnTo>
                <a:lnTo>
                  <a:pt x="4" y="0"/>
                </a:lnTo>
                <a:lnTo>
                  <a:pt x="9" y="0"/>
                </a:lnTo>
                <a:cubicBezTo>
                  <a:pt x="16" y="2"/>
                  <a:pt x="39" y="2"/>
                  <a:pt x="79" y="2"/>
                </a:cubicBezTo>
                <a:cubicBezTo>
                  <a:pt x="123" y="2"/>
                  <a:pt x="149" y="2"/>
                  <a:pt x="157" y="0"/>
                </a:cubicBezTo>
                <a:lnTo>
                  <a:pt x="163" y="0"/>
                </a:lnTo>
                <a:lnTo>
                  <a:pt x="163" y="40"/>
                </a:lnTo>
                <a:lnTo>
                  <a:pt x="145" y="40"/>
                </a:lnTo>
                <a:lnTo>
                  <a:pt x="167" y="67"/>
                </a:lnTo>
                <a:cubicBezTo>
                  <a:pt x="182" y="85"/>
                  <a:pt x="189" y="94"/>
                  <a:pt x="189" y="94"/>
                </a:cubicBezTo>
                <a:cubicBezTo>
                  <a:pt x="191" y="94"/>
                  <a:pt x="199" y="85"/>
                  <a:pt x="214" y="66"/>
                </a:cubicBezTo>
                <a:lnTo>
                  <a:pt x="236" y="40"/>
                </a:lnTo>
                <a:lnTo>
                  <a:pt x="212" y="40"/>
                </a:lnTo>
                <a:lnTo>
                  <a:pt x="212" y="0"/>
                </a:lnTo>
                <a:lnTo>
                  <a:pt x="217" y="0"/>
                </a:lnTo>
                <a:cubicBezTo>
                  <a:pt x="224" y="2"/>
                  <a:pt x="246" y="2"/>
                  <a:pt x="285" y="2"/>
                </a:cubicBezTo>
                <a:cubicBezTo>
                  <a:pt x="320" y="2"/>
                  <a:pt x="339" y="2"/>
                  <a:pt x="344" y="0"/>
                </a:cubicBezTo>
                <a:lnTo>
                  <a:pt x="349" y="0"/>
                </a:lnTo>
                <a:lnTo>
                  <a:pt x="349" y="40"/>
                </a:lnTo>
                <a:lnTo>
                  <a:pt x="288" y="40"/>
                </a:lnTo>
                <a:lnTo>
                  <a:pt x="214" y="128"/>
                </a:lnTo>
                <a:lnTo>
                  <a:pt x="309" y="244"/>
                </a:lnTo>
                <a:lnTo>
                  <a:pt x="336" y="245"/>
                </a:lnTo>
                <a:lnTo>
                  <a:pt x="362" y="245"/>
                </a:lnTo>
                <a:lnTo>
                  <a:pt x="362" y="285"/>
                </a:lnTo>
                <a:lnTo>
                  <a:pt x="357" y="285"/>
                </a:lnTo>
                <a:cubicBezTo>
                  <a:pt x="350" y="283"/>
                  <a:pt x="327" y="283"/>
                  <a:pt x="287" y="283"/>
                </a:cubicBezTo>
                <a:cubicBezTo>
                  <a:pt x="243" y="283"/>
                  <a:pt x="217" y="283"/>
                  <a:pt x="209" y="285"/>
                </a:cubicBezTo>
                <a:lnTo>
                  <a:pt x="203" y="285"/>
                </a:lnTo>
                <a:lnTo>
                  <a:pt x="203" y="245"/>
                </a:lnTo>
                <a:lnTo>
                  <a:pt x="221" y="245"/>
                </a:lnTo>
                <a:cubicBezTo>
                  <a:pt x="221" y="245"/>
                  <a:pt x="213" y="234"/>
                  <a:pt x="196" y="213"/>
                </a:cubicBezTo>
                <a:cubicBezTo>
                  <a:pt x="179" y="192"/>
                  <a:pt x="170" y="181"/>
                  <a:pt x="170" y="181"/>
                </a:cubicBezTo>
                <a:lnTo>
                  <a:pt x="114" y="244"/>
                </a:lnTo>
                <a:lnTo>
                  <a:pt x="126" y="245"/>
                </a:lnTo>
                <a:lnTo>
                  <a:pt x="138" y="245"/>
                </a:lnTo>
                <a:lnTo>
                  <a:pt x="138" y="285"/>
                </a:lnTo>
                <a:lnTo>
                  <a:pt x="133" y="28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5265720" y="2386080"/>
            <a:ext cx="55440" cy="230040"/>
          </a:xfrm>
          <a:custGeom>
            <a:avLst/>
            <a:gdLst/>
            <a:ahLst/>
            <a:rect l="0" t="0" r="r" b="b"/>
            <a:pathLst>
              <a:path w="154" h="639">
                <a:moveTo>
                  <a:pt x="3" y="1"/>
                </a:moveTo>
                <a:lnTo>
                  <a:pt x="6" y="0"/>
                </a:lnTo>
                <a:cubicBezTo>
                  <a:pt x="8" y="0"/>
                  <a:pt x="10" y="0"/>
                  <a:pt x="12" y="0"/>
                </a:cubicBezTo>
                <a:lnTo>
                  <a:pt x="20" y="0"/>
                </a:lnTo>
                <a:lnTo>
                  <a:pt x="38" y="15"/>
                </a:lnTo>
                <a:cubicBezTo>
                  <a:pt x="79" y="51"/>
                  <a:pt x="108" y="98"/>
                  <a:pt x="126" y="152"/>
                </a:cubicBezTo>
                <a:cubicBezTo>
                  <a:pt x="145" y="206"/>
                  <a:pt x="154" y="262"/>
                  <a:pt x="154" y="320"/>
                </a:cubicBezTo>
                <a:cubicBezTo>
                  <a:pt x="154" y="349"/>
                  <a:pt x="152" y="377"/>
                  <a:pt x="147" y="404"/>
                </a:cubicBezTo>
                <a:cubicBezTo>
                  <a:pt x="143" y="430"/>
                  <a:pt x="138" y="453"/>
                  <a:pt x="133" y="472"/>
                </a:cubicBezTo>
                <a:cubicBezTo>
                  <a:pt x="127" y="491"/>
                  <a:pt x="119" y="509"/>
                  <a:pt x="109" y="528"/>
                </a:cubicBezTo>
                <a:cubicBezTo>
                  <a:pt x="99" y="547"/>
                  <a:pt x="91" y="561"/>
                  <a:pt x="85" y="571"/>
                </a:cubicBezTo>
                <a:cubicBezTo>
                  <a:pt x="79" y="581"/>
                  <a:pt x="70" y="592"/>
                  <a:pt x="59" y="603"/>
                </a:cubicBezTo>
                <a:cubicBezTo>
                  <a:pt x="47" y="615"/>
                  <a:pt x="39" y="622"/>
                  <a:pt x="37" y="624"/>
                </a:cubicBezTo>
                <a:cubicBezTo>
                  <a:pt x="35" y="627"/>
                  <a:pt x="30" y="631"/>
                  <a:pt x="23" y="637"/>
                </a:cubicBezTo>
                <a:cubicBezTo>
                  <a:pt x="21" y="638"/>
                  <a:pt x="20" y="639"/>
                  <a:pt x="20" y="639"/>
                </a:cubicBezTo>
                <a:lnTo>
                  <a:pt x="12" y="639"/>
                </a:lnTo>
                <a:cubicBezTo>
                  <a:pt x="9" y="639"/>
                  <a:pt x="7" y="639"/>
                  <a:pt x="5" y="639"/>
                </a:cubicBezTo>
                <a:cubicBezTo>
                  <a:pt x="4" y="639"/>
                  <a:pt x="3" y="639"/>
                  <a:pt x="2" y="637"/>
                </a:cubicBezTo>
                <a:cubicBezTo>
                  <a:pt x="1" y="636"/>
                  <a:pt x="1" y="634"/>
                  <a:pt x="0" y="632"/>
                </a:cubicBezTo>
                <a:cubicBezTo>
                  <a:pt x="1" y="631"/>
                  <a:pt x="3" y="628"/>
                  <a:pt x="7" y="623"/>
                </a:cubicBezTo>
                <a:cubicBezTo>
                  <a:pt x="74" y="555"/>
                  <a:pt x="107" y="454"/>
                  <a:pt x="107" y="320"/>
                </a:cubicBezTo>
                <a:cubicBezTo>
                  <a:pt x="107" y="186"/>
                  <a:pt x="74" y="85"/>
                  <a:pt x="7" y="16"/>
                </a:cubicBezTo>
                <a:cubicBezTo>
                  <a:pt x="3" y="11"/>
                  <a:pt x="1" y="8"/>
                  <a:pt x="0" y="8"/>
                </a:cubicBezTo>
                <a:cubicBezTo>
                  <a:pt x="0" y="4"/>
                  <a:pt x="1" y="2"/>
                  <a:pt x="3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5451480" y="2257200"/>
            <a:ext cx="44640" cy="325440"/>
          </a:xfrm>
          <a:custGeom>
            <a:avLst/>
            <a:gdLst/>
            <a:ahLst/>
            <a:rect l="0" t="0" r="r" b="b"/>
            <a:pathLst>
              <a:path w="124" h="904">
                <a:moveTo>
                  <a:pt x="0" y="904"/>
                </a:moveTo>
                <a:lnTo>
                  <a:pt x="0" y="0"/>
                </a:lnTo>
                <a:lnTo>
                  <a:pt x="124" y="0"/>
                </a:lnTo>
                <a:lnTo>
                  <a:pt x="124" y="36"/>
                </a:lnTo>
                <a:lnTo>
                  <a:pt x="36" y="36"/>
                </a:lnTo>
                <a:lnTo>
                  <a:pt x="36" y="868"/>
                </a:lnTo>
                <a:lnTo>
                  <a:pt x="124" y="868"/>
                </a:lnTo>
                <a:lnTo>
                  <a:pt x="124" y="904"/>
                </a:lnTo>
                <a:lnTo>
                  <a:pt x="0" y="90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5514120" y="227916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29" y="49"/>
                </a:moveTo>
                <a:cubicBezTo>
                  <a:pt x="229" y="45"/>
                  <a:pt x="212" y="42"/>
                  <a:pt x="178" y="41"/>
                </a:cubicBezTo>
                <a:cubicBezTo>
                  <a:pt x="164" y="41"/>
                  <a:pt x="155" y="41"/>
                  <a:pt x="151" y="40"/>
                </a:cubicBezTo>
                <a:cubicBezTo>
                  <a:pt x="147" y="40"/>
                  <a:pt x="144" y="37"/>
                  <a:pt x="144" y="32"/>
                </a:cubicBezTo>
                <a:cubicBezTo>
                  <a:pt x="144" y="27"/>
                  <a:pt x="146" y="21"/>
                  <a:pt x="148" y="14"/>
                </a:cubicBezTo>
                <a:cubicBezTo>
                  <a:pt x="150" y="7"/>
                  <a:pt x="153" y="2"/>
                  <a:pt x="154" y="1"/>
                </a:cubicBezTo>
                <a:cubicBezTo>
                  <a:pt x="156" y="0"/>
                  <a:pt x="215" y="0"/>
                  <a:pt x="335" y="0"/>
                </a:cubicBezTo>
                <a:cubicBezTo>
                  <a:pt x="436" y="0"/>
                  <a:pt x="492" y="1"/>
                  <a:pt x="504" y="1"/>
                </a:cubicBezTo>
                <a:cubicBezTo>
                  <a:pt x="516" y="1"/>
                  <a:pt x="528" y="2"/>
                  <a:pt x="540" y="6"/>
                </a:cubicBezTo>
                <a:cubicBezTo>
                  <a:pt x="583" y="16"/>
                  <a:pt x="620" y="40"/>
                  <a:pt x="650" y="77"/>
                </a:cubicBezTo>
                <a:cubicBezTo>
                  <a:pt x="680" y="115"/>
                  <a:pt x="695" y="165"/>
                  <a:pt x="696" y="228"/>
                </a:cubicBezTo>
                <a:cubicBezTo>
                  <a:pt x="696" y="322"/>
                  <a:pt x="664" y="406"/>
                  <a:pt x="600" y="481"/>
                </a:cubicBezTo>
                <a:cubicBezTo>
                  <a:pt x="535" y="555"/>
                  <a:pt x="459" y="600"/>
                  <a:pt x="372" y="614"/>
                </a:cubicBezTo>
                <a:lnTo>
                  <a:pt x="359" y="616"/>
                </a:lnTo>
                <a:lnTo>
                  <a:pt x="183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1" y="617"/>
                  <a:pt x="11" y="617"/>
                  <a:pt x="7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2"/>
                  <a:pt x="3" y="595"/>
                </a:cubicBezTo>
                <a:cubicBezTo>
                  <a:pt x="5" y="585"/>
                  <a:pt x="8" y="580"/>
                  <a:pt x="10" y="578"/>
                </a:cubicBezTo>
                <a:cubicBezTo>
                  <a:pt x="12" y="577"/>
                  <a:pt x="19" y="576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1"/>
                  <a:pt x="99" y="567"/>
                  <a:pt x="102" y="562"/>
                </a:cubicBezTo>
                <a:cubicBezTo>
                  <a:pt x="104" y="560"/>
                  <a:pt x="126" y="476"/>
                  <a:pt x="167" y="311"/>
                </a:cubicBezTo>
                <a:cubicBezTo>
                  <a:pt x="209" y="146"/>
                  <a:pt x="229" y="58"/>
                  <a:pt x="229" y="49"/>
                </a:cubicBezTo>
                <a:moveTo>
                  <a:pt x="606" y="194"/>
                </a:moveTo>
                <a:cubicBezTo>
                  <a:pt x="606" y="171"/>
                  <a:pt x="603" y="150"/>
                  <a:pt x="596" y="131"/>
                </a:cubicBezTo>
                <a:cubicBezTo>
                  <a:pt x="589" y="113"/>
                  <a:pt x="581" y="99"/>
                  <a:pt x="572" y="89"/>
                </a:cubicBezTo>
                <a:cubicBezTo>
                  <a:pt x="563" y="79"/>
                  <a:pt x="552" y="70"/>
                  <a:pt x="539" y="63"/>
                </a:cubicBezTo>
                <a:cubicBezTo>
                  <a:pt x="526" y="56"/>
                  <a:pt x="514" y="51"/>
                  <a:pt x="504" y="48"/>
                </a:cubicBezTo>
                <a:cubicBezTo>
                  <a:pt x="494" y="46"/>
                  <a:pt x="483" y="44"/>
                  <a:pt x="472" y="42"/>
                </a:cubicBezTo>
                <a:cubicBezTo>
                  <a:pt x="471" y="42"/>
                  <a:pt x="467" y="42"/>
                  <a:pt x="460" y="42"/>
                </a:cubicBezTo>
                <a:cubicBezTo>
                  <a:pt x="452" y="42"/>
                  <a:pt x="444" y="42"/>
                  <a:pt x="433" y="42"/>
                </a:cubicBezTo>
                <a:cubicBezTo>
                  <a:pt x="423" y="42"/>
                  <a:pt x="413" y="42"/>
                  <a:pt x="404" y="41"/>
                </a:cubicBezTo>
                <a:lnTo>
                  <a:pt x="365" y="41"/>
                </a:lnTo>
                <a:cubicBezTo>
                  <a:pt x="338" y="41"/>
                  <a:pt x="323" y="44"/>
                  <a:pt x="319" y="50"/>
                </a:cubicBezTo>
                <a:cubicBezTo>
                  <a:pt x="317" y="53"/>
                  <a:pt x="296" y="140"/>
                  <a:pt x="253" y="311"/>
                </a:cubicBezTo>
                <a:cubicBezTo>
                  <a:pt x="210" y="482"/>
                  <a:pt x="189" y="568"/>
                  <a:pt x="189" y="570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5" y="574"/>
                  <a:pt x="228" y="574"/>
                  <a:pt x="268" y="575"/>
                </a:cubicBezTo>
                <a:cubicBezTo>
                  <a:pt x="271" y="575"/>
                  <a:pt x="277" y="575"/>
                  <a:pt x="285" y="575"/>
                </a:cubicBezTo>
                <a:cubicBezTo>
                  <a:pt x="294" y="575"/>
                  <a:pt x="301" y="575"/>
                  <a:pt x="307" y="576"/>
                </a:cubicBezTo>
                <a:cubicBezTo>
                  <a:pt x="384" y="576"/>
                  <a:pt x="446" y="551"/>
                  <a:pt x="496" y="502"/>
                </a:cubicBezTo>
                <a:cubicBezTo>
                  <a:pt x="517" y="480"/>
                  <a:pt x="535" y="455"/>
                  <a:pt x="549" y="426"/>
                </a:cubicBezTo>
                <a:cubicBezTo>
                  <a:pt x="563" y="397"/>
                  <a:pt x="576" y="359"/>
                  <a:pt x="588" y="311"/>
                </a:cubicBezTo>
                <a:cubicBezTo>
                  <a:pt x="600" y="264"/>
                  <a:pt x="606" y="224"/>
                  <a:pt x="606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5803200" y="225720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0" y="451"/>
                </a:moveTo>
                <a:cubicBezTo>
                  <a:pt x="0" y="410"/>
                  <a:pt x="3" y="371"/>
                  <a:pt x="9" y="333"/>
                </a:cubicBezTo>
                <a:cubicBezTo>
                  <a:pt x="15" y="296"/>
                  <a:pt x="21" y="264"/>
                  <a:pt x="29" y="237"/>
                </a:cubicBezTo>
                <a:cubicBezTo>
                  <a:pt x="37" y="210"/>
                  <a:pt x="48" y="183"/>
                  <a:pt x="63" y="157"/>
                </a:cubicBezTo>
                <a:cubicBezTo>
                  <a:pt x="77" y="131"/>
                  <a:pt x="89" y="111"/>
                  <a:pt x="97" y="97"/>
                </a:cubicBezTo>
                <a:cubicBezTo>
                  <a:pt x="105" y="82"/>
                  <a:pt x="119" y="67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5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3"/>
                  <a:pt x="216" y="8"/>
                </a:cubicBezTo>
                <a:cubicBezTo>
                  <a:pt x="216" y="10"/>
                  <a:pt x="211" y="16"/>
                  <a:pt x="201" y="27"/>
                </a:cubicBezTo>
                <a:cubicBezTo>
                  <a:pt x="191" y="38"/>
                  <a:pt x="178" y="54"/>
                  <a:pt x="164" y="75"/>
                </a:cubicBezTo>
                <a:cubicBezTo>
                  <a:pt x="149" y="96"/>
                  <a:pt x="135" y="122"/>
                  <a:pt x="120" y="153"/>
                </a:cubicBezTo>
                <a:cubicBezTo>
                  <a:pt x="104" y="183"/>
                  <a:pt x="91" y="225"/>
                  <a:pt x="81" y="277"/>
                </a:cubicBezTo>
                <a:cubicBezTo>
                  <a:pt x="71" y="330"/>
                  <a:pt x="65" y="388"/>
                  <a:pt x="65" y="451"/>
                </a:cubicBezTo>
                <a:cubicBezTo>
                  <a:pt x="65" y="516"/>
                  <a:pt x="71" y="574"/>
                  <a:pt x="81" y="626"/>
                </a:cubicBezTo>
                <a:cubicBezTo>
                  <a:pt x="91" y="678"/>
                  <a:pt x="103" y="719"/>
                  <a:pt x="119" y="751"/>
                </a:cubicBezTo>
                <a:cubicBezTo>
                  <a:pt x="133" y="783"/>
                  <a:pt x="148" y="809"/>
                  <a:pt x="163" y="829"/>
                </a:cubicBezTo>
                <a:cubicBezTo>
                  <a:pt x="178" y="849"/>
                  <a:pt x="191" y="865"/>
                  <a:pt x="201" y="877"/>
                </a:cubicBezTo>
                <a:cubicBezTo>
                  <a:pt x="211" y="889"/>
                  <a:pt x="216" y="895"/>
                  <a:pt x="216" y="896"/>
                </a:cubicBezTo>
                <a:cubicBezTo>
                  <a:pt x="216" y="901"/>
                  <a:pt x="212" y="904"/>
                  <a:pt x="203" y="904"/>
                </a:cubicBezTo>
                <a:lnTo>
                  <a:pt x="200" y="904"/>
                </a:lnTo>
                <a:lnTo>
                  <a:pt x="188" y="904"/>
                </a:lnTo>
                <a:lnTo>
                  <a:pt x="163" y="882"/>
                </a:lnTo>
                <a:cubicBezTo>
                  <a:pt x="105" y="831"/>
                  <a:pt x="64" y="767"/>
                  <a:pt x="38" y="691"/>
                </a:cubicBezTo>
                <a:cubicBezTo>
                  <a:pt x="12" y="614"/>
                  <a:pt x="0" y="535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5905800" y="235656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7" y="402"/>
                </a:moveTo>
                <a:cubicBezTo>
                  <a:pt x="178" y="400"/>
                  <a:pt x="145" y="399"/>
                  <a:pt x="90" y="399"/>
                </a:cubicBezTo>
                <a:cubicBezTo>
                  <a:pt x="41" y="399"/>
                  <a:pt x="13" y="400"/>
                  <a:pt x="6" y="402"/>
                </a:cubicBezTo>
                <a:lnTo>
                  <a:pt x="0" y="402"/>
                </a:lnTo>
                <a:lnTo>
                  <a:pt x="0" y="346"/>
                </a:lnTo>
                <a:lnTo>
                  <a:pt x="86" y="346"/>
                </a:lnTo>
                <a:lnTo>
                  <a:pt x="203" y="210"/>
                </a:lnTo>
                <a:lnTo>
                  <a:pt x="79" y="57"/>
                </a:lnTo>
                <a:lnTo>
                  <a:pt x="4" y="57"/>
                </a:lnTo>
                <a:lnTo>
                  <a:pt x="4" y="0"/>
                </a:lnTo>
                <a:lnTo>
                  <a:pt x="11" y="0"/>
                </a:lnTo>
                <a:cubicBezTo>
                  <a:pt x="21" y="2"/>
                  <a:pt x="53" y="3"/>
                  <a:pt x="110" y="3"/>
                </a:cubicBezTo>
                <a:cubicBezTo>
                  <a:pt x="173" y="3"/>
                  <a:pt x="210" y="2"/>
                  <a:pt x="221" y="0"/>
                </a:cubicBezTo>
                <a:lnTo>
                  <a:pt x="229" y="0"/>
                </a:lnTo>
                <a:lnTo>
                  <a:pt x="229" y="57"/>
                </a:lnTo>
                <a:lnTo>
                  <a:pt x="204" y="57"/>
                </a:lnTo>
                <a:lnTo>
                  <a:pt x="235" y="96"/>
                </a:lnTo>
                <a:cubicBezTo>
                  <a:pt x="256" y="121"/>
                  <a:pt x="266" y="134"/>
                  <a:pt x="267" y="134"/>
                </a:cubicBezTo>
                <a:cubicBezTo>
                  <a:pt x="269" y="134"/>
                  <a:pt x="281" y="121"/>
                  <a:pt x="301" y="94"/>
                </a:cubicBezTo>
                <a:lnTo>
                  <a:pt x="333" y="57"/>
                </a:lnTo>
                <a:lnTo>
                  <a:pt x="300" y="57"/>
                </a:lnTo>
                <a:lnTo>
                  <a:pt x="300" y="0"/>
                </a:lnTo>
                <a:lnTo>
                  <a:pt x="307" y="0"/>
                </a:lnTo>
                <a:cubicBezTo>
                  <a:pt x="316" y="2"/>
                  <a:pt x="348" y="3"/>
                  <a:pt x="402" y="3"/>
                </a:cubicBezTo>
                <a:cubicBezTo>
                  <a:pt x="451" y="3"/>
                  <a:pt x="479" y="2"/>
                  <a:pt x="486" y="0"/>
                </a:cubicBezTo>
                <a:lnTo>
                  <a:pt x="493" y="0"/>
                </a:lnTo>
                <a:lnTo>
                  <a:pt x="493" y="57"/>
                </a:lnTo>
                <a:lnTo>
                  <a:pt x="407" y="57"/>
                </a:lnTo>
                <a:lnTo>
                  <a:pt x="302" y="180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5" y="399"/>
                </a:cubicBezTo>
                <a:cubicBezTo>
                  <a:pt x="343" y="399"/>
                  <a:pt x="306" y="400"/>
                  <a:pt x="295" y="402"/>
                </a:cubicBezTo>
                <a:lnTo>
                  <a:pt x="287" y="402"/>
                </a:lnTo>
                <a:lnTo>
                  <a:pt x="287" y="346"/>
                </a:lnTo>
                <a:lnTo>
                  <a:pt x="312" y="346"/>
                </a:lnTo>
                <a:cubicBezTo>
                  <a:pt x="312" y="346"/>
                  <a:pt x="300" y="331"/>
                  <a:pt x="276" y="301"/>
                </a:cubicBezTo>
                <a:cubicBezTo>
                  <a:pt x="252" y="272"/>
                  <a:pt x="240" y="256"/>
                  <a:pt x="239" y="255"/>
                </a:cubicBezTo>
                <a:lnTo>
                  <a:pt x="160" y="345"/>
                </a:lnTo>
                <a:lnTo>
                  <a:pt x="178" y="346"/>
                </a:lnTo>
                <a:lnTo>
                  <a:pt x="194" y="346"/>
                </a:lnTo>
                <a:lnTo>
                  <a:pt x="194" y="402"/>
                </a:lnTo>
                <a:lnTo>
                  <a:pt x="187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6113880" y="225720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8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1" y="73"/>
                  <a:pt x="152" y="137"/>
                  <a:pt x="178" y="213"/>
                </a:cubicBezTo>
                <a:cubicBezTo>
                  <a:pt x="204" y="290"/>
                  <a:pt x="217" y="369"/>
                  <a:pt x="217" y="451"/>
                </a:cubicBezTo>
                <a:cubicBezTo>
                  <a:pt x="217" y="492"/>
                  <a:pt x="214" y="533"/>
                  <a:pt x="208" y="571"/>
                </a:cubicBezTo>
                <a:cubicBezTo>
                  <a:pt x="202" y="609"/>
                  <a:pt x="195" y="641"/>
                  <a:pt x="187" y="667"/>
                </a:cubicBezTo>
                <a:cubicBezTo>
                  <a:pt x="179" y="694"/>
                  <a:pt x="168" y="720"/>
                  <a:pt x="154" y="747"/>
                </a:cubicBezTo>
                <a:cubicBezTo>
                  <a:pt x="139" y="773"/>
                  <a:pt x="128" y="793"/>
                  <a:pt x="120" y="807"/>
                </a:cubicBezTo>
                <a:cubicBezTo>
                  <a:pt x="111" y="821"/>
                  <a:pt x="98" y="836"/>
                  <a:pt x="82" y="853"/>
                </a:cubicBezTo>
                <a:cubicBezTo>
                  <a:pt x="65" y="870"/>
                  <a:pt x="56" y="880"/>
                  <a:pt x="53" y="883"/>
                </a:cubicBezTo>
                <a:cubicBezTo>
                  <a:pt x="50" y="886"/>
                  <a:pt x="43" y="892"/>
                  <a:pt x="32" y="900"/>
                </a:cubicBezTo>
                <a:cubicBezTo>
                  <a:pt x="30" y="902"/>
                  <a:pt x="29" y="903"/>
                  <a:pt x="28" y="904"/>
                </a:cubicBezTo>
                <a:lnTo>
                  <a:pt x="18" y="904"/>
                </a:lnTo>
                <a:cubicBezTo>
                  <a:pt x="13" y="904"/>
                  <a:pt x="9" y="904"/>
                  <a:pt x="8" y="904"/>
                </a:cubicBezTo>
                <a:cubicBezTo>
                  <a:pt x="6" y="904"/>
                  <a:pt x="4" y="903"/>
                  <a:pt x="3" y="901"/>
                </a:cubicBezTo>
                <a:cubicBezTo>
                  <a:pt x="2" y="899"/>
                  <a:pt x="1" y="897"/>
                  <a:pt x="0" y="893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4" y="784"/>
                  <a:pt x="151" y="641"/>
                  <a:pt x="151" y="451"/>
                </a:cubicBezTo>
                <a:cubicBezTo>
                  <a:pt x="151" y="262"/>
                  <a:pt x="104" y="120"/>
                  <a:pt x="10" y="23"/>
                </a:cubicBezTo>
                <a:cubicBezTo>
                  <a:pt x="4" y="15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6229800" y="2257200"/>
            <a:ext cx="44640" cy="325440"/>
          </a:xfrm>
          <a:custGeom>
            <a:avLst/>
            <a:gdLst/>
            <a:ahLst/>
            <a:rect l="0" t="0" r="r" b="b"/>
            <a:pathLst>
              <a:path w="124" h="904">
                <a:moveTo>
                  <a:pt x="0" y="36"/>
                </a:moveTo>
                <a:lnTo>
                  <a:pt x="0" y="0"/>
                </a:lnTo>
                <a:lnTo>
                  <a:pt x="124" y="0"/>
                </a:lnTo>
                <a:lnTo>
                  <a:pt x="124" y="904"/>
                </a:lnTo>
                <a:lnTo>
                  <a:pt x="0" y="904"/>
                </a:lnTo>
                <a:lnTo>
                  <a:pt x="0" y="868"/>
                </a:lnTo>
                <a:lnTo>
                  <a:pt x="87" y="868"/>
                </a:lnTo>
                <a:lnTo>
                  <a:pt x="87" y="36"/>
                </a:lnTo>
                <a:lnTo>
                  <a:pt x="0" y="3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6412320" y="2413080"/>
            <a:ext cx="198720" cy="13680"/>
          </a:xfrm>
          <a:custGeom>
            <a:avLst/>
            <a:gdLst/>
            <a:ahLst/>
            <a:rect l="0" t="0" r="r" b="b"/>
            <a:pathLst>
              <a:path w="552" h="38">
                <a:moveTo>
                  <a:pt x="13" y="0"/>
                </a:moveTo>
                <a:lnTo>
                  <a:pt x="538" y="0"/>
                </a:lnTo>
                <a:cubicBezTo>
                  <a:pt x="547" y="5"/>
                  <a:pt x="552" y="11"/>
                  <a:pt x="552" y="19"/>
                </a:cubicBezTo>
                <a:cubicBezTo>
                  <a:pt x="552" y="27"/>
                  <a:pt x="547" y="33"/>
                  <a:pt x="538" y="38"/>
                </a:cubicBezTo>
                <a:lnTo>
                  <a:pt x="13" y="38"/>
                </a:lnTo>
                <a:cubicBezTo>
                  <a:pt x="4" y="33"/>
                  <a:pt x="0" y="27"/>
                  <a:pt x="0" y="19"/>
                </a:cubicBezTo>
                <a:cubicBezTo>
                  <a:pt x="0" y="11"/>
                  <a:pt x="4" y="5"/>
                  <a:pt x="13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6718320" y="2279880"/>
            <a:ext cx="204120" cy="221400"/>
          </a:xfrm>
          <a:custGeom>
            <a:avLst/>
            <a:gdLst/>
            <a:ahLst/>
            <a:rect l="0" t="0" r="r" b="b"/>
            <a:pathLst>
              <a:path w="567" h="615">
                <a:moveTo>
                  <a:pt x="93" y="55"/>
                </a:moveTo>
                <a:cubicBezTo>
                  <a:pt x="89" y="51"/>
                  <a:pt x="85" y="48"/>
                  <a:pt x="83" y="47"/>
                </a:cubicBezTo>
                <a:cubicBezTo>
                  <a:pt x="80" y="46"/>
                  <a:pt x="76" y="45"/>
                  <a:pt x="68" y="45"/>
                </a:cubicBezTo>
                <a:cubicBezTo>
                  <a:pt x="61" y="44"/>
                  <a:pt x="48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517" y="0"/>
                </a:lnTo>
                <a:lnTo>
                  <a:pt x="517" y="4"/>
                </a:lnTo>
                <a:cubicBezTo>
                  <a:pt x="518" y="8"/>
                  <a:pt x="523" y="42"/>
                  <a:pt x="530" y="110"/>
                </a:cubicBezTo>
                <a:cubicBezTo>
                  <a:pt x="537" y="176"/>
                  <a:pt x="541" y="211"/>
                  <a:pt x="542" y="214"/>
                </a:cubicBezTo>
                <a:lnTo>
                  <a:pt x="542" y="218"/>
                </a:lnTo>
                <a:lnTo>
                  <a:pt x="506" y="218"/>
                </a:lnTo>
                <a:lnTo>
                  <a:pt x="506" y="214"/>
                </a:lnTo>
                <a:cubicBezTo>
                  <a:pt x="506" y="213"/>
                  <a:pt x="505" y="206"/>
                  <a:pt x="504" y="195"/>
                </a:cubicBezTo>
                <a:cubicBezTo>
                  <a:pt x="501" y="174"/>
                  <a:pt x="498" y="156"/>
                  <a:pt x="493" y="140"/>
                </a:cubicBezTo>
                <a:cubicBezTo>
                  <a:pt x="488" y="125"/>
                  <a:pt x="483" y="111"/>
                  <a:pt x="477" y="99"/>
                </a:cubicBezTo>
                <a:cubicBezTo>
                  <a:pt x="472" y="87"/>
                  <a:pt x="464" y="78"/>
                  <a:pt x="455" y="72"/>
                </a:cubicBezTo>
                <a:cubicBezTo>
                  <a:pt x="445" y="65"/>
                  <a:pt x="436" y="60"/>
                  <a:pt x="428" y="55"/>
                </a:cubicBezTo>
                <a:cubicBezTo>
                  <a:pt x="419" y="51"/>
                  <a:pt x="407" y="48"/>
                  <a:pt x="391" y="46"/>
                </a:cubicBezTo>
                <a:cubicBezTo>
                  <a:pt x="374" y="45"/>
                  <a:pt x="361" y="43"/>
                  <a:pt x="349" y="43"/>
                </a:cubicBezTo>
                <a:cubicBezTo>
                  <a:pt x="338" y="42"/>
                  <a:pt x="320" y="42"/>
                  <a:pt x="297" y="42"/>
                </a:cubicBezTo>
                <a:cubicBezTo>
                  <a:pt x="243" y="42"/>
                  <a:pt x="213" y="42"/>
                  <a:pt x="204" y="43"/>
                </a:cubicBezTo>
                <a:cubicBezTo>
                  <a:pt x="195" y="43"/>
                  <a:pt x="189" y="47"/>
                  <a:pt x="188" y="53"/>
                </a:cubicBezTo>
                <a:lnTo>
                  <a:pt x="188" y="54"/>
                </a:lnTo>
                <a:cubicBezTo>
                  <a:pt x="187" y="55"/>
                  <a:pt x="187" y="92"/>
                  <a:pt x="187" y="166"/>
                </a:cubicBezTo>
                <a:lnTo>
                  <a:pt x="187" y="276"/>
                </a:lnTo>
                <a:lnTo>
                  <a:pt x="235" y="276"/>
                </a:lnTo>
                <a:cubicBezTo>
                  <a:pt x="280" y="275"/>
                  <a:pt x="308" y="272"/>
                  <a:pt x="319" y="268"/>
                </a:cubicBezTo>
                <a:cubicBezTo>
                  <a:pt x="340" y="258"/>
                  <a:pt x="352" y="233"/>
                  <a:pt x="354" y="192"/>
                </a:cubicBezTo>
                <a:cubicBezTo>
                  <a:pt x="354" y="191"/>
                  <a:pt x="354" y="189"/>
                  <a:pt x="354" y="188"/>
                </a:cubicBezTo>
                <a:lnTo>
                  <a:pt x="354" y="170"/>
                </a:lnTo>
                <a:lnTo>
                  <a:pt x="390" y="170"/>
                </a:lnTo>
                <a:lnTo>
                  <a:pt x="390" y="423"/>
                </a:lnTo>
                <a:lnTo>
                  <a:pt x="354" y="423"/>
                </a:lnTo>
                <a:lnTo>
                  <a:pt x="354" y="405"/>
                </a:lnTo>
                <a:cubicBezTo>
                  <a:pt x="353" y="384"/>
                  <a:pt x="351" y="367"/>
                  <a:pt x="346" y="355"/>
                </a:cubicBezTo>
                <a:cubicBezTo>
                  <a:pt x="342" y="343"/>
                  <a:pt x="335" y="334"/>
                  <a:pt x="324" y="329"/>
                </a:cubicBezTo>
                <a:cubicBezTo>
                  <a:pt x="313" y="324"/>
                  <a:pt x="303" y="320"/>
                  <a:pt x="293" y="319"/>
                </a:cubicBezTo>
                <a:cubicBezTo>
                  <a:pt x="284" y="318"/>
                  <a:pt x="268" y="317"/>
                  <a:pt x="245" y="317"/>
                </a:cubicBezTo>
                <a:cubicBezTo>
                  <a:pt x="241" y="317"/>
                  <a:pt x="238" y="317"/>
                  <a:pt x="235" y="317"/>
                </a:cubicBezTo>
                <a:lnTo>
                  <a:pt x="187" y="317"/>
                </a:lnTo>
                <a:lnTo>
                  <a:pt x="187" y="438"/>
                </a:lnTo>
                <a:lnTo>
                  <a:pt x="187" y="512"/>
                </a:lnTo>
                <a:cubicBezTo>
                  <a:pt x="187" y="547"/>
                  <a:pt x="188" y="565"/>
                  <a:pt x="191" y="568"/>
                </a:cubicBezTo>
                <a:cubicBezTo>
                  <a:pt x="195" y="571"/>
                  <a:pt x="210" y="573"/>
                  <a:pt x="238" y="573"/>
                </a:cubicBezTo>
                <a:lnTo>
                  <a:pt x="285" y="573"/>
                </a:lnTo>
                <a:lnTo>
                  <a:pt x="331" y="573"/>
                </a:lnTo>
                <a:cubicBezTo>
                  <a:pt x="353" y="573"/>
                  <a:pt x="372" y="572"/>
                  <a:pt x="386" y="570"/>
                </a:cubicBezTo>
                <a:cubicBezTo>
                  <a:pt x="401" y="568"/>
                  <a:pt x="417" y="565"/>
                  <a:pt x="434" y="559"/>
                </a:cubicBezTo>
                <a:cubicBezTo>
                  <a:pt x="451" y="554"/>
                  <a:pt x="466" y="545"/>
                  <a:pt x="476" y="532"/>
                </a:cubicBezTo>
                <a:cubicBezTo>
                  <a:pt x="487" y="519"/>
                  <a:pt x="497" y="503"/>
                  <a:pt x="505" y="483"/>
                </a:cubicBezTo>
                <a:cubicBezTo>
                  <a:pt x="511" y="468"/>
                  <a:pt x="516" y="451"/>
                  <a:pt x="519" y="435"/>
                </a:cubicBezTo>
                <a:cubicBezTo>
                  <a:pt x="522" y="418"/>
                  <a:pt x="524" y="404"/>
                  <a:pt x="526" y="392"/>
                </a:cubicBezTo>
                <a:cubicBezTo>
                  <a:pt x="528" y="381"/>
                  <a:pt x="529" y="374"/>
                  <a:pt x="531" y="371"/>
                </a:cubicBezTo>
                <a:lnTo>
                  <a:pt x="531" y="369"/>
                </a:lnTo>
                <a:lnTo>
                  <a:pt x="567" y="369"/>
                </a:lnTo>
                <a:lnTo>
                  <a:pt x="567" y="371"/>
                </a:lnTo>
                <a:cubicBezTo>
                  <a:pt x="566" y="373"/>
                  <a:pt x="560" y="413"/>
                  <a:pt x="549" y="491"/>
                </a:cubicBezTo>
                <a:cubicBezTo>
                  <a:pt x="537" y="570"/>
                  <a:pt x="531" y="610"/>
                  <a:pt x="529" y="612"/>
                </a:cubicBezTo>
                <a:lnTo>
                  <a:pt x="529" y="615"/>
                </a:lnTo>
                <a:lnTo>
                  <a:pt x="0" y="615"/>
                </a:lnTo>
                <a:lnTo>
                  <a:pt x="0" y="574"/>
                </a:lnTo>
                <a:lnTo>
                  <a:pt x="30" y="574"/>
                </a:lnTo>
                <a:cubicBezTo>
                  <a:pt x="55" y="573"/>
                  <a:pt x="70" y="572"/>
                  <a:pt x="76" y="571"/>
                </a:cubicBezTo>
                <a:cubicBezTo>
                  <a:pt x="81" y="570"/>
                  <a:pt x="87" y="566"/>
                  <a:pt x="93" y="560"/>
                </a:cubicBezTo>
                <a:lnTo>
                  <a:pt x="93" y="5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6949440" y="2456280"/>
            <a:ext cx="99360" cy="102600"/>
          </a:xfrm>
          <a:custGeom>
            <a:avLst/>
            <a:gdLst/>
            <a:ahLst/>
            <a:rect l="0" t="0" r="r" b="b"/>
            <a:pathLst>
              <a:path w="276" h="285">
                <a:moveTo>
                  <a:pt x="10" y="117"/>
                </a:moveTo>
                <a:cubicBezTo>
                  <a:pt x="10" y="117"/>
                  <a:pt x="12" y="97"/>
                  <a:pt x="15" y="61"/>
                </a:cubicBezTo>
                <a:cubicBezTo>
                  <a:pt x="18" y="25"/>
                  <a:pt x="19" y="6"/>
                  <a:pt x="19" y="5"/>
                </a:cubicBezTo>
                <a:lnTo>
                  <a:pt x="19" y="0"/>
                </a:lnTo>
                <a:lnTo>
                  <a:pt x="142" y="0"/>
                </a:lnTo>
                <a:cubicBezTo>
                  <a:pt x="157" y="0"/>
                  <a:pt x="175" y="0"/>
                  <a:pt x="195" y="0"/>
                </a:cubicBezTo>
                <a:cubicBezTo>
                  <a:pt x="215" y="0"/>
                  <a:pt x="227" y="0"/>
                  <a:pt x="232" y="0"/>
                </a:cubicBezTo>
                <a:cubicBezTo>
                  <a:pt x="252" y="0"/>
                  <a:pt x="264" y="0"/>
                  <a:pt x="268" y="2"/>
                </a:cubicBezTo>
                <a:cubicBezTo>
                  <a:pt x="272" y="4"/>
                  <a:pt x="274" y="9"/>
                  <a:pt x="274" y="17"/>
                </a:cubicBezTo>
                <a:cubicBezTo>
                  <a:pt x="274" y="22"/>
                  <a:pt x="273" y="25"/>
                  <a:pt x="273" y="26"/>
                </a:cubicBezTo>
                <a:cubicBezTo>
                  <a:pt x="272" y="28"/>
                  <a:pt x="244" y="65"/>
                  <a:pt x="189" y="138"/>
                </a:cubicBezTo>
                <a:cubicBezTo>
                  <a:pt x="135" y="211"/>
                  <a:pt x="106" y="248"/>
                  <a:pt x="105" y="250"/>
                </a:cubicBezTo>
                <a:lnTo>
                  <a:pt x="132" y="250"/>
                </a:lnTo>
                <a:cubicBezTo>
                  <a:pt x="142" y="249"/>
                  <a:pt x="148" y="249"/>
                  <a:pt x="152" y="249"/>
                </a:cubicBezTo>
                <a:cubicBezTo>
                  <a:pt x="155" y="249"/>
                  <a:pt x="161" y="248"/>
                  <a:pt x="170" y="248"/>
                </a:cubicBezTo>
                <a:cubicBezTo>
                  <a:pt x="179" y="247"/>
                  <a:pt x="185" y="245"/>
                  <a:pt x="188" y="243"/>
                </a:cubicBezTo>
                <a:cubicBezTo>
                  <a:pt x="191" y="241"/>
                  <a:pt x="196" y="238"/>
                  <a:pt x="203" y="235"/>
                </a:cubicBezTo>
                <a:cubicBezTo>
                  <a:pt x="210" y="233"/>
                  <a:pt x="214" y="228"/>
                  <a:pt x="217" y="222"/>
                </a:cubicBezTo>
                <a:cubicBezTo>
                  <a:pt x="219" y="216"/>
                  <a:pt x="222" y="210"/>
                  <a:pt x="226" y="203"/>
                </a:cubicBezTo>
                <a:cubicBezTo>
                  <a:pt x="229" y="196"/>
                  <a:pt x="232" y="187"/>
                  <a:pt x="233" y="176"/>
                </a:cubicBezTo>
                <a:cubicBezTo>
                  <a:pt x="235" y="165"/>
                  <a:pt x="236" y="155"/>
                  <a:pt x="236" y="147"/>
                </a:cubicBezTo>
                <a:cubicBezTo>
                  <a:pt x="236" y="146"/>
                  <a:pt x="243" y="146"/>
                  <a:pt x="256" y="146"/>
                </a:cubicBezTo>
                <a:lnTo>
                  <a:pt x="276" y="146"/>
                </a:lnTo>
                <a:lnTo>
                  <a:pt x="276" y="150"/>
                </a:lnTo>
                <a:cubicBezTo>
                  <a:pt x="275" y="151"/>
                  <a:pt x="273" y="173"/>
                  <a:pt x="270" y="216"/>
                </a:cubicBezTo>
                <a:cubicBezTo>
                  <a:pt x="266" y="258"/>
                  <a:pt x="264" y="280"/>
                  <a:pt x="264" y="281"/>
                </a:cubicBezTo>
                <a:lnTo>
                  <a:pt x="264" y="285"/>
                </a:lnTo>
                <a:lnTo>
                  <a:pt x="137" y="285"/>
                </a:lnTo>
                <a:cubicBezTo>
                  <a:pt x="52" y="285"/>
                  <a:pt x="8" y="284"/>
                  <a:pt x="7" y="283"/>
                </a:cubicBezTo>
                <a:cubicBezTo>
                  <a:pt x="2" y="281"/>
                  <a:pt x="0" y="276"/>
                  <a:pt x="0" y="267"/>
                </a:cubicBezTo>
                <a:lnTo>
                  <a:pt x="0" y="264"/>
                </a:lnTo>
                <a:cubicBezTo>
                  <a:pt x="0" y="260"/>
                  <a:pt x="2" y="256"/>
                  <a:pt x="5" y="251"/>
                </a:cubicBezTo>
                <a:cubicBezTo>
                  <a:pt x="9" y="247"/>
                  <a:pt x="19" y="234"/>
                  <a:pt x="34" y="213"/>
                </a:cubicBezTo>
                <a:cubicBezTo>
                  <a:pt x="53" y="188"/>
                  <a:pt x="70" y="166"/>
                  <a:pt x="85" y="146"/>
                </a:cubicBezTo>
                <a:lnTo>
                  <a:pt x="171" y="33"/>
                </a:lnTo>
                <a:lnTo>
                  <a:pt x="144" y="33"/>
                </a:lnTo>
                <a:cubicBezTo>
                  <a:pt x="116" y="33"/>
                  <a:pt x="96" y="36"/>
                  <a:pt x="86" y="41"/>
                </a:cubicBezTo>
                <a:cubicBezTo>
                  <a:pt x="69" y="50"/>
                  <a:pt x="58" y="66"/>
                  <a:pt x="54" y="90"/>
                </a:cubicBezTo>
                <a:cubicBezTo>
                  <a:pt x="52" y="100"/>
                  <a:pt x="51" y="110"/>
                  <a:pt x="51" y="121"/>
                </a:cubicBezTo>
                <a:cubicBezTo>
                  <a:pt x="51" y="122"/>
                  <a:pt x="44" y="123"/>
                  <a:pt x="31" y="123"/>
                </a:cubicBezTo>
                <a:lnTo>
                  <a:pt x="10" y="123"/>
                </a:lnTo>
                <a:lnTo>
                  <a:pt x="10" y="1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7072200" y="2473920"/>
            <a:ext cx="153720" cy="54360"/>
          </a:xfrm>
          <a:custGeom>
            <a:avLst/>
            <a:gdLst/>
            <a:ahLst/>
            <a:rect l="0" t="0" r="r" b="b"/>
            <a:pathLst>
              <a:path w="427" h="151">
                <a:moveTo>
                  <a:pt x="0" y="130"/>
                </a:moveTo>
                <a:cubicBezTo>
                  <a:pt x="0" y="98"/>
                  <a:pt x="10" y="68"/>
                  <a:pt x="29" y="41"/>
                </a:cubicBezTo>
                <a:cubicBezTo>
                  <a:pt x="49" y="14"/>
                  <a:pt x="75" y="0"/>
                  <a:pt x="106" y="0"/>
                </a:cubicBezTo>
                <a:cubicBezTo>
                  <a:pt x="124" y="0"/>
                  <a:pt x="139" y="4"/>
                  <a:pt x="155" y="12"/>
                </a:cubicBezTo>
                <a:cubicBezTo>
                  <a:pt x="170" y="20"/>
                  <a:pt x="184" y="29"/>
                  <a:pt x="197" y="41"/>
                </a:cubicBezTo>
                <a:cubicBezTo>
                  <a:pt x="210" y="52"/>
                  <a:pt x="222" y="64"/>
                  <a:pt x="234" y="75"/>
                </a:cubicBezTo>
                <a:cubicBezTo>
                  <a:pt x="247" y="85"/>
                  <a:pt x="260" y="95"/>
                  <a:pt x="275" y="103"/>
                </a:cubicBezTo>
                <a:cubicBezTo>
                  <a:pt x="289" y="111"/>
                  <a:pt x="304" y="115"/>
                  <a:pt x="319" y="115"/>
                </a:cubicBezTo>
                <a:cubicBezTo>
                  <a:pt x="346" y="115"/>
                  <a:pt x="367" y="105"/>
                  <a:pt x="384" y="85"/>
                </a:cubicBezTo>
                <a:cubicBezTo>
                  <a:pt x="400" y="65"/>
                  <a:pt x="409" y="42"/>
                  <a:pt x="409" y="19"/>
                </a:cubicBezTo>
                <a:cubicBezTo>
                  <a:pt x="409" y="14"/>
                  <a:pt x="410" y="10"/>
                  <a:pt x="411" y="6"/>
                </a:cubicBezTo>
                <a:cubicBezTo>
                  <a:pt x="413" y="3"/>
                  <a:pt x="415" y="1"/>
                  <a:pt x="418" y="0"/>
                </a:cubicBezTo>
                <a:cubicBezTo>
                  <a:pt x="424" y="0"/>
                  <a:pt x="427" y="7"/>
                  <a:pt x="427" y="21"/>
                </a:cubicBezTo>
                <a:cubicBezTo>
                  <a:pt x="427" y="53"/>
                  <a:pt x="417" y="83"/>
                  <a:pt x="398" y="110"/>
                </a:cubicBezTo>
                <a:cubicBezTo>
                  <a:pt x="379" y="137"/>
                  <a:pt x="354" y="150"/>
                  <a:pt x="324" y="150"/>
                </a:cubicBezTo>
                <a:lnTo>
                  <a:pt x="319" y="150"/>
                </a:lnTo>
                <a:cubicBezTo>
                  <a:pt x="304" y="150"/>
                  <a:pt x="288" y="146"/>
                  <a:pt x="273" y="139"/>
                </a:cubicBezTo>
                <a:cubicBezTo>
                  <a:pt x="257" y="131"/>
                  <a:pt x="243" y="122"/>
                  <a:pt x="230" y="111"/>
                </a:cubicBezTo>
                <a:cubicBezTo>
                  <a:pt x="217" y="99"/>
                  <a:pt x="204" y="88"/>
                  <a:pt x="192" y="77"/>
                </a:cubicBezTo>
                <a:cubicBezTo>
                  <a:pt x="180" y="66"/>
                  <a:pt x="167" y="56"/>
                  <a:pt x="152" y="48"/>
                </a:cubicBezTo>
                <a:cubicBezTo>
                  <a:pt x="137" y="40"/>
                  <a:pt x="123" y="36"/>
                  <a:pt x="107" y="36"/>
                </a:cubicBezTo>
                <a:cubicBezTo>
                  <a:pt x="88" y="36"/>
                  <a:pt x="72" y="41"/>
                  <a:pt x="57" y="52"/>
                </a:cubicBezTo>
                <a:cubicBezTo>
                  <a:pt x="42" y="65"/>
                  <a:pt x="32" y="80"/>
                  <a:pt x="26" y="96"/>
                </a:cubicBezTo>
                <a:cubicBezTo>
                  <a:pt x="21" y="113"/>
                  <a:pt x="17" y="126"/>
                  <a:pt x="16" y="136"/>
                </a:cubicBezTo>
                <a:cubicBezTo>
                  <a:pt x="15" y="146"/>
                  <a:pt x="12" y="151"/>
                  <a:pt x="9" y="151"/>
                </a:cubicBezTo>
                <a:cubicBezTo>
                  <a:pt x="3" y="151"/>
                  <a:pt x="0" y="144"/>
                  <a:pt x="0" y="13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7229160" y="2456640"/>
            <a:ext cx="123480" cy="146160"/>
          </a:xfrm>
          <a:custGeom>
            <a:avLst/>
            <a:gdLst/>
            <a:ahLst/>
            <a:rect l="0" t="0" r="r" b="b"/>
            <a:pathLst>
              <a:path w="343" h="406">
                <a:moveTo>
                  <a:pt x="40" y="98"/>
                </a:moveTo>
                <a:cubicBezTo>
                  <a:pt x="40" y="97"/>
                  <a:pt x="41" y="95"/>
                  <a:pt x="41" y="93"/>
                </a:cubicBezTo>
                <a:cubicBezTo>
                  <a:pt x="42" y="91"/>
                  <a:pt x="43" y="87"/>
                  <a:pt x="44" y="79"/>
                </a:cubicBezTo>
                <a:cubicBezTo>
                  <a:pt x="46" y="72"/>
                  <a:pt x="48" y="65"/>
                  <a:pt x="51" y="60"/>
                </a:cubicBezTo>
                <a:cubicBezTo>
                  <a:pt x="53" y="54"/>
                  <a:pt x="57" y="47"/>
                  <a:pt x="60" y="38"/>
                </a:cubicBezTo>
                <a:cubicBezTo>
                  <a:pt x="64" y="30"/>
                  <a:pt x="69" y="24"/>
                  <a:pt x="73" y="19"/>
                </a:cubicBezTo>
                <a:cubicBezTo>
                  <a:pt x="78" y="15"/>
                  <a:pt x="83" y="10"/>
                  <a:pt x="90" y="5"/>
                </a:cubicBezTo>
                <a:cubicBezTo>
                  <a:pt x="96" y="1"/>
                  <a:pt x="103" y="-1"/>
                  <a:pt x="111" y="0"/>
                </a:cubicBezTo>
                <a:cubicBezTo>
                  <a:pt x="143" y="0"/>
                  <a:pt x="163" y="13"/>
                  <a:pt x="172" y="40"/>
                </a:cubicBezTo>
                <a:lnTo>
                  <a:pt x="178" y="35"/>
                </a:lnTo>
                <a:cubicBezTo>
                  <a:pt x="205" y="11"/>
                  <a:pt x="230" y="0"/>
                  <a:pt x="254" y="0"/>
                </a:cubicBezTo>
                <a:cubicBezTo>
                  <a:pt x="282" y="0"/>
                  <a:pt x="304" y="10"/>
                  <a:pt x="320" y="30"/>
                </a:cubicBezTo>
                <a:cubicBezTo>
                  <a:pt x="336" y="50"/>
                  <a:pt x="343" y="74"/>
                  <a:pt x="343" y="102"/>
                </a:cubicBezTo>
                <a:cubicBezTo>
                  <a:pt x="343" y="148"/>
                  <a:pt x="327" y="191"/>
                  <a:pt x="295" y="229"/>
                </a:cubicBezTo>
                <a:cubicBezTo>
                  <a:pt x="262" y="268"/>
                  <a:pt x="225" y="289"/>
                  <a:pt x="184" y="289"/>
                </a:cubicBezTo>
                <a:cubicBezTo>
                  <a:pt x="175" y="289"/>
                  <a:pt x="167" y="288"/>
                  <a:pt x="159" y="285"/>
                </a:cubicBezTo>
                <a:cubicBezTo>
                  <a:pt x="155" y="283"/>
                  <a:pt x="150" y="279"/>
                  <a:pt x="145" y="275"/>
                </a:cubicBezTo>
                <a:cubicBezTo>
                  <a:pt x="140" y="270"/>
                  <a:pt x="136" y="267"/>
                  <a:pt x="133" y="264"/>
                </a:cubicBezTo>
                <a:lnTo>
                  <a:pt x="128" y="259"/>
                </a:lnTo>
                <a:cubicBezTo>
                  <a:pt x="128" y="259"/>
                  <a:pt x="123" y="278"/>
                  <a:pt x="114" y="315"/>
                </a:cubicBezTo>
                <a:cubicBezTo>
                  <a:pt x="105" y="352"/>
                  <a:pt x="101" y="370"/>
                  <a:pt x="101" y="371"/>
                </a:cubicBezTo>
                <a:cubicBezTo>
                  <a:pt x="101" y="373"/>
                  <a:pt x="102" y="375"/>
                  <a:pt x="106" y="375"/>
                </a:cubicBezTo>
                <a:cubicBezTo>
                  <a:pt x="109" y="376"/>
                  <a:pt x="117" y="376"/>
                  <a:pt x="129" y="377"/>
                </a:cubicBezTo>
                <a:lnTo>
                  <a:pt x="145" y="377"/>
                </a:lnTo>
                <a:cubicBezTo>
                  <a:pt x="148" y="380"/>
                  <a:pt x="149" y="382"/>
                  <a:pt x="149" y="383"/>
                </a:cubicBezTo>
                <a:cubicBezTo>
                  <a:pt x="149" y="384"/>
                  <a:pt x="148" y="387"/>
                  <a:pt x="147" y="394"/>
                </a:cubicBezTo>
                <a:cubicBezTo>
                  <a:pt x="146" y="399"/>
                  <a:pt x="145" y="403"/>
                  <a:pt x="143" y="404"/>
                </a:cubicBezTo>
                <a:cubicBezTo>
                  <a:pt x="142" y="405"/>
                  <a:pt x="139" y="406"/>
                  <a:pt x="135" y="406"/>
                </a:cubicBezTo>
                <a:cubicBezTo>
                  <a:pt x="134" y="406"/>
                  <a:pt x="132" y="406"/>
                  <a:pt x="128" y="406"/>
                </a:cubicBezTo>
                <a:cubicBezTo>
                  <a:pt x="124" y="406"/>
                  <a:pt x="117" y="406"/>
                  <a:pt x="106" y="406"/>
                </a:cubicBezTo>
                <a:cubicBezTo>
                  <a:pt x="96" y="405"/>
                  <a:pt x="83" y="405"/>
                  <a:pt x="67" y="405"/>
                </a:cubicBezTo>
                <a:cubicBezTo>
                  <a:pt x="37" y="405"/>
                  <a:pt x="18" y="406"/>
                  <a:pt x="10" y="406"/>
                </a:cubicBezTo>
                <a:lnTo>
                  <a:pt x="5" y="406"/>
                </a:lnTo>
                <a:cubicBezTo>
                  <a:pt x="2" y="403"/>
                  <a:pt x="0" y="401"/>
                  <a:pt x="0" y="399"/>
                </a:cubicBezTo>
                <a:cubicBezTo>
                  <a:pt x="1" y="388"/>
                  <a:pt x="4" y="380"/>
                  <a:pt x="9" y="377"/>
                </a:cubicBezTo>
                <a:lnTo>
                  <a:pt x="21" y="377"/>
                </a:lnTo>
                <a:cubicBezTo>
                  <a:pt x="36" y="377"/>
                  <a:pt x="44" y="374"/>
                  <a:pt x="46" y="369"/>
                </a:cubicBezTo>
                <a:cubicBezTo>
                  <a:pt x="48" y="367"/>
                  <a:pt x="61" y="316"/>
                  <a:pt x="85" y="216"/>
                </a:cubicBezTo>
                <a:cubicBezTo>
                  <a:pt x="110" y="117"/>
                  <a:pt x="123" y="64"/>
                  <a:pt x="124" y="58"/>
                </a:cubicBezTo>
                <a:cubicBezTo>
                  <a:pt x="125" y="56"/>
                  <a:pt x="125" y="53"/>
                  <a:pt x="125" y="49"/>
                </a:cubicBezTo>
                <a:cubicBezTo>
                  <a:pt x="125" y="32"/>
                  <a:pt x="120" y="23"/>
                  <a:pt x="109" y="23"/>
                </a:cubicBezTo>
                <a:cubicBezTo>
                  <a:pt x="100" y="23"/>
                  <a:pt x="92" y="29"/>
                  <a:pt x="85" y="41"/>
                </a:cubicBezTo>
                <a:cubicBezTo>
                  <a:pt x="79" y="53"/>
                  <a:pt x="74" y="66"/>
                  <a:pt x="71" y="80"/>
                </a:cubicBezTo>
                <a:cubicBezTo>
                  <a:pt x="67" y="94"/>
                  <a:pt x="65" y="102"/>
                  <a:pt x="63" y="103"/>
                </a:cubicBezTo>
                <a:cubicBezTo>
                  <a:pt x="62" y="104"/>
                  <a:pt x="59" y="104"/>
                  <a:pt x="53" y="104"/>
                </a:cubicBezTo>
                <a:lnTo>
                  <a:pt x="44" y="104"/>
                </a:lnTo>
                <a:cubicBezTo>
                  <a:pt x="41" y="102"/>
                  <a:pt x="40" y="100"/>
                  <a:pt x="40" y="98"/>
                </a:cubicBezTo>
                <a:moveTo>
                  <a:pt x="139" y="217"/>
                </a:moveTo>
                <a:cubicBezTo>
                  <a:pt x="148" y="249"/>
                  <a:pt x="164" y="265"/>
                  <a:pt x="186" y="265"/>
                </a:cubicBezTo>
                <a:cubicBezTo>
                  <a:pt x="199" y="265"/>
                  <a:pt x="211" y="260"/>
                  <a:pt x="223" y="250"/>
                </a:cubicBezTo>
                <a:cubicBezTo>
                  <a:pt x="235" y="241"/>
                  <a:pt x="245" y="228"/>
                  <a:pt x="253" y="213"/>
                </a:cubicBezTo>
                <a:cubicBezTo>
                  <a:pt x="260" y="199"/>
                  <a:pt x="269" y="176"/>
                  <a:pt x="276" y="144"/>
                </a:cubicBezTo>
                <a:cubicBezTo>
                  <a:pt x="284" y="113"/>
                  <a:pt x="288" y="90"/>
                  <a:pt x="289" y="74"/>
                </a:cubicBezTo>
                <a:lnTo>
                  <a:pt x="289" y="70"/>
                </a:lnTo>
                <a:cubicBezTo>
                  <a:pt x="289" y="39"/>
                  <a:pt x="276" y="23"/>
                  <a:pt x="249" y="23"/>
                </a:cubicBezTo>
                <a:cubicBezTo>
                  <a:pt x="244" y="23"/>
                  <a:pt x="239" y="24"/>
                  <a:pt x="235" y="25"/>
                </a:cubicBezTo>
                <a:cubicBezTo>
                  <a:pt x="230" y="26"/>
                  <a:pt x="225" y="28"/>
                  <a:pt x="221" y="31"/>
                </a:cubicBezTo>
                <a:cubicBezTo>
                  <a:pt x="216" y="33"/>
                  <a:pt x="212" y="36"/>
                  <a:pt x="208" y="39"/>
                </a:cubicBezTo>
                <a:cubicBezTo>
                  <a:pt x="204" y="42"/>
                  <a:pt x="200" y="45"/>
                  <a:pt x="197" y="49"/>
                </a:cubicBezTo>
                <a:cubicBezTo>
                  <a:pt x="194" y="52"/>
                  <a:pt x="190" y="55"/>
                  <a:pt x="187" y="58"/>
                </a:cubicBezTo>
                <a:cubicBezTo>
                  <a:pt x="184" y="61"/>
                  <a:pt x="182" y="64"/>
                  <a:pt x="180" y="67"/>
                </a:cubicBezTo>
                <a:cubicBezTo>
                  <a:pt x="179" y="70"/>
                  <a:pt x="177" y="72"/>
                  <a:pt x="175" y="74"/>
                </a:cubicBezTo>
                <a:lnTo>
                  <a:pt x="173" y="76"/>
                </a:lnTo>
                <a:cubicBezTo>
                  <a:pt x="173" y="77"/>
                  <a:pt x="173" y="80"/>
                  <a:pt x="171" y="85"/>
                </a:cubicBezTo>
                <a:cubicBezTo>
                  <a:pt x="170" y="91"/>
                  <a:pt x="168" y="100"/>
                  <a:pt x="164" y="113"/>
                </a:cubicBezTo>
                <a:cubicBezTo>
                  <a:pt x="161" y="126"/>
                  <a:pt x="158" y="137"/>
                  <a:pt x="156" y="146"/>
                </a:cubicBezTo>
                <a:cubicBezTo>
                  <a:pt x="144" y="191"/>
                  <a:pt x="139" y="215"/>
                  <a:pt x="139" y="21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7375320" y="2386080"/>
            <a:ext cx="55440" cy="230040"/>
          </a:xfrm>
          <a:custGeom>
            <a:avLst/>
            <a:gdLst/>
            <a:ahLst/>
            <a:rect l="0" t="0" r="r" b="b"/>
            <a:pathLst>
              <a:path w="154" h="639">
                <a:moveTo>
                  <a:pt x="0" y="320"/>
                </a:moveTo>
                <a:cubicBezTo>
                  <a:pt x="0" y="291"/>
                  <a:pt x="2" y="263"/>
                  <a:pt x="7" y="236"/>
                </a:cubicBezTo>
                <a:cubicBezTo>
                  <a:pt x="11" y="210"/>
                  <a:pt x="16" y="187"/>
                  <a:pt x="21" y="168"/>
                </a:cubicBezTo>
                <a:cubicBezTo>
                  <a:pt x="27" y="149"/>
                  <a:pt x="35" y="130"/>
                  <a:pt x="45" y="112"/>
                </a:cubicBezTo>
                <a:cubicBezTo>
                  <a:pt x="55" y="94"/>
                  <a:pt x="63" y="79"/>
                  <a:pt x="69" y="68"/>
                </a:cubicBezTo>
                <a:cubicBezTo>
                  <a:pt x="75" y="58"/>
                  <a:pt x="84" y="47"/>
                  <a:pt x="96" y="35"/>
                </a:cubicBezTo>
                <a:cubicBezTo>
                  <a:pt x="108" y="23"/>
                  <a:pt x="116" y="16"/>
                  <a:pt x="118" y="13"/>
                </a:cubicBezTo>
                <a:cubicBezTo>
                  <a:pt x="120" y="11"/>
                  <a:pt x="126" y="6"/>
                  <a:pt x="134" y="0"/>
                </a:cubicBezTo>
                <a:lnTo>
                  <a:pt x="142" y="0"/>
                </a:lnTo>
                <a:lnTo>
                  <a:pt x="145" y="0"/>
                </a:lnTo>
                <a:cubicBezTo>
                  <a:pt x="151" y="0"/>
                  <a:pt x="154" y="2"/>
                  <a:pt x="154" y="6"/>
                </a:cubicBezTo>
                <a:cubicBezTo>
                  <a:pt x="154" y="7"/>
                  <a:pt x="150" y="11"/>
                  <a:pt x="143" y="19"/>
                </a:cubicBezTo>
                <a:cubicBezTo>
                  <a:pt x="136" y="27"/>
                  <a:pt x="127" y="38"/>
                  <a:pt x="117" y="53"/>
                </a:cubicBezTo>
                <a:cubicBezTo>
                  <a:pt x="106" y="68"/>
                  <a:pt x="95" y="87"/>
                  <a:pt x="85" y="109"/>
                </a:cubicBezTo>
                <a:cubicBezTo>
                  <a:pt x="74" y="131"/>
                  <a:pt x="65" y="160"/>
                  <a:pt x="58" y="197"/>
                </a:cubicBezTo>
                <a:cubicBezTo>
                  <a:pt x="51" y="234"/>
                  <a:pt x="47" y="275"/>
                  <a:pt x="47" y="320"/>
                </a:cubicBezTo>
                <a:cubicBezTo>
                  <a:pt x="47" y="365"/>
                  <a:pt x="51" y="406"/>
                  <a:pt x="58" y="443"/>
                </a:cubicBezTo>
                <a:cubicBezTo>
                  <a:pt x="65" y="479"/>
                  <a:pt x="74" y="509"/>
                  <a:pt x="84" y="531"/>
                </a:cubicBezTo>
                <a:cubicBezTo>
                  <a:pt x="94" y="554"/>
                  <a:pt x="105" y="572"/>
                  <a:pt x="116" y="586"/>
                </a:cubicBezTo>
                <a:cubicBezTo>
                  <a:pt x="127" y="600"/>
                  <a:pt x="136" y="612"/>
                  <a:pt x="143" y="620"/>
                </a:cubicBezTo>
                <a:cubicBezTo>
                  <a:pt x="150" y="629"/>
                  <a:pt x="154" y="633"/>
                  <a:pt x="154" y="633"/>
                </a:cubicBezTo>
                <a:cubicBezTo>
                  <a:pt x="154" y="637"/>
                  <a:pt x="151" y="639"/>
                  <a:pt x="144" y="639"/>
                </a:cubicBezTo>
                <a:lnTo>
                  <a:pt x="142" y="639"/>
                </a:lnTo>
                <a:lnTo>
                  <a:pt x="134" y="639"/>
                </a:lnTo>
                <a:lnTo>
                  <a:pt x="116" y="624"/>
                </a:lnTo>
                <a:cubicBezTo>
                  <a:pt x="75" y="588"/>
                  <a:pt x="46" y="543"/>
                  <a:pt x="28" y="489"/>
                </a:cubicBezTo>
                <a:cubicBezTo>
                  <a:pt x="9" y="435"/>
                  <a:pt x="0" y="378"/>
                  <a:pt x="0" y="32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7450560" y="2456280"/>
            <a:ext cx="99000" cy="102600"/>
          </a:xfrm>
          <a:custGeom>
            <a:avLst/>
            <a:gdLst/>
            <a:ahLst/>
            <a:rect l="0" t="0" r="r" b="b"/>
            <a:pathLst>
              <a:path w="275" h="285">
                <a:moveTo>
                  <a:pt x="10" y="117"/>
                </a:moveTo>
                <a:cubicBezTo>
                  <a:pt x="10" y="117"/>
                  <a:pt x="11" y="97"/>
                  <a:pt x="14" y="61"/>
                </a:cubicBezTo>
                <a:cubicBezTo>
                  <a:pt x="17" y="25"/>
                  <a:pt x="18" y="6"/>
                  <a:pt x="18" y="5"/>
                </a:cubicBezTo>
                <a:lnTo>
                  <a:pt x="18" y="0"/>
                </a:lnTo>
                <a:lnTo>
                  <a:pt x="140" y="0"/>
                </a:lnTo>
                <a:cubicBezTo>
                  <a:pt x="156" y="0"/>
                  <a:pt x="174" y="0"/>
                  <a:pt x="194" y="0"/>
                </a:cubicBezTo>
                <a:cubicBezTo>
                  <a:pt x="214" y="0"/>
                  <a:pt x="226" y="0"/>
                  <a:pt x="231" y="0"/>
                </a:cubicBezTo>
                <a:cubicBezTo>
                  <a:pt x="251" y="0"/>
                  <a:pt x="263" y="0"/>
                  <a:pt x="268" y="2"/>
                </a:cubicBezTo>
                <a:cubicBezTo>
                  <a:pt x="272" y="4"/>
                  <a:pt x="274" y="9"/>
                  <a:pt x="274" y="17"/>
                </a:cubicBezTo>
                <a:cubicBezTo>
                  <a:pt x="274" y="22"/>
                  <a:pt x="273" y="25"/>
                  <a:pt x="273" y="26"/>
                </a:cubicBezTo>
                <a:cubicBezTo>
                  <a:pt x="272" y="28"/>
                  <a:pt x="243" y="65"/>
                  <a:pt x="188" y="138"/>
                </a:cubicBezTo>
                <a:cubicBezTo>
                  <a:pt x="133" y="211"/>
                  <a:pt x="105" y="248"/>
                  <a:pt x="103" y="250"/>
                </a:cubicBezTo>
                <a:lnTo>
                  <a:pt x="131" y="250"/>
                </a:lnTo>
                <a:cubicBezTo>
                  <a:pt x="141" y="249"/>
                  <a:pt x="147" y="249"/>
                  <a:pt x="151" y="249"/>
                </a:cubicBezTo>
                <a:cubicBezTo>
                  <a:pt x="154" y="249"/>
                  <a:pt x="160" y="248"/>
                  <a:pt x="169" y="248"/>
                </a:cubicBezTo>
                <a:cubicBezTo>
                  <a:pt x="178" y="247"/>
                  <a:pt x="184" y="245"/>
                  <a:pt x="187" y="243"/>
                </a:cubicBezTo>
                <a:cubicBezTo>
                  <a:pt x="190" y="241"/>
                  <a:pt x="195" y="238"/>
                  <a:pt x="202" y="235"/>
                </a:cubicBezTo>
                <a:cubicBezTo>
                  <a:pt x="208" y="233"/>
                  <a:pt x="213" y="228"/>
                  <a:pt x="216" y="222"/>
                </a:cubicBezTo>
                <a:cubicBezTo>
                  <a:pt x="218" y="216"/>
                  <a:pt x="221" y="210"/>
                  <a:pt x="225" y="203"/>
                </a:cubicBezTo>
                <a:cubicBezTo>
                  <a:pt x="228" y="196"/>
                  <a:pt x="230" y="187"/>
                  <a:pt x="232" y="176"/>
                </a:cubicBezTo>
                <a:cubicBezTo>
                  <a:pt x="234" y="165"/>
                  <a:pt x="235" y="155"/>
                  <a:pt x="235" y="147"/>
                </a:cubicBezTo>
                <a:cubicBezTo>
                  <a:pt x="235" y="146"/>
                  <a:pt x="241" y="146"/>
                  <a:pt x="255" y="146"/>
                </a:cubicBezTo>
                <a:lnTo>
                  <a:pt x="275" y="146"/>
                </a:lnTo>
                <a:lnTo>
                  <a:pt x="275" y="150"/>
                </a:lnTo>
                <a:cubicBezTo>
                  <a:pt x="275" y="151"/>
                  <a:pt x="273" y="173"/>
                  <a:pt x="270" y="216"/>
                </a:cubicBezTo>
                <a:cubicBezTo>
                  <a:pt x="265" y="258"/>
                  <a:pt x="263" y="280"/>
                  <a:pt x="263" y="281"/>
                </a:cubicBezTo>
                <a:lnTo>
                  <a:pt x="263" y="285"/>
                </a:lnTo>
                <a:lnTo>
                  <a:pt x="136" y="285"/>
                </a:lnTo>
                <a:cubicBezTo>
                  <a:pt x="51" y="285"/>
                  <a:pt x="8" y="284"/>
                  <a:pt x="7" y="283"/>
                </a:cubicBezTo>
                <a:cubicBezTo>
                  <a:pt x="2" y="281"/>
                  <a:pt x="0" y="276"/>
                  <a:pt x="0" y="267"/>
                </a:cubicBezTo>
                <a:lnTo>
                  <a:pt x="0" y="264"/>
                </a:lnTo>
                <a:cubicBezTo>
                  <a:pt x="0" y="260"/>
                  <a:pt x="2" y="256"/>
                  <a:pt x="5" y="251"/>
                </a:cubicBezTo>
                <a:cubicBezTo>
                  <a:pt x="9" y="247"/>
                  <a:pt x="18" y="234"/>
                  <a:pt x="33" y="213"/>
                </a:cubicBezTo>
                <a:cubicBezTo>
                  <a:pt x="52" y="188"/>
                  <a:pt x="69" y="166"/>
                  <a:pt x="84" y="146"/>
                </a:cubicBezTo>
                <a:lnTo>
                  <a:pt x="170" y="33"/>
                </a:lnTo>
                <a:lnTo>
                  <a:pt x="143" y="33"/>
                </a:lnTo>
                <a:cubicBezTo>
                  <a:pt x="114" y="33"/>
                  <a:pt x="95" y="36"/>
                  <a:pt x="85" y="41"/>
                </a:cubicBezTo>
                <a:cubicBezTo>
                  <a:pt x="67" y="50"/>
                  <a:pt x="57" y="66"/>
                  <a:pt x="53" y="90"/>
                </a:cubicBezTo>
                <a:cubicBezTo>
                  <a:pt x="51" y="100"/>
                  <a:pt x="50" y="110"/>
                  <a:pt x="50" y="121"/>
                </a:cubicBezTo>
                <a:cubicBezTo>
                  <a:pt x="50" y="122"/>
                  <a:pt x="43" y="123"/>
                  <a:pt x="30" y="123"/>
                </a:cubicBezTo>
                <a:lnTo>
                  <a:pt x="10" y="123"/>
                </a:lnTo>
                <a:lnTo>
                  <a:pt x="10" y="1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7573320" y="2386080"/>
            <a:ext cx="55080" cy="230040"/>
          </a:xfrm>
          <a:custGeom>
            <a:avLst/>
            <a:gdLst/>
            <a:ahLst/>
            <a:rect l="0" t="0" r="r" b="b"/>
            <a:pathLst>
              <a:path w="153" h="639">
                <a:moveTo>
                  <a:pt x="3" y="1"/>
                </a:moveTo>
                <a:lnTo>
                  <a:pt x="6" y="0"/>
                </a:lnTo>
                <a:cubicBezTo>
                  <a:pt x="8" y="0"/>
                  <a:pt x="10" y="0"/>
                  <a:pt x="12" y="0"/>
                </a:cubicBezTo>
                <a:lnTo>
                  <a:pt x="21" y="0"/>
                </a:lnTo>
                <a:lnTo>
                  <a:pt x="38" y="15"/>
                </a:lnTo>
                <a:cubicBezTo>
                  <a:pt x="78" y="51"/>
                  <a:pt x="108" y="98"/>
                  <a:pt x="126" y="152"/>
                </a:cubicBezTo>
                <a:cubicBezTo>
                  <a:pt x="144" y="206"/>
                  <a:pt x="153" y="262"/>
                  <a:pt x="153" y="320"/>
                </a:cubicBezTo>
                <a:cubicBezTo>
                  <a:pt x="153" y="349"/>
                  <a:pt x="151" y="377"/>
                  <a:pt x="147" y="404"/>
                </a:cubicBezTo>
                <a:cubicBezTo>
                  <a:pt x="143" y="430"/>
                  <a:pt x="138" y="453"/>
                  <a:pt x="132" y="472"/>
                </a:cubicBezTo>
                <a:cubicBezTo>
                  <a:pt x="127" y="491"/>
                  <a:pt x="119" y="509"/>
                  <a:pt x="109" y="528"/>
                </a:cubicBezTo>
                <a:cubicBezTo>
                  <a:pt x="98" y="547"/>
                  <a:pt x="90" y="561"/>
                  <a:pt x="84" y="571"/>
                </a:cubicBezTo>
                <a:cubicBezTo>
                  <a:pt x="78" y="581"/>
                  <a:pt x="70" y="592"/>
                  <a:pt x="58" y="603"/>
                </a:cubicBezTo>
                <a:cubicBezTo>
                  <a:pt x="47" y="615"/>
                  <a:pt x="40" y="622"/>
                  <a:pt x="38" y="624"/>
                </a:cubicBezTo>
                <a:cubicBezTo>
                  <a:pt x="36" y="627"/>
                  <a:pt x="31" y="631"/>
                  <a:pt x="23" y="637"/>
                </a:cubicBezTo>
                <a:cubicBezTo>
                  <a:pt x="22" y="638"/>
                  <a:pt x="21" y="639"/>
                  <a:pt x="21" y="639"/>
                </a:cubicBezTo>
                <a:lnTo>
                  <a:pt x="12" y="639"/>
                </a:lnTo>
                <a:cubicBezTo>
                  <a:pt x="9" y="639"/>
                  <a:pt x="6" y="639"/>
                  <a:pt x="5" y="639"/>
                </a:cubicBezTo>
                <a:cubicBezTo>
                  <a:pt x="4" y="639"/>
                  <a:pt x="3" y="639"/>
                  <a:pt x="2" y="637"/>
                </a:cubicBezTo>
                <a:cubicBezTo>
                  <a:pt x="1" y="636"/>
                  <a:pt x="0" y="634"/>
                  <a:pt x="0" y="632"/>
                </a:cubicBezTo>
                <a:cubicBezTo>
                  <a:pt x="0" y="631"/>
                  <a:pt x="3" y="628"/>
                  <a:pt x="7" y="623"/>
                </a:cubicBezTo>
                <a:cubicBezTo>
                  <a:pt x="74" y="555"/>
                  <a:pt x="107" y="454"/>
                  <a:pt x="107" y="320"/>
                </a:cubicBezTo>
                <a:cubicBezTo>
                  <a:pt x="107" y="186"/>
                  <a:pt x="74" y="85"/>
                  <a:pt x="7" y="16"/>
                </a:cubicBezTo>
                <a:cubicBezTo>
                  <a:pt x="3" y="11"/>
                  <a:pt x="0" y="8"/>
                  <a:pt x="0" y="8"/>
                </a:cubicBezTo>
                <a:cubicBezTo>
                  <a:pt x="0" y="4"/>
                  <a:pt x="1" y="2"/>
                  <a:pt x="3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7758720" y="2257200"/>
            <a:ext cx="45000" cy="325440"/>
          </a:xfrm>
          <a:custGeom>
            <a:avLst/>
            <a:gdLst/>
            <a:ahLst/>
            <a:rect l="0" t="0" r="r" b="b"/>
            <a:pathLst>
              <a:path w="125" h="904">
                <a:moveTo>
                  <a:pt x="0" y="904"/>
                </a:moveTo>
                <a:lnTo>
                  <a:pt x="0" y="0"/>
                </a:lnTo>
                <a:lnTo>
                  <a:pt x="125" y="0"/>
                </a:lnTo>
                <a:lnTo>
                  <a:pt x="125" y="36"/>
                </a:lnTo>
                <a:lnTo>
                  <a:pt x="37" y="36"/>
                </a:lnTo>
                <a:lnTo>
                  <a:pt x="37" y="868"/>
                </a:lnTo>
                <a:lnTo>
                  <a:pt x="125" y="868"/>
                </a:lnTo>
                <a:lnTo>
                  <a:pt x="125" y="904"/>
                </a:lnTo>
                <a:lnTo>
                  <a:pt x="0" y="90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7821720" y="227916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30" y="49"/>
                </a:moveTo>
                <a:cubicBezTo>
                  <a:pt x="230" y="45"/>
                  <a:pt x="213" y="42"/>
                  <a:pt x="178" y="41"/>
                </a:cubicBezTo>
                <a:cubicBezTo>
                  <a:pt x="164" y="41"/>
                  <a:pt x="155" y="41"/>
                  <a:pt x="150" y="40"/>
                </a:cubicBezTo>
                <a:cubicBezTo>
                  <a:pt x="146" y="40"/>
                  <a:pt x="144" y="37"/>
                  <a:pt x="144" y="32"/>
                </a:cubicBezTo>
                <a:cubicBezTo>
                  <a:pt x="144" y="27"/>
                  <a:pt x="145" y="21"/>
                  <a:pt x="148" y="14"/>
                </a:cubicBezTo>
                <a:cubicBezTo>
                  <a:pt x="150" y="7"/>
                  <a:pt x="152" y="2"/>
                  <a:pt x="154" y="1"/>
                </a:cubicBezTo>
                <a:cubicBezTo>
                  <a:pt x="155" y="0"/>
                  <a:pt x="216" y="0"/>
                  <a:pt x="335" y="0"/>
                </a:cubicBezTo>
                <a:cubicBezTo>
                  <a:pt x="435" y="0"/>
                  <a:pt x="491" y="1"/>
                  <a:pt x="503" y="1"/>
                </a:cubicBezTo>
                <a:cubicBezTo>
                  <a:pt x="515" y="1"/>
                  <a:pt x="527" y="2"/>
                  <a:pt x="539" y="6"/>
                </a:cubicBezTo>
                <a:cubicBezTo>
                  <a:pt x="583" y="16"/>
                  <a:pt x="620" y="40"/>
                  <a:pt x="650" y="77"/>
                </a:cubicBezTo>
                <a:cubicBezTo>
                  <a:pt x="680" y="115"/>
                  <a:pt x="695" y="165"/>
                  <a:pt x="696" y="228"/>
                </a:cubicBezTo>
                <a:cubicBezTo>
                  <a:pt x="696" y="322"/>
                  <a:pt x="663" y="406"/>
                  <a:pt x="599" y="481"/>
                </a:cubicBezTo>
                <a:cubicBezTo>
                  <a:pt x="535" y="555"/>
                  <a:pt x="459" y="600"/>
                  <a:pt x="372" y="614"/>
                </a:cubicBezTo>
                <a:lnTo>
                  <a:pt x="359" y="616"/>
                </a:lnTo>
                <a:lnTo>
                  <a:pt x="184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0" y="617"/>
                  <a:pt x="11" y="617"/>
                  <a:pt x="7" y="615"/>
                </a:cubicBezTo>
                <a:cubicBezTo>
                  <a:pt x="3" y="614"/>
                  <a:pt x="0" y="611"/>
                  <a:pt x="0" y="607"/>
                </a:cubicBezTo>
                <a:cubicBezTo>
                  <a:pt x="0" y="606"/>
                  <a:pt x="0" y="602"/>
                  <a:pt x="2" y="595"/>
                </a:cubicBezTo>
                <a:cubicBezTo>
                  <a:pt x="5" y="585"/>
                  <a:pt x="7" y="580"/>
                  <a:pt x="10" y="578"/>
                </a:cubicBezTo>
                <a:cubicBezTo>
                  <a:pt x="12" y="577"/>
                  <a:pt x="19" y="576"/>
                  <a:pt x="30" y="576"/>
                </a:cubicBezTo>
                <a:cubicBezTo>
                  <a:pt x="47" y="576"/>
                  <a:pt x="65" y="575"/>
                  <a:pt x="84" y="573"/>
                </a:cubicBezTo>
                <a:cubicBezTo>
                  <a:pt x="93" y="571"/>
                  <a:pt x="99" y="567"/>
                  <a:pt x="102" y="562"/>
                </a:cubicBezTo>
                <a:cubicBezTo>
                  <a:pt x="103" y="560"/>
                  <a:pt x="125" y="476"/>
                  <a:pt x="168" y="311"/>
                </a:cubicBezTo>
                <a:cubicBezTo>
                  <a:pt x="209" y="146"/>
                  <a:pt x="230" y="58"/>
                  <a:pt x="230" y="49"/>
                </a:cubicBezTo>
                <a:moveTo>
                  <a:pt x="605" y="194"/>
                </a:moveTo>
                <a:cubicBezTo>
                  <a:pt x="605" y="171"/>
                  <a:pt x="602" y="150"/>
                  <a:pt x="595" y="131"/>
                </a:cubicBezTo>
                <a:cubicBezTo>
                  <a:pt x="589" y="113"/>
                  <a:pt x="581" y="99"/>
                  <a:pt x="572" y="89"/>
                </a:cubicBezTo>
                <a:cubicBezTo>
                  <a:pt x="563" y="79"/>
                  <a:pt x="552" y="70"/>
                  <a:pt x="539" y="63"/>
                </a:cubicBezTo>
                <a:cubicBezTo>
                  <a:pt x="525" y="56"/>
                  <a:pt x="514" y="51"/>
                  <a:pt x="503" y="48"/>
                </a:cubicBezTo>
                <a:cubicBezTo>
                  <a:pt x="493" y="46"/>
                  <a:pt x="483" y="44"/>
                  <a:pt x="472" y="42"/>
                </a:cubicBezTo>
                <a:cubicBezTo>
                  <a:pt x="471" y="42"/>
                  <a:pt x="466" y="42"/>
                  <a:pt x="459" y="42"/>
                </a:cubicBezTo>
                <a:cubicBezTo>
                  <a:pt x="452" y="42"/>
                  <a:pt x="443" y="42"/>
                  <a:pt x="433" y="42"/>
                </a:cubicBezTo>
                <a:cubicBezTo>
                  <a:pt x="423" y="42"/>
                  <a:pt x="413" y="42"/>
                  <a:pt x="403" y="41"/>
                </a:cubicBezTo>
                <a:lnTo>
                  <a:pt x="364" y="41"/>
                </a:lnTo>
                <a:cubicBezTo>
                  <a:pt x="338" y="41"/>
                  <a:pt x="323" y="44"/>
                  <a:pt x="319" y="50"/>
                </a:cubicBezTo>
                <a:cubicBezTo>
                  <a:pt x="318" y="53"/>
                  <a:pt x="296" y="140"/>
                  <a:pt x="253" y="311"/>
                </a:cubicBezTo>
                <a:cubicBezTo>
                  <a:pt x="211" y="482"/>
                  <a:pt x="189" y="568"/>
                  <a:pt x="189" y="570"/>
                </a:cubicBezTo>
                <a:cubicBezTo>
                  <a:pt x="189" y="573"/>
                  <a:pt x="193" y="574"/>
                  <a:pt x="199" y="574"/>
                </a:cubicBezTo>
                <a:cubicBezTo>
                  <a:pt x="206" y="574"/>
                  <a:pt x="229" y="574"/>
                  <a:pt x="269" y="575"/>
                </a:cubicBezTo>
                <a:cubicBezTo>
                  <a:pt x="272" y="575"/>
                  <a:pt x="277" y="575"/>
                  <a:pt x="286" y="575"/>
                </a:cubicBezTo>
                <a:cubicBezTo>
                  <a:pt x="294" y="575"/>
                  <a:pt x="301" y="575"/>
                  <a:pt x="307" y="576"/>
                </a:cubicBezTo>
                <a:cubicBezTo>
                  <a:pt x="383" y="576"/>
                  <a:pt x="446" y="551"/>
                  <a:pt x="495" y="502"/>
                </a:cubicBezTo>
                <a:cubicBezTo>
                  <a:pt x="517" y="480"/>
                  <a:pt x="535" y="455"/>
                  <a:pt x="548" y="426"/>
                </a:cubicBezTo>
                <a:cubicBezTo>
                  <a:pt x="562" y="397"/>
                  <a:pt x="575" y="359"/>
                  <a:pt x="587" y="311"/>
                </a:cubicBezTo>
                <a:cubicBezTo>
                  <a:pt x="599" y="264"/>
                  <a:pt x="605" y="224"/>
                  <a:pt x="605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8110440" y="225720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1"/>
                </a:moveTo>
                <a:cubicBezTo>
                  <a:pt x="0" y="410"/>
                  <a:pt x="3" y="371"/>
                  <a:pt x="9" y="333"/>
                </a:cubicBezTo>
                <a:cubicBezTo>
                  <a:pt x="15" y="296"/>
                  <a:pt x="22" y="264"/>
                  <a:pt x="30" y="237"/>
                </a:cubicBezTo>
                <a:cubicBezTo>
                  <a:pt x="38" y="210"/>
                  <a:pt x="49" y="183"/>
                  <a:pt x="63" y="157"/>
                </a:cubicBezTo>
                <a:cubicBezTo>
                  <a:pt x="78" y="131"/>
                  <a:pt x="89" y="111"/>
                  <a:pt x="98" y="97"/>
                </a:cubicBezTo>
                <a:cubicBezTo>
                  <a:pt x="106" y="82"/>
                  <a:pt x="119" y="67"/>
                  <a:pt x="135" y="50"/>
                </a:cubicBezTo>
                <a:cubicBezTo>
                  <a:pt x="152" y="33"/>
                  <a:pt x="163" y="23"/>
                  <a:pt x="166" y="19"/>
                </a:cubicBezTo>
                <a:cubicBezTo>
                  <a:pt x="169" y="15"/>
                  <a:pt x="177" y="9"/>
                  <a:pt x="189" y="0"/>
                </a:cubicBezTo>
                <a:lnTo>
                  <a:pt x="201" y="0"/>
                </a:lnTo>
                <a:lnTo>
                  <a:pt x="204" y="0"/>
                </a:lnTo>
                <a:cubicBezTo>
                  <a:pt x="213" y="0"/>
                  <a:pt x="217" y="3"/>
                  <a:pt x="217" y="8"/>
                </a:cubicBezTo>
                <a:cubicBezTo>
                  <a:pt x="217" y="10"/>
                  <a:pt x="212" y="16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49" y="96"/>
                  <a:pt x="134" y="122"/>
                  <a:pt x="119" y="153"/>
                </a:cubicBezTo>
                <a:cubicBezTo>
                  <a:pt x="104" y="183"/>
                  <a:pt x="92" y="225"/>
                  <a:pt x="81" y="277"/>
                </a:cubicBezTo>
                <a:cubicBezTo>
                  <a:pt x="71" y="330"/>
                  <a:pt x="66" y="388"/>
                  <a:pt x="66" y="451"/>
                </a:cubicBezTo>
                <a:cubicBezTo>
                  <a:pt x="66" y="516"/>
                  <a:pt x="71" y="574"/>
                  <a:pt x="81" y="626"/>
                </a:cubicBezTo>
                <a:cubicBezTo>
                  <a:pt x="92" y="678"/>
                  <a:pt x="104" y="719"/>
                  <a:pt x="118" y="751"/>
                </a:cubicBezTo>
                <a:cubicBezTo>
                  <a:pt x="133" y="783"/>
                  <a:pt x="147" y="809"/>
                  <a:pt x="164" y="829"/>
                </a:cubicBezTo>
                <a:cubicBezTo>
                  <a:pt x="179" y="849"/>
                  <a:pt x="191" y="865"/>
                  <a:pt x="201" y="877"/>
                </a:cubicBezTo>
                <a:cubicBezTo>
                  <a:pt x="212" y="889"/>
                  <a:pt x="217" y="895"/>
                  <a:pt x="217" y="896"/>
                </a:cubicBezTo>
                <a:cubicBezTo>
                  <a:pt x="217" y="901"/>
                  <a:pt x="212" y="904"/>
                  <a:pt x="203" y="904"/>
                </a:cubicBezTo>
                <a:lnTo>
                  <a:pt x="201" y="904"/>
                </a:lnTo>
                <a:lnTo>
                  <a:pt x="189" y="904"/>
                </a:lnTo>
                <a:lnTo>
                  <a:pt x="164" y="882"/>
                </a:lnTo>
                <a:cubicBezTo>
                  <a:pt x="106" y="831"/>
                  <a:pt x="65" y="767"/>
                  <a:pt x="39" y="691"/>
                </a:cubicBezTo>
                <a:cubicBezTo>
                  <a:pt x="13" y="614"/>
                  <a:pt x="0" y="535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8222400" y="227196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09"/>
                </a:moveTo>
                <a:cubicBezTo>
                  <a:pt x="0" y="339"/>
                  <a:pt x="21" y="273"/>
                  <a:pt x="61" y="209"/>
                </a:cubicBezTo>
                <a:cubicBezTo>
                  <a:pt x="101" y="145"/>
                  <a:pt x="152" y="95"/>
                  <a:pt x="213" y="58"/>
                </a:cubicBezTo>
                <a:cubicBezTo>
                  <a:pt x="275" y="20"/>
                  <a:pt x="336" y="1"/>
                  <a:pt x="398" y="1"/>
                </a:cubicBezTo>
                <a:cubicBezTo>
                  <a:pt x="452" y="1"/>
                  <a:pt x="495" y="16"/>
                  <a:pt x="528" y="47"/>
                </a:cubicBezTo>
                <a:cubicBezTo>
                  <a:pt x="533" y="53"/>
                  <a:pt x="538" y="58"/>
                  <a:pt x="541" y="62"/>
                </a:cubicBezTo>
                <a:cubicBezTo>
                  <a:pt x="545" y="66"/>
                  <a:pt x="547" y="69"/>
                  <a:pt x="548" y="71"/>
                </a:cubicBezTo>
                <a:lnTo>
                  <a:pt x="549" y="74"/>
                </a:lnTo>
                <a:cubicBezTo>
                  <a:pt x="551" y="74"/>
                  <a:pt x="559" y="66"/>
                  <a:pt x="574" y="50"/>
                </a:cubicBezTo>
                <a:cubicBezTo>
                  <a:pt x="578" y="47"/>
                  <a:pt x="582" y="42"/>
                  <a:pt x="587" y="38"/>
                </a:cubicBezTo>
                <a:cubicBezTo>
                  <a:pt x="592" y="33"/>
                  <a:pt x="597" y="28"/>
                  <a:pt x="602" y="23"/>
                </a:cubicBezTo>
                <a:cubicBezTo>
                  <a:pt x="607" y="18"/>
                  <a:pt x="610" y="15"/>
                  <a:pt x="611" y="13"/>
                </a:cubicBezTo>
                <a:lnTo>
                  <a:pt x="624" y="0"/>
                </a:lnTo>
                <a:lnTo>
                  <a:pt x="630" y="0"/>
                </a:lnTo>
                <a:cubicBezTo>
                  <a:pt x="638" y="0"/>
                  <a:pt x="642" y="2"/>
                  <a:pt x="642" y="6"/>
                </a:cubicBezTo>
                <a:cubicBezTo>
                  <a:pt x="642" y="8"/>
                  <a:pt x="633" y="50"/>
                  <a:pt x="613" y="130"/>
                </a:cubicBezTo>
                <a:cubicBezTo>
                  <a:pt x="592" y="213"/>
                  <a:pt x="581" y="255"/>
                  <a:pt x="581" y="256"/>
                </a:cubicBezTo>
                <a:cubicBezTo>
                  <a:pt x="580" y="259"/>
                  <a:pt x="578" y="261"/>
                  <a:pt x="576" y="262"/>
                </a:cubicBezTo>
                <a:cubicBezTo>
                  <a:pt x="575" y="262"/>
                  <a:pt x="569" y="263"/>
                  <a:pt x="560" y="263"/>
                </a:cubicBezTo>
                <a:lnTo>
                  <a:pt x="546" y="263"/>
                </a:lnTo>
                <a:cubicBezTo>
                  <a:pt x="542" y="260"/>
                  <a:pt x="540" y="257"/>
                  <a:pt x="540" y="255"/>
                </a:cubicBezTo>
                <a:cubicBezTo>
                  <a:pt x="540" y="255"/>
                  <a:pt x="541" y="252"/>
                  <a:pt x="541" y="249"/>
                </a:cubicBezTo>
                <a:cubicBezTo>
                  <a:pt x="542" y="245"/>
                  <a:pt x="542" y="239"/>
                  <a:pt x="543" y="231"/>
                </a:cubicBezTo>
                <a:cubicBezTo>
                  <a:pt x="544" y="222"/>
                  <a:pt x="544" y="213"/>
                  <a:pt x="544" y="202"/>
                </a:cubicBezTo>
                <a:cubicBezTo>
                  <a:pt x="544" y="159"/>
                  <a:pt x="534" y="122"/>
                  <a:pt x="514" y="90"/>
                </a:cubicBezTo>
                <a:cubicBezTo>
                  <a:pt x="495" y="58"/>
                  <a:pt x="462" y="42"/>
                  <a:pt x="416" y="41"/>
                </a:cubicBezTo>
                <a:cubicBezTo>
                  <a:pt x="405" y="41"/>
                  <a:pt x="393" y="42"/>
                  <a:pt x="380" y="44"/>
                </a:cubicBezTo>
                <a:cubicBezTo>
                  <a:pt x="368" y="46"/>
                  <a:pt x="352" y="50"/>
                  <a:pt x="333" y="56"/>
                </a:cubicBezTo>
                <a:cubicBezTo>
                  <a:pt x="313" y="62"/>
                  <a:pt x="295" y="70"/>
                  <a:pt x="278" y="81"/>
                </a:cubicBezTo>
                <a:cubicBezTo>
                  <a:pt x="260" y="92"/>
                  <a:pt x="241" y="106"/>
                  <a:pt x="221" y="124"/>
                </a:cubicBezTo>
                <a:cubicBezTo>
                  <a:pt x="200" y="142"/>
                  <a:pt x="183" y="164"/>
                  <a:pt x="168" y="188"/>
                </a:cubicBezTo>
                <a:cubicBezTo>
                  <a:pt x="154" y="213"/>
                  <a:pt x="140" y="244"/>
                  <a:pt x="126" y="280"/>
                </a:cubicBezTo>
                <a:cubicBezTo>
                  <a:pt x="112" y="317"/>
                  <a:pt x="103" y="358"/>
                  <a:pt x="98" y="401"/>
                </a:cubicBezTo>
                <a:cubicBezTo>
                  <a:pt x="97" y="412"/>
                  <a:pt x="96" y="424"/>
                  <a:pt x="96" y="437"/>
                </a:cubicBezTo>
                <a:cubicBezTo>
                  <a:pt x="96" y="466"/>
                  <a:pt x="100" y="491"/>
                  <a:pt x="109" y="513"/>
                </a:cubicBezTo>
                <a:cubicBezTo>
                  <a:pt x="117" y="536"/>
                  <a:pt x="128" y="553"/>
                  <a:pt x="141" y="565"/>
                </a:cubicBezTo>
                <a:cubicBezTo>
                  <a:pt x="155" y="577"/>
                  <a:pt x="170" y="588"/>
                  <a:pt x="186" y="597"/>
                </a:cubicBezTo>
                <a:cubicBezTo>
                  <a:pt x="203" y="605"/>
                  <a:pt x="219" y="610"/>
                  <a:pt x="233" y="612"/>
                </a:cubicBezTo>
                <a:cubicBezTo>
                  <a:pt x="248" y="614"/>
                  <a:pt x="261" y="615"/>
                  <a:pt x="274" y="615"/>
                </a:cubicBezTo>
                <a:cubicBezTo>
                  <a:pt x="306" y="615"/>
                  <a:pt x="336" y="609"/>
                  <a:pt x="363" y="595"/>
                </a:cubicBezTo>
                <a:cubicBezTo>
                  <a:pt x="390" y="581"/>
                  <a:pt x="409" y="562"/>
                  <a:pt x="419" y="540"/>
                </a:cubicBezTo>
                <a:cubicBezTo>
                  <a:pt x="421" y="536"/>
                  <a:pt x="426" y="519"/>
                  <a:pt x="433" y="491"/>
                </a:cubicBezTo>
                <a:cubicBezTo>
                  <a:pt x="440" y="463"/>
                  <a:pt x="444" y="447"/>
                  <a:pt x="444" y="443"/>
                </a:cubicBezTo>
                <a:cubicBezTo>
                  <a:pt x="444" y="438"/>
                  <a:pt x="440" y="435"/>
                  <a:pt x="432" y="434"/>
                </a:cubicBezTo>
                <a:cubicBezTo>
                  <a:pt x="424" y="433"/>
                  <a:pt x="406" y="432"/>
                  <a:pt x="378" y="431"/>
                </a:cubicBezTo>
                <a:lnTo>
                  <a:pt x="344" y="431"/>
                </a:lnTo>
                <a:cubicBezTo>
                  <a:pt x="341" y="428"/>
                  <a:pt x="339" y="425"/>
                  <a:pt x="339" y="424"/>
                </a:cubicBezTo>
                <a:cubicBezTo>
                  <a:pt x="339" y="423"/>
                  <a:pt x="340" y="417"/>
                  <a:pt x="341" y="407"/>
                </a:cubicBezTo>
                <a:cubicBezTo>
                  <a:pt x="343" y="399"/>
                  <a:pt x="346" y="393"/>
                  <a:pt x="350" y="390"/>
                </a:cubicBezTo>
                <a:lnTo>
                  <a:pt x="365" y="390"/>
                </a:lnTo>
                <a:cubicBezTo>
                  <a:pt x="389" y="391"/>
                  <a:pt x="431" y="392"/>
                  <a:pt x="492" y="392"/>
                </a:cubicBezTo>
                <a:cubicBezTo>
                  <a:pt x="516" y="392"/>
                  <a:pt x="536" y="392"/>
                  <a:pt x="551" y="392"/>
                </a:cubicBezTo>
                <a:cubicBezTo>
                  <a:pt x="566" y="392"/>
                  <a:pt x="577" y="391"/>
                  <a:pt x="584" y="391"/>
                </a:cubicBezTo>
                <a:cubicBezTo>
                  <a:pt x="590" y="390"/>
                  <a:pt x="594" y="390"/>
                  <a:pt x="595" y="391"/>
                </a:cubicBezTo>
                <a:cubicBezTo>
                  <a:pt x="603" y="391"/>
                  <a:pt x="607" y="393"/>
                  <a:pt x="607" y="399"/>
                </a:cubicBezTo>
                <a:cubicBezTo>
                  <a:pt x="607" y="400"/>
                  <a:pt x="607" y="404"/>
                  <a:pt x="605" y="411"/>
                </a:cubicBezTo>
                <a:cubicBezTo>
                  <a:pt x="602" y="423"/>
                  <a:pt x="599" y="429"/>
                  <a:pt x="596" y="430"/>
                </a:cubicBezTo>
                <a:cubicBezTo>
                  <a:pt x="595" y="431"/>
                  <a:pt x="590" y="431"/>
                  <a:pt x="583" y="431"/>
                </a:cubicBezTo>
                <a:cubicBezTo>
                  <a:pt x="571" y="431"/>
                  <a:pt x="558" y="432"/>
                  <a:pt x="546" y="434"/>
                </a:cubicBezTo>
                <a:cubicBezTo>
                  <a:pt x="542" y="436"/>
                  <a:pt x="539" y="438"/>
                  <a:pt x="537" y="442"/>
                </a:cubicBezTo>
                <a:cubicBezTo>
                  <a:pt x="535" y="446"/>
                  <a:pt x="531" y="461"/>
                  <a:pt x="524" y="488"/>
                </a:cubicBezTo>
                <a:cubicBezTo>
                  <a:pt x="518" y="508"/>
                  <a:pt x="513" y="525"/>
                  <a:pt x="510" y="539"/>
                </a:cubicBezTo>
                <a:cubicBezTo>
                  <a:pt x="495" y="601"/>
                  <a:pt x="486" y="633"/>
                  <a:pt x="484" y="634"/>
                </a:cubicBezTo>
                <a:cubicBezTo>
                  <a:pt x="483" y="636"/>
                  <a:pt x="482" y="636"/>
                  <a:pt x="480" y="636"/>
                </a:cubicBezTo>
                <a:cubicBezTo>
                  <a:pt x="474" y="636"/>
                  <a:pt x="465" y="630"/>
                  <a:pt x="455" y="618"/>
                </a:cubicBezTo>
                <a:cubicBezTo>
                  <a:pt x="444" y="606"/>
                  <a:pt x="437" y="597"/>
                  <a:pt x="434" y="590"/>
                </a:cubicBezTo>
                <a:cubicBezTo>
                  <a:pt x="434" y="590"/>
                  <a:pt x="433" y="590"/>
                  <a:pt x="432" y="590"/>
                </a:cubicBezTo>
                <a:cubicBezTo>
                  <a:pt x="431" y="591"/>
                  <a:pt x="429" y="592"/>
                  <a:pt x="427" y="595"/>
                </a:cubicBezTo>
                <a:cubicBezTo>
                  <a:pt x="382" y="636"/>
                  <a:pt x="322" y="657"/>
                  <a:pt x="246" y="657"/>
                </a:cubicBezTo>
                <a:cubicBezTo>
                  <a:pt x="173" y="657"/>
                  <a:pt x="114" y="634"/>
                  <a:pt x="69" y="587"/>
                </a:cubicBezTo>
                <a:cubicBezTo>
                  <a:pt x="24" y="540"/>
                  <a:pt x="1" y="481"/>
                  <a:pt x="0" y="4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8492400" y="225720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0" y="451"/>
                </a:moveTo>
                <a:cubicBezTo>
                  <a:pt x="0" y="410"/>
                  <a:pt x="3" y="371"/>
                  <a:pt x="9" y="333"/>
                </a:cubicBezTo>
                <a:cubicBezTo>
                  <a:pt x="15" y="296"/>
                  <a:pt x="22" y="264"/>
                  <a:pt x="29" y="237"/>
                </a:cubicBezTo>
                <a:cubicBezTo>
                  <a:pt x="37" y="210"/>
                  <a:pt x="48" y="183"/>
                  <a:pt x="63" y="157"/>
                </a:cubicBezTo>
                <a:cubicBezTo>
                  <a:pt x="77" y="131"/>
                  <a:pt x="89" y="111"/>
                  <a:pt x="97" y="97"/>
                </a:cubicBezTo>
                <a:cubicBezTo>
                  <a:pt x="106" y="82"/>
                  <a:pt x="118" y="67"/>
                  <a:pt x="135" y="50"/>
                </a:cubicBezTo>
                <a:cubicBezTo>
                  <a:pt x="152" y="33"/>
                  <a:pt x="162" y="23"/>
                  <a:pt x="165" y="19"/>
                </a:cubicBezTo>
                <a:cubicBezTo>
                  <a:pt x="169" y="15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3"/>
                  <a:pt x="216" y="8"/>
                </a:cubicBezTo>
                <a:cubicBezTo>
                  <a:pt x="216" y="10"/>
                  <a:pt x="211" y="16"/>
                  <a:pt x="201" y="27"/>
                </a:cubicBezTo>
                <a:cubicBezTo>
                  <a:pt x="191" y="38"/>
                  <a:pt x="179" y="54"/>
                  <a:pt x="163" y="75"/>
                </a:cubicBezTo>
                <a:cubicBezTo>
                  <a:pt x="149" y="96"/>
                  <a:pt x="134" y="122"/>
                  <a:pt x="119" y="153"/>
                </a:cubicBezTo>
                <a:cubicBezTo>
                  <a:pt x="104" y="183"/>
                  <a:pt x="91" y="225"/>
                  <a:pt x="81" y="277"/>
                </a:cubicBezTo>
                <a:cubicBezTo>
                  <a:pt x="71" y="330"/>
                  <a:pt x="66" y="388"/>
                  <a:pt x="66" y="451"/>
                </a:cubicBezTo>
                <a:cubicBezTo>
                  <a:pt x="66" y="516"/>
                  <a:pt x="71" y="574"/>
                  <a:pt x="81" y="626"/>
                </a:cubicBezTo>
                <a:cubicBezTo>
                  <a:pt x="91" y="678"/>
                  <a:pt x="103" y="719"/>
                  <a:pt x="118" y="751"/>
                </a:cubicBezTo>
                <a:cubicBezTo>
                  <a:pt x="132" y="783"/>
                  <a:pt x="147" y="809"/>
                  <a:pt x="162" y="829"/>
                </a:cubicBezTo>
                <a:cubicBezTo>
                  <a:pt x="178" y="849"/>
                  <a:pt x="191" y="865"/>
                  <a:pt x="201" y="877"/>
                </a:cubicBezTo>
                <a:cubicBezTo>
                  <a:pt x="211" y="889"/>
                  <a:pt x="216" y="895"/>
                  <a:pt x="216" y="896"/>
                </a:cubicBezTo>
                <a:cubicBezTo>
                  <a:pt x="216" y="901"/>
                  <a:pt x="212" y="904"/>
                  <a:pt x="203" y="904"/>
                </a:cubicBezTo>
                <a:lnTo>
                  <a:pt x="200" y="904"/>
                </a:lnTo>
                <a:lnTo>
                  <a:pt x="188" y="904"/>
                </a:lnTo>
                <a:lnTo>
                  <a:pt x="162" y="882"/>
                </a:lnTo>
                <a:cubicBezTo>
                  <a:pt x="106" y="831"/>
                  <a:pt x="64" y="767"/>
                  <a:pt x="38" y="691"/>
                </a:cubicBezTo>
                <a:cubicBezTo>
                  <a:pt x="13" y="614"/>
                  <a:pt x="0" y="535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8598600" y="2356200"/>
            <a:ext cx="140040" cy="145080"/>
          </a:xfrm>
          <a:custGeom>
            <a:avLst/>
            <a:gdLst/>
            <a:ahLst/>
            <a:rect l="0" t="0" r="r" b="b"/>
            <a:pathLst>
              <a:path w="389" h="403">
                <a:moveTo>
                  <a:pt x="14" y="167"/>
                </a:moveTo>
                <a:cubicBezTo>
                  <a:pt x="14" y="165"/>
                  <a:pt x="16" y="139"/>
                  <a:pt x="20" y="88"/>
                </a:cubicBezTo>
                <a:cubicBezTo>
                  <a:pt x="23" y="36"/>
                  <a:pt x="25" y="10"/>
                  <a:pt x="25" y="9"/>
                </a:cubicBezTo>
                <a:lnTo>
                  <a:pt x="25" y="1"/>
                </a:lnTo>
                <a:lnTo>
                  <a:pt x="198" y="1"/>
                </a:lnTo>
                <a:cubicBezTo>
                  <a:pt x="221" y="1"/>
                  <a:pt x="246" y="1"/>
                  <a:pt x="274" y="1"/>
                </a:cubicBezTo>
                <a:cubicBezTo>
                  <a:pt x="303" y="1"/>
                  <a:pt x="320" y="1"/>
                  <a:pt x="327" y="0"/>
                </a:cubicBezTo>
                <a:cubicBezTo>
                  <a:pt x="355" y="0"/>
                  <a:pt x="373" y="2"/>
                  <a:pt x="378" y="4"/>
                </a:cubicBezTo>
                <a:cubicBezTo>
                  <a:pt x="384" y="6"/>
                  <a:pt x="386" y="13"/>
                  <a:pt x="386" y="25"/>
                </a:cubicBezTo>
                <a:cubicBezTo>
                  <a:pt x="386" y="32"/>
                  <a:pt x="386" y="36"/>
                  <a:pt x="385" y="37"/>
                </a:cubicBezTo>
                <a:cubicBezTo>
                  <a:pt x="384" y="40"/>
                  <a:pt x="344" y="94"/>
                  <a:pt x="266" y="196"/>
                </a:cubicBezTo>
                <a:cubicBezTo>
                  <a:pt x="189" y="299"/>
                  <a:pt x="148" y="351"/>
                  <a:pt x="146" y="353"/>
                </a:cubicBezTo>
                <a:lnTo>
                  <a:pt x="185" y="353"/>
                </a:lnTo>
                <a:cubicBezTo>
                  <a:pt x="199" y="353"/>
                  <a:pt x="208" y="353"/>
                  <a:pt x="213" y="353"/>
                </a:cubicBezTo>
                <a:cubicBezTo>
                  <a:pt x="218" y="353"/>
                  <a:pt x="226" y="352"/>
                  <a:pt x="239" y="351"/>
                </a:cubicBezTo>
                <a:cubicBezTo>
                  <a:pt x="252" y="350"/>
                  <a:pt x="260" y="347"/>
                  <a:pt x="264" y="344"/>
                </a:cubicBezTo>
                <a:cubicBezTo>
                  <a:pt x="269" y="341"/>
                  <a:pt x="275" y="338"/>
                  <a:pt x="285" y="334"/>
                </a:cubicBezTo>
                <a:cubicBezTo>
                  <a:pt x="295" y="329"/>
                  <a:pt x="301" y="323"/>
                  <a:pt x="305" y="315"/>
                </a:cubicBezTo>
                <a:cubicBezTo>
                  <a:pt x="309" y="306"/>
                  <a:pt x="313" y="297"/>
                  <a:pt x="318" y="288"/>
                </a:cubicBezTo>
                <a:cubicBezTo>
                  <a:pt x="322" y="278"/>
                  <a:pt x="326" y="265"/>
                  <a:pt x="328" y="250"/>
                </a:cubicBezTo>
                <a:cubicBezTo>
                  <a:pt x="331" y="233"/>
                  <a:pt x="332" y="220"/>
                  <a:pt x="332" y="208"/>
                </a:cubicBezTo>
                <a:cubicBezTo>
                  <a:pt x="332" y="208"/>
                  <a:pt x="341" y="207"/>
                  <a:pt x="360" y="207"/>
                </a:cubicBezTo>
                <a:lnTo>
                  <a:pt x="389" y="207"/>
                </a:lnTo>
                <a:lnTo>
                  <a:pt x="389" y="213"/>
                </a:lnTo>
                <a:cubicBezTo>
                  <a:pt x="388" y="214"/>
                  <a:pt x="386" y="245"/>
                  <a:pt x="381" y="306"/>
                </a:cubicBezTo>
                <a:cubicBezTo>
                  <a:pt x="376" y="366"/>
                  <a:pt x="373" y="397"/>
                  <a:pt x="373" y="398"/>
                </a:cubicBezTo>
                <a:lnTo>
                  <a:pt x="373" y="403"/>
                </a:lnTo>
                <a:lnTo>
                  <a:pt x="192" y="403"/>
                </a:lnTo>
                <a:cubicBezTo>
                  <a:pt x="72" y="403"/>
                  <a:pt x="12" y="403"/>
                  <a:pt x="10" y="401"/>
                </a:cubicBezTo>
                <a:cubicBezTo>
                  <a:pt x="3" y="398"/>
                  <a:pt x="0" y="390"/>
                  <a:pt x="0" y="378"/>
                </a:cubicBezTo>
                <a:lnTo>
                  <a:pt x="0" y="373"/>
                </a:lnTo>
                <a:cubicBezTo>
                  <a:pt x="0" y="369"/>
                  <a:pt x="2" y="363"/>
                  <a:pt x="7" y="356"/>
                </a:cubicBezTo>
                <a:cubicBezTo>
                  <a:pt x="12" y="350"/>
                  <a:pt x="25" y="332"/>
                  <a:pt x="47" y="302"/>
                </a:cubicBezTo>
                <a:cubicBezTo>
                  <a:pt x="74" y="267"/>
                  <a:pt x="98" y="236"/>
                  <a:pt x="119" y="207"/>
                </a:cubicBezTo>
                <a:lnTo>
                  <a:pt x="240" y="47"/>
                </a:lnTo>
                <a:lnTo>
                  <a:pt x="202" y="47"/>
                </a:lnTo>
                <a:cubicBezTo>
                  <a:pt x="162" y="48"/>
                  <a:pt x="134" y="52"/>
                  <a:pt x="120" y="59"/>
                </a:cubicBezTo>
                <a:cubicBezTo>
                  <a:pt x="95" y="71"/>
                  <a:pt x="80" y="95"/>
                  <a:pt x="75" y="130"/>
                </a:cubicBezTo>
                <a:cubicBezTo>
                  <a:pt x="72" y="143"/>
                  <a:pt x="70" y="158"/>
                  <a:pt x="70" y="172"/>
                </a:cubicBezTo>
                <a:cubicBezTo>
                  <a:pt x="70" y="173"/>
                  <a:pt x="61" y="174"/>
                  <a:pt x="42" y="174"/>
                </a:cubicBezTo>
                <a:lnTo>
                  <a:pt x="14" y="174"/>
                </a:lnTo>
                <a:lnTo>
                  <a:pt x="14" y="16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8772120" y="225720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1" y="73"/>
                  <a:pt x="152" y="137"/>
                  <a:pt x="178" y="213"/>
                </a:cubicBezTo>
                <a:cubicBezTo>
                  <a:pt x="204" y="290"/>
                  <a:pt x="217" y="369"/>
                  <a:pt x="217" y="451"/>
                </a:cubicBezTo>
                <a:cubicBezTo>
                  <a:pt x="217" y="492"/>
                  <a:pt x="214" y="533"/>
                  <a:pt x="208" y="571"/>
                </a:cubicBezTo>
                <a:cubicBezTo>
                  <a:pt x="202" y="609"/>
                  <a:pt x="195" y="641"/>
                  <a:pt x="187" y="667"/>
                </a:cubicBezTo>
                <a:cubicBezTo>
                  <a:pt x="179" y="694"/>
                  <a:pt x="168" y="720"/>
                  <a:pt x="153" y="747"/>
                </a:cubicBezTo>
                <a:cubicBezTo>
                  <a:pt x="139" y="773"/>
                  <a:pt x="128" y="793"/>
                  <a:pt x="119" y="807"/>
                </a:cubicBezTo>
                <a:cubicBezTo>
                  <a:pt x="111" y="821"/>
                  <a:pt x="98" y="836"/>
                  <a:pt x="82" y="853"/>
                </a:cubicBezTo>
                <a:cubicBezTo>
                  <a:pt x="66" y="870"/>
                  <a:pt x="56" y="880"/>
                  <a:pt x="53" y="883"/>
                </a:cubicBezTo>
                <a:cubicBezTo>
                  <a:pt x="50" y="886"/>
                  <a:pt x="43" y="892"/>
                  <a:pt x="31" y="900"/>
                </a:cubicBezTo>
                <a:cubicBezTo>
                  <a:pt x="30" y="902"/>
                  <a:pt x="28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3" y="901"/>
                </a:cubicBezTo>
                <a:cubicBezTo>
                  <a:pt x="1" y="899"/>
                  <a:pt x="0" y="897"/>
                  <a:pt x="0" y="893"/>
                </a:cubicBezTo>
                <a:cubicBezTo>
                  <a:pt x="0" y="892"/>
                  <a:pt x="4" y="888"/>
                  <a:pt x="10" y="881"/>
                </a:cubicBezTo>
                <a:cubicBezTo>
                  <a:pt x="104" y="784"/>
                  <a:pt x="151" y="641"/>
                  <a:pt x="151" y="451"/>
                </a:cubicBezTo>
                <a:cubicBezTo>
                  <a:pt x="151" y="262"/>
                  <a:pt x="104" y="120"/>
                  <a:pt x="10" y="23"/>
                </a:cubicBezTo>
                <a:cubicBezTo>
                  <a:pt x="4" y="15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8898480" y="225720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3"/>
                  <a:pt x="152" y="137"/>
                  <a:pt x="178" y="213"/>
                </a:cubicBezTo>
                <a:cubicBezTo>
                  <a:pt x="204" y="290"/>
                  <a:pt x="217" y="369"/>
                  <a:pt x="217" y="451"/>
                </a:cubicBezTo>
                <a:cubicBezTo>
                  <a:pt x="217" y="492"/>
                  <a:pt x="214" y="533"/>
                  <a:pt x="208" y="571"/>
                </a:cubicBezTo>
                <a:cubicBezTo>
                  <a:pt x="202" y="609"/>
                  <a:pt x="195" y="641"/>
                  <a:pt x="187" y="667"/>
                </a:cubicBezTo>
                <a:cubicBezTo>
                  <a:pt x="179" y="694"/>
                  <a:pt x="168" y="720"/>
                  <a:pt x="154" y="747"/>
                </a:cubicBezTo>
                <a:cubicBezTo>
                  <a:pt x="139" y="773"/>
                  <a:pt x="128" y="793"/>
                  <a:pt x="119" y="807"/>
                </a:cubicBezTo>
                <a:cubicBezTo>
                  <a:pt x="110" y="821"/>
                  <a:pt x="97" y="836"/>
                  <a:pt x="81" y="853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2" y="900"/>
                </a:cubicBezTo>
                <a:cubicBezTo>
                  <a:pt x="30" y="902"/>
                  <a:pt x="29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3" y="901"/>
                </a:cubicBezTo>
                <a:cubicBezTo>
                  <a:pt x="2" y="899"/>
                  <a:pt x="1" y="897"/>
                  <a:pt x="0" y="893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3" y="784"/>
                  <a:pt x="151" y="641"/>
                  <a:pt x="151" y="451"/>
                </a:cubicBezTo>
                <a:cubicBezTo>
                  <a:pt x="151" y="262"/>
                  <a:pt x="103" y="120"/>
                  <a:pt x="10" y="23"/>
                </a:cubicBezTo>
                <a:cubicBezTo>
                  <a:pt x="4" y="15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9014040" y="2257200"/>
            <a:ext cx="45000" cy="325440"/>
          </a:xfrm>
          <a:custGeom>
            <a:avLst/>
            <a:gdLst/>
            <a:ahLst/>
            <a:rect l="0" t="0" r="r" b="b"/>
            <a:pathLst>
              <a:path w="125" h="904">
                <a:moveTo>
                  <a:pt x="0" y="36"/>
                </a:moveTo>
                <a:lnTo>
                  <a:pt x="0" y="0"/>
                </a:lnTo>
                <a:lnTo>
                  <a:pt x="125" y="0"/>
                </a:lnTo>
                <a:lnTo>
                  <a:pt x="125" y="904"/>
                </a:lnTo>
                <a:lnTo>
                  <a:pt x="0" y="904"/>
                </a:lnTo>
                <a:lnTo>
                  <a:pt x="0" y="868"/>
                </a:lnTo>
                <a:lnTo>
                  <a:pt x="88" y="868"/>
                </a:lnTo>
                <a:lnTo>
                  <a:pt x="88" y="36"/>
                </a:lnTo>
                <a:lnTo>
                  <a:pt x="0" y="3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10486440" y="225720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0" y="451"/>
                </a:moveTo>
                <a:cubicBezTo>
                  <a:pt x="0" y="410"/>
                  <a:pt x="3" y="371"/>
                  <a:pt x="10" y="333"/>
                </a:cubicBezTo>
                <a:cubicBezTo>
                  <a:pt x="16" y="296"/>
                  <a:pt x="23" y="264"/>
                  <a:pt x="30" y="237"/>
                </a:cubicBezTo>
                <a:cubicBezTo>
                  <a:pt x="38" y="210"/>
                  <a:pt x="49" y="183"/>
                  <a:pt x="64" y="157"/>
                </a:cubicBezTo>
                <a:cubicBezTo>
                  <a:pt x="78" y="131"/>
                  <a:pt x="90" y="111"/>
                  <a:pt x="98" y="97"/>
                </a:cubicBezTo>
                <a:cubicBezTo>
                  <a:pt x="106" y="82"/>
                  <a:pt x="119" y="67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5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3"/>
                  <a:pt x="216" y="8"/>
                </a:cubicBezTo>
                <a:cubicBezTo>
                  <a:pt x="216" y="10"/>
                  <a:pt x="211" y="16"/>
                  <a:pt x="201" y="27"/>
                </a:cubicBezTo>
                <a:cubicBezTo>
                  <a:pt x="191" y="38"/>
                  <a:pt x="178" y="54"/>
                  <a:pt x="164" y="75"/>
                </a:cubicBezTo>
                <a:cubicBezTo>
                  <a:pt x="150" y="96"/>
                  <a:pt x="135" y="122"/>
                  <a:pt x="120" y="153"/>
                </a:cubicBezTo>
                <a:cubicBezTo>
                  <a:pt x="105" y="183"/>
                  <a:pt x="92" y="225"/>
                  <a:pt x="82" y="277"/>
                </a:cubicBezTo>
                <a:cubicBezTo>
                  <a:pt x="72" y="330"/>
                  <a:pt x="66" y="388"/>
                  <a:pt x="66" y="451"/>
                </a:cubicBezTo>
                <a:cubicBezTo>
                  <a:pt x="66" y="516"/>
                  <a:pt x="72" y="574"/>
                  <a:pt x="82" y="626"/>
                </a:cubicBezTo>
                <a:cubicBezTo>
                  <a:pt x="92" y="678"/>
                  <a:pt x="104" y="719"/>
                  <a:pt x="119" y="751"/>
                </a:cubicBezTo>
                <a:cubicBezTo>
                  <a:pt x="133" y="783"/>
                  <a:pt x="148" y="809"/>
                  <a:pt x="163" y="829"/>
                </a:cubicBezTo>
                <a:cubicBezTo>
                  <a:pt x="178" y="849"/>
                  <a:pt x="191" y="865"/>
                  <a:pt x="201" y="877"/>
                </a:cubicBezTo>
                <a:cubicBezTo>
                  <a:pt x="211" y="889"/>
                  <a:pt x="216" y="895"/>
                  <a:pt x="216" y="896"/>
                </a:cubicBezTo>
                <a:cubicBezTo>
                  <a:pt x="216" y="901"/>
                  <a:pt x="212" y="904"/>
                  <a:pt x="203" y="904"/>
                </a:cubicBezTo>
                <a:lnTo>
                  <a:pt x="200" y="904"/>
                </a:lnTo>
                <a:lnTo>
                  <a:pt x="188" y="904"/>
                </a:lnTo>
                <a:lnTo>
                  <a:pt x="163" y="882"/>
                </a:lnTo>
                <a:cubicBezTo>
                  <a:pt x="106" y="831"/>
                  <a:pt x="65" y="767"/>
                  <a:pt x="39" y="691"/>
                </a:cubicBezTo>
                <a:cubicBezTo>
                  <a:pt x="14" y="614"/>
                  <a:pt x="0" y="535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10609200" y="2284560"/>
            <a:ext cx="111960" cy="216720"/>
          </a:xfrm>
          <a:custGeom>
            <a:avLst/>
            <a:gdLst/>
            <a:ahLst/>
            <a:rect l="0" t="0" r="r" b="b"/>
            <a:pathLst>
              <a:path w="311" h="602">
                <a:moveTo>
                  <a:pt x="117" y="79"/>
                </a:moveTo>
                <a:lnTo>
                  <a:pt x="105" y="84"/>
                </a:lnTo>
                <a:cubicBezTo>
                  <a:pt x="97" y="87"/>
                  <a:pt x="85" y="90"/>
                  <a:pt x="69" y="93"/>
                </a:cubicBezTo>
                <a:cubicBezTo>
                  <a:pt x="54" y="96"/>
                  <a:pt x="36" y="98"/>
                  <a:pt x="17" y="99"/>
                </a:cubicBezTo>
                <a:lnTo>
                  <a:pt x="0" y="99"/>
                </a:lnTo>
                <a:lnTo>
                  <a:pt x="0" y="58"/>
                </a:lnTo>
                <a:lnTo>
                  <a:pt x="17" y="58"/>
                </a:lnTo>
                <a:cubicBezTo>
                  <a:pt x="45" y="57"/>
                  <a:pt x="71" y="52"/>
                  <a:pt x="95" y="44"/>
                </a:cubicBezTo>
                <a:cubicBezTo>
                  <a:pt x="120" y="36"/>
                  <a:pt x="137" y="29"/>
                  <a:pt x="147" y="23"/>
                </a:cubicBezTo>
                <a:cubicBezTo>
                  <a:pt x="157" y="16"/>
                  <a:pt x="165" y="9"/>
                  <a:pt x="172" y="3"/>
                </a:cubicBezTo>
                <a:cubicBezTo>
                  <a:pt x="173" y="1"/>
                  <a:pt x="177" y="0"/>
                  <a:pt x="183" y="0"/>
                </a:cubicBezTo>
                <a:cubicBezTo>
                  <a:pt x="189" y="0"/>
                  <a:pt x="194" y="2"/>
                  <a:pt x="198" y="5"/>
                </a:cubicBezTo>
                <a:lnTo>
                  <a:pt x="198" y="275"/>
                </a:lnTo>
                <a:lnTo>
                  <a:pt x="199" y="546"/>
                </a:lnTo>
                <a:cubicBezTo>
                  <a:pt x="204" y="550"/>
                  <a:pt x="207" y="553"/>
                  <a:pt x="210" y="554"/>
                </a:cubicBezTo>
                <a:cubicBezTo>
                  <a:pt x="213" y="555"/>
                  <a:pt x="220" y="557"/>
                  <a:pt x="232" y="558"/>
                </a:cubicBezTo>
                <a:cubicBezTo>
                  <a:pt x="243" y="559"/>
                  <a:pt x="262" y="560"/>
                  <a:pt x="288" y="560"/>
                </a:cubicBezTo>
                <a:lnTo>
                  <a:pt x="311" y="560"/>
                </a:lnTo>
                <a:lnTo>
                  <a:pt x="311" y="602"/>
                </a:lnTo>
                <a:lnTo>
                  <a:pt x="301" y="602"/>
                </a:lnTo>
                <a:cubicBezTo>
                  <a:pt x="289" y="600"/>
                  <a:pt x="241" y="599"/>
                  <a:pt x="158" y="599"/>
                </a:cubicBezTo>
                <a:cubicBezTo>
                  <a:pt x="75" y="599"/>
                  <a:pt x="28" y="600"/>
                  <a:pt x="15" y="602"/>
                </a:cubicBezTo>
                <a:lnTo>
                  <a:pt x="4" y="602"/>
                </a:lnTo>
                <a:lnTo>
                  <a:pt x="4" y="560"/>
                </a:lnTo>
                <a:lnTo>
                  <a:pt x="28" y="560"/>
                </a:lnTo>
                <a:cubicBezTo>
                  <a:pt x="41" y="560"/>
                  <a:pt x="52" y="560"/>
                  <a:pt x="62" y="560"/>
                </a:cubicBezTo>
                <a:cubicBezTo>
                  <a:pt x="72" y="560"/>
                  <a:pt x="79" y="559"/>
                  <a:pt x="85" y="559"/>
                </a:cubicBezTo>
                <a:cubicBezTo>
                  <a:pt x="90" y="558"/>
                  <a:pt x="95" y="557"/>
                  <a:pt x="99" y="556"/>
                </a:cubicBezTo>
                <a:cubicBezTo>
                  <a:pt x="103" y="555"/>
                  <a:pt x="106" y="554"/>
                  <a:pt x="106" y="554"/>
                </a:cubicBezTo>
                <a:cubicBezTo>
                  <a:pt x="107" y="554"/>
                  <a:pt x="109" y="553"/>
                  <a:pt x="112" y="550"/>
                </a:cubicBezTo>
                <a:cubicBezTo>
                  <a:pt x="115" y="547"/>
                  <a:pt x="117" y="545"/>
                  <a:pt x="117" y="546"/>
                </a:cubicBezTo>
                <a:lnTo>
                  <a:pt x="117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10760760" y="2284560"/>
            <a:ext cx="129960" cy="216720"/>
          </a:xfrm>
          <a:custGeom>
            <a:avLst/>
            <a:gdLst/>
            <a:ahLst/>
            <a:rect l="0" t="0" r="r" b="b"/>
            <a:pathLst>
              <a:path w="361" h="602">
                <a:moveTo>
                  <a:pt x="54" y="214"/>
                </a:moveTo>
                <a:cubicBezTo>
                  <a:pt x="37" y="214"/>
                  <a:pt x="24" y="208"/>
                  <a:pt x="15" y="198"/>
                </a:cubicBezTo>
                <a:cubicBezTo>
                  <a:pt x="5" y="187"/>
                  <a:pt x="0" y="174"/>
                  <a:pt x="0" y="158"/>
                </a:cubicBezTo>
                <a:cubicBezTo>
                  <a:pt x="0" y="115"/>
                  <a:pt x="16" y="78"/>
                  <a:pt x="48" y="47"/>
                </a:cubicBezTo>
                <a:cubicBezTo>
                  <a:pt x="80" y="16"/>
                  <a:pt x="120" y="0"/>
                  <a:pt x="167" y="0"/>
                </a:cubicBezTo>
                <a:cubicBezTo>
                  <a:pt x="223" y="0"/>
                  <a:pt x="269" y="17"/>
                  <a:pt x="306" y="50"/>
                </a:cubicBezTo>
                <a:cubicBezTo>
                  <a:pt x="342" y="84"/>
                  <a:pt x="361" y="128"/>
                  <a:pt x="361" y="181"/>
                </a:cubicBezTo>
                <a:cubicBezTo>
                  <a:pt x="361" y="207"/>
                  <a:pt x="355" y="232"/>
                  <a:pt x="343" y="255"/>
                </a:cubicBezTo>
                <a:cubicBezTo>
                  <a:pt x="331" y="279"/>
                  <a:pt x="317" y="299"/>
                  <a:pt x="300" y="317"/>
                </a:cubicBezTo>
                <a:cubicBezTo>
                  <a:pt x="283" y="334"/>
                  <a:pt x="259" y="357"/>
                  <a:pt x="228" y="384"/>
                </a:cubicBezTo>
                <a:cubicBezTo>
                  <a:pt x="206" y="402"/>
                  <a:pt x="176" y="430"/>
                  <a:pt x="137" y="467"/>
                </a:cubicBezTo>
                <a:lnTo>
                  <a:pt x="83" y="517"/>
                </a:lnTo>
                <a:lnTo>
                  <a:pt x="152" y="518"/>
                </a:lnTo>
                <a:cubicBezTo>
                  <a:pt x="247" y="518"/>
                  <a:pt x="298" y="517"/>
                  <a:pt x="304" y="514"/>
                </a:cubicBezTo>
                <a:cubicBezTo>
                  <a:pt x="308" y="512"/>
                  <a:pt x="315" y="486"/>
                  <a:pt x="325" y="433"/>
                </a:cubicBezTo>
                <a:lnTo>
                  <a:pt x="325" y="431"/>
                </a:lnTo>
                <a:lnTo>
                  <a:pt x="361" y="431"/>
                </a:lnTo>
                <a:lnTo>
                  <a:pt x="361" y="433"/>
                </a:lnTo>
                <a:cubicBezTo>
                  <a:pt x="361" y="435"/>
                  <a:pt x="357" y="462"/>
                  <a:pt x="350" y="515"/>
                </a:cubicBezTo>
                <a:cubicBezTo>
                  <a:pt x="343" y="569"/>
                  <a:pt x="338" y="597"/>
                  <a:pt x="336" y="599"/>
                </a:cubicBezTo>
                <a:lnTo>
                  <a:pt x="336" y="602"/>
                </a:lnTo>
                <a:lnTo>
                  <a:pt x="0" y="602"/>
                </a:lnTo>
                <a:lnTo>
                  <a:pt x="0" y="585"/>
                </a:lnTo>
                <a:lnTo>
                  <a:pt x="0" y="574"/>
                </a:lnTo>
                <a:cubicBezTo>
                  <a:pt x="0" y="570"/>
                  <a:pt x="2" y="564"/>
                  <a:pt x="6" y="560"/>
                </a:cubicBezTo>
                <a:cubicBezTo>
                  <a:pt x="9" y="555"/>
                  <a:pt x="18" y="544"/>
                  <a:pt x="33" y="528"/>
                </a:cubicBezTo>
                <a:cubicBezTo>
                  <a:pt x="50" y="509"/>
                  <a:pt x="65" y="492"/>
                  <a:pt x="78" y="477"/>
                </a:cubicBezTo>
                <a:cubicBezTo>
                  <a:pt x="83" y="471"/>
                  <a:pt x="94" y="460"/>
                  <a:pt x="109" y="444"/>
                </a:cubicBezTo>
                <a:cubicBezTo>
                  <a:pt x="124" y="428"/>
                  <a:pt x="134" y="417"/>
                  <a:pt x="139" y="411"/>
                </a:cubicBezTo>
                <a:cubicBezTo>
                  <a:pt x="145" y="405"/>
                  <a:pt x="153" y="395"/>
                  <a:pt x="166" y="381"/>
                </a:cubicBezTo>
                <a:cubicBezTo>
                  <a:pt x="179" y="367"/>
                  <a:pt x="187" y="357"/>
                  <a:pt x="192" y="350"/>
                </a:cubicBezTo>
                <a:cubicBezTo>
                  <a:pt x="197" y="344"/>
                  <a:pt x="204" y="335"/>
                  <a:pt x="213" y="323"/>
                </a:cubicBezTo>
                <a:cubicBezTo>
                  <a:pt x="222" y="312"/>
                  <a:pt x="228" y="302"/>
                  <a:pt x="231" y="294"/>
                </a:cubicBezTo>
                <a:cubicBezTo>
                  <a:pt x="235" y="286"/>
                  <a:pt x="240" y="278"/>
                  <a:pt x="245" y="268"/>
                </a:cubicBezTo>
                <a:cubicBezTo>
                  <a:pt x="250" y="258"/>
                  <a:pt x="254" y="249"/>
                  <a:pt x="257" y="239"/>
                </a:cubicBezTo>
                <a:cubicBezTo>
                  <a:pt x="259" y="230"/>
                  <a:pt x="261" y="220"/>
                  <a:pt x="263" y="212"/>
                </a:cubicBezTo>
                <a:cubicBezTo>
                  <a:pt x="265" y="204"/>
                  <a:pt x="266" y="194"/>
                  <a:pt x="266" y="182"/>
                </a:cubicBezTo>
                <a:cubicBezTo>
                  <a:pt x="266" y="144"/>
                  <a:pt x="256" y="112"/>
                  <a:pt x="235" y="84"/>
                </a:cubicBezTo>
                <a:cubicBezTo>
                  <a:pt x="215" y="56"/>
                  <a:pt x="185" y="42"/>
                  <a:pt x="147" y="42"/>
                </a:cubicBezTo>
                <a:cubicBezTo>
                  <a:pt x="127" y="42"/>
                  <a:pt x="109" y="47"/>
                  <a:pt x="94" y="58"/>
                </a:cubicBezTo>
                <a:cubicBezTo>
                  <a:pt x="79" y="68"/>
                  <a:pt x="69" y="78"/>
                  <a:pt x="63" y="88"/>
                </a:cubicBezTo>
                <a:cubicBezTo>
                  <a:pt x="57" y="97"/>
                  <a:pt x="54" y="103"/>
                  <a:pt x="54" y="105"/>
                </a:cubicBezTo>
                <a:cubicBezTo>
                  <a:pt x="54" y="105"/>
                  <a:pt x="55" y="106"/>
                  <a:pt x="58" y="106"/>
                </a:cubicBezTo>
                <a:cubicBezTo>
                  <a:pt x="69" y="106"/>
                  <a:pt x="80" y="110"/>
                  <a:pt x="91" y="118"/>
                </a:cubicBezTo>
                <a:cubicBezTo>
                  <a:pt x="103" y="127"/>
                  <a:pt x="109" y="140"/>
                  <a:pt x="109" y="160"/>
                </a:cubicBezTo>
                <a:cubicBezTo>
                  <a:pt x="109" y="175"/>
                  <a:pt x="104" y="187"/>
                  <a:pt x="94" y="198"/>
                </a:cubicBezTo>
                <a:cubicBezTo>
                  <a:pt x="85" y="208"/>
                  <a:pt x="71" y="213"/>
                  <a:pt x="54" y="21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10932480" y="2462040"/>
            <a:ext cx="39600" cy="39240"/>
          </a:xfrm>
          <a:custGeom>
            <a:avLst/>
            <a:gdLst/>
            <a:ahLst/>
            <a:rect l="0" t="0" r="r" b="b"/>
            <a:pathLst>
              <a:path w="110" h="109">
                <a:moveTo>
                  <a:pt x="0" y="55"/>
                </a:moveTo>
                <a:cubicBezTo>
                  <a:pt x="0" y="41"/>
                  <a:pt x="5" y="28"/>
                  <a:pt x="15" y="16"/>
                </a:cubicBezTo>
                <a:cubicBezTo>
                  <a:pt x="26" y="5"/>
                  <a:pt x="38" y="0"/>
                  <a:pt x="54" y="0"/>
                </a:cubicBezTo>
                <a:cubicBezTo>
                  <a:pt x="69" y="0"/>
                  <a:pt x="81" y="5"/>
                  <a:pt x="92" y="14"/>
                </a:cubicBezTo>
                <a:cubicBezTo>
                  <a:pt x="104" y="25"/>
                  <a:pt x="110" y="38"/>
                  <a:pt x="110" y="54"/>
                </a:cubicBezTo>
                <a:cubicBezTo>
                  <a:pt x="110" y="69"/>
                  <a:pt x="105" y="82"/>
                  <a:pt x="94" y="93"/>
                </a:cubicBezTo>
                <a:cubicBezTo>
                  <a:pt x="84" y="104"/>
                  <a:pt x="71" y="109"/>
                  <a:pt x="55" y="109"/>
                </a:cubicBezTo>
                <a:cubicBezTo>
                  <a:pt x="39" y="109"/>
                  <a:pt x="26" y="104"/>
                  <a:pt x="16" y="94"/>
                </a:cubicBezTo>
                <a:cubicBezTo>
                  <a:pt x="6" y="84"/>
                  <a:pt x="1" y="71"/>
                  <a:pt x="0" y="5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11013840" y="2284560"/>
            <a:ext cx="129960" cy="216720"/>
          </a:xfrm>
          <a:custGeom>
            <a:avLst/>
            <a:gdLst/>
            <a:ahLst/>
            <a:rect l="0" t="0" r="r" b="b"/>
            <a:pathLst>
              <a:path w="361" h="602">
                <a:moveTo>
                  <a:pt x="53" y="214"/>
                </a:moveTo>
                <a:cubicBezTo>
                  <a:pt x="37" y="214"/>
                  <a:pt x="24" y="208"/>
                  <a:pt x="14" y="198"/>
                </a:cubicBezTo>
                <a:cubicBezTo>
                  <a:pt x="4" y="187"/>
                  <a:pt x="0" y="174"/>
                  <a:pt x="0" y="158"/>
                </a:cubicBezTo>
                <a:cubicBezTo>
                  <a:pt x="0" y="115"/>
                  <a:pt x="16" y="78"/>
                  <a:pt x="47" y="47"/>
                </a:cubicBezTo>
                <a:cubicBezTo>
                  <a:pt x="79" y="16"/>
                  <a:pt x="119" y="0"/>
                  <a:pt x="167" y="0"/>
                </a:cubicBezTo>
                <a:cubicBezTo>
                  <a:pt x="222" y="0"/>
                  <a:pt x="268" y="17"/>
                  <a:pt x="305" y="50"/>
                </a:cubicBezTo>
                <a:cubicBezTo>
                  <a:pt x="341" y="84"/>
                  <a:pt x="360" y="128"/>
                  <a:pt x="361" y="181"/>
                </a:cubicBezTo>
                <a:cubicBezTo>
                  <a:pt x="361" y="207"/>
                  <a:pt x="355" y="232"/>
                  <a:pt x="343" y="255"/>
                </a:cubicBezTo>
                <a:cubicBezTo>
                  <a:pt x="331" y="279"/>
                  <a:pt x="316" y="299"/>
                  <a:pt x="299" y="317"/>
                </a:cubicBezTo>
                <a:cubicBezTo>
                  <a:pt x="283" y="334"/>
                  <a:pt x="258" y="357"/>
                  <a:pt x="227" y="384"/>
                </a:cubicBezTo>
                <a:cubicBezTo>
                  <a:pt x="205" y="402"/>
                  <a:pt x="174" y="430"/>
                  <a:pt x="136" y="467"/>
                </a:cubicBezTo>
                <a:lnTo>
                  <a:pt x="83" y="517"/>
                </a:lnTo>
                <a:lnTo>
                  <a:pt x="151" y="518"/>
                </a:lnTo>
                <a:cubicBezTo>
                  <a:pt x="247" y="518"/>
                  <a:pt x="297" y="517"/>
                  <a:pt x="303" y="514"/>
                </a:cubicBezTo>
                <a:cubicBezTo>
                  <a:pt x="307" y="512"/>
                  <a:pt x="314" y="486"/>
                  <a:pt x="325" y="433"/>
                </a:cubicBezTo>
                <a:lnTo>
                  <a:pt x="325" y="431"/>
                </a:lnTo>
                <a:lnTo>
                  <a:pt x="361" y="431"/>
                </a:lnTo>
                <a:lnTo>
                  <a:pt x="361" y="433"/>
                </a:lnTo>
                <a:cubicBezTo>
                  <a:pt x="360" y="435"/>
                  <a:pt x="356" y="462"/>
                  <a:pt x="349" y="515"/>
                </a:cubicBezTo>
                <a:cubicBezTo>
                  <a:pt x="342" y="569"/>
                  <a:pt x="337" y="597"/>
                  <a:pt x="335" y="599"/>
                </a:cubicBezTo>
                <a:lnTo>
                  <a:pt x="335" y="602"/>
                </a:lnTo>
                <a:lnTo>
                  <a:pt x="0" y="602"/>
                </a:lnTo>
                <a:lnTo>
                  <a:pt x="0" y="585"/>
                </a:lnTo>
                <a:lnTo>
                  <a:pt x="0" y="574"/>
                </a:lnTo>
                <a:cubicBezTo>
                  <a:pt x="0" y="570"/>
                  <a:pt x="1" y="564"/>
                  <a:pt x="5" y="560"/>
                </a:cubicBezTo>
                <a:cubicBezTo>
                  <a:pt x="9" y="555"/>
                  <a:pt x="18" y="544"/>
                  <a:pt x="32" y="528"/>
                </a:cubicBezTo>
                <a:cubicBezTo>
                  <a:pt x="50" y="509"/>
                  <a:pt x="65" y="492"/>
                  <a:pt x="77" y="477"/>
                </a:cubicBezTo>
                <a:cubicBezTo>
                  <a:pt x="83" y="471"/>
                  <a:pt x="93" y="460"/>
                  <a:pt x="108" y="444"/>
                </a:cubicBezTo>
                <a:cubicBezTo>
                  <a:pt x="123" y="428"/>
                  <a:pt x="133" y="417"/>
                  <a:pt x="139" y="411"/>
                </a:cubicBezTo>
                <a:cubicBezTo>
                  <a:pt x="144" y="405"/>
                  <a:pt x="153" y="395"/>
                  <a:pt x="165" y="381"/>
                </a:cubicBezTo>
                <a:cubicBezTo>
                  <a:pt x="177" y="367"/>
                  <a:pt x="185" y="357"/>
                  <a:pt x="191" y="350"/>
                </a:cubicBezTo>
                <a:cubicBezTo>
                  <a:pt x="196" y="344"/>
                  <a:pt x="203" y="335"/>
                  <a:pt x="212" y="323"/>
                </a:cubicBezTo>
                <a:cubicBezTo>
                  <a:pt x="221" y="312"/>
                  <a:pt x="227" y="302"/>
                  <a:pt x="231" y="294"/>
                </a:cubicBezTo>
                <a:cubicBezTo>
                  <a:pt x="234" y="286"/>
                  <a:pt x="239" y="278"/>
                  <a:pt x="244" y="268"/>
                </a:cubicBezTo>
                <a:cubicBezTo>
                  <a:pt x="250" y="258"/>
                  <a:pt x="254" y="249"/>
                  <a:pt x="256" y="239"/>
                </a:cubicBezTo>
                <a:cubicBezTo>
                  <a:pt x="258" y="230"/>
                  <a:pt x="261" y="220"/>
                  <a:pt x="262" y="212"/>
                </a:cubicBezTo>
                <a:cubicBezTo>
                  <a:pt x="264" y="204"/>
                  <a:pt x="265" y="194"/>
                  <a:pt x="265" y="182"/>
                </a:cubicBezTo>
                <a:cubicBezTo>
                  <a:pt x="265" y="144"/>
                  <a:pt x="255" y="112"/>
                  <a:pt x="234" y="84"/>
                </a:cubicBezTo>
                <a:cubicBezTo>
                  <a:pt x="214" y="56"/>
                  <a:pt x="184" y="42"/>
                  <a:pt x="146" y="42"/>
                </a:cubicBezTo>
                <a:cubicBezTo>
                  <a:pt x="126" y="42"/>
                  <a:pt x="109" y="47"/>
                  <a:pt x="93" y="58"/>
                </a:cubicBezTo>
                <a:cubicBezTo>
                  <a:pt x="78" y="68"/>
                  <a:pt x="68" y="78"/>
                  <a:pt x="62" y="88"/>
                </a:cubicBezTo>
                <a:cubicBezTo>
                  <a:pt x="56" y="97"/>
                  <a:pt x="53" y="103"/>
                  <a:pt x="53" y="105"/>
                </a:cubicBezTo>
                <a:cubicBezTo>
                  <a:pt x="53" y="105"/>
                  <a:pt x="54" y="106"/>
                  <a:pt x="57" y="106"/>
                </a:cubicBezTo>
                <a:cubicBezTo>
                  <a:pt x="68" y="106"/>
                  <a:pt x="79" y="110"/>
                  <a:pt x="91" y="118"/>
                </a:cubicBezTo>
                <a:cubicBezTo>
                  <a:pt x="102" y="127"/>
                  <a:pt x="108" y="140"/>
                  <a:pt x="108" y="160"/>
                </a:cubicBezTo>
                <a:cubicBezTo>
                  <a:pt x="108" y="175"/>
                  <a:pt x="103" y="187"/>
                  <a:pt x="93" y="198"/>
                </a:cubicBezTo>
                <a:cubicBezTo>
                  <a:pt x="84" y="208"/>
                  <a:pt x="70" y="213"/>
                  <a:pt x="53" y="21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11173680" y="2284560"/>
            <a:ext cx="134640" cy="223920"/>
          </a:xfrm>
          <a:custGeom>
            <a:avLst/>
            <a:gdLst/>
            <a:ahLst/>
            <a:rect l="0" t="0" r="r" b="b"/>
            <a:pathLst>
              <a:path w="374" h="622">
                <a:moveTo>
                  <a:pt x="281" y="343"/>
                </a:moveTo>
                <a:cubicBezTo>
                  <a:pt x="252" y="389"/>
                  <a:pt x="216" y="412"/>
                  <a:pt x="172" y="412"/>
                </a:cubicBezTo>
                <a:cubicBezTo>
                  <a:pt x="125" y="412"/>
                  <a:pt x="86" y="394"/>
                  <a:pt x="56" y="358"/>
                </a:cubicBezTo>
                <a:cubicBezTo>
                  <a:pt x="26" y="323"/>
                  <a:pt x="8" y="285"/>
                  <a:pt x="2" y="245"/>
                </a:cubicBezTo>
                <a:cubicBezTo>
                  <a:pt x="0" y="235"/>
                  <a:pt x="0" y="223"/>
                  <a:pt x="0" y="209"/>
                </a:cubicBezTo>
                <a:lnTo>
                  <a:pt x="0" y="201"/>
                </a:lnTo>
                <a:cubicBezTo>
                  <a:pt x="0" y="144"/>
                  <a:pt x="20" y="96"/>
                  <a:pt x="62" y="54"/>
                </a:cubicBezTo>
                <a:cubicBezTo>
                  <a:pt x="98" y="18"/>
                  <a:pt x="139" y="0"/>
                  <a:pt x="182" y="0"/>
                </a:cubicBezTo>
                <a:cubicBezTo>
                  <a:pt x="183" y="0"/>
                  <a:pt x="185" y="0"/>
                  <a:pt x="188" y="0"/>
                </a:cubicBezTo>
                <a:cubicBezTo>
                  <a:pt x="190" y="0"/>
                  <a:pt x="192" y="0"/>
                  <a:pt x="195" y="1"/>
                </a:cubicBezTo>
                <a:lnTo>
                  <a:pt x="198" y="1"/>
                </a:lnTo>
                <a:cubicBezTo>
                  <a:pt x="206" y="1"/>
                  <a:pt x="213" y="1"/>
                  <a:pt x="221" y="3"/>
                </a:cubicBezTo>
                <a:cubicBezTo>
                  <a:pt x="229" y="4"/>
                  <a:pt x="240" y="7"/>
                  <a:pt x="254" y="13"/>
                </a:cubicBezTo>
                <a:cubicBezTo>
                  <a:pt x="269" y="20"/>
                  <a:pt x="283" y="29"/>
                  <a:pt x="297" y="42"/>
                </a:cubicBezTo>
                <a:cubicBezTo>
                  <a:pt x="311" y="56"/>
                  <a:pt x="324" y="73"/>
                  <a:pt x="336" y="96"/>
                </a:cubicBezTo>
                <a:cubicBezTo>
                  <a:pt x="361" y="149"/>
                  <a:pt x="374" y="218"/>
                  <a:pt x="374" y="301"/>
                </a:cubicBezTo>
                <a:cubicBezTo>
                  <a:pt x="374" y="385"/>
                  <a:pt x="356" y="456"/>
                  <a:pt x="320" y="515"/>
                </a:cubicBezTo>
                <a:cubicBezTo>
                  <a:pt x="299" y="548"/>
                  <a:pt x="274" y="574"/>
                  <a:pt x="244" y="593"/>
                </a:cubicBezTo>
                <a:cubicBezTo>
                  <a:pt x="215" y="612"/>
                  <a:pt x="184" y="621"/>
                  <a:pt x="151" y="622"/>
                </a:cubicBezTo>
                <a:cubicBezTo>
                  <a:pt x="114" y="622"/>
                  <a:pt x="83" y="613"/>
                  <a:pt x="59" y="596"/>
                </a:cubicBezTo>
                <a:cubicBezTo>
                  <a:pt x="36" y="578"/>
                  <a:pt x="24" y="552"/>
                  <a:pt x="23" y="518"/>
                </a:cubicBezTo>
                <a:cubicBezTo>
                  <a:pt x="23" y="484"/>
                  <a:pt x="39" y="467"/>
                  <a:pt x="71" y="468"/>
                </a:cubicBezTo>
                <a:cubicBezTo>
                  <a:pt x="84" y="468"/>
                  <a:pt x="95" y="472"/>
                  <a:pt x="104" y="480"/>
                </a:cubicBezTo>
                <a:cubicBezTo>
                  <a:pt x="114" y="489"/>
                  <a:pt x="119" y="500"/>
                  <a:pt x="119" y="515"/>
                </a:cubicBezTo>
                <a:cubicBezTo>
                  <a:pt x="119" y="526"/>
                  <a:pt x="116" y="536"/>
                  <a:pt x="111" y="543"/>
                </a:cubicBezTo>
                <a:cubicBezTo>
                  <a:pt x="104" y="551"/>
                  <a:pt x="100" y="556"/>
                  <a:pt x="95" y="558"/>
                </a:cubicBezTo>
                <a:cubicBezTo>
                  <a:pt x="91" y="560"/>
                  <a:pt x="87" y="561"/>
                  <a:pt x="84" y="562"/>
                </a:cubicBezTo>
                <a:lnTo>
                  <a:pt x="80" y="563"/>
                </a:lnTo>
                <a:cubicBezTo>
                  <a:pt x="80" y="565"/>
                  <a:pt x="82" y="566"/>
                  <a:pt x="86" y="569"/>
                </a:cubicBezTo>
                <a:cubicBezTo>
                  <a:pt x="91" y="571"/>
                  <a:pt x="98" y="574"/>
                  <a:pt x="111" y="578"/>
                </a:cubicBezTo>
                <a:cubicBezTo>
                  <a:pt x="122" y="581"/>
                  <a:pt x="135" y="583"/>
                  <a:pt x="149" y="582"/>
                </a:cubicBezTo>
                <a:lnTo>
                  <a:pt x="154" y="582"/>
                </a:lnTo>
                <a:cubicBezTo>
                  <a:pt x="190" y="582"/>
                  <a:pt x="221" y="563"/>
                  <a:pt x="245" y="524"/>
                </a:cubicBezTo>
                <a:cubicBezTo>
                  <a:pt x="269" y="491"/>
                  <a:pt x="281" y="432"/>
                  <a:pt x="281" y="349"/>
                </a:cubicBezTo>
                <a:lnTo>
                  <a:pt x="281" y="343"/>
                </a:lnTo>
                <a:moveTo>
                  <a:pt x="183" y="378"/>
                </a:moveTo>
                <a:cubicBezTo>
                  <a:pt x="212" y="378"/>
                  <a:pt x="235" y="364"/>
                  <a:pt x="253" y="334"/>
                </a:cubicBezTo>
                <a:cubicBezTo>
                  <a:pt x="270" y="305"/>
                  <a:pt x="279" y="265"/>
                  <a:pt x="280" y="214"/>
                </a:cubicBezTo>
                <a:cubicBezTo>
                  <a:pt x="280" y="166"/>
                  <a:pt x="277" y="132"/>
                  <a:pt x="272" y="112"/>
                </a:cubicBezTo>
                <a:cubicBezTo>
                  <a:pt x="271" y="106"/>
                  <a:pt x="269" y="100"/>
                  <a:pt x="267" y="94"/>
                </a:cubicBezTo>
                <a:cubicBezTo>
                  <a:pt x="265" y="88"/>
                  <a:pt x="260" y="80"/>
                  <a:pt x="254" y="70"/>
                </a:cubicBezTo>
                <a:cubicBezTo>
                  <a:pt x="248" y="61"/>
                  <a:pt x="239" y="53"/>
                  <a:pt x="227" y="46"/>
                </a:cubicBezTo>
                <a:cubicBezTo>
                  <a:pt x="215" y="39"/>
                  <a:pt x="201" y="36"/>
                  <a:pt x="185" y="37"/>
                </a:cubicBezTo>
                <a:cubicBezTo>
                  <a:pt x="162" y="37"/>
                  <a:pt x="142" y="45"/>
                  <a:pt x="126" y="61"/>
                </a:cubicBezTo>
                <a:cubicBezTo>
                  <a:pt x="114" y="75"/>
                  <a:pt x="104" y="90"/>
                  <a:pt x="101" y="108"/>
                </a:cubicBezTo>
                <a:cubicBezTo>
                  <a:pt x="97" y="126"/>
                  <a:pt x="95" y="158"/>
                  <a:pt x="94" y="204"/>
                </a:cubicBezTo>
                <a:cubicBezTo>
                  <a:pt x="94" y="254"/>
                  <a:pt x="96" y="288"/>
                  <a:pt x="99" y="305"/>
                </a:cubicBezTo>
                <a:cubicBezTo>
                  <a:pt x="102" y="323"/>
                  <a:pt x="109" y="337"/>
                  <a:pt x="118" y="348"/>
                </a:cubicBezTo>
                <a:cubicBezTo>
                  <a:pt x="133" y="368"/>
                  <a:pt x="155" y="378"/>
                  <a:pt x="183" y="37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11340360" y="225720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3"/>
                  <a:pt x="151" y="137"/>
                  <a:pt x="177" y="213"/>
                </a:cubicBezTo>
                <a:cubicBezTo>
                  <a:pt x="203" y="290"/>
                  <a:pt x="217" y="369"/>
                  <a:pt x="217" y="451"/>
                </a:cubicBezTo>
                <a:cubicBezTo>
                  <a:pt x="217" y="492"/>
                  <a:pt x="213" y="533"/>
                  <a:pt x="206" y="571"/>
                </a:cubicBezTo>
                <a:cubicBezTo>
                  <a:pt x="200" y="609"/>
                  <a:pt x="194" y="641"/>
                  <a:pt x="186" y="667"/>
                </a:cubicBezTo>
                <a:cubicBezTo>
                  <a:pt x="178" y="694"/>
                  <a:pt x="167" y="720"/>
                  <a:pt x="152" y="747"/>
                </a:cubicBezTo>
                <a:cubicBezTo>
                  <a:pt x="138" y="773"/>
                  <a:pt x="126" y="793"/>
                  <a:pt x="118" y="807"/>
                </a:cubicBezTo>
                <a:cubicBezTo>
                  <a:pt x="110" y="821"/>
                  <a:pt x="97" y="836"/>
                  <a:pt x="81" y="853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1" y="900"/>
                </a:cubicBezTo>
                <a:cubicBezTo>
                  <a:pt x="30" y="902"/>
                  <a:pt x="28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2" y="901"/>
                </a:cubicBezTo>
                <a:cubicBezTo>
                  <a:pt x="1" y="899"/>
                  <a:pt x="0" y="897"/>
                  <a:pt x="0" y="893"/>
                </a:cubicBezTo>
                <a:cubicBezTo>
                  <a:pt x="0" y="892"/>
                  <a:pt x="4" y="888"/>
                  <a:pt x="10" y="881"/>
                </a:cubicBezTo>
                <a:cubicBezTo>
                  <a:pt x="103" y="784"/>
                  <a:pt x="150" y="641"/>
                  <a:pt x="150" y="451"/>
                </a:cubicBezTo>
                <a:cubicBezTo>
                  <a:pt x="150" y="262"/>
                  <a:pt x="103" y="120"/>
                  <a:pt x="10" y="23"/>
                </a:cubicBezTo>
                <a:cubicBezTo>
                  <a:pt x="4" y="15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747720" y="1713600"/>
            <a:ext cx="537516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12.4.3 Wasserstein-GAN (WGAN)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2496600" y="3009600"/>
            <a:ext cx="250560" cy="222480"/>
          </a:xfrm>
          <a:custGeom>
            <a:avLst/>
            <a:gdLst/>
            <a:ahLst/>
            <a:rect l="0" t="0" r="r" b="b"/>
            <a:pathLst>
              <a:path w="696" h="618">
                <a:moveTo>
                  <a:pt x="229" y="50"/>
                </a:moveTo>
                <a:cubicBezTo>
                  <a:pt x="229" y="46"/>
                  <a:pt x="212" y="43"/>
                  <a:pt x="178" y="42"/>
                </a:cubicBezTo>
                <a:cubicBezTo>
                  <a:pt x="164" y="42"/>
                  <a:pt x="155" y="42"/>
                  <a:pt x="151" y="41"/>
                </a:cubicBezTo>
                <a:cubicBezTo>
                  <a:pt x="146" y="40"/>
                  <a:pt x="144" y="38"/>
                  <a:pt x="144" y="33"/>
                </a:cubicBezTo>
                <a:cubicBezTo>
                  <a:pt x="144" y="28"/>
                  <a:pt x="145" y="22"/>
                  <a:pt x="148" y="15"/>
                </a:cubicBezTo>
                <a:cubicBezTo>
                  <a:pt x="150" y="8"/>
                  <a:pt x="152" y="3"/>
                  <a:pt x="154" y="1"/>
                </a:cubicBezTo>
                <a:cubicBezTo>
                  <a:pt x="155" y="1"/>
                  <a:pt x="215" y="0"/>
                  <a:pt x="334" y="0"/>
                </a:cubicBezTo>
                <a:cubicBezTo>
                  <a:pt x="435" y="1"/>
                  <a:pt x="491" y="1"/>
                  <a:pt x="503" y="1"/>
                </a:cubicBezTo>
                <a:cubicBezTo>
                  <a:pt x="515" y="1"/>
                  <a:pt x="527" y="3"/>
                  <a:pt x="540" y="7"/>
                </a:cubicBezTo>
                <a:cubicBezTo>
                  <a:pt x="583" y="17"/>
                  <a:pt x="620" y="41"/>
                  <a:pt x="650" y="78"/>
                </a:cubicBezTo>
                <a:cubicBezTo>
                  <a:pt x="680" y="115"/>
                  <a:pt x="695" y="165"/>
                  <a:pt x="696" y="228"/>
                </a:cubicBezTo>
                <a:cubicBezTo>
                  <a:pt x="696" y="322"/>
                  <a:pt x="663" y="406"/>
                  <a:pt x="599" y="480"/>
                </a:cubicBezTo>
                <a:cubicBezTo>
                  <a:pt x="535" y="555"/>
                  <a:pt x="459" y="600"/>
                  <a:pt x="372" y="615"/>
                </a:cubicBezTo>
                <a:lnTo>
                  <a:pt x="359" y="617"/>
                </a:lnTo>
                <a:lnTo>
                  <a:pt x="183" y="618"/>
                </a:lnTo>
                <a:lnTo>
                  <a:pt x="83" y="618"/>
                </a:lnTo>
                <a:lnTo>
                  <a:pt x="35" y="618"/>
                </a:lnTo>
                <a:cubicBezTo>
                  <a:pt x="21" y="618"/>
                  <a:pt x="11" y="617"/>
                  <a:pt x="7" y="616"/>
                </a:cubicBezTo>
                <a:cubicBezTo>
                  <a:pt x="3" y="615"/>
                  <a:pt x="0" y="612"/>
                  <a:pt x="0" y="608"/>
                </a:cubicBezTo>
                <a:cubicBezTo>
                  <a:pt x="0" y="607"/>
                  <a:pt x="1" y="602"/>
                  <a:pt x="3" y="595"/>
                </a:cubicBezTo>
                <a:cubicBezTo>
                  <a:pt x="5" y="585"/>
                  <a:pt x="7" y="580"/>
                  <a:pt x="10" y="579"/>
                </a:cubicBezTo>
                <a:cubicBezTo>
                  <a:pt x="12" y="578"/>
                  <a:pt x="19" y="577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1"/>
                  <a:pt x="99" y="567"/>
                  <a:pt x="102" y="562"/>
                </a:cubicBezTo>
                <a:cubicBezTo>
                  <a:pt x="104" y="559"/>
                  <a:pt x="125" y="476"/>
                  <a:pt x="167" y="311"/>
                </a:cubicBezTo>
                <a:cubicBezTo>
                  <a:pt x="208" y="146"/>
                  <a:pt x="229" y="59"/>
                  <a:pt x="229" y="50"/>
                </a:cubicBezTo>
                <a:moveTo>
                  <a:pt x="605" y="193"/>
                </a:moveTo>
                <a:cubicBezTo>
                  <a:pt x="605" y="171"/>
                  <a:pt x="602" y="150"/>
                  <a:pt x="595" y="132"/>
                </a:cubicBezTo>
                <a:cubicBezTo>
                  <a:pt x="589" y="114"/>
                  <a:pt x="581" y="100"/>
                  <a:pt x="572" y="90"/>
                </a:cubicBezTo>
                <a:cubicBezTo>
                  <a:pt x="563" y="80"/>
                  <a:pt x="552" y="71"/>
                  <a:pt x="539" y="64"/>
                </a:cubicBezTo>
                <a:cubicBezTo>
                  <a:pt x="525" y="56"/>
                  <a:pt x="514" y="52"/>
                  <a:pt x="503" y="49"/>
                </a:cubicBezTo>
                <a:cubicBezTo>
                  <a:pt x="493" y="47"/>
                  <a:pt x="483" y="45"/>
                  <a:pt x="472" y="43"/>
                </a:cubicBezTo>
                <a:cubicBezTo>
                  <a:pt x="471" y="43"/>
                  <a:pt x="466" y="43"/>
                  <a:pt x="459" y="43"/>
                </a:cubicBezTo>
                <a:cubicBezTo>
                  <a:pt x="452" y="43"/>
                  <a:pt x="443" y="43"/>
                  <a:pt x="433" y="43"/>
                </a:cubicBezTo>
                <a:cubicBezTo>
                  <a:pt x="423" y="43"/>
                  <a:pt x="413" y="43"/>
                  <a:pt x="403" y="42"/>
                </a:cubicBezTo>
                <a:lnTo>
                  <a:pt x="364" y="42"/>
                </a:lnTo>
                <a:cubicBezTo>
                  <a:pt x="337" y="42"/>
                  <a:pt x="322" y="45"/>
                  <a:pt x="318" y="51"/>
                </a:cubicBezTo>
                <a:cubicBezTo>
                  <a:pt x="317" y="53"/>
                  <a:pt x="295" y="140"/>
                  <a:pt x="253" y="311"/>
                </a:cubicBezTo>
                <a:cubicBezTo>
                  <a:pt x="210" y="482"/>
                  <a:pt x="188" y="568"/>
                  <a:pt x="188" y="570"/>
                </a:cubicBezTo>
                <a:cubicBezTo>
                  <a:pt x="188" y="573"/>
                  <a:pt x="192" y="574"/>
                  <a:pt x="198" y="574"/>
                </a:cubicBezTo>
                <a:cubicBezTo>
                  <a:pt x="205" y="574"/>
                  <a:pt x="228" y="575"/>
                  <a:pt x="268" y="575"/>
                </a:cubicBezTo>
                <a:cubicBezTo>
                  <a:pt x="271" y="575"/>
                  <a:pt x="277" y="575"/>
                  <a:pt x="285" y="575"/>
                </a:cubicBezTo>
                <a:cubicBezTo>
                  <a:pt x="293" y="575"/>
                  <a:pt x="301" y="576"/>
                  <a:pt x="307" y="576"/>
                </a:cubicBezTo>
                <a:cubicBezTo>
                  <a:pt x="383" y="576"/>
                  <a:pt x="446" y="550"/>
                  <a:pt x="495" y="501"/>
                </a:cubicBezTo>
                <a:cubicBezTo>
                  <a:pt x="517" y="480"/>
                  <a:pt x="535" y="454"/>
                  <a:pt x="549" y="425"/>
                </a:cubicBezTo>
                <a:cubicBezTo>
                  <a:pt x="562" y="396"/>
                  <a:pt x="575" y="358"/>
                  <a:pt x="587" y="311"/>
                </a:cubicBezTo>
                <a:cubicBezTo>
                  <a:pt x="599" y="263"/>
                  <a:pt x="605" y="224"/>
                  <a:pt x="605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747720" y="2933640"/>
            <a:ext cx="1793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ネットワーク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762840" y="342900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30" y="50"/>
                </a:moveTo>
                <a:cubicBezTo>
                  <a:pt x="230" y="46"/>
                  <a:pt x="213" y="43"/>
                  <a:pt x="178" y="42"/>
                </a:cubicBezTo>
                <a:cubicBezTo>
                  <a:pt x="164" y="42"/>
                  <a:pt x="155" y="42"/>
                  <a:pt x="151" y="41"/>
                </a:cubicBezTo>
                <a:cubicBezTo>
                  <a:pt x="147" y="41"/>
                  <a:pt x="145" y="38"/>
                  <a:pt x="145" y="33"/>
                </a:cubicBezTo>
                <a:cubicBezTo>
                  <a:pt x="145" y="28"/>
                  <a:pt x="146" y="21"/>
                  <a:pt x="148" y="14"/>
                </a:cubicBezTo>
                <a:cubicBezTo>
                  <a:pt x="151" y="7"/>
                  <a:pt x="153" y="2"/>
                  <a:pt x="155" y="0"/>
                </a:cubicBezTo>
                <a:cubicBezTo>
                  <a:pt x="156" y="0"/>
                  <a:pt x="216" y="0"/>
                  <a:pt x="335" y="0"/>
                </a:cubicBezTo>
                <a:cubicBezTo>
                  <a:pt x="436" y="0"/>
                  <a:pt x="492" y="0"/>
                  <a:pt x="504" y="0"/>
                </a:cubicBezTo>
                <a:cubicBezTo>
                  <a:pt x="516" y="0"/>
                  <a:pt x="528" y="2"/>
                  <a:pt x="540" y="6"/>
                </a:cubicBezTo>
                <a:cubicBezTo>
                  <a:pt x="583" y="16"/>
                  <a:pt x="620" y="41"/>
                  <a:pt x="650" y="78"/>
                </a:cubicBezTo>
                <a:cubicBezTo>
                  <a:pt x="680" y="115"/>
                  <a:pt x="696" y="165"/>
                  <a:pt x="696" y="228"/>
                </a:cubicBezTo>
                <a:cubicBezTo>
                  <a:pt x="696" y="322"/>
                  <a:pt x="664" y="406"/>
                  <a:pt x="600" y="481"/>
                </a:cubicBezTo>
                <a:cubicBezTo>
                  <a:pt x="535" y="555"/>
                  <a:pt x="460" y="600"/>
                  <a:pt x="372" y="614"/>
                </a:cubicBezTo>
                <a:lnTo>
                  <a:pt x="360" y="616"/>
                </a:lnTo>
                <a:lnTo>
                  <a:pt x="184" y="617"/>
                </a:lnTo>
                <a:lnTo>
                  <a:pt x="83" y="617"/>
                </a:lnTo>
                <a:lnTo>
                  <a:pt x="36" y="617"/>
                </a:lnTo>
                <a:cubicBezTo>
                  <a:pt x="21" y="617"/>
                  <a:pt x="12" y="616"/>
                  <a:pt x="8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1"/>
                  <a:pt x="3" y="594"/>
                </a:cubicBezTo>
                <a:cubicBezTo>
                  <a:pt x="6" y="585"/>
                  <a:pt x="8" y="579"/>
                  <a:pt x="10" y="578"/>
                </a:cubicBezTo>
                <a:cubicBezTo>
                  <a:pt x="13" y="577"/>
                  <a:pt x="20" y="576"/>
                  <a:pt x="31" y="575"/>
                </a:cubicBezTo>
                <a:cubicBezTo>
                  <a:pt x="47" y="575"/>
                  <a:pt x="65" y="574"/>
                  <a:pt x="85" y="573"/>
                </a:cubicBezTo>
                <a:cubicBezTo>
                  <a:pt x="94" y="571"/>
                  <a:pt x="99" y="567"/>
                  <a:pt x="102" y="562"/>
                </a:cubicBezTo>
                <a:cubicBezTo>
                  <a:pt x="104" y="559"/>
                  <a:pt x="126" y="476"/>
                  <a:pt x="167" y="311"/>
                </a:cubicBezTo>
                <a:cubicBezTo>
                  <a:pt x="209" y="146"/>
                  <a:pt x="230" y="59"/>
                  <a:pt x="230" y="50"/>
                </a:cubicBezTo>
                <a:moveTo>
                  <a:pt x="606" y="194"/>
                </a:moveTo>
                <a:cubicBezTo>
                  <a:pt x="606" y="171"/>
                  <a:pt x="603" y="150"/>
                  <a:pt x="596" y="132"/>
                </a:cubicBezTo>
                <a:cubicBezTo>
                  <a:pt x="589" y="114"/>
                  <a:pt x="582" y="100"/>
                  <a:pt x="573" y="90"/>
                </a:cubicBezTo>
                <a:cubicBezTo>
                  <a:pt x="564" y="80"/>
                  <a:pt x="552" y="71"/>
                  <a:pt x="539" y="64"/>
                </a:cubicBezTo>
                <a:cubicBezTo>
                  <a:pt x="526" y="57"/>
                  <a:pt x="514" y="52"/>
                  <a:pt x="504" y="49"/>
                </a:cubicBezTo>
                <a:cubicBezTo>
                  <a:pt x="494" y="47"/>
                  <a:pt x="483" y="45"/>
                  <a:pt x="472" y="43"/>
                </a:cubicBezTo>
                <a:cubicBezTo>
                  <a:pt x="471" y="43"/>
                  <a:pt x="467" y="43"/>
                  <a:pt x="460" y="43"/>
                </a:cubicBezTo>
                <a:cubicBezTo>
                  <a:pt x="453" y="43"/>
                  <a:pt x="444" y="43"/>
                  <a:pt x="434" y="43"/>
                </a:cubicBezTo>
                <a:cubicBezTo>
                  <a:pt x="423" y="43"/>
                  <a:pt x="413" y="43"/>
                  <a:pt x="404" y="42"/>
                </a:cubicBezTo>
                <a:lnTo>
                  <a:pt x="365" y="42"/>
                </a:lnTo>
                <a:cubicBezTo>
                  <a:pt x="339" y="42"/>
                  <a:pt x="324" y="45"/>
                  <a:pt x="320" y="51"/>
                </a:cubicBezTo>
                <a:cubicBezTo>
                  <a:pt x="319" y="54"/>
                  <a:pt x="296" y="140"/>
                  <a:pt x="253" y="311"/>
                </a:cubicBezTo>
                <a:cubicBezTo>
                  <a:pt x="210" y="482"/>
                  <a:pt x="189" y="568"/>
                  <a:pt x="189" y="570"/>
                </a:cubicBezTo>
                <a:cubicBezTo>
                  <a:pt x="189" y="572"/>
                  <a:pt x="192" y="573"/>
                  <a:pt x="199" y="573"/>
                </a:cubicBezTo>
                <a:cubicBezTo>
                  <a:pt x="206" y="573"/>
                  <a:pt x="229" y="574"/>
                  <a:pt x="268" y="574"/>
                </a:cubicBezTo>
                <a:cubicBezTo>
                  <a:pt x="271" y="574"/>
                  <a:pt x="277" y="574"/>
                  <a:pt x="286" y="574"/>
                </a:cubicBezTo>
                <a:cubicBezTo>
                  <a:pt x="294" y="574"/>
                  <a:pt x="301" y="575"/>
                  <a:pt x="307" y="575"/>
                </a:cubicBezTo>
                <a:cubicBezTo>
                  <a:pt x="384" y="575"/>
                  <a:pt x="447" y="551"/>
                  <a:pt x="496" y="501"/>
                </a:cubicBezTo>
                <a:cubicBezTo>
                  <a:pt x="518" y="480"/>
                  <a:pt x="535" y="454"/>
                  <a:pt x="549" y="426"/>
                </a:cubicBezTo>
                <a:cubicBezTo>
                  <a:pt x="563" y="397"/>
                  <a:pt x="576" y="358"/>
                  <a:pt x="588" y="311"/>
                </a:cubicBezTo>
                <a:cubicBezTo>
                  <a:pt x="600" y="263"/>
                  <a:pt x="606" y="224"/>
                  <a:pt x="606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2753280" y="2933640"/>
            <a:ext cx="56613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は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2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値分類ではなくある種の回帰を実行する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1016640" y="3352680"/>
            <a:ext cx="103417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（この場合は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critic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と呼ばれる）は、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Wasserstein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距離を最大化する関数を近似する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3054600" y="3828960"/>
            <a:ext cx="230760" cy="236520"/>
          </a:xfrm>
          <a:custGeom>
            <a:avLst/>
            <a:gdLst/>
            <a:ahLst/>
            <a:rect l="0" t="0" r="r" b="b"/>
            <a:pathLst>
              <a:path w="641" h="657">
                <a:moveTo>
                  <a:pt x="0" y="410"/>
                </a:moveTo>
                <a:cubicBezTo>
                  <a:pt x="0" y="340"/>
                  <a:pt x="20" y="274"/>
                  <a:pt x="60" y="210"/>
                </a:cubicBezTo>
                <a:cubicBezTo>
                  <a:pt x="101" y="145"/>
                  <a:pt x="151" y="95"/>
                  <a:pt x="214" y="58"/>
                </a:cubicBezTo>
                <a:cubicBezTo>
                  <a:pt x="275" y="20"/>
                  <a:pt x="336" y="1"/>
                  <a:pt x="398" y="1"/>
                </a:cubicBezTo>
                <a:cubicBezTo>
                  <a:pt x="452" y="1"/>
                  <a:pt x="495" y="16"/>
                  <a:pt x="527" y="47"/>
                </a:cubicBezTo>
                <a:cubicBezTo>
                  <a:pt x="532" y="53"/>
                  <a:pt x="537" y="58"/>
                  <a:pt x="540" y="62"/>
                </a:cubicBezTo>
                <a:cubicBezTo>
                  <a:pt x="544" y="66"/>
                  <a:pt x="546" y="69"/>
                  <a:pt x="547" y="71"/>
                </a:cubicBezTo>
                <a:lnTo>
                  <a:pt x="548" y="74"/>
                </a:lnTo>
                <a:cubicBezTo>
                  <a:pt x="550" y="74"/>
                  <a:pt x="558" y="66"/>
                  <a:pt x="573" y="50"/>
                </a:cubicBezTo>
                <a:cubicBezTo>
                  <a:pt x="577" y="47"/>
                  <a:pt x="581" y="43"/>
                  <a:pt x="586" y="38"/>
                </a:cubicBezTo>
                <a:cubicBezTo>
                  <a:pt x="591" y="33"/>
                  <a:pt x="596" y="28"/>
                  <a:pt x="601" y="23"/>
                </a:cubicBezTo>
                <a:cubicBezTo>
                  <a:pt x="605" y="19"/>
                  <a:pt x="608" y="15"/>
                  <a:pt x="610" y="13"/>
                </a:cubicBezTo>
                <a:lnTo>
                  <a:pt x="623" y="0"/>
                </a:lnTo>
                <a:lnTo>
                  <a:pt x="629" y="0"/>
                </a:lnTo>
                <a:cubicBezTo>
                  <a:pt x="637" y="0"/>
                  <a:pt x="641" y="2"/>
                  <a:pt x="641" y="6"/>
                </a:cubicBezTo>
                <a:cubicBezTo>
                  <a:pt x="641" y="9"/>
                  <a:pt x="632" y="50"/>
                  <a:pt x="612" y="130"/>
                </a:cubicBezTo>
                <a:cubicBezTo>
                  <a:pt x="591" y="214"/>
                  <a:pt x="580" y="256"/>
                  <a:pt x="580" y="257"/>
                </a:cubicBezTo>
                <a:cubicBezTo>
                  <a:pt x="579" y="260"/>
                  <a:pt x="577" y="262"/>
                  <a:pt x="575" y="262"/>
                </a:cubicBezTo>
                <a:cubicBezTo>
                  <a:pt x="574" y="263"/>
                  <a:pt x="568" y="264"/>
                  <a:pt x="559" y="264"/>
                </a:cubicBezTo>
                <a:lnTo>
                  <a:pt x="545" y="264"/>
                </a:lnTo>
                <a:cubicBezTo>
                  <a:pt x="541" y="261"/>
                  <a:pt x="539" y="258"/>
                  <a:pt x="539" y="256"/>
                </a:cubicBezTo>
                <a:cubicBezTo>
                  <a:pt x="539" y="256"/>
                  <a:pt x="540" y="253"/>
                  <a:pt x="540" y="250"/>
                </a:cubicBezTo>
                <a:cubicBezTo>
                  <a:pt x="541" y="246"/>
                  <a:pt x="541" y="240"/>
                  <a:pt x="542" y="232"/>
                </a:cubicBezTo>
                <a:cubicBezTo>
                  <a:pt x="543" y="223"/>
                  <a:pt x="543" y="214"/>
                  <a:pt x="543" y="203"/>
                </a:cubicBezTo>
                <a:cubicBezTo>
                  <a:pt x="543" y="159"/>
                  <a:pt x="533" y="122"/>
                  <a:pt x="514" y="90"/>
                </a:cubicBezTo>
                <a:cubicBezTo>
                  <a:pt x="495" y="58"/>
                  <a:pt x="462" y="42"/>
                  <a:pt x="416" y="41"/>
                </a:cubicBezTo>
                <a:cubicBezTo>
                  <a:pt x="405" y="41"/>
                  <a:pt x="393" y="42"/>
                  <a:pt x="381" y="44"/>
                </a:cubicBezTo>
                <a:cubicBezTo>
                  <a:pt x="368" y="46"/>
                  <a:pt x="352" y="50"/>
                  <a:pt x="333" y="56"/>
                </a:cubicBezTo>
                <a:cubicBezTo>
                  <a:pt x="314" y="62"/>
                  <a:pt x="295" y="70"/>
                  <a:pt x="278" y="81"/>
                </a:cubicBezTo>
                <a:cubicBezTo>
                  <a:pt x="260" y="92"/>
                  <a:pt x="241" y="106"/>
                  <a:pt x="221" y="124"/>
                </a:cubicBezTo>
                <a:cubicBezTo>
                  <a:pt x="200" y="142"/>
                  <a:pt x="183" y="164"/>
                  <a:pt x="169" y="189"/>
                </a:cubicBezTo>
                <a:cubicBezTo>
                  <a:pt x="153" y="214"/>
                  <a:pt x="139" y="245"/>
                  <a:pt x="125" y="281"/>
                </a:cubicBezTo>
                <a:cubicBezTo>
                  <a:pt x="111" y="318"/>
                  <a:pt x="102" y="358"/>
                  <a:pt x="97" y="402"/>
                </a:cubicBezTo>
                <a:cubicBezTo>
                  <a:pt x="96" y="413"/>
                  <a:pt x="95" y="425"/>
                  <a:pt x="95" y="437"/>
                </a:cubicBezTo>
                <a:cubicBezTo>
                  <a:pt x="95" y="466"/>
                  <a:pt x="100" y="492"/>
                  <a:pt x="108" y="514"/>
                </a:cubicBezTo>
                <a:cubicBezTo>
                  <a:pt x="116" y="536"/>
                  <a:pt x="127" y="554"/>
                  <a:pt x="141" y="566"/>
                </a:cubicBezTo>
                <a:cubicBezTo>
                  <a:pt x="154" y="578"/>
                  <a:pt x="170" y="588"/>
                  <a:pt x="187" y="596"/>
                </a:cubicBezTo>
                <a:cubicBezTo>
                  <a:pt x="203" y="605"/>
                  <a:pt x="219" y="610"/>
                  <a:pt x="234" y="612"/>
                </a:cubicBezTo>
                <a:cubicBezTo>
                  <a:pt x="248" y="613"/>
                  <a:pt x="261" y="615"/>
                  <a:pt x="274" y="615"/>
                </a:cubicBezTo>
                <a:cubicBezTo>
                  <a:pt x="307" y="615"/>
                  <a:pt x="336" y="608"/>
                  <a:pt x="363" y="594"/>
                </a:cubicBezTo>
                <a:cubicBezTo>
                  <a:pt x="390" y="581"/>
                  <a:pt x="409" y="563"/>
                  <a:pt x="419" y="541"/>
                </a:cubicBezTo>
                <a:cubicBezTo>
                  <a:pt x="421" y="536"/>
                  <a:pt x="426" y="520"/>
                  <a:pt x="433" y="492"/>
                </a:cubicBezTo>
                <a:cubicBezTo>
                  <a:pt x="440" y="463"/>
                  <a:pt x="444" y="447"/>
                  <a:pt x="444" y="444"/>
                </a:cubicBezTo>
                <a:cubicBezTo>
                  <a:pt x="444" y="439"/>
                  <a:pt x="440" y="436"/>
                  <a:pt x="432" y="435"/>
                </a:cubicBezTo>
                <a:cubicBezTo>
                  <a:pt x="424" y="434"/>
                  <a:pt x="406" y="433"/>
                  <a:pt x="378" y="432"/>
                </a:cubicBezTo>
                <a:lnTo>
                  <a:pt x="344" y="432"/>
                </a:lnTo>
                <a:cubicBezTo>
                  <a:pt x="341" y="428"/>
                  <a:pt x="339" y="426"/>
                  <a:pt x="339" y="425"/>
                </a:cubicBezTo>
                <a:cubicBezTo>
                  <a:pt x="339" y="424"/>
                  <a:pt x="340" y="418"/>
                  <a:pt x="341" y="408"/>
                </a:cubicBezTo>
                <a:cubicBezTo>
                  <a:pt x="343" y="400"/>
                  <a:pt x="346" y="394"/>
                  <a:pt x="350" y="391"/>
                </a:cubicBezTo>
                <a:lnTo>
                  <a:pt x="365" y="391"/>
                </a:lnTo>
                <a:cubicBezTo>
                  <a:pt x="389" y="392"/>
                  <a:pt x="431" y="392"/>
                  <a:pt x="492" y="392"/>
                </a:cubicBezTo>
                <a:cubicBezTo>
                  <a:pt x="516" y="392"/>
                  <a:pt x="535" y="392"/>
                  <a:pt x="550" y="392"/>
                </a:cubicBezTo>
                <a:cubicBezTo>
                  <a:pt x="565" y="392"/>
                  <a:pt x="576" y="392"/>
                  <a:pt x="583" y="391"/>
                </a:cubicBezTo>
                <a:cubicBezTo>
                  <a:pt x="589" y="391"/>
                  <a:pt x="593" y="391"/>
                  <a:pt x="593" y="391"/>
                </a:cubicBezTo>
                <a:cubicBezTo>
                  <a:pt x="602" y="391"/>
                  <a:pt x="606" y="394"/>
                  <a:pt x="606" y="400"/>
                </a:cubicBezTo>
                <a:cubicBezTo>
                  <a:pt x="606" y="401"/>
                  <a:pt x="605" y="405"/>
                  <a:pt x="604" y="412"/>
                </a:cubicBezTo>
                <a:cubicBezTo>
                  <a:pt x="601" y="424"/>
                  <a:pt x="598" y="430"/>
                  <a:pt x="595" y="431"/>
                </a:cubicBezTo>
                <a:cubicBezTo>
                  <a:pt x="593" y="432"/>
                  <a:pt x="589" y="432"/>
                  <a:pt x="582" y="432"/>
                </a:cubicBezTo>
                <a:cubicBezTo>
                  <a:pt x="570" y="432"/>
                  <a:pt x="557" y="433"/>
                  <a:pt x="545" y="435"/>
                </a:cubicBezTo>
                <a:cubicBezTo>
                  <a:pt x="541" y="437"/>
                  <a:pt x="538" y="439"/>
                  <a:pt x="536" y="443"/>
                </a:cubicBezTo>
                <a:cubicBezTo>
                  <a:pt x="534" y="447"/>
                  <a:pt x="530" y="462"/>
                  <a:pt x="523" y="489"/>
                </a:cubicBezTo>
                <a:cubicBezTo>
                  <a:pt x="518" y="509"/>
                  <a:pt x="513" y="526"/>
                  <a:pt x="510" y="539"/>
                </a:cubicBezTo>
                <a:cubicBezTo>
                  <a:pt x="495" y="601"/>
                  <a:pt x="486" y="632"/>
                  <a:pt x="484" y="634"/>
                </a:cubicBezTo>
                <a:cubicBezTo>
                  <a:pt x="483" y="635"/>
                  <a:pt x="482" y="636"/>
                  <a:pt x="480" y="636"/>
                </a:cubicBezTo>
                <a:cubicBezTo>
                  <a:pt x="474" y="636"/>
                  <a:pt x="465" y="630"/>
                  <a:pt x="455" y="618"/>
                </a:cubicBezTo>
                <a:cubicBezTo>
                  <a:pt x="444" y="606"/>
                  <a:pt x="437" y="597"/>
                  <a:pt x="434" y="590"/>
                </a:cubicBezTo>
                <a:cubicBezTo>
                  <a:pt x="434" y="589"/>
                  <a:pt x="433" y="589"/>
                  <a:pt x="432" y="590"/>
                </a:cubicBezTo>
                <a:cubicBezTo>
                  <a:pt x="431" y="591"/>
                  <a:pt x="429" y="592"/>
                  <a:pt x="427" y="594"/>
                </a:cubicBezTo>
                <a:cubicBezTo>
                  <a:pt x="382" y="636"/>
                  <a:pt x="322" y="657"/>
                  <a:pt x="246" y="657"/>
                </a:cubicBezTo>
                <a:cubicBezTo>
                  <a:pt x="173" y="657"/>
                  <a:pt x="113" y="634"/>
                  <a:pt x="68" y="587"/>
                </a:cubicBezTo>
                <a:cubicBezTo>
                  <a:pt x="23" y="541"/>
                  <a:pt x="0" y="482"/>
                  <a:pt x="0" y="41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747720" y="3762360"/>
            <a:ext cx="234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ように学習され、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3292200" y="3762360"/>
            <a:ext cx="3173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はその距離を最小化する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1667880" y="441000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29" y="49"/>
                </a:moveTo>
                <a:cubicBezTo>
                  <a:pt x="229" y="45"/>
                  <a:pt x="212" y="43"/>
                  <a:pt x="178" y="41"/>
                </a:cubicBezTo>
                <a:cubicBezTo>
                  <a:pt x="164" y="41"/>
                  <a:pt x="155" y="41"/>
                  <a:pt x="151" y="40"/>
                </a:cubicBezTo>
                <a:cubicBezTo>
                  <a:pt x="146" y="40"/>
                  <a:pt x="144" y="37"/>
                  <a:pt x="144" y="32"/>
                </a:cubicBezTo>
                <a:cubicBezTo>
                  <a:pt x="144" y="27"/>
                  <a:pt x="146" y="21"/>
                  <a:pt x="148" y="14"/>
                </a:cubicBezTo>
                <a:cubicBezTo>
                  <a:pt x="150" y="7"/>
                  <a:pt x="152" y="3"/>
                  <a:pt x="154" y="1"/>
                </a:cubicBezTo>
                <a:cubicBezTo>
                  <a:pt x="156" y="0"/>
                  <a:pt x="215" y="0"/>
                  <a:pt x="334" y="0"/>
                </a:cubicBezTo>
                <a:cubicBezTo>
                  <a:pt x="434" y="0"/>
                  <a:pt x="491" y="1"/>
                  <a:pt x="503" y="1"/>
                </a:cubicBezTo>
                <a:cubicBezTo>
                  <a:pt x="515" y="1"/>
                  <a:pt x="527" y="3"/>
                  <a:pt x="539" y="6"/>
                </a:cubicBezTo>
                <a:cubicBezTo>
                  <a:pt x="583" y="16"/>
                  <a:pt x="620" y="40"/>
                  <a:pt x="650" y="77"/>
                </a:cubicBezTo>
                <a:cubicBezTo>
                  <a:pt x="680" y="115"/>
                  <a:pt x="695" y="165"/>
                  <a:pt x="696" y="227"/>
                </a:cubicBezTo>
                <a:cubicBezTo>
                  <a:pt x="696" y="321"/>
                  <a:pt x="664" y="406"/>
                  <a:pt x="599" y="481"/>
                </a:cubicBezTo>
                <a:cubicBezTo>
                  <a:pt x="534" y="555"/>
                  <a:pt x="458" y="600"/>
                  <a:pt x="371" y="614"/>
                </a:cubicBezTo>
                <a:lnTo>
                  <a:pt x="358" y="616"/>
                </a:lnTo>
                <a:lnTo>
                  <a:pt x="183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1" y="617"/>
                  <a:pt x="11" y="616"/>
                  <a:pt x="7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2"/>
                  <a:pt x="3" y="594"/>
                </a:cubicBezTo>
                <a:cubicBezTo>
                  <a:pt x="5" y="585"/>
                  <a:pt x="8" y="579"/>
                  <a:pt x="10" y="578"/>
                </a:cubicBezTo>
                <a:cubicBezTo>
                  <a:pt x="12" y="577"/>
                  <a:pt x="19" y="576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1"/>
                  <a:pt x="99" y="567"/>
                  <a:pt x="102" y="562"/>
                </a:cubicBezTo>
                <a:cubicBezTo>
                  <a:pt x="104" y="560"/>
                  <a:pt x="125" y="476"/>
                  <a:pt x="167" y="310"/>
                </a:cubicBezTo>
                <a:cubicBezTo>
                  <a:pt x="208" y="145"/>
                  <a:pt x="229" y="58"/>
                  <a:pt x="229" y="49"/>
                </a:cubicBezTo>
                <a:moveTo>
                  <a:pt x="606" y="193"/>
                </a:moveTo>
                <a:cubicBezTo>
                  <a:pt x="606" y="170"/>
                  <a:pt x="602" y="150"/>
                  <a:pt x="596" y="132"/>
                </a:cubicBezTo>
                <a:cubicBezTo>
                  <a:pt x="589" y="113"/>
                  <a:pt x="581" y="99"/>
                  <a:pt x="571" y="89"/>
                </a:cubicBezTo>
                <a:cubicBezTo>
                  <a:pt x="562" y="79"/>
                  <a:pt x="551" y="70"/>
                  <a:pt x="538" y="63"/>
                </a:cubicBezTo>
                <a:cubicBezTo>
                  <a:pt x="525" y="56"/>
                  <a:pt x="513" y="51"/>
                  <a:pt x="503" y="49"/>
                </a:cubicBezTo>
                <a:cubicBezTo>
                  <a:pt x="492" y="46"/>
                  <a:pt x="482" y="44"/>
                  <a:pt x="471" y="42"/>
                </a:cubicBezTo>
                <a:cubicBezTo>
                  <a:pt x="470" y="42"/>
                  <a:pt x="466" y="42"/>
                  <a:pt x="458" y="42"/>
                </a:cubicBezTo>
                <a:cubicBezTo>
                  <a:pt x="451" y="42"/>
                  <a:pt x="442" y="42"/>
                  <a:pt x="432" y="42"/>
                </a:cubicBezTo>
                <a:cubicBezTo>
                  <a:pt x="422" y="42"/>
                  <a:pt x="412" y="42"/>
                  <a:pt x="402" y="41"/>
                </a:cubicBezTo>
                <a:lnTo>
                  <a:pt x="364" y="41"/>
                </a:lnTo>
                <a:cubicBezTo>
                  <a:pt x="337" y="41"/>
                  <a:pt x="322" y="44"/>
                  <a:pt x="319" y="50"/>
                </a:cubicBezTo>
                <a:cubicBezTo>
                  <a:pt x="317" y="53"/>
                  <a:pt x="295" y="139"/>
                  <a:pt x="253" y="310"/>
                </a:cubicBezTo>
                <a:cubicBezTo>
                  <a:pt x="210" y="482"/>
                  <a:pt x="189" y="568"/>
                  <a:pt x="189" y="570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5" y="574"/>
                  <a:pt x="228" y="574"/>
                  <a:pt x="268" y="575"/>
                </a:cubicBezTo>
                <a:cubicBezTo>
                  <a:pt x="271" y="575"/>
                  <a:pt x="277" y="575"/>
                  <a:pt x="285" y="575"/>
                </a:cubicBezTo>
                <a:cubicBezTo>
                  <a:pt x="294" y="575"/>
                  <a:pt x="301" y="575"/>
                  <a:pt x="307" y="576"/>
                </a:cubicBezTo>
                <a:cubicBezTo>
                  <a:pt x="383" y="576"/>
                  <a:pt x="445" y="551"/>
                  <a:pt x="494" y="502"/>
                </a:cubicBezTo>
                <a:cubicBezTo>
                  <a:pt x="516" y="480"/>
                  <a:pt x="534" y="455"/>
                  <a:pt x="548" y="426"/>
                </a:cubicBezTo>
                <a:cubicBezTo>
                  <a:pt x="562" y="397"/>
                  <a:pt x="575" y="358"/>
                  <a:pt x="587" y="310"/>
                </a:cubicBezTo>
                <a:cubicBezTo>
                  <a:pt x="599" y="263"/>
                  <a:pt x="606" y="224"/>
                  <a:pt x="606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747720" y="4334040"/>
            <a:ext cx="966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この際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1924560" y="4334040"/>
            <a:ext cx="95173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はリプシッツ連続（微分値が発散しないような連続性）であることが要請さ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2772720" y="481968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29" y="49"/>
                </a:moveTo>
                <a:cubicBezTo>
                  <a:pt x="229" y="45"/>
                  <a:pt x="212" y="42"/>
                  <a:pt x="178" y="41"/>
                </a:cubicBezTo>
                <a:cubicBezTo>
                  <a:pt x="164" y="41"/>
                  <a:pt x="155" y="41"/>
                  <a:pt x="151" y="40"/>
                </a:cubicBezTo>
                <a:cubicBezTo>
                  <a:pt x="147" y="40"/>
                  <a:pt x="145" y="37"/>
                  <a:pt x="145" y="32"/>
                </a:cubicBezTo>
                <a:cubicBezTo>
                  <a:pt x="145" y="27"/>
                  <a:pt x="146" y="21"/>
                  <a:pt x="148" y="14"/>
                </a:cubicBezTo>
                <a:cubicBezTo>
                  <a:pt x="151" y="7"/>
                  <a:pt x="153" y="2"/>
                  <a:pt x="154" y="0"/>
                </a:cubicBezTo>
                <a:cubicBezTo>
                  <a:pt x="156" y="0"/>
                  <a:pt x="216" y="0"/>
                  <a:pt x="335" y="0"/>
                </a:cubicBezTo>
                <a:cubicBezTo>
                  <a:pt x="435" y="0"/>
                  <a:pt x="492" y="0"/>
                  <a:pt x="504" y="0"/>
                </a:cubicBezTo>
                <a:cubicBezTo>
                  <a:pt x="516" y="0"/>
                  <a:pt x="528" y="2"/>
                  <a:pt x="540" y="6"/>
                </a:cubicBezTo>
                <a:cubicBezTo>
                  <a:pt x="583" y="16"/>
                  <a:pt x="620" y="40"/>
                  <a:pt x="650" y="77"/>
                </a:cubicBezTo>
                <a:cubicBezTo>
                  <a:pt x="680" y="114"/>
                  <a:pt x="695" y="164"/>
                  <a:pt x="696" y="227"/>
                </a:cubicBezTo>
                <a:cubicBezTo>
                  <a:pt x="696" y="321"/>
                  <a:pt x="664" y="405"/>
                  <a:pt x="599" y="480"/>
                </a:cubicBezTo>
                <a:cubicBezTo>
                  <a:pt x="535" y="555"/>
                  <a:pt x="459" y="600"/>
                  <a:pt x="372" y="614"/>
                </a:cubicBezTo>
                <a:lnTo>
                  <a:pt x="359" y="616"/>
                </a:lnTo>
                <a:lnTo>
                  <a:pt x="183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1" y="617"/>
                  <a:pt x="12" y="616"/>
                  <a:pt x="7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1"/>
                  <a:pt x="3" y="594"/>
                </a:cubicBezTo>
                <a:cubicBezTo>
                  <a:pt x="5" y="585"/>
                  <a:pt x="8" y="579"/>
                  <a:pt x="10" y="578"/>
                </a:cubicBezTo>
                <a:cubicBezTo>
                  <a:pt x="13" y="577"/>
                  <a:pt x="19" y="576"/>
                  <a:pt x="31" y="575"/>
                </a:cubicBezTo>
                <a:cubicBezTo>
                  <a:pt x="47" y="575"/>
                  <a:pt x="65" y="574"/>
                  <a:pt x="85" y="573"/>
                </a:cubicBezTo>
                <a:cubicBezTo>
                  <a:pt x="93" y="571"/>
                  <a:pt x="99" y="567"/>
                  <a:pt x="102" y="562"/>
                </a:cubicBezTo>
                <a:cubicBezTo>
                  <a:pt x="104" y="559"/>
                  <a:pt x="126" y="476"/>
                  <a:pt x="167" y="310"/>
                </a:cubicBezTo>
                <a:cubicBezTo>
                  <a:pt x="209" y="145"/>
                  <a:pt x="229" y="58"/>
                  <a:pt x="229" y="49"/>
                </a:cubicBezTo>
                <a:moveTo>
                  <a:pt x="606" y="193"/>
                </a:moveTo>
                <a:cubicBezTo>
                  <a:pt x="606" y="170"/>
                  <a:pt x="602" y="149"/>
                  <a:pt x="596" y="131"/>
                </a:cubicBezTo>
                <a:cubicBezTo>
                  <a:pt x="589" y="113"/>
                  <a:pt x="581" y="99"/>
                  <a:pt x="572" y="89"/>
                </a:cubicBezTo>
                <a:cubicBezTo>
                  <a:pt x="563" y="79"/>
                  <a:pt x="552" y="70"/>
                  <a:pt x="539" y="63"/>
                </a:cubicBezTo>
                <a:cubicBezTo>
                  <a:pt x="526" y="55"/>
                  <a:pt x="514" y="51"/>
                  <a:pt x="504" y="48"/>
                </a:cubicBezTo>
                <a:cubicBezTo>
                  <a:pt x="493" y="46"/>
                  <a:pt x="483" y="44"/>
                  <a:pt x="472" y="42"/>
                </a:cubicBezTo>
                <a:cubicBezTo>
                  <a:pt x="471" y="42"/>
                  <a:pt x="467" y="42"/>
                  <a:pt x="460" y="42"/>
                </a:cubicBezTo>
                <a:cubicBezTo>
                  <a:pt x="452" y="42"/>
                  <a:pt x="444" y="42"/>
                  <a:pt x="433" y="42"/>
                </a:cubicBezTo>
                <a:cubicBezTo>
                  <a:pt x="423" y="42"/>
                  <a:pt x="413" y="42"/>
                  <a:pt x="404" y="41"/>
                </a:cubicBezTo>
                <a:lnTo>
                  <a:pt x="365" y="41"/>
                </a:lnTo>
                <a:cubicBezTo>
                  <a:pt x="338" y="41"/>
                  <a:pt x="323" y="44"/>
                  <a:pt x="320" y="50"/>
                </a:cubicBezTo>
                <a:cubicBezTo>
                  <a:pt x="318" y="52"/>
                  <a:pt x="297" y="139"/>
                  <a:pt x="253" y="310"/>
                </a:cubicBezTo>
                <a:cubicBezTo>
                  <a:pt x="210" y="482"/>
                  <a:pt x="189" y="568"/>
                  <a:pt x="189" y="570"/>
                </a:cubicBezTo>
                <a:cubicBezTo>
                  <a:pt x="189" y="572"/>
                  <a:pt x="192" y="573"/>
                  <a:pt x="199" y="573"/>
                </a:cubicBezTo>
                <a:cubicBezTo>
                  <a:pt x="205" y="573"/>
                  <a:pt x="228" y="574"/>
                  <a:pt x="268" y="574"/>
                </a:cubicBezTo>
                <a:cubicBezTo>
                  <a:pt x="271" y="574"/>
                  <a:pt x="277" y="574"/>
                  <a:pt x="286" y="574"/>
                </a:cubicBezTo>
                <a:cubicBezTo>
                  <a:pt x="295" y="574"/>
                  <a:pt x="302" y="575"/>
                  <a:pt x="308" y="575"/>
                </a:cubicBezTo>
                <a:cubicBezTo>
                  <a:pt x="384" y="575"/>
                  <a:pt x="446" y="551"/>
                  <a:pt x="496" y="501"/>
                </a:cubicBezTo>
                <a:cubicBezTo>
                  <a:pt x="517" y="480"/>
                  <a:pt x="535" y="453"/>
                  <a:pt x="549" y="424"/>
                </a:cubicBezTo>
                <a:cubicBezTo>
                  <a:pt x="563" y="396"/>
                  <a:pt x="576" y="357"/>
                  <a:pt x="588" y="310"/>
                </a:cubicBezTo>
                <a:cubicBezTo>
                  <a:pt x="600" y="262"/>
                  <a:pt x="606" y="223"/>
                  <a:pt x="606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747720" y="4743360"/>
            <a:ext cx="2069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れ、そのために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7096320" y="4800240"/>
            <a:ext cx="44640" cy="325440"/>
          </a:xfrm>
          <a:custGeom>
            <a:avLst/>
            <a:gdLst/>
            <a:ahLst/>
            <a:rect l="0" t="0" r="r" b="b"/>
            <a:pathLst>
              <a:path w="124" h="904">
                <a:moveTo>
                  <a:pt x="0" y="904"/>
                </a:moveTo>
                <a:lnTo>
                  <a:pt x="0" y="0"/>
                </a:lnTo>
                <a:lnTo>
                  <a:pt x="124" y="0"/>
                </a:lnTo>
                <a:lnTo>
                  <a:pt x="124" y="37"/>
                </a:lnTo>
                <a:lnTo>
                  <a:pt x="37" y="37"/>
                </a:lnTo>
                <a:lnTo>
                  <a:pt x="37" y="868"/>
                </a:lnTo>
                <a:lnTo>
                  <a:pt x="124" y="868"/>
                </a:lnTo>
                <a:lnTo>
                  <a:pt x="124" y="904"/>
                </a:lnTo>
                <a:lnTo>
                  <a:pt x="0" y="90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7175520" y="4956480"/>
            <a:ext cx="198360" cy="13320"/>
          </a:xfrm>
          <a:custGeom>
            <a:avLst/>
            <a:gdLst/>
            <a:ahLst/>
            <a:rect l="0" t="0" r="r" b="b"/>
            <a:pathLst>
              <a:path w="551" h="37">
                <a:moveTo>
                  <a:pt x="13" y="0"/>
                </a:moveTo>
                <a:lnTo>
                  <a:pt x="538" y="0"/>
                </a:lnTo>
                <a:cubicBezTo>
                  <a:pt x="547" y="6"/>
                  <a:pt x="551" y="12"/>
                  <a:pt x="551" y="19"/>
                </a:cubicBezTo>
                <a:cubicBezTo>
                  <a:pt x="551" y="26"/>
                  <a:pt x="547" y="32"/>
                  <a:pt x="538" y="37"/>
                </a:cubicBezTo>
                <a:lnTo>
                  <a:pt x="13" y="37"/>
                </a:lnTo>
                <a:cubicBezTo>
                  <a:pt x="4" y="33"/>
                  <a:pt x="0" y="27"/>
                  <a:pt x="0" y="19"/>
                </a:cubicBezTo>
                <a:cubicBezTo>
                  <a:pt x="0" y="11"/>
                  <a:pt x="4" y="5"/>
                  <a:pt x="13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7412040" y="4900320"/>
            <a:ext cx="128520" cy="147600"/>
          </a:xfrm>
          <a:custGeom>
            <a:avLst/>
            <a:gdLst/>
            <a:ahLst/>
            <a:rect l="0" t="0" r="r" b="b"/>
            <a:pathLst>
              <a:path w="357" h="410">
                <a:moveTo>
                  <a:pt x="0" y="257"/>
                </a:moveTo>
                <a:cubicBezTo>
                  <a:pt x="0" y="191"/>
                  <a:pt x="26" y="132"/>
                  <a:pt x="78" y="79"/>
                </a:cubicBezTo>
                <a:cubicBezTo>
                  <a:pt x="129" y="27"/>
                  <a:pt x="185" y="0"/>
                  <a:pt x="246" y="0"/>
                </a:cubicBezTo>
                <a:cubicBezTo>
                  <a:pt x="280" y="0"/>
                  <a:pt x="307" y="8"/>
                  <a:pt x="326" y="22"/>
                </a:cubicBezTo>
                <a:cubicBezTo>
                  <a:pt x="345" y="37"/>
                  <a:pt x="355" y="56"/>
                  <a:pt x="356" y="79"/>
                </a:cubicBezTo>
                <a:cubicBezTo>
                  <a:pt x="356" y="97"/>
                  <a:pt x="350" y="112"/>
                  <a:pt x="338" y="124"/>
                </a:cubicBezTo>
                <a:cubicBezTo>
                  <a:pt x="327" y="136"/>
                  <a:pt x="313" y="143"/>
                  <a:pt x="295" y="143"/>
                </a:cubicBezTo>
                <a:cubicBezTo>
                  <a:pt x="284" y="143"/>
                  <a:pt x="275" y="140"/>
                  <a:pt x="268" y="134"/>
                </a:cubicBezTo>
                <a:cubicBezTo>
                  <a:pt x="261" y="128"/>
                  <a:pt x="258" y="119"/>
                  <a:pt x="258" y="107"/>
                </a:cubicBezTo>
                <a:cubicBezTo>
                  <a:pt x="258" y="95"/>
                  <a:pt x="261" y="84"/>
                  <a:pt x="268" y="75"/>
                </a:cubicBezTo>
                <a:cubicBezTo>
                  <a:pt x="275" y="67"/>
                  <a:pt x="281" y="61"/>
                  <a:pt x="288" y="56"/>
                </a:cubicBezTo>
                <a:cubicBezTo>
                  <a:pt x="295" y="52"/>
                  <a:pt x="299" y="50"/>
                  <a:pt x="301" y="51"/>
                </a:cubicBezTo>
                <a:cubicBezTo>
                  <a:pt x="301" y="50"/>
                  <a:pt x="300" y="48"/>
                  <a:pt x="296" y="46"/>
                </a:cubicBezTo>
                <a:cubicBezTo>
                  <a:pt x="292" y="43"/>
                  <a:pt x="286" y="41"/>
                  <a:pt x="277" y="38"/>
                </a:cubicBezTo>
                <a:cubicBezTo>
                  <a:pt x="268" y="36"/>
                  <a:pt x="258" y="35"/>
                  <a:pt x="246" y="35"/>
                </a:cubicBezTo>
                <a:cubicBezTo>
                  <a:pt x="227" y="35"/>
                  <a:pt x="210" y="39"/>
                  <a:pt x="194" y="47"/>
                </a:cubicBezTo>
                <a:cubicBezTo>
                  <a:pt x="181" y="53"/>
                  <a:pt x="168" y="62"/>
                  <a:pt x="155" y="75"/>
                </a:cubicBezTo>
                <a:cubicBezTo>
                  <a:pt x="129" y="103"/>
                  <a:pt x="109" y="140"/>
                  <a:pt x="97" y="188"/>
                </a:cubicBezTo>
                <a:cubicBezTo>
                  <a:pt x="85" y="236"/>
                  <a:pt x="79" y="271"/>
                  <a:pt x="78" y="293"/>
                </a:cubicBezTo>
                <a:cubicBezTo>
                  <a:pt x="78" y="321"/>
                  <a:pt x="86" y="341"/>
                  <a:pt x="102" y="355"/>
                </a:cubicBezTo>
                <a:cubicBezTo>
                  <a:pt x="115" y="370"/>
                  <a:pt x="133" y="377"/>
                  <a:pt x="154" y="377"/>
                </a:cubicBezTo>
                <a:lnTo>
                  <a:pt x="158" y="377"/>
                </a:lnTo>
                <a:cubicBezTo>
                  <a:pt x="225" y="377"/>
                  <a:pt x="282" y="351"/>
                  <a:pt x="326" y="300"/>
                </a:cubicBezTo>
                <a:cubicBezTo>
                  <a:pt x="331" y="294"/>
                  <a:pt x="335" y="291"/>
                  <a:pt x="337" y="291"/>
                </a:cubicBezTo>
                <a:cubicBezTo>
                  <a:pt x="339" y="291"/>
                  <a:pt x="343" y="294"/>
                  <a:pt x="348" y="299"/>
                </a:cubicBezTo>
                <a:cubicBezTo>
                  <a:pt x="354" y="305"/>
                  <a:pt x="357" y="309"/>
                  <a:pt x="357" y="312"/>
                </a:cubicBezTo>
                <a:cubicBezTo>
                  <a:pt x="358" y="315"/>
                  <a:pt x="355" y="319"/>
                  <a:pt x="349" y="325"/>
                </a:cubicBezTo>
                <a:cubicBezTo>
                  <a:pt x="343" y="331"/>
                  <a:pt x="335" y="340"/>
                  <a:pt x="323" y="351"/>
                </a:cubicBezTo>
                <a:cubicBezTo>
                  <a:pt x="312" y="362"/>
                  <a:pt x="298" y="371"/>
                  <a:pt x="283" y="378"/>
                </a:cubicBezTo>
                <a:cubicBezTo>
                  <a:pt x="267" y="385"/>
                  <a:pt x="248" y="393"/>
                  <a:pt x="224" y="400"/>
                </a:cubicBezTo>
                <a:cubicBezTo>
                  <a:pt x="201" y="408"/>
                  <a:pt x="177" y="411"/>
                  <a:pt x="152" y="410"/>
                </a:cubicBezTo>
                <a:cubicBezTo>
                  <a:pt x="106" y="410"/>
                  <a:pt x="70" y="396"/>
                  <a:pt x="42" y="367"/>
                </a:cubicBezTo>
                <a:cubicBezTo>
                  <a:pt x="15" y="338"/>
                  <a:pt x="1" y="301"/>
                  <a:pt x="0" y="25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7566840" y="5004720"/>
            <a:ext cx="43560" cy="102600"/>
          </a:xfrm>
          <a:custGeom>
            <a:avLst/>
            <a:gdLst/>
            <a:ahLst/>
            <a:rect l="0" t="0" r="r" b="b"/>
            <a:pathLst>
              <a:path w="121" h="285">
                <a:moveTo>
                  <a:pt x="0" y="78"/>
                </a:moveTo>
                <a:cubicBezTo>
                  <a:pt x="0" y="78"/>
                  <a:pt x="0" y="70"/>
                  <a:pt x="0" y="55"/>
                </a:cubicBezTo>
                <a:cubicBezTo>
                  <a:pt x="0" y="40"/>
                  <a:pt x="5" y="27"/>
                  <a:pt x="15" y="16"/>
                </a:cubicBezTo>
                <a:cubicBezTo>
                  <a:pt x="24" y="6"/>
                  <a:pt x="37" y="0"/>
                  <a:pt x="54" y="0"/>
                </a:cubicBezTo>
                <a:cubicBezTo>
                  <a:pt x="71" y="0"/>
                  <a:pt x="86" y="8"/>
                  <a:pt x="99" y="23"/>
                </a:cubicBezTo>
                <a:cubicBezTo>
                  <a:pt x="113" y="38"/>
                  <a:pt x="120" y="64"/>
                  <a:pt x="121" y="102"/>
                </a:cubicBezTo>
                <a:cubicBezTo>
                  <a:pt x="121" y="123"/>
                  <a:pt x="118" y="144"/>
                  <a:pt x="112" y="165"/>
                </a:cubicBezTo>
                <a:cubicBezTo>
                  <a:pt x="107" y="184"/>
                  <a:pt x="100" y="202"/>
                  <a:pt x="92" y="216"/>
                </a:cubicBezTo>
                <a:cubicBezTo>
                  <a:pt x="85" y="230"/>
                  <a:pt x="77" y="243"/>
                  <a:pt x="69" y="253"/>
                </a:cubicBezTo>
                <a:cubicBezTo>
                  <a:pt x="61" y="263"/>
                  <a:pt x="53" y="271"/>
                  <a:pt x="47" y="277"/>
                </a:cubicBezTo>
                <a:cubicBezTo>
                  <a:pt x="41" y="283"/>
                  <a:pt x="37" y="286"/>
                  <a:pt x="36" y="285"/>
                </a:cubicBezTo>
                <a:cubicBezTo>
                  <a:pt x="33" y="285"/>
                  <a:pt x="29" y="283"/>
                  <a:pt x="24" y="277"/>
                </a:cubicBezTo>
                <a:cubicBezTo>
                  <a:pt x="18" y="272"/>
                  <a:pt x="16" y="268"/>
                  <a:pt x="16" y="266"/>
                </a:cubicBezTo>
                <a:cubicBezTo>
                  <a:pt x="16" y="263"/>
                  <a:pt x="19" y="258"/>
                  <a:pt x="26" y="251"/>
                </a:cubicBezTo>
                <a:cubicBezTo>
                  <a:pt x="32" y="244"/>
                  <a:pt x="40" y="235"/>
                  <a:pt x="48" y="224"/>
                </a:cubicBezTo>
                <a:cubicBezTo>
                  <a:pt x="57" y="213"/>
                  <a:pt x="65" y="198"/>
                  <a:pt x="72" y="179"/>
                </a:cubicBezTo>
                <a:cubicBezTo>
                  <a:pt x="79" y="160"/>
                  <a:pt x="84" y="137"/>
                  <a:pt x="86" y="112"/>
                </a:cubicBezTo>
                <a:lnTo>
                  <a:pt x="86" y="101"/>
                </a:lnTo>
                <a:lnTo>
                  <a:pt x="85" y="102"/>
                </a:lnTo>
                <a:cubicBezTo>
                  <a:pt x="84" y="103"/>
                  <a:pt x="83" y="103"/>
                  <a:pt x="81" y="104"/>
                </a:cubicBezTo>
                <a:cubicBezTo>
                  <a:pt x="79" y="105"/>
                  <a:pt x="77" y="105"/>
                  <a:pt x="75" y="107"/>
                </a:cubicBezTo>
                <a:cubicBezTo>
                  <a:pt x="74" y="108"/>
                  <a:pt x="71" y="108"/>
                  <a:pt x="67" y="108"/>
                </a:cubicBezTo>
                <a:cubicBezTo>
                  <a:pt x="64" y="108"/>
                  <a:pt x="60" y="109"/>
                  <a:pt x="56" y="109"/>
                </a:cubicBezTo>
                <a:cubicBezTo>
                  <a:pt x="40" y="109"/>
                  <a:pt x="27" y="104"/>
                  <a:pt x="17" y="94"/>
                </a:cubicBezTo>
                <a:lnTo>
                  <a:pt x="0" y="7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7697160" y="4900320"/>
            <a:ext cx="128880" cy="147600"/>
          </a:xfrm>
          <a:custGeom>
            <a:avLst/>
            <a:gdLst/>
            <a:ahLst/>
            <a:rect l="0" t="0" r="r" b="b"/>
            <a:pathLst>
              <a:path w="358" h="410">
                <a:moveTo>
                  <a:pt x="0" y="257"/>
                </a:moveTo>
                <a:cubicBezTo>
                  <a:pt x="0" y="191"/>
                  <a:pt x="26" y="132"/>
                  <a:pt x="78" y="79"/>
                </a:cubicBezTo>
                <a:cubicBezTo>
                  <a:pt x="129" y="27"/>
                  <a:pt x="186" y="0"/>
                  <a:pt x="247" y="0"/>
                </a:cubicBezTo>
                <a:cubicBezTo>
                  <a:pt x="280" y="0"/>
                  <a:pt x="307" y="8"/>
                  <a:pt x="326" y="22"/>
                </a:cubicBezTo>
                <a:cubicBezTo>
                  <a:pt x="345" y="37"/>
                  <a:pt x="355" y="56"/>
                  <a:pt x="356" y="79"/>
                </a:cubicBezTo>
                <a:cubicBezTo>
                  <a:pt x="356" y="97"/>
                  <a:pt x="350" y="112"/>
                  <a:pt x="339" y="124"/>
                </a:cubicBezTo>
                <a:cubicBezTo>
                  <a:pt x="327" y="136"/>
                  <a:pt x="313" y="143"/>
                  <a:pt x="295" y="143"/>
                </a:cubicBezTo>
                <a:cubicBezTo>
                  <a:pt x="284" y="143"/>
                  <a:pt x="275" y="140"/>
                  <a:pt x="268" y="134"/>
                </a:cubicBezTo>
                <a:cubicBezTo>
                  <a:pt x="262" y="128"/>
                  <a:pt x="258" y="119"/>
                  <a:pt x="258" y="107"/>
                </a:cubicBezTo>
                <a:cubicBezTo>
                  <a:pt x="258" y="95"/>
                  <a:pt x="262" y="84"/>
                  <a:pt x="268" y="75"/>
                </a:cubicBezTo>
                <a:cubicBezTo>
                  <a:pt x="275" y="67"/>
                  <a:pt x="281" y="61"/>
                  <a:pt x="288" y="56"/>
                </a:cubicBezTo>
                <a:cubicBezTo>
                  <a:pt x="295" y="52"/>
                  <a:pt x="299" y="50"/>
                  <a:pt x="301" y="51"/>
                </a:cubicBezTo>
                <a:lnTo>
                  <a:pt x="302" y="51"/>
                </a:lnTo>
                <a:cubicBezTo>
                  <a:pt x="302" y="50"/>
                  <a:pt x="300" y="48"/>
                  <a:pt x="296" y="46"/>
                </a:cubicBezTo>
                <a:cubicBezTo>
                  <a:pt x="293" y="43"/>
                  <a:pt x="286" y="41"/>
                  <a:pt x="277" y="38"/>
                </a:cubicBezTo>
                <a:cubicBezTo>
                  <a:pt x="268" y="36"/>
                  <a:pt x="258" y="35"/>
                  <a:pt x="247" y="35"/>
                </a:cubicBezTo>
                <a:cubicBezTo>
                  <a:pt x="228" y="35"/>
                  <a:pt x="211" y="39"/>
                  <a:pt x="195" y="47"/>
                </a:cubicBezTo>
                <a:cubicBezTo>
                  <a:pt x="182" y="53"/>
                  <a:pt x="170" y="62"/>
                  <a:pt x="155" y="75"/>
                </a:cubicBezTo>
                <a:cubicBezTo>
                  <a:pt x="129" y="103"/>
                  <a:pt x="110" y="140"/>
                  <a:pt x="98" y="188"/>
                </a:cubicBezTo>
                <a:cubicBezTo>
                  <a:pt x="85" y="236"/>
                  <a:pt x="79" y="271"/>
                  <a:pt x="79" y="293"/>
                </a:cubicBezTo>
                <a:cubicBezTo>
                  <a:pt x="79" y="321"/>
                  <a:pt x="86" y="341"/>
                  <a:pt x="102" y="355"/>
                </a:cubicBezTo>
                <a:cubicBezTo>
                  <a:pt x="115" y="370"/>
                  <a:pt x="133" y="377"/>
                  <a:pt x="154" y="377"/>
                </a:cubicBezTo>
                <a:lnTo>
                  <a:pt x="159" y="377"/>
                </a:lnTo>
                <a:cubicBezTo>
                  <a:pt x="226" y="377"/>
                  <a:pt x="282" y="351"/>
                  <a:pt x="326" y="300"/>
                </a:cubicBezTo>
                <a:cubicBezTo>
                  <a:pt x="331" y="294"/>
                  <a:pt x="335" y="291"/>
                  <a:pt x="337" y="291"/>
                </a:cubicBezTo>
                <a:cubicBezTo>
                  <a:pt x="339" y="291"/>
                  <a:pt x="343" y="294"/>
                  <a:pt x="349" y="299"/>
                </a:cubicBezTo>
                <a:cubicBezTo>
                  <a:pt x="354" y="305"/>
                  <a:pt x="357" y="309"/>
                  <a:pt x="358" y="312"/>
                </a:cubicBezTo>
                <a:cubicBezTo>
                  <a:pt x="358" y="315"/>
                  <a:pt x="355" y="319"/>
                  <a:pt x="349" y="325"/>
                </a:cubicBezTo>
                <a:cubicBezTo>
                  <a:pt x="343" y="331"/>
                  <a:pt x="335" y="340"/>
                  <a:pt x="323" y="351"/>
                </a:cubicBezTo>
                <a:cubicBezTo>
                  <a:pt x="312" y="362"/>
                  <a:pt x="298" y="371"/>
                  <a:pt x="283" y="378"/>
                </a:cubicBezTo>
                <a:cubicBezTo>
                  <a:pt x="267" y="385"/>
                  <a:pt x="248" y="393"/>
                  <a:pt x="225" y="400"/>
                </a:cubicBezTo>
                <a:cubicBezTo>
                  <a:pt x="202" y="408"/>
                  <a:pt x="178" y="411"/>
                  <a:pt x="152" y="410"/>
                </a:cubicBezTo>
                <a:cubicBezTo>
                  <a:pt x="107" y="410"/>
                  <a:pt x="70" y="396"/>
                  <a:pt x="42" y="367"/>
                </a:cubicBezTo>
                <a:cubicBezTo>
                  <a:pt x="15" y="338"/>
                  <a:pt x="1" y="301"/>
                  <a:pt x="0" y="25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7833960" y="4800240"/>
            <a:ext cx="45000" cy="325440"/>
          </a:xfrm>
          <a:custGeom>
            <a:avLst/>
            <a:gdLst/>
            <a:ahLst/>
            <a:rect l="0" t="0" r="r" b="b"/>
            <a:pathLst>
              <a:path w="125" h="904">
                <a:moveTo>
                  <a:pt x="0" y="37"/>
                </a:moveTo>
                <a:lnTo>
                  <a:pt x="0" y="0"/>
                </a:lnTo>
                <a:lnTo>
                  <a:pt x="125" y="0"/>
                </a:lnTo>
                <a:lnTo>
                  <a:pt x="125" y="904"/>
                </a:lnTo>
                <a:lnTo>
                  <a:pt x="0" y="904"/>
                </a:lnTo>
                <a:lnTo>
                  <a:pt x="0" y="868"/>
                </a:lnTo>
                <a:lnTo>
                  <a:pt x="89" y="868"/>
                </a:lnTo>
                <a:lnTo>
                  <a:pt x="89" y="37"/>
                </a:lnTo>
                <a:lnTo>
                  <a:pt x="0" y="3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3029400" y="4743360"/>
            <a:ext cx="41385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の各層の重みを常に一定の範囲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7914600" y="4743360"/>
            <a:ext cx="3173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に収める処理が採られる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747720" y="2037240"/>
            <a:ext cx="624672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12.4.4 </a:t>
            </a:r>
            <a:r>
              <a:rPr b="1" lang="zh-CN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条件付き</a:t>
            </a:r>
            <a:r>
              <a:rPr b="1" lang="en-US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GAN (conditional GAN)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3934440" y="2761920"/>
            <a:ext cx="140040" cy="144720"/>
          </a:xfrm>
          <a:custGeom>
            <a:avLst/>
            <a:gdLst/>
            <a:ahLst/>
            <a:rect l="0" t="0" r="r" b="b"/>
            <a:pathLst>
              <a:path w="389" h="402">
                <a:moveTo>
                  <a:pt x="15" y="166"/>
                </a:moveTo>
                <a:cubicBezTo>
                  <a:pt x="15" y="164"/>
                  <a:pt x="16" y="137"/>
                  <a:pt x="20" y="86"/>
                </a:cubicBezTo>
                <a:cubicBezTo>
                  <a:pt x="24" y="35"/>
                  <a:pt x="25" y="9"/>
                  <a:pt x="25" y="8"/>
                </a:cubicBezTo>
                <a:lnTo>
                  <a:pt x="25" y="0"/>
                </a:lnTo>
                <a:lnTo>
                  <a:pt x="200" y="0"/>
                </a:lnTo>
                <a:cubicBezTo>
                  <a:pt x="222" y="0"/>
                  <a:pt x="247" y="0"/>
                  <a:pt x="275" y="0"/>
                </a:cubicBezTo>
                <a:cubicBezTo>
                  <a:pt x="304" y="0"/>
                  <a:pt x="321" y="0"/>
                  <a:pt x="328" y="0"/>
                </a:cubicBezTo>
                <a:cubicBezTo>
                  <a:pt x="356" y="0"/>
                  <a:pt x="373" y="1"/>
                  <a:pt x="378" y="3"/>
                </a:cubicBezTo>
                <a:cubicBezTo>
                  <a:pt x="384" y="6"/>
                  <a:pt x="386" y="12"/>
                  <a:pt x="386" y="24"/>
                </a:cubicBezTo>
                <a:cubicBezTo>
                  <a:pt x="386" y="31"/>
                  <a:pt x="386" y="35"/>
                  <a:pt x="385" y="37"/>
                </a:cubicBezTo>
                <a:cubicBezTo>
                  <a:pt x="384" y="40"/>
                  <a:pt x="345" y="92"/>
                  <a:pt x="267" y="195"/>
                </a:cubicBezTo>
                <a:cubicBezTo>
                  <a:pt x="190" y="298"/>
                  <a:pt x="150" y="350"/>
                  <a:pt x="147" y="352"/>
                </a:cubicBezTo>
                <a:lnTo>
                  <a:pt x="186" y="352"/>
                </a:lnTo>
                <a:cubicBezTo>
                  <a:pt x="200" y="352"/>
                  <a:pt x="209" y="351"/>
                  <a:pt x="214" y="351"/>
                </a:cubicBezTo>
                <a:cubicBezTo>
                  <a:pt x="219" y="351"/>
                  <a:pt x="228" y="351"/>
                  <a:pt x="240" y="350"/>
                </a:cubicBezTo>
                <a:cubicBezTo>
                  <a:pt x="253" y="348"/>
                  <a:pt x="261" y="346"/>
                  <a:pt x="266" y="343"/>
                </a:cubicBezTo>
                <a:cubicBezTo>
                  <a:pt x="270" y="340"/>
                  <a:pt x="277" y="337"/>
                  <a:pt x="286" y="333"/>
                </a:cubicBezTo>
                <a:cubicBezTo>
                  <a:pt x="296" y="328"/>
                  <a:pt x="302" y="322"/>
                  <a:pt x="306" y="314"/>
                </a:cubicBezTo>
                <a:cubicBezTo>
                  <a:pt x="310" y="305"/>
                  <a:pt x="314" y="296"/>
                  <a:pt x="319" y="287"/>
                </a:cubicBezTo>
                <a:cubicBezTo>
                  <a:pt x="324" y="277"/>
                  <a:pt x="327" y="264"/>
                  <a:pt x="329" y="249"/>
                </a:cubicBezTo>
                <a:cubicBezTo>
                  <a:pt x="332" y="232"/>
                  <a:pt x="333" y="219"/>
                  <a:pt x="333" y="207"/>
                </a:cubicBezTo>
                <a:cubicBezTo>
                  <a:pt x="333" y="207"/>
                  <a:pt x="342" y="206"/>
                  <a:pt x="361" y="206"/>
                </a:cubicBezTo>
                <a:lnTo>
                  <a:pt x="389" y="206"/>
                </a:lnTo>
                <a:lnTo>
                  <a:pt x="389" y="212"/>
                </a:lnTo>
                <a:cubicBezTo>
                  <a:pt x="388" y="213"/>
                  <a:pt x="386" y="244"/>
                  <a:pt x="381" y="305"/>
                </a:cubicBezTo>
                <a:cubicBezTo>
                  <a:pt x="376" y="365"/>
                  <a:pt x="373" y="395"/>
                  <a:pt x="373" y="397"/>
                </a:cubicBezTo>
                <a:lnTo>
                  <a:pt x="373" y="402"/>
                </a:lnTo>
                <a:lnTo>
                  <a:pt x="193" y="402"/>
                </a:lnTo>
                <a:cubicBezTo>
                  <a:pt x="73" y="402"/>
                  <a:pt x="12" y="401"/>
                  <a:pt x="10" y="400"/>
                </a:cubicBezTo>
                <a:cubicBezTo>
                  <a:pt x="4" y="397"/>
                  <a:pt x="0" y="389"/>
                  <a:pt x="0" y="377"/>
                </a:cubicBezTo>
                <a:lnTo>
                  <a:pt x="0" y="372"/>
                </a:lnTo>
                <a:cubicBezTo>
                  <a:pt x="0" y="367"/>
                  <a:pt x="3" y="362"/>
                  <a:pt x="7" y="355"/>
                </a:cubicBezTo>
                <a:cubicBezTo>
                  <a:pt x="12" y="348"/>
                  <a:pt x="25" y="330"/>
                  <a:pt x="47" y="301"/>
                </a:cubicBezTo>
                <a:cubicBezTo>
                  <a:pt x="74" y="266"/>
                  <a:pt x="98" y="234"/>
                  <a:pt x="120" y="206"/>
                </a:cubicBezTo>
                <a:lnTo>
                  <a:pt x="241" y="46"/>
                </a:lnTo>
                <a:lnTo>
                  <a:pt x="203" y="46"/>
                </a:lnTo>
                <a:cubicBezTo>
                  <a:pt x="163" y="47"/>
                  <a:pt x="136" y="51"/>
                  <a:pt x="121" y="58"/>
                </a:cubicBezTo>
                <a:cubicBezTo>
                  <a:pt x="96" y="70"/>
                  <a:pt x="80" y="93"/>
                  <a:pt x="75" y="128"/>
                </a:cubicBezTo>
                <a:cubicBezTo>
                  <a:pt x="72" y="141"/>
                  <a:pt x="71" y="157"/>
                  <a:pt x="71" y="171"/>
                </a:cubicBezTo>
                <a:cubicBezTo>
                  <a:pt x="71" y="172"/>
                  <a:pt x="61" y="173"/>
                  <a:pt x="43" y="173"/>
                </a:cubicBezTo>
                <a:lnTo>
                  <a:pt x="15" y="173"/>
                </a:lnTo>
                <a:lnTo>
                  <a:pt x="15" y="16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747720" y="2610000"/>
            <a:ext cx="33472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これまでの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GAN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はノイズ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5645160" y="267624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10"/>
                </a:moveTo>
                <a:cubicBezTo>
                  <a:pt x="0" y="341"/>
                  <a:pt x="21" y="274"/>
                  <a:pt x="61" y="211"/>
                </a:cubicBezTo>
                <a:cubicBezTo>
                  <a:pt x="101" y="147"/>
                  <a:pt x="152" y="95"/>
                  <a:pt x="213" y="58"/>
                </a:cubicBezTo>
                <a:cubicBezTo>
                  <a:pt x="275" y="21"/>
                  <a:pt x="336" y="2"/>
                  <a:pt x="397" y="1"/>
                </a:cubicBezTo>
                <a:cubicBezTo>
                  <a:pt x="451" y="1"/>
                  <a:pt x="494" y="17"/>
                  <a:pt x="526" y="47"/>
                </a:cubicBezTo>
                <a:cubicBezTo>
                  <a:pt x="532" y="53"/>
                  <a:pt x="536" y="58"/>
                  <a:pt x="540" y="63"/>
                </a:cubicBezTo>
                <a:cubicBezTo>
                  <a:pt x="544" y="67"/>
                  <a:pt x="546" y="70"/>
                  <a:pt x="547" y="72"/>
                </a:cubicBezTo>
                <a:lnTo>
                  <a:pt x="548" y="74"/>
                </a:lnTo>
                <a:cubicBezTo>
                  <a:pt x="550" y="74"/>
                  <a:pt x="558" y="67"/>
                  <a:pt x="572" y="51"/>
                </a:cubicBezTo>
                <a:cubicBezTo>
                  <a:pt x="577" y="47"/>
                  <a:pt x="581" y="43"/>
                  <a:pt x="586" y="38"/>
                </a:cubicBezTo>
                <a:cubicBezTo>
                  <a:pt x="591" y="34"/>
                  <a:pt x="596" y="29"/>
                  <a:pt x="600" y="24"/>
                </a:cubicBezTo>
                <a:cubicBezTo>
                  <a:pt x="605" y="19"/>
                  <a:pt x="608" y="16"/>
                  <a:pt x="609" y="14"/>
                </a:cubicBezTo>
                <a:lnTo>
                  <a:pt x="623" y="0"/>
                </a:lnTo>
                <a:lnTo>
                  <a:pt x="628" y="0"/>
                </a:lnTo>
                <a:cubicBezTo>
                  <a:pt x="637" y="0"/>
                  <a:pt x="642" y="3"/>
                  <a:pt x="642" y="7"/>
                </a:cubicBezTo>
                <a:cubicBezTo>
                  <a:pt x="642" y="9"/>
                  <a:pt x="631" y="50"/>
                  <a:pt x="612" y="131"/>
                </a:cubicBezTo>
                <a:cubicBezTo>
                  <a:pt x="590" y="215"/>
                  <a:pt x="580" y="257"/>
                  <a:pt x="580" y="258"/>
                </a:cubicBezTo>
                <a:cubicBezTo>
                  <a:pt x="578" y="261"/>
                  <a:pt x="577" y="262"/>
                  <a:pt x="575" y="263"/>
                </a:cubicBezTo>
                <a:cubicBezTo>
                  <a:pt x="573" y="264"/>
                  <a:pt x="568" y="264"/>
                  <a:pt x="559" y="265"/>
                </a:cubicBezTo>
                <a:lnTo>
                  <a:pt x="544" y="265"/>
                </a:lnTo>
                <a:cubicBezTo>
                  <a:pt x="541" y="261"/>
                  <a:pt x="539" y="259"/>
                  <a:pt x="539" y="257"/>
                </a:cubicBezTo>
                <a:cubicBezTo>
                  <a:pt x="539" y="256"/>
                  <a:pt x="539" y="254"/>
                  <a:pt x="540" y="250"/>
                </a:cubicBezTo>
                <a:cubicBezTo>
                  <a:pt x="540" y="247"/>
                  <a:pt x="541" y="241"/>
                  <a:pt x="542" y="232"/>
                </a:cubicBezTo>
                <a:cubicBezTo>
                  <a:pt x="542" y="224"/>
                  <a:pt x="543" y="214"/>
                  <a:pt x="543" y="203"/>
                </a:cubicBezTo>
                <a:cubicBezTo>
                  <a:pt x="543" y="161"/>
                  <a:pt x="533" y="124"/>
                  <a:pt x="514" y="91"/>
                </a:cubicBezTo>
                <a:cubicBezTo>
                  <a:pt x="494" y="59"/>
                  <a:pt x="462" y="43"/>
                  <a:pt x="415" y="42"/>
                </a:cubicBezTo>
                <a:cubicBezTo>
                  <a:pt x="405" y="42"/>
                  <a:pt x="393" y="43"/>
                  <a:pt x="380" y="45"/>
                </a:cubicBezTo>
                <a:cubicBezTo>
                  <a:pt x="368" y="46"/>
                  <a:pt x="352" y="50"/>
                  <a:pt x="332" y="56"/>
                </a:cubicBezTo>
                <a:cubicBezTo>
                  <a:pt x="313" y="62"/>
                  <a:pt x="295" y="71"/>
                  <a:pt x="277" y="82"/>
                </a:cubicBezTo>
                <a:cubicBezTo>
                  <a:pt x="260" y="92"/>
                  <a:pt x="241" y="108"/>
                  <a:pt x="221" y="126"/>
                </a:cubicBezTo>
                <a:cubicBezTo>
                  <a:pt x="200" y="144"/>
                  <a:pt x="183" y="165"/>
                  <a:pt x="168" y="190"/>
                </a:cubicBezTo>
                <a:cubicBezTo>
                  <a:pt x="154" y="215"/>
                  <a:pt x="140" y="245"/>
                  <a:pt x="126" y="282"/>
                </a:cubicBezTo>
                <a:cubicBezTo>
                  <a:pt x="112" y="319"/>
                  <a:pt x="103" y="359"/>
                  <a:pt x="98" y="403"/>
                </a:cubicBezTo>
                <a:cubicBezTo>
                  <a:pt x="97" y="414"/>
                  <a:pt x="96" y="425"/>
                  <a:pt x="96" y="438"/>
                </a:cubicBezTo>
                <a:cubicBezTo>
                  <a:pt x="96" y="467"/>
                  <a:pt x="100" y="492"/>
                  <a:pt x="109" y="515"/>
                </a:cubicBezTo>
                <a:cubicBezTo>
                  <a:pt x="117" y="537"/>
                  <a:pt x="128" y="554"/>
                  <a:pt x="141" y="566"/>
                </a:cubicBezTo>
                <a:cubicBezTo>
                  <a:pt x="154" y="578"/>
                  <a:pt x="169" y="588"/>
                  <a:pt x="186" y="597"/>
                </a:cubicBezTo>
                <a:cubicBezTo>
                  <a:pt x="203" y="605"/>
                  <a:pt x="219" y="610"/>
                  <a:pt x="233" y="612"/>
                </a:cubicBezTo>
                <a:cubicBezTo>
                  <a:pt x="248" y="614"/>
                  <a:pt x="261" y="615"/>
                  <a:pt x="274" y="616"/>
                </a:cubicBezTo>
                <a:cubicBezTo>
                  <a:pt x="306" y="616"/>
                  <a:pt x="336" y="609"/>
                  <a:pt x="363" y="595"/>
                </a:cubicBezTo>
                <a:cubicBezTo>
                  <a:pt x="390" y="581"/>
                  <a:pt x="409" y="563"/>
                  <a:pt x="419" y="542"/>
                </a:cubicBezTo>
                <a:cubicBezTo>
                  <a:pt x="421" y="537"/>
                  <a:pt x="425" y="520"/>
                  <a:pt x="433" y="492"/>
                </a:cubicBezTo>
                <a:cubicBezTo>
                  <a:pt x="440" y="464"/>
                  <a:pt x="443" y="448"/>
                  <a:pt x="443" y="444"/>
                </a:cubicBezTo>
                <a:cubicBezTo>
                  <a:pt x="443" y="440"/>
                  <a:pt x="439" y="437"/>
                  <a:pt x="432" y="435"/>
                </a:cubicBezTo>
                <a:cubicBezTo>
                  <a:pt x="424" y="434"/>
                  <a:pt x="406" y="433"/>
                  <a:pt x="378" y="433"/>
                </a:cubicBezTo>
                <a:lnTo>
                  <a:pt x="344" y="433"/>
                </a:lnTo>
                <a:cubicBezTo>
                  <a:pt x="341" y="429"/>
                  <a:pt x="339" y="427"/>
                  <a:pt x="339" y="425"/>
                </a:cubicBezTo>
                <a:cubicBezTo>
                  <a:pt x="339" y="424"/>
                  <a:pt x="339" y="418"/>
                  <a:pt x="341" y="408"/>
                </a:cubicBezTo>
                <a:cubicBezTo>
                  <a:pt x="343" y="400"/>
                  <a:pt x="346" y="395"/>
                  <a:pt x="350" y="391"/>
                </a:cubicBezTo>
                <a:lnTo>
                  <a:pt x="365" y="391"/>
                </a:lnTo>
                <a:cubicBezTo>
                  <a:pt x="389" y="392"/>
                  <a:pt x="431" y="393"/>
                  <a:pt x="491" y="393"/>
                </a:cubicBezTo>
                <a:cubicBezTo>
                  <a:pt x="515" y="393"/>
                  <a:pt x="535" y="393"/>
                  <a:pt x="550" y="393"/>
                </a:cubicBezTo>
                <a:cubicBezTo>
                  <a:pt x="565" y="393"/>
                  <a:pt x="576" y="393"/>
                  <a:pt x="582" y="392"/>
                </a:cubicBezTo>
                <a:cubicBezTo>
                  <a:pt x="589" y="391"/>
                  <a:pt x="593" y="391"/>
                  <a:pt x="593" y="392"/>
                </a:cubicBezTo>
                <a:cubicBezTo>
                  <a:pt x="602" y="392"/>
                  <a:pt x="606" y="395"/>
                  <a:pt x="606" y="400"/>
                </a:cubicBezTo>
                <a:cubicBezTo>
                  <a:pt x="606" y="401"/>
                  <a:pt x="605" y="406"/>
                  <a:pt x="604" y="413"/>
                </a:cubicBezTo>
                <a:cubicBezTo>
                  <a:pt x="601" y="424"/>
                  <a:pt x="598" y="431"/>
                  <a:pt x="595" y="432"/>
                </a:cubicBezTo>
                <a:cubicBezTo>
                  <a:pt x="593" y="432"/>
                  <a:pt x="589" y="433"/>
                  <a:pt x="581" y="433"/>
                </a:cubicBezTo>
                <a:cubicBezTo>
                  <a:pt x="569" y="433"/>
                  <a:pt x="557" y="434"/>
                  <a:pt x="544" y="435"/>
                </a:cubicBezTo>
                <a:cubicBezTo>
                  <a:pt x="540" y="437"/>
                  <a:pt x="537" y="440"/>
                  <a:pt x="535" y="443"/>
                </a:cubicBezTo>
                <a:cubicBezTo>
                  <a:pt x="534" y="447"/>
                  <a:pt x="529" y="462"/>
                  <a:pt x="523" y="489"/>
                </a:cubicBezTo>
                <a:cubicBezTo>
                  <a:pt x="517" y="509"/>
                  <a:pt x="513" y="526"/>
                  <a:pt x="509" y="540"/>
                </a:cubicBezTo>
                <a:cubicBezTo>
                  <a:pt x="494" y="601"/>
                  <a:pt x="486" y="633"/>
                  <a:pt x="484" y="635"/>
                </a:cubicBezTo>
                <a:cubicBezTo>
                  <a:pt x="483" y="636"/>
                  <a:pt x="481" y="636"/>
                  <a:pt x="479" y="636"/>
                </a:cubicBezTo>
                <a:cubicBezTo>
                  <a:pt x="473" y="636"/>
                  <a:pt x="465" y="630"/>
                  <a:pt x="454" y="618"/>
                </a:cubicBezTo>
                <a:cubicBezTo>
                  <a:pt x="443" y="606"/>
                  <a:pt x="436" y="597"/>
                  <a:pt x="433" y="590"/>
                </a:cubicBezTo>
                <a:lnTo>
                  <a:pt x="432" y="590"/>
                </a:lnTo>
                <a:cubicBezTo>
                  <a:pt x="430" y="591"/>
                  <a:pt x="429" y="593"/>
                  <a:pt x="426" y="595"/>
                </a:cubicBezTo>
                <a:cubicBezTo>
                  <a:pt x="382" y="636"/>
                  <a:pt x="322" y="657"/>
                  <a:pt x="246" y="657"/>
                </a:cubicBezTo>
                <a:cubicBezTo>
                  <a:pt x="173" y="657"/>
                  <a:pt x="114" y="634"/>
                  <a:pt x="69" y="588"/>
                </a:cubicBezTo>
                <a:cubicBezTo>
                  <a:pt x="24" y="541"/>
                  <a:pt x="1" y="482"/>
                  <a:pt x="0" y="41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4093920" y="2610000"/>
            <a:ext cx="1655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を受け取り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6331320" y="276192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0" y="399"/>
                </a:cubicBezTo>
                <a:cubicBezTo>
                  <a:pt x="41" y="399"/>
                  <a:pt x="13" y="400"/>
                  <a:pt x="6" y="402"/>
                </a:cubicBezTo>
                <a:lnTo>
                  <a:pt x="0" y="402"/>
                </a:lnTo>
                <a:lnTo>
                  <a:pt x="0" y="346"/>
                </a:lnTo>
                <a:lnTo>
                  <a:pt x="86" y="346"/>
                </a:lnTo>
                <a:lnTo>
                  <a:pt x="202" y="210"/>
                </a:lnTo>
                <a:lnTo>
                  <a:pt x="79" y="56"/>
                </a:lnTo>
                <a:lnTo>
                  <a:pt x="4" y="56"/>
                </a:lnTo>
                <a:lnTo>
                  <a:pt x="4" y="0"/>
                </a:lnTo>
                <a:lnTo>
                  <a:pt x="12" y="0"/>
                </a:lnTo>
                <a:cubicBezTo>
                  <a:pt x="21" y="2"/>
                  <a:pt x="53" y="3"/>
                  <a:pt x="110" y="3"/>
                </a:cubicBezTo>
                <a:cubicBezTo>
                  <a:pt x="172" y="3"/>
                  <a:pt x="209" y="2"/>
                  <a:pt x="220" y="0"/>
                </a:cubicBezTo>
                <a:lnTo>
                  <a:pt x="228" y="0"/>
                </a:lnTo>
                <a:lnTo>
                  <a:pt x="228" y="56"/>
                </a:lnTo>
                <a:lnTo>
                  <a:pt x="203" y="56"/>
                </a:lnTo>
                <a:lnTo>
                  <a:pt x="234" y="95"/>
                </a:lnTo>
                <a:cubicBezTo>
                  <a:pt x="255" y="120"/>
                  <a:pt x="265" y="134"/>
                  <a:pt x="266" y="134"/>
                </a:cubicBezTo>
                <a:cubicBezTo>
                  <a:pt x="268" y="134"/>
                  <a:pt x="280" y="120"/>
                  <a:pt x="300" y="93"/>
                </a:cubicBezTo>
                <a:lnTo>
                  <a:pt x="332" y="56"/>
                </a:lnTo>
                <a:lnTo>
                  <a:pt x="298" y="56"/>
                </a:lnTo>
                <a:lnTo>
                  <a:pt x="298" y="0"/>
                </a:lnTo>
                <a:lnTo>
                  <a:pt x="306" y="0"/>
                </a:lnTo>
                <a:cubicBezTo>
                  <a:pt x="315" y="2"/>
                  <a:pt x="347" y="3"/>
                  <a:pt x="401" y="3"/>
                </a:cubicBezTo>
                <a:cubicBezTo>
                  <a:pt x="450" y="3"/>
                  <a:pt x="478" y="2"/>
                  <a:pt x="486" y="0"/>
                </a:cubicBezTo>
                <a:lnTo>
                  <a:pt x="493" y="0"/>
                </a:lnTo>
                <a:lnTo>
                  <a:pt x="493" y="56"/>
                </a:lnTo>
                <a:lnTo>
                  <a:pt x="406" y="56"/>
                </a:lnTo>
                <a:lnTo>
                  <a:pt x="301" y="180"/>
                </a:lnTo>
                <a:lnTo>
                  <a:pt x="436" y="345"/>
                </a:lnTo>
                <a:lnTo>
                  <a:pt x="473" y="346"/>
                </a:lnTo>
                <a:lnTo>
                  <a:pt x="511" y="346"/>
                </a:lnTo>
                <a:lnTo>
                  <a:pt x="511" y="402"/>
                </a:lnTo>
                <a:lnTo>
                  <a:pt x="503" y="402"/>
                </a:lnTo>
                <a:cubicBezTo>
                  <a:pt x="494" y="400"/>
                  <a:pt x="461" y="399"/>
                  <a:pt x="404" y="399"/>
                </a:cubicBezTo>
                <a:cubicBezTo>
                  <a:pt x="341" y="399"/>
                  <a:pt x="305" y="400"/>
                  <a:pt x="294" y="402"/>
                </a:cubicBezTo>
                <a:lnTo>
                  <a:pt x="286" y="402"/>
                </a:lnTo>
                <a:lnTo>
                  <a:pt x="286" y="346"/>
                </a:lnTo>
                <a:lnTo>
                  <a:pt x="311" y="346"/>
                </a:lnTo>
                <a:cubicBezTo>
                  <a:pt x="311" y="345"/>
                  <a:pt x="299" y="330"/>
                  <a:pt x="275" y="301"/>
                </a:cubicBezTo>
                <a:cubicBezTo>
                  <a:pt x="251" y="271"/>
                  <a:pt x="239" y="256"/>
                  <a:pt x="238" y="255"/>
                </a:cubicBezTo>
                <a:lnTo>
                  <a:pt x="160" y="345"/>
                </a:lnTo>
                <a:lnTo>
                  <a:pt x="177" y="346"/>
                </a:lnTo>
                <a:lnTo>
                  <a:pt x="193" y="346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5888880" y="261000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が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6520680" y="2610000"/>
            <a:ext cx="1517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を生成する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747720" y="3029040"/>
            <a:ext cx="8000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どんな数字の画像が生成されるかを指定することはできなかった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768600" y="407664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10"/>
                </a:moveTo>
                <a:cubicBezTo>
                  <a:pt x="0" y="340"/>
                  <a:pt x="20" y="274"/>
                  <a:pt x="60" y="210"/>
                </a:cubicBezTo>
                <a:cubicBezTo>
                  <a:pt x="101" y="145"/>
                  <a:pt x="152" y="95"/>
                  <a:pt x="214" y="57"/>
                </a:cubicBezTo>
                <a:cubicBezTo>
                  <a:pt x="275" y="20"/>
                  <a:pt x="337" y="1"/>
                  <a:pt x="398" y="1"/>
                </a:cubicBezTo>
                <a:cubicBezTo>
                  <a:pt x="452" y="1"/>
                  <a:pt x="495" y="16"/>
                  <a:pt x="527" y="47"/>
                </a:cubicBezTo>
                <a:cubicBezTo>
                  <a:pt x="533" y="53"/>
                  <a:pt x="537" y="58"/>
                  <a:pt x="541" y="62"/>
                </a:cubicBezTo>
                <a:cubicBezTo>
                  <a:pt x="544" y="66"/>
                  <a:pt x="547" y="69"/>
                  <a:pt x="548" y="71"/>
                </a:cubicBezTo>
                <a:lnTo>
                  <a:pt x="549" y="74"/>
                </a:lnTo>
                <a:cubicBezTo>
                  <a:pt x="551" y="74"/>
                  <a:pt x="559" y="66"/>
                  <a:pt x="573" y="50"/>
                </a:cubicBezTo>
                <a:cubicBezTo>
                  <a:pt x="577" y="47"/>
                  <a:pt x="582" y="42"/>
                  <a:pt x="587" y="38"/>
                </a:cubicBezTo>
                <a:cubicBezTo>
                  <a:pt x="591" y="33"/>
                  <a:pt x="596" y="28"/>
                  <a:pt x="601" y="23"/>
                </a:cubicBezTo>
                <a:cubicBezTo>
                  <a:pt x="606" y="18"/>
                  <a:pt x="609" y="15"/>
                  <a:pt x="610" y="13"/>
                </a:cubicBezTo>
                <a:lnTo>
                  <a:pt x="624" y="0"/>
                </a:lnTo>
                <a:lnTo>
                  <a:pt x="629" y="0"/>
                </a:lnTo>
                <a:cubicBezTo>
                  <a:pt x="638" y="0"/>
                  <a:pt x="642" y="2"/>
                  <a:pt x="642" y="6"/>
                </a:cubicBezTo>
                <a:cubicBezTo>
                  <a:pt x="642" y="8"/>
                  <a:pt x="632" y="50"/>
                  <a:pt x="613" y="130"/>
                </a:cubicBezTo>
                <a:cubicBezTo>
                  <a:pt x="591" y="214"/>
                  <a:pt x="580" y="256"/>
                  <a:pt x="580" y="257"/>
                </a:cubicBezTo>
                <a:cubicBezTo>
                  <a:pt x="579" y="260"/>
                  <a:pt x="578" y="262"/>
                  <a:pt x="576" y="262"/>
                </a:cubicBezTo>
                <a:cubicBezTo>
                  <a:pt x="574" y="263"/>
                  <a:pt x="569" y="264"/>
                  <a:pt x="560" y="264"/>
                </a:cubicBezTo>
                <a:lnTo>
                  <a:pt x="545" y="264"/>
                </a:lnTo>
                <a:cubicBezTo>
                  <a:pt x="542" y="261"/>
                  <a:pt x="540" y="258"/>
                  <a:pt x="540" y="256"/>
                </a:cubicBezTo>
                <a:cubicBezTo>
                  <a:pt x="540" y="256"/>
                  <a:pt x="540" y="253"/>
                  <a:pt x="541" y="250"/>
                </a:cubicBezTo>
                <a:cubicBezTo>
                  <a:pt x="541" y="246"/>
                  <a:pt x="542" y="240"/>
                  <a:pt x="542" y="232"/>
                </a:cubicBezTo>
                <a:cubicBezTo>
                  <a:pt x="543" y="223"/>
                  <a:pt x="543" y="214"/>
                  <a:pt x="543" y="203"/>
                </a:cubicBezTo>
                <a:cubicBezTo>
                  <a:pt x="543" y="160"/>
                  <a:pt x="534" y="122"/>
                  <a:pt x="514" y="90"/>
                </a:cubicBezTo>
                <a:cubicBezTo>
                  <a:pt x="495" y="58"/>
                  <a:pt x="462" y="42"/>
                  <a:pt x="416" y="41"/>
                </a:cubicBezTo>
                <a:cubicBezTo>
                  <a:pt x="405" y="41"/>
                  <a:pt x="393" y="42"/>
                  <a:pt x="381" y="44"/>
                </a:cubicBezTo>
                <a:cubicBezTo>
                  <a:pt x="368" y="46"/>
                  <a:pt x="352" y="50"/>
                  <a:pt x="333" y="56"/>
                </a:cubicBezTo>
                <a:cubicBezTo>
                  <a:pt x="314" y="62"/>
                  <a:pt x="295" y="70"/>
                  <a:pt x="278" y="81"/>
                </a:cubicBezTo>
                <a:cubicBezTo>
                  <a:pt x="261" y="92"/>
                  <a:pt x="242" y="106"/>
                  <a:pt x="221" y="124"/>
                </a:cubicBezTo>
                <a:cubicBezTo>
                  <a:pt x="201" y="142"/>
                  <a:pt x="183" y="165"/>
                  <a:pt x="169" y="189"/>
                </a:cubicBezTo>
                <a:cubicBezTo>
                  <a:pt x="154" y="214"/>
                  <a:pt x="140" y="245"/>
                  <a:pt x="126" y="281"/>
                </a:cubicBezTo>
                <a:cubicBezTo>
                  <a:pt x="112" y="318"/>
                  <a:pt x="102" y="358"/>
                  <a:pt x="97" y="402"/>
                </a:cubicBezTo>
                <a:cubicBezTo>
                  <a:pt x="96" y="413"/>
                  <a:pt x="96" y="425"/>
                  <a:pt x="96" y="438"/>
                </a:cubicBezTo>
                <a:cubicBezTo>
                  <a:pt x="96" y="466"/>
                  <a:pt x="100" y="492"/>
                  <a:pt x="109" y="514"/>
                </a:cubicBezTo>
                <a:cubicBezTo>
                  <a:pt x="118" y="537"/>
                  <a:pt x="128" y="554"/>
                  <a:pt x="142" y="566"/>
                </a:cubicBezTo>
                <a:cubicBezTo>
                  <a:pt x="155" y="578"/>
                  <a:pt x="170" y="588"/>
                  <a:pt x="187" y="596"/>
                </a:cubicBezTo>
                <a:cubicBezTo>
                  <a:pt x="204" y="605"/>
                  <a:pt x="219" y="610"/>
                  <a:pt x="234" y="612"/>
                </a:cubicBezTo>
                <a:cubicBezTo>
                  <a:pt x="248" y="614"/>
                  <a:pt x="262" y="615"/>
                  <a:pt x="274" y="615"/>
                </a:cubicBezTo>
                <a:cubicBezTo>
                  <a:pt x="307" y="615"/>
                  <a:pt x="337" y="608"/>
                  <a:pt x="364" y="595"/>
                </a:cubicBezTo>
                <a:cubicBezTo>
                  <a:pt x="391" y="581"/>
                  <a:pt x="409" y="563"/>
                  <a:pt x="420" y="541"/>
                </a:cubicBezTo>
                <a:cubicBezTo>
                  <a:pt x="421" y="537"/>
                  <a:pt x="426" y="520"/>
                  <a:pt x="433" y="492"/>
                </a:cubicBezTo>
                <a:cubicBezTo>
                  <a:pt x="440" y="463"/>
                  <a:pt x="444" y="447"/>
                  <a:pt x="444" y="444"/>
                </a:cubicBezTo>
                <a:cubicBezTo>
                  <a:pt x="444" y="439"/>
                  <a:pt x="440" y="436"/>
                  <a:pt x="432" y="435"/>
                </a:cubicBezTo>
                <a:cubicBezTo>
                  <a:pt x="424" y="434"/>
                  <a:pt x="406" y="433"/>
                  <a:pt x="378" y="432"/>
                </a:cubicBezTo>
                <a:lnTo>
                  <a:pt x="345" y="432"/>
                </a:lnTo>
                <a:cubicBezTo>
                  <a:pt x="341" y="429"/>
                  <a:pt x="339" y="426"/>
                  <a:pt x="339" y="425"/>
                </a:cubicBezTo>
                <a:cubicBezTo>
                  <a:pt x="339" y="424"/>
                  <a:pt x="340" y="418"/>
                  <a:pt x="341" y="408"/>
                </a:cubicBezTo>
                <a:cubicBezTo>
                  <a:pt x="344" y="400"/>
                  <a:pt x="347" y="394"/>
                  <a:pt x="350" y="391"/>
                </a:cubicBezTo>
                <a:lnTo>
                  <a:pt x="366" y="391"/>
                </a:lnTo>
                <a:cubicBezTo>
                  <a:pt x="390" y="392"/>
                  <a:pt x="432" y="392"/>
                  <a:pt x="492" y="392"/>
                </a:cubicBezTo>
                <a:cubicBezTo>
                  <a:pt x="516" y="392"/>
                  <a:pt x="536" y="392"/>
                  <a:pt x="551" y="392"/>
                </a:cubicBezTo>
                <a:cubicBezTo>
                  <a:pt x="566" y="392"/>
                  <a:pt x="576" y="392"/>
                  <a:pt x="583" y="392"/>
                </a:cubicBezTo>
                <a:cubicBezTo>
                  <a:pt x="590" y="391"/>
                  <a:pt x="593" y="391"/>
                  <a:pt x="594" y="392"/>
                </a:cubicBezTo>
                <a:cubicBezTo>
                  <a:pt x="602" y="392"/>
                  <a:pt x="607" y="394"/>
                  <a:pt x="607" y="400"/>
                </a:cubicBezTo>
                <a:cubicBezTo>
                  <a:pt x="607" y="401"/>
                  <a:pt x="606" y="405"/>
                  <a:pt x="605" y="412"/>
                </a:cubicBezTo>
                <a:cubicBezTo>
                  <a:pt x="602" y="424"/>
                  <a:pt x="599" y="430"/>
                  <a:pt x="596" y="431"/>
                </a:cubicBezTo>
                <a:cubicBezTo>
                  <a:pt x="594" y="432"/>
                  <a:pt x="589" y="432"/>
                  <a:pt x="582" y="432"/>
                </a:cubicBezTo>
                <a:cubicBezTo>
                  <a:pt x="570" y="432"/>
                  <a:pt x="558" y="433"/>
                  <a:pt x="545" y="435"/>
                </a:cubicBezTo>
                <a:cubicBezTo>
                  <a:pt x="541" y="437"/>
                  <a:pt x="538" y="439"/>
                  <a:pt x="536" y="443"/>
                </a:cubicBezTo>
                <a:cubicBezTo>
                  <a:pt x="534" y="447"/>
                  <a:pt x="530" y="462"/>
                  <a:pt x="523" y="489"/>
                </a:cubicBezTo>
                <a:cubicBezTo>
                  <a:pt x="518" y="509"/>
                  <a:pt x="514" y="526"/>
                  <a:pt x="510" y="540"/>
                </a:cubicBezTo>
                <a:cubicBezTo>
                  <a:pt x="495" y="601"/>
                  <a:pt x="486" y="633"/>
                  <a:pt x="485" y="634"/>
                </a:cubicBezTo>
                <a:cubicBezTo>
                  <a:pt x="483" y="636"/>
                  <a:pt x="482" y="636"/>
                  <a:pt x="480" y="636"/>
                </a:cubicBezTo>
                <a:cubicBezTo>
                  <a:pt x="474" y="636"/>
                  <a:pt x="466" y="630"/>
                  <a:pt x="455" y="618"/>
                </a:cubicBezTo>
                <a:cubicBezTo>
                  <a:pt x="444" y="606"/>
                  <a:pt x="437" y="597"/>
                  <a:pt x="434" y="590"/>
                </a:cubicBezTo>
                <a:lnTo>
                  <a:pt x="432" y="590"/>
                </a:lnTo>
                <a:cubicBezTo>
                  <a:pt x="431" y="591"/>
                  <a:pt x="429" y="592"/>
                  <a:pt x="427" y="595"/>
                </a:cubicBezTo>
                <a:cubicBezTo>
                  <a:pt x="382" y="636"/>
                  <a:pt x="322" y="657"/>
                  <a:pt x="246" y="657"/>
                </a:cubicBezTo>
                <a:cubicBezTo>
                  <a:pt x="174" y="657"/>
                  <a:pt x="115" y="634"/>
                  <a:pt x="68" y="587"/>
                </a:cubicBezTo>
                <a:cubicBezTo>
                  <a:pt x="23" y="541"/>
                  <a:pt x="0" y="482"/>
                  <a:pt x="0" y="41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1033200" y="4266360"/>
            <a:ext cx="43200" cy="102600"/>
          </a:xfrm>
          <a:custGeom>
            <a:avLst/>
            <a:gdLst/>
            <a:ahLst/>
            <a:rect l="0" t="0" r="r" b="b"/>
            <a:pathLst>
              <a:path w="120" h="285">
                <a:moveTo>
                  <a:pt x="0" y="77"/>
                </a:moveTo>
                <a:cubicBezTo>
                  <a:pt x="0" y="77"/>
                  <a:pt x="0" y="70"/>
                  <a:pt x="0" y="55"/>
                </a:cubicBezTo>
                <a:cubicBezTo>
                  <a:pt x="0" y="40"/>
                  <a:pt x="4" y="27"/>
                  <a:pt x="14" y="16"/>
                </a:cubicBezTo>
                <a:cubicBezTo>
                  <a:pt x="24" y="5"/>
                  <a:pt x="37" y="0"/>
                  <a:pt x="54" y="0"/>
                </a:cubicBezTo>
                <a:cubicBezTo>
                  <a:pt x="71" y="0"/>
                  <a:pt x="86" y="7"/>
                  <a:pt x="99" y="22"/>
                </a:cubicBezTo>
                <a:cubicBezTo>
                  <a:pt x="112" y="37"/>
                  <a:pt x="119" y="64"/>
                  <a:pt x="120" y="102"/>
                </a:cubicBezTo>
                <a:cubicBezTo>
                  <a:pt x="120" y="123"/>
                  <a:pt x="117" y="143"/>
                  <a:pt x="112" y="163"/>
                </a:cubicBezTo>
                <a:cubicBezTo>
                  <a:pt x="106" y="183"/>
                  <a:pt x="100" y="200"/>
                  <a:pt x="93" y="215"/>
                </a:cubicBezTo>
                <a:cubicBezTo>
                  <a:pt x="85" y="230"/>
                  <a:pt x="78" y="242"/>
                  <a:pt x="69" y="253"/>
                </a:cubicBezTo>
                <a:cubicBezTo>
                  <a:pt x="61" y="263"/>
                  <a:pt x="54" y="271"/>
                  <a:pt x="48" y="277"/>
                </a:cubicBezTo>
                <a:cubicBezTo>
                  <a:pt x="41" y="283"/>
                  <a:pt x="37" y="286"/>
                  <a:pt x="35" y="285"/>
                </a:cubicBezTo>
                <a:cubicBezTo>
                  <a:pt x="32" y="285"/>
                  <a:pt x="28" y="282"/>
                  <a:pt x="23" y="277"/>
                </a:cubicBezTo>
                <a:cubicBezTo>
                  <a:pt x="18" y="272"/>
                  <a:pt x="15" y="268"/>
                  <a:pt x="15" y="265"/>
                </a:cubicBezTo>
                <a:cubicBezTo>
                  <a:pt x="15" y="263"/>
                  <a:pt x="18" y="258"/>
                  <a:pt x="25" y="251"/>
                </a:cubicBezTo>
                <a:cubicBezTo>
                  <a:pt x="31" y="244"/>
                  <a:pt x="39" y="235"/>
                  <a:pt x="48" y="224"/>
                </a:cubicBezTo>
                <a:cubicBezTo>
                  <a:pt x="57" y="212"/>
                  <a:pt x="65" y="197"/>
                  <a:pt x="72" y="178"/>
                </a:cubicBezTo>
                <a:cubicBezTo>
                  <a:pt x="79" y="158"/>
                  <a:pt x="84" y="136"/>
                  <a:pt x="86" y="112"/>
                </a:cubicBezTo>
                <a:lnTo>
                  <a:pt x="86" y="101"/>
                </a:lnTo>
                <a:lnTo>
                  <a:pt x="85" y="102"/>
                </a:lnTo>
                <a:cubicBezTo>
                  <a:pt x="84" y="102"/>
                  <a:pt x="83" y="103"/>
                  <a:pt x="81" y="104"/>
                </a:cubicBezTo>
                <a:cubicBezTo>
                  <a:pt x="79" y="104"/>
                  <a:pt x="77" y="105"/>
                  <a:pt x="76" y="106"/>
                </a:cubicBezTo>
                <a:cubicBezTo>
                  <a:pt x="74" y="108"/>
                  <a:pt x="71" y="108"/>
                  <a:pt x="67" y="108"/>
                </a:cubicBezTo>
                <a:cubicBezTo>
                  <a:pt x="64" y="108"/>
                  <a:pt x="60" y="108"/>
                  <a:pt x="57" y="109"/>
                </a:cubicBezTo>
                <a:cubicBezTo>
                  <a:pt x="39" y="109"/>
                  <a:pt x="26" y="104"/>
                  <a:pt x="16" y="94"/>
                </a:cubicBezTo>
                <a:lnTo>
                  <a:pt x="0" y="7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1162800" y="408384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30" y="49"/>
                </a:moveTo>
                <a:cubicBezTo>
                  <a:pt x="230" y="45"/>
                  <a:pt x="213" y="42"/>
                  <a:pt x="178" y="41"/>
                </a:cubicBezTo>
                <a:cubicBezTo>
                  <a:pt x="164" y="41"/>
                  <a:pt x="155" y="41"/>
                  <a:pt x="151" y="40"/>
                </a:cubicBezTo>
                <a:cubicBezTo>
                  <a:pt x="147" y="40"/>
                  <a:pt x="145" y="37"/>
                  <a:pt x="145" y="32"/>
                </a:cubicBezTo>
                <a:cubicBezTo>
                  <a:pt x="145" y="27"/>
                  <a:pt x="146" y="21"/>
                  <a:pt x="148" y="14"/>
                </a:cubicBezTo>
                <a:cubicBezTo>
                  <a:pt x="151" y="7"/>
                  <a:pt x="153" y="2"/>
                  <a:pt x="155" y="0"/>
                </a:cubicBezTo>
                <a:cubicBezTo>
                  <a:pt x="156" y="0"/>
                  <a:pt x="216" y="0"/>
                  <a:pt x="334" y="0"/>
                </a:cubicBezTo>
                <a:cubicBezTo>
                  <a:pt x="435" y="0"/>
                  <a:pt x="491" y="0"/>
                  <a:pt x="503" y="0"/>
                </a:cubicBezTo>
                <a:cubicBezTo>
                  <a:pt x="515" y="0"/>
                  <a:pt x="527" y="2"/>
                  <a:pt x="539" y="6"/>
                </a:cubicBezTo>
                <a:cubicBezTo>
                  <a:pt x="583" y="16"/>
                  <a:pt x="620" y="40"/>
                  <a:pt x="650" y="78"/>
                </a:cubicBezTo>
                <a:cubicBezTo>
                  <a:pt x="680" y="115"/>
                  <a:pt x="696" y="165"/>
                  <a:pt x="696" y="228"/>
                </a:cubicBezTo>
                <a:cubicBezTo>
                  <a:pt x="696" y="322"/>
                  <a:pt x="664" y="406"/>
                  <a:pt x="600" y="481"/>
                </a:cubicBezTo>
                <a:cubicBezTo>
                  <a:pt x="534" y="555"/>
                  <a:pt x="459" y="600"/>
                  <a:pt x="371" y="614"/>
                </a:cubicBezTo>
                <a:lnTo>
                  <a:pt x="359" y="616"/>
                </a:lnTo>
                <a:lnTo>
                  <a:pt x="184" y="617"/>
                </a:lnTo>
                <a:lnTo>
                  <a:pt x="83" y="617"/>
                </a:lnTo>
                <a:lnTo>
                  <a:pt x="36" y="617"/>
                </a:lnTo>
                <a:cubicBezTo>
                  <a:pt x="21" y="617"/>
                  <a:pt x="12" y="616"/>
                  <a:pt x="8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2"/>
                  <a:pt x="3" y="594"/>
                </a:cubicBezTo>
                <a:cubicBezTo>
                  <a:pt x="6" y="585"/>
                  <a:pt x="8" y="579"/>
                  <a:pt x="10" y="578"/>
                </a:cubicBezTo>
                <a:cubicBezTo>
                  <a:pt x="13" y="577"/>
                  <a:pt x="20" y="576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4" y="571"/>
                  <a:pt x="99" y="567"/>
                  <a:pt x="102" y="562"/>
                </a:cubicBezTo>
                <a:cubicBezTo>
                  <a:pt x="104" y="560"/>
                  <a:pt x="126" y="476"/>
                  <a:pt x="167" y="311"/>
                </a:cubicBezTo>
                <a:cubicBezTo>
                  <a:pt x="209" y="146"/>
                  <a:pt x="230" y="59"/>
                  <a:pt x="230" y="49"/>
                </a:cubicBezTo>
                <a:moveTo>
                  <a:pt x="606" y="194"/>
                </a:moveTo>
                <a:cubicBezTo>
                  <a:pt x="606" y="171"/>
                  <a:pt x="603" y="150"/>
                  <a:pt x="596" y="132"/>
                </a:cubicBezTo>
                <a:cubicBezTo>
                  <a:pt x="589" y="114"/>
                  <a:pt x="581" y="100"/>
                  <a:pt x="572" y="90"/>
                </a:cubicBezTo>
                <a:cubicBezTo>
                  <a:pt x="563" y="80"/>
                  <a:pt x="552" y="71"/>
                  <a:pt x="538" y="64"/>
                </a:cubicBezTo>
                <a:cubicBezTo>
                  <a:pt x="525" y="57"/>
                  <a:pt x="513" y="51"/>
                  <a:pt x="503" y="48"/>
                </a:cubicBezTo>
                <a:cubicBezTo>
                  <a:pt x="493" y="46"/>
                  <a:pt x="482" y="44"/>
                  <a:pt x="472" y="42"/>
                </a:cubicBezTo>
                <a:cubicBezTo>
                  <a:pt x="470" y="42"/>
                  <a:pt x="466" y="42"/>
                  <a:pt x="459" y="42"/>
                </a:cubicBezTo>
                <a:cubicBezTo>
                  <a:pt x="452" y="42"/>
                  <a:pt x="443" y="42"/>
                  <a:pt x="433" y="42"/>
                </a:cubicBezTo>
                <a:cubicBezTo>
                  <a:pt x="423" y="42"/>
                  <a:pt x="413" y="42"/>
                  <a:pt x="403" y="41"/>
                </a:cubicBezTo>
                <a:lnTo>
                  <a:pt x="364" y="41"/>
                </a:lnTo>
                <a:cubicBezTo>
                  <a:pt x="338" y="41"/>
                  <a:pt x="323" y="44"/>
                  <a:pt x="319" y="50"/>
                </a:cubicBezTo>
                <a:cubicBezTo>
                  <a:pt x="318" y="54"/>
                  <a:pt x="296" y="140"/>
                  <a:pt x="253" y="311"/>
                </a:cubicBezTo>
                <a:cubicBezTo>
                  <a:pt x="210" y="482"/>
                  <a:pt x="189" y="568"/>
                  <a:pt x="189" y="570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6" y="574"/>
                  <a:pt x="229" y="574"/>
                  <a:pt x="268" y="575"/>
                </a:cubicBezTo>
                <a:cubicBezTo>
                  <a:pt x="271" y="575"/>
                  <a:pt x="277" y="575"/>
                  <a:pt x="286" y="575"/>
                </a:cubicBezTo>
                <a:cubicBezTo>
                  <a:pt x="294" y="575"/>
                  <a:pt x="301" y="575"/>
                  <a:pt x="307" y="576"/>
                </a:cubicBezTo>
                <a:cubicBezTo>
                  <a:pt x="383" y="576"/>
                  <a:pt x="446" y="551"/>
                  <a:pt x="495" y="502"/>
                </a:cubicBezTo>
                <a:cubicBezTo>
                  <a:pt x="517" y="480"/>
                  <a:pt x="534" y="455"/>
                  <a:pt x="548" y="426"/>
                </a:cubicBezTo>
                <a:cubicBezTo>
                  <a:pt x="562" y="397"/>
                  <a:pt x="575" y="359"/>
                  <a:pt x="587" y="311"/>
                </a:cubicBezTo>
                <a:cubicBezTo>
                  <a:pt x="600" y="264"/>
                  <a:pt x="606" y="224"/>
                  <a:pt x="606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747720" y="3438360"/>
            <a:ext cx="807156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条件付き</a:t>
            </a:r>
            <a:r>
              <a:rPr b="1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GAN 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は選んだ数字の画像を生成することを可能にする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3788640" y="4162320"/>
            <a:ext cx="181440" cy="209520"/>
          </a:xfrm>
          <a:custGeom>
            <a:avLst/>
            <a:gdLst/>
            <a:ahLst/>
            <a:rect l="0" t="0" r="r" b="b"/>
            <a:pathLst>
              <a:path w="504" h="582">
                <a:moveTo>
                  <a:pt x="55" y="494"/>
                </a:moveTo>
                <a:cubicBezTo>
                  <a:pt x="55" y="498"/>
                  <a:pt x="56" y="503"/>
                  <a:pt x="58" y="509"/>
                </a:cubicBezTo>
                <a:cubicBezTo>
                  <a:pt x="60" y="514"/>
                  <a:pt x="64" y="520"/>
                  <a:pt x="72" y="526"/>
                </a:cubicBezTo>
                <a:cubicBezTo>
                  <a:pt x="79" y="532"/>
                  <a:pt x="88" y="535"/>
                  <a:pt x="99" y="536"/>
                </a:cubicBezTo>
                <a:cubicBezTo>
                  <a:pt x="109" y="535"/>
                  <a:pt x="117" y="534"/>
                  <a:pt x="126" y="531"/>
                </a:cubicBezTo>
                <a:cubicBezTo>
                  <a:pt x="134" y="528"/>
                  <a:pt x="141" y="524"/>
                  <a:pt x="147" y="520"/>
                </a:cubicBezTo>
                <a:cubicBezTo>
                  <a:pt x="153" y="516"/>
                  <a:pt x="159" y="510"/>
                  <a:pt x="165" y="504"/>
                </a:cubicBezTo>
                <a:cubicBezTo>
                  <a:pt x="171" y="498"/>
                  <a:pt x="176" y="493"/>
                  <a:pt x="180" y="487"/>
                </a:cubicBezTo>
                <a:cubicBezTo>
                  <a:pt x="183" y="482"/>
                  <a:pt x="187" y="476"/>
                  <a:pt x="191" y="470"/>
                </a:cubicBezTo>
                <a:cubicBezTo>
                  <a:pt x="194" y="464"/>
                  <a:pt x="197" y="459"/>
                  <a:pt x="199" y="455"/>
                </a:cubicBezTo>
                <a:cubicBezTo>
                  <a:pt x="201" y="451"/>
                  <a:pt x="202" y="446"/>
                  <a:pt x="204" y="442"/>
                </a:cubicBezTo>
                <a:cubicBezTo>
                  <a:pt x="206" y="438"/>
                  <a:pt x="207" y="436"/>
                  <a:pt x="207" y="435"/>
                </a:cubicBezTo>
                <a:lnTo>
                  <a:pt x="222" y="402"/>
                </a:lnTo>
                <a:lnTo>
                  <a:pt x="66" y="56"/>
                </a:lnTo>
                <a:lnTo>
                  <a:pt x="3" y="56"/>
                </a:lnTo>
                <a:lnTo>
                  <a:pt x="3" y="0"/>
                </a:lnTo>
                <a:lnTo>
                  <a:pt x="10" y="0"/>
                </a:lnTo>
                <a:cubicBezTo>
                  <a:pt x="19" y="2"/>
                  <a:pt x="53" y="3"/>
                  <a:pt x="111" y="3"/>
                </a:cubicBezTo>
                <a:cubicBezTo>
                  <a:pt x="175" y="3"/>
                  <a:pt x="212" y="2"/>
                  <a:pt x="223" y="0"/>
                </a:cubicBezTo>
                <a:lnTo>
                  <a:pt x="231" y="0"/>
                </a:lnTo>
                <a:lnTo>
                  <a:pt x="231" y="56"/>
                </a:lnTo>
                <a:lnTo>
                  <a:pt x="210" y="56"/>
                </a:lnTo>
                <a:cubicBezTo>
                  <a:pt x="196" y="56"/>
                  <a:pt x="189" y="56"/>
                  <a:pt x="189" y="58"/>
                </a:cubicBezTo>
                <a:lnTo>
                  <a:pt x="285" y="264"/>
                </a:lnTo>
                <a:lnTo>
                  <a:pt x="379" y="56"/>
                </a:lnTo>
                <a:lnTo>
                  <a:pt x="336" y="56"/>
                </a:lnTo>
                <a:lnTo>
                  <a:pt x="336" y="0"/>
                </a:lnTo>
                <a:lnTo>
                  <a:pt x="342" y="0"/>
                </a:lnTo>
                <a:cubicBezTo>
                  <a:pt x="350" y="2"/>
                  <a:pt x="378" y="3"/>
                  <a:pt x="427" y="3"/>
                </a:cubicBezTo>
                <a:cubicBezTo>
                  <a:pt x="471" y="3"/>
                  <a:pt x="495" y="2"/>
                  <a:pt x="498" y="0"/>
                </a:cubicBezTo>
                <a:lnTo>
                  <a:pt x="504" y="0"/>
                </a:lnTo>
                <a:lnTo>
                  <a:pt x="504" y="56"/>
                </a:lnTo>
                <a:lnTo>
                  <a:pt x="441" y="56"/>
                </a:lnTo>
                <a:lnTo>
                  <a:pt x="347" y="263"/>
                </a:lnTo>
                <a:cubicBezTo>
                  <a:pt x="282" y="406"/>
                  <a:pt x="248" y="478"/>
                  <a:pt x="247" y="480"/>
                </a:cubicBezTo>
                <a:cubicBezTo>
                  <a:pt x="231" y="511"/>
                  <a:pt x="209" y="536"/>
                  <a:pt x="183" y="554"/>
                </a:cubicBezTo>
                <a:cubicBezTo>
                  <a:pt x="156" y="572"/>
                  <a:pt x="128" y="581"/>
                  <a:pt x="98" y="582"/>
                </a:cubicBezTo>
                <a:cubicBezTo>
                  <a:pt x="70" y="582"/>
                  <a:pt x="47" y="574"/>
                  <a:pt x="28" y="557"/>
                </a:cubicBezTo>
                <a:cubicBezTo>
                  <a:pt x="10" y="540"/>
                  <a:pt x="0" y="518"/>
                  <a:pt x="0" y="492"/>
                </a:cubicBezTo>
                <a:cubicBezTo>
                  <a:pt x="0" y="470"/>
                  <a:pt x="7" y="455"/>
                  <a:pt x="19" y="447"/>
                </a:cubicBezTo>
                <a:cubicBezTo>
                  <a:pt x="32" y="438"/>
                  <a:pt x="45" y="434"/>
                  <a:pt x="58" y="433"/>
                </a:cubicBezTo>
                <a:cubicBezTo>
                  <a:pt x="72" y="433"/>
                  <a:pt x="85" y="438"/>
                  <a:pt x="97" y="447"/>
                </a:cubicBezTo>
                <a:cubicBezTo>
                  <a:pt x="108" y="456"/>
                  <a:pt x="115" y="468"/>
                  <a:pt x="117" y="485"/>
                </a:cubicBezTo>
                <a:lnTo>
                  <a:pt x="117" y="492"/>
                </a:lnTo>
                <a:lnTo>
                  <a:pt x="55" y="492"/>
                </a:lnTo>
                <a:lnTo>
                  <a:pt x="55" y="49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1416600" y="4010040"/>
            <a:ext cx="2483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が入力に付加情報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9046080" y="407196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10"/>
                </a:moveTo>
                <a:cubicBezTo>
                  <a:pt x="0" y="341"/>
                  <a:pt x="20" y="275"/>
                  <a:pt x="60" y="211"/>
                </a:cubicBezTo>
                <a:cubicBezTo>
                  <a:pt x="101" y="146"/>
                  <a:pt x="151" y="95"/>
                  <a:pt x="214" y="58"/>
                </a:cubicBezTo>
                <a:cubicBezTo>
                  <a:pt x="275" y="21"/>
                  <a:pt x="336" y="2"/>
                  <a:pt x="398" y="1"/>
                </a:cubicBezTo>
                <a:cubicBezTo>
                  <a:pt x="452" y="1"/>
                  <a:pt x="495" y="17"/>
                  <a:pt x="527" y="47"/>
                </a:cubicBezTo>
                <a:cubicBezTo>
                  <a:pt x="532" y="53"/>
                  <a:pt x="537" y="58"/>
                  <a:pt x="540" y="63"/>
                </a:cubicBezTo>
                <a:cubicBezTo>
                  <a:pt x="544" y="67"/>
                  <a:pt x="546" y="70"/>
                  <a:pt x="548" y="72"/>
                </a:cubicBezTo>
                <a:lnTo>
                  <a:pt x="549" y="74"/>
                </a:lnTo>
                <a:cubicBezTo>
                  <a:pt x="550" y="74"/>
                  <a:pt x="558" y="67"/>
                  <a:pt x="573" y="51"/>
                </a:cubicBezTo>
                <a:cubicBezTo>
                  <a:pt x="577" y="47"/>
                  <a:pt x="582" y="43"/>
                  <a:pt x="586" y="38"/>
                </a:cubicBezTo>
                <a:cubicBezTo>
                  <a:pt x="591" y="33"/>
                  <a:pt x="596" y="29"/>
                  <a:pt x="601" y="24"/>
                </a:cubicBezTo>
                <a:cubicBezTo>
                  <a:pt x="606" y="19"/>
                  <a:pt x="609" y="16"/>
                  <a:pt x="610" y="14"/>
                </a:cubicBezTo>
                <a:lnTo>
                  <a:pt x="623" y="0"/>
                </a:lnTo>
                <a:lnTo>
                  <a:pt x="629" y="0"/>
                </a:lnTo>
                <a:cubicBezTo>
                  <a:pt x="637" y="0"/>
                  <a:pt x="642" y="2"/>
                  <a:pt x="642" y="7"/>
                </a:cubicBezTo>
                <a:cubicBezTo>
                  <a:pt x="642" y="9"/>
                  <a:pt x="632" y="50"/>
                  <a:pt x="613" y="130"/>
                </a:cubicBezTo>
                <a:cubicBezTo>
                  <a:pt x="591" y="215"/>
                  <a:pt x="580" y="257"/>
                  <a:pt x="580" y="258"/>
                </a:cubicBezTo>
                <a:cubicBezTo>
                  <a:pt x="579" y="261"/>
                  <a:pt x="577" y="262"/>
                  <a:pt x="576" y="263"/>
                </a:cubicBezTo>
                <a:cubicBezTo>
                  <a:pt x="574" y="264"/>
                  <a:pt x="568" y="264"/>
                  <a:pt x="559" y="265"/>
                </a:cubicBezTo>
                <a:lnTo>
                  <a:pt x="545" y="265"/>
                </a:lnTo>
                <a:cubicBezTo>
                  <a:pt x="541" y="261"/>
                  <a:pt x="540" y="259"/>
                  <a:pt x="540" y="257"/>
                </a:cubicBezTo>
                <a:cubicBezTo>
                  <a:pt x="540" y="256"/>
                  <a:pt x="540" y="254"/>
                  <a:pt x="540" y="250"/>
                </a:cubicBezTo>
                <a:cubicBezTo>
                  <a:pt x="541" y="247"/>
                  <a:pt x="542" y="241"/>
                  <a:pt x="542" y="232"/>
                </a:cubicBezTo>
                <a:cubicBezTo>
                  <a:pt x="543" y="224"/>
                  <a:pt x="543" y="214"/>
                  <a:pt x="543" y="204"/>
                </a:cubicBezTo>
                <a:cubicBezTo>
                  <a:pt x="543" y="160"/>
                  <a:pt x="534" y="122"/>
                  <a:pt x="514" y="91"/>
                </a:cubicBezTo>
                <a:cubicBezTo>
                  <a:pt x="495" y="59"/>
                  <a:pt x="462" y="42"/>
                  <a:pt x="416" y="42"/>
                </a:cubicBezTo>
                <a:cubicBezTo>
                  <a:pt x="405" y="42"/>
                  <a:pt x="393" y="43"/>
                  <a:pt x="381" y="45"/>
                </a:cubicBezTo>
                <a:cubicBezTo>
                  <a:pt x="368" y="46"/>
                  <a:pt x="352" y="50"/>
                  <a:pt x="333" y="56"/>
                </a:cubicBezTo>
                <a:cubicBezTo>
                  <a:pt x="314" y="62"/>
                  <a:pt x="295" y="71"/>
                  <a:pt x="278" y="82"/>
                </a:cubicBezTo>
                <a:cubicBezTo>
                  <a:pt x="260" y="92"/>
                  <a:pt x="241" y="107"/>
                  <a:pt x="221" y="125"/>
                </a:cubicBezTo>
                <a:cubicBezTo>
                  <a:pt x="200" y="143"/>
                  <a:pt x="183" y="164"/>
                  <a:pt x="169" y="190"/>
                </a:cubicBezTo>
                <a:cubicBezTo>
                  <a:pt x="154" y="215"/>
                  <a:pt x="139" y="245"/>
                  <a:pt x="125" y="282"/>
                </a:cubicBezTo>
                <a:cubicBezTo>
                  <a:pt x="111" y="319"/>
                  <a:pt x="102" y="359"/>
                  <a:pt x="97" y="403"/>
                </a:cubicBezTo>
                <a:cubicBezTo>
                  <a:pt x="96" y="414"/>
                  <a:pt x="95" y="426"/>
                  <a:pt x="95" y="438"/>
                </a:cubicBezTo>
                <a:cubicBezTo>
                  <a:pt x="95" y="467"/>
                  <a:pt x="100" y="493"/>
                  <a:pt x="108" y="515"/>
                </a:cubicBezTo>
                <a:cubicBezTo>
                  <a:pt x="116" y="537"/>
                  <a:pt x="127" y="554"/>
                  <a:pt x="141" y="566"/>
                </a:cubicBezTo>
                <a:cubicBezTo>
                  <a:pt x="155" y="578"/>
                  <a:pt x="170" y="589"/>
                  <a:pt x="187" y="597"/>
                </a:cubicBezTo>
                <a:cubicBezTo>
                  <a:pt x="204" y="605"/>
                  <a:pt x="219" y="611"/>
                  <a:pt x="234" y="612"/>
                </a:cubicBezTo>
                <a:cubicBezTo>
                  <a:pt x="248" y="614"/>
                  <a:pt x="262" y="615"/>
                  <a:pt x="274" y="616"/>
                </a:cubicBezTo>
                <a:cubicBezTo>
                  <a:pt x="307" y="616"/>
                  <a:pt x="336" y="609"/>
                  <a:pt x="364" y="595"/>
                </a:cubicBezTo>
                <a:cubicBezTo>
                  <a:pt x="391" y="581"/>
                  <a:pt x="409" y="564"/>
                  <a:pt x="419" y="542"/>
                </a:cubicBezTo>
                <a:cubicBezTo>
                  <a:pt x="421" y="537"/>
                  <a:pt x="426" y="521"/>
                  <a:pt x="433" y="492"/>
                </a:cubicBezTo>
                <a:cubicBezTo>
                  <a:pt x="440" y="464"/>
                  <a:pt x="444" y="448"/>
                  <a:pt x="444" y="444"/>
                </a:cubicBezTo>
                <a:cubicBezTo>
                  <a:pt x="444" y="440"/>
                  <a:pt x="440" y="437"/>
                  <a:pt x="432" y="435"/>
                </a:cubicBezTo>
                <a:cubicBezTo>
                  <a:pt x="424" y="434"/>
                  <a:pt x="406" y="433"/>
                  <a:pt x="378" y="433"/>
                </a:cubicBezTo>
                <a:lnTo>
                  <a:pt x="345" y="433"/>
                </a:lnTo>
                <a:cubicBezTo>
                  <a:pt x="341" y="429"/>
                  <a:pt x="339" y="427"/>
                  <a:pt x="339" y="426"/>
                </a:cubicBezTo>
                <a:cubicBezTo>
                  <a:pt x="339" y="424"/>
                  <a:pt x="340" y="419"/>
                  <a:pt x="341" y="408"/>
                </a:cubicBezTo>
                <a:cubicBezTo>
                  <a:pt x="343" y="401"/>
                  <a:pt x="346" y="395"/>
                  <a:pt x="350" y="391"/>
                </a:cubicBezTo>
                <a:lnTo>
                  <a:pt x="365" y="391"/>
                </a:lnTo>
                <a:cubicBezTo>
                  <a:pt x="389" y="392"/>
                  <a:pt x="432" y="393"/>
                  <a:pt x="492" y="393"/>
                </a:cubicBezTo>
                <a:cubicBezTo>
                  <a:pt x="516" y="393"/>
                  <a:pt x="535" y="393"/>
                  <a:pt x="550" y="393"/>
                </a:cubicBezTo>
                <a:cubicBezTo>
                  <a:pt x="565" y="393"/>
                  <a:pt x="576" y="393"/>
                  <a:pt x="583" y="392"/>
                </a:cubicBezTo>
                <a:cubicBezTo>
                  <a:pt x="589" y="392"/>
                  <a:pt x="593" y="392"/>
                  <a:pt x="594" y="392"/>
                </a:cubicBezTo>
                <a:cubicBezTo>
                  <a:pt x="602" y="392"/>
                  <a:pt x="606" y="395"/>
                  <a:pt x="606" y="400"/>
                </a:cubicBezTo>
                <a:cubicBezTo>
                  <a:pt x="606" y="401"/>
                  <a:pt x="606" y="406"/>
                  <a:pt x="605" y="413"/>
                </a:cubicBezTo>
                <a:cubicBezTo>
                  <a:pt x="601" y="424"/>
                  <a:pt x="598" y="431"/>
                  <a:pt x="595" y="432"/>
                </a:cubicBezTo>
                <a:cubicBezTo>
                  <a:pt x="594" y="432"/>
                  <a:pt x="589" y="433"/>
                  <a:pt x="582" y="433"/>
                </a:cubicBezTo>
                <a:cubicBezTo>
                  <a:pt x="570" y="433"/>
                  <a:pt x="558" y="434"/>
                  <a:pt x="545" y="435"/>
                </a:cubicBezTo>
                <a:cubicBezTo>
                  <a:pt x="541" y="437"/>
                  <a:pt x="538" y="440"/>
                  <a:pt x="536" y="444"/>
                </a:cubicBezTo>
                <a:cubicBezTo>
                  <a:pt x="534" y="447"/>
                  <a:pt x="530" y="463"/>
                  <a:pt x="523" y="490"/>
                </a:cubicBezTo>
                <a:cubicBezTo>
                  <a:pt x="518" y="509"/>
                  <a:pt x="513" y="526"/>
                  <a:pt x="510" y="540"/>
                </a:cubicBezTo>
                <a:cubicBezTo>
                  <a:pt x="495" y="602"/>
                  <a:pt x="486" y="633"/>
                  <a:pt x="484" y="635"/>
                </a:cubicBezTo>
                <a:cubicBezTo>
                  <a:pt x="483" y="636"/>
                  <a:pt x="482" y="637"/>
                  <a:pt x="480" y="637"/>
                </a:cubicBezTo>
                <a:cubicBezTo>
                  <a:pt x="474" y="637"/>
                  <a:pt x="466" y="631"/>
                  <a:pt x="455" y="619"/>
                </a:cubicBezTo>
                <a:cubicBezTo>
                  <a:pt x="444" y="607"/>
                  <a:pt x="437" y="597"/>
                  <a:pt x="434" y="591"/>
                </a:cubicBezTo>
                <a:cubicBezTo>
                  <a:pt x="434" y="590"/>
                  <a:pt x="433" y="590"/>
                  <a:pt x="432" y="591"/>
                </a:cubicBezTo>
                <a:cubicBezTo>
                  <a:pt x="431" y="591"/>
                  <a:pt x="429" y="593"/>
                  <a:pt x="427" y="595"/>
                </a:cubicBezTo>
                <a:cubicBezTo>
                  <a:pt x="382" y="637"/>
                  <a:pt x="322" y="657"/>
                  <a:pt x="246" y="657"/>
                </a:cubicBezTo>
                <a:cubicBezTo>
                  <a:pt x="173" y="657"/>
                  <a:pt x="113" y="634"/>
                  <a:pt x="68" y="588"/>
                </a:cubicBezTo>
                <a:cubicBezTo>
                  <a:pt x="23" y="542"/>
                  <a:pt x="0" y="482"/>
                  <a:pt x="0" y="41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9315720" y="4057560"/>
            <a:ext cx="77760" cy="325080"/>
          </a:xfrm>
          <a:custGeom>
            <a:avLst/>
            <a:gdLst/>
            <a:ahLst/>
            <a:rect l="0" t="0" r="r" b="b"/>
            <a:pathLst>
              <a:path w="216" h="903">
                <a:moveTo>
                  <a:pt x="0" y="452"/>
                </a:moveTo>
                <a:cubicBezTo>
                  <a:pt x="0" y="410"/>
                  <a:pt x="3" y="371"/>
                  <a:pt x="9" y="334"/>
                </a:cubicBezTo>
                <a:cubicBezTo>
                  <a:pt x="15" y="296"/>
                  <a:pt x="22" y="264"/>
                  <a:pt x="30" y="237"/>
                </a:cubicBezTo>
                <a:cubicBezTo>
                  <a:pt x="38" y="210"/>
                  <a:pt x="50" y="184"/>
                  <a:pt x="64" y="158"/>
                </a:cubicBezTo>
                <a:cubicBezTo>
                  <a:pt x="78" y="132"/>
                  <a:pt x="90" y="112"/>
                  <a:pt x="98" y="97"/>
                </a:cubicBezTo>
                <a:cubicBezTo>
                  <a:pt x="107" y="83"/>
                  <a:pt x="119" y="67"/>
                  <a:pt x="136" y="50"/>
                </a:cubicBezTo>
                <a:cubicBezTo>
                  <a:pt x="153" y="34"/>
                  <a:pt x="163" y="23"/>
                  <a:pt x="166" y="20"/>
                </a:cubicBezTo>
                <a:cubicBezTo>
                  <a:pt x="169" y="16"/>
                  <a:pt x="176" y="10"/>
                  <a:pt x="189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2"/>
                  <a:pt x="216" y="9"/>
                </a:cubicBezTo>
                <a:cubicBezTo>
                  <a:pt x="216" y="11"/>
                  <a:pt x="211" y="17"/>
                  <a:pt x="201" y="28"/>
                </a:cubicBezTo>
                <a:cubicBezTo>
                  <a:pt x="191" y="39"/>
                  <a:pt x="179" y="55"/>
                  <a:pt x="164" y="76"/>
                </a:cubicBezTo>
                <a:cubicBezTo>
                  <a:pt x="150" y="97"/>
                  <a:pt x="135" y="123"/>
                  <a:pt x="120" y="153"/>
                </a:cubicBezTo>
                <a:cubicBezTo>
                  <a:pt x="105" y="184"/>
                  <a:pt x="92" y="225"/>
                  <a:pt x="82" y="278"/>
                </a:cubicBezTo>
                <a:cubicBezTo>
                  <a:pt x="72" y="330"/>
                  <a:pt x="67" y="388"/>
                  <a:pt x="67" y="452"/>
                </a:cubicBezTo>
                <a:cubicBezTo>
                  <a:pt x="67" y="516"/>
                  <a:pt x="72" y="574"/>
                  <a:pt x="82" y="625"/>
                </a:cubicBezTo>
                <a:cubicBezTo>
                  <a:pt x="92" y="677"/>
                  <a:pt x="105" y="719"/>
                  <a:pt x="119" y="751"/>
                </a:cubicBezTo>
                <a:cubicBezTo>
                  <a:pt x="133" y="783"/>
                  <a:pt x="148" y="808"/>
                  <a:pt x="163" y="828"/>
                </a:cubicBezTo>
                <a:cubicBezTo>
                  <a:pt x="178" y="848"/>
                  <a:pt x="191" y="864"/>
                  <a:pt x="201" y="876"/>
                </a:cubicBezTo>
                <a:cubicBezTo>
                  <a:pt x="211" y="888"/>
                  <a:pt x="216" y="895"/>
                  <a:pt x="216" y="895"/>
                </a:cubicBezTo>
                <a:cubicBezTo>
                  <a:pt x="216" y="901"/>
                  <a:pt x="212" y="903"/>
                  <a:pt x="203" y="903"/>
                </a:cubicBezTo>
                <a:lnTo>
                  <a:pt x="200" y="903"/>
                </a:lnTo>
                <a:lnTo>
                  <a:pt x="189" y="903"/>
                </a:lnTo>
                <a:lnTo>
                  <a:pt x="163" y="882"/>
                </a:lnTo>
                <a:cubicBezTo>
                  <a:pt x="107" y="830"/>
                  <a:pt x="65" y="767"/>
                  <a:pt x="40" y="690"/>
                </a:cubicBezTo>
                <a:cubicBezTo>
                  <a:pt x="13" y="614"/>
                  <a:pt x="0" y="534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9421920" y="4156560"/>
            <a:ext cx="140040" cy="145080"/>
          </a:xfrm>
          <a:custGeom>
            <a:avLst/>
            <a:gdLst/>
            <a:ahLst/>
            <a:rect l="0" t="0" r="r" b="b"/>
            <a:pathLst>
              <a:path w="389" h="403">
                <a:moveTo>
                  <a:pt x="14" y="165"/>
                </a:moveTo>
                <a:cubicBezTo>
                  <a:pt x="14" y="164"/>
                  <a:pt x="16" y="138"/>
                  <a:pt x="21" y="87"/>
                </a:cubicBezTo>
                <a:cubicBezTo>
                  <a:pt x="24" y="36"/>
                  <a:pt x="26" y="9"/>
                  <a:pt x="26" y="8"/>
                </a:cubicBezTo>
                <a:lnTo>
                  <a:pt x="26" y="1"/>
                </a:lnTo>
                <a:lnTo>
                  <a:pt x="199" y="1"/>
                </a:lnTo>
                <a:cubicBezTo>
                  <a:pt x="222" y="1"/>
                  <a:pt x="247" y="1"/>
                  <a:pt x="275" y="1"/>
                </a:cubicBezTo>
                <a:cubicBezTo>
                  <a:pt x="304" y="1"/>
                  <a:pt x="321" y="1"/>
                  <a:pt x="328" y="0"/>
                </a:cubicBezTo>
                <a:cubicBezTo>
                  <a:pt x="356" y="0"/>
                  <a:pt x="373" y="1"/>
                  <a:pt x="378" y="4"/>
                </a:cubicBezTo>
                <a:cubicBezTo>
                  <a:pt x="384" y="6"/>
                  <a:pt x="386" y="13"/>
                  <a:pt x="386" y="24"/>
                </a:cubicBezTo>
                <a:cubicBezTo>
                  <a:pt x="386" y="32"/>
                  <a:pt x="386" y="36"/>
                  <a:pt x="385" y="37"/>
                </a:cubicBezTo>
                <a:cubicBezTo>
                  <a:pt x="384" y="40"/>
                  <a:pt x="345" y="93"/>
                  <a:pt x="267" y="195"/>
                </a:cubicBezTo>
                <a:cubicBezTo>
                  <a:pt x="190" y="298"/>
                  <a:pt x="150" y="351"/>
                  <a:pt x="147" y="353"/>
                </a:cubicBezTo>
                <a:lnTo>
                  <a:pt x="186" y="353"/>
                </a:lnTo>
                <a:cubicBezTo>
                  <a:pt x="200" y="352"/>
                  <a:pt x="209" y="352"/>
                  <a:pt x="214" y="352"/>
                </a:cubicBezTo>
                <a:cubicBezTo>
                  <a:pt x="219" y="352"/>
                  <a:pt x="227" y="351"/>
                  <a:pt x="240" y="350"/>
                </a:cubicBezTo>
                <a:cubicBezTo>
                  <a:pt x="253" y="349"/>
                  <a:pt x="261" y="347"/>
                  <a:pt x="265" y="344"/>
                </a:cubicBezTo>
                <a:cubicBezTo>
                  <a:pt x="270" y="341"/>
                  <a:pt x="276" y="337"/>
                  <a:pt x="286" y="333"/>
                </a:cubicBezTo>
                <a:cubicBezTo>
                  <a:pt x="296" y="329"/>
                  <a:pt x="302" y="323"/>
                  <a:pt x="306" y="314"/>
                </a:cubicBezTo>
                <a:cubicBezTo>
                  <a:pt x="310" y="306"/>
                  <a:pt x="314" y="297"/>
                  <a:pt x="319" y="287"/>
                </a:cubicBezTo>
                <a:cubicBezTo>
                  <a:pt x="323" y="276"/>
                  <a:pt x="327" y="264"/>
                  <a:pt x="329" y="248"/>
                </a:cubicBezTo>
                <a:cubicBezTo>
                  <a:pt x="332" y="232"/>
                  <a:pt x="333" y="218"/>
                  <a:pt x="333" y="207"/>
                </a:cubicBezTo>
                <a:cubicBezTo>
                  <a:pt x="333" y="206"/>
                  <a:pt x="342" y="206"/>
                  <a:pt x="361" y="206"/>
                </a:cubicBezTo>
                <a:lnTo>
                  <a:pt x="389" y="206"/>
                </a:lnTo>
                <a:lnTo>
                  <a:pt x="389" y="211"/>
                </a:lnTo>
                <a:cubicBezTo>
                  <a:pt x="388" y="213"/>
                  <a:pt x="386" y="244"/>
                  <a:pt x="381" y="305"/>
                </a:cubicBezTo>
                <a:cubicBezTo>
                  <a:pt x="376" y="365"/>
                  <a:pt x="373" y="396"/>
                  <a:pt x="373" y="397"/>
                </a:cubicBezTo>
                <a:lnTo>
                  <a:pt x="373" y="403"/>
                </a:lnTo>
                <a:lnTo>
                  <a:pt x="193" y="403"/>
                </a:lnTo>
                <a:cubicBezTo>
                  <a:pt x="73" y="403"/>
                  <a:pt x="12" y="402"/>
                  <a:pt x="10" y="401"/>
                </a:cubicBezTo>
                <a:cubicBezTo>
                  <a:pt x="3" y="398"/>
                  <a:pt x="0" y="390"/>
                  <a:pt x="0" y="377"/>
                </a:cubicBezTo>
                <a:lnTo>
                  <a:pt x="0" y="373"/>
                </a:lnTo>
                <a:cubicBezTo>
                  <a:pt x="0" y="368"/>
                  <a:pt x="2" y="362"/>
                  <a:pt x="7" y="356"/>
                </a:cubicBezTo>
                <a:cubicBezTo>
                  <a:pt x="12" y="349"/>
                  <a:pt x="26" y="331"/>
                  <a:pt x="48" y="302"/>
                </a:cubicBezTo>
                <a:cubicBezTo>
                  <a:pt x="75" y="266"/>
                  <a:pt x="99" y="234"/>
                  <a:pt x="120" y="206"/>
                </a:cubicBezTo>
                <a:lnTo>
                  <a:pt x="241" y="47"/>
                </a:lnTo>
                <a:lnTo>
                  <a:pt x="203" y="47"/>
                </a:lnTo>
                <a:cubicBezTo>
                  <a:pt x="163" y="48"/>
                  <a:pt x="135" y="51"/>
                  <a:pt x="121" y="59"/>
                </a:cubicBezTo>
                <a:cubicBezTo>
                  <a:pt x="96" y="71"/>
                  <a:pt x="81" y="94"/>
                  <a:pt x="76" y="128"/>
                </a:cubicBezTo>
                <a:cubicBezTo>
                  <a:pt x="73" y="142"/>
                  <a:pt x="71" y="156"/>
                  <a:pt x="71" y="171"/>
                </a:cubicBezTo>
                <a:cubicBezTo>
                  <a:pt x="71" y="172"/>
                  <a:pt x="62" y="172"/>
                  <a:pt x="43" y="172"/>
                </a:cubicBezTo>
                <a:lnTo>
                  <a:pt x="14" y="172"/>
                </a:lnTo>
                <a:lnTo>
                  <a:pt x="14" y="16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9603000" y="4261680"/>
            <a:ext cx="43200" cy="102960"/>
          </a:xfrm>
          <a:custGeom>
            <a:avLst/>
            <a:gdLst/>
            <a:ahLst/>
            <a:rect l="0" t="0" r="r" b="b"/>
            <a:pathLst>
              <a:path w="120" h="286">
                <a:moveTo>
                  <a:pt x="0" y="78"/>
                </a:moveTo>
                <a:cubicBezTo>
                  <a:pt x="0" y="78"/>
                  <a:pt x="0" y="71"/>
                  <a:pt x="0" y="55"/>
                </a:cubicBezTo>
                <a:cubicBezTo>
                  <a:pt x="0" y="40"/>
                  <a:pt x="4" y="27"/>
                  <a:pt x="14" y="17"/>
                </a:cubicBezTo>
                <a:cubicBezTo>
                  <a:pt x="24" y="6"/>
                  <a:pt x="37" y="0"/>
                  <a:pt x="54" y="0"/>
                </a:cubicBezTo>
                <a:cubicBezTo>
                  <a:pt x="71" y="0"/>
                  <a:pt x="86" y="8"/>
                  <a:pt x="99" y="23"/>
                </a:cubicBezTo>
                <a:cubicBezTo>
                  <a:pt x="112" y="38"/>
                  <a:pt x="119" y="64"/>
                  <a:pt x="120" y="102"/>
                </a:cubicBezTo>
                <a:cubicBezTo>
                  <a:pt x="120" y="123"/>
                  <a:pt x="117" y="144"/>
                  <a:pt x="112" y="164"/>
                </a:cubicBezTo>
                <a:cubicBezTo>
                  <a:pt x="106" y="184"/>
                  <a:pt x="100" y="201"/>
                  <a:pt x="93" y="215"/>
                </a:cubicBezTo>
                <a:cubicBezTo>
                  <a:pt x="85" y="230"/>
                  <a:pt x="78" y="243"/>
                  <a:pt x="69" y="253"/>
                </a:cubicBezTo>
                <a:cubicBezTo>
                  <a:pt x="61" y="263"/>
                  <a:pt x="54" y="272"/>
                  <a:pt x="48" y="278"/>
                </a:cubicBezTo>
                <a:cubicBezTo>
                  <a:pt x="42" y="284"/>
                  <a:pt x="37" y="286"/>
                  <a:pt x="35" y="286"/>
                </a:cubicBezTo>
                <a:cubicBezTo>
                  <a:pt x="32" y="286"/>
                  <a:pt x="28" y="283"/>
                  <a:pt x="23" y="278"/>
                </a:cubicBezTo>
                <a:cubicBezTo>
                  <a:pt x="18" y="272"/>
                  <a:pt x="15" y="268"/>
                  <a:pt x="15" y="266"/>
                </a:cubicBezTo>
                <a:cubicBezTo>
                  <a:pt x="15" y="263"/>
                  <a:pt x="18" y="259"/>
                  <a:pt x="25" y="251"/>
                </a:cubicBezTo>
                <a:cubicBezTo>
                  <a:pt x="31" y="244"/>
                  <a:pt x="39" y="235"/>
                  <a:pt x="48" y="223"/>
                </a:cubicBezTo>
                <a:cubicBezTo>
                  <a:pt x="57" y="212"/>
                  <a:pt x="65" y="197"/>
                  <a:pt x="72" y="178"/>
                </a:cubicBezTo>
                <a:cubicBezTo>
                  <a:pt x="79" y="159"/>
                  <a:pt x="84" y="137"/>
                  <a:pt x="86" y="112"/>
                </a:cubicBezTo>
                <a:lnTo>
                  <a:pt x="86" y="101"/>
                </a:lnTo>
                <a:lnTo>
                  <a:pt x="85" y="102"/>
                </a:lnTo>
                <a:cubicBezTo>
                  <a:pt x="84" y="103"/>
                  <a:pt x="83" y="104"/>
                  <a:pt x="81" y="104"/>
                </a:cubicBezTo>
                <a:cubicBezTo>
                  <a:pt x="79" y="105"/>
                  <a:pt x="77" y="106"/>
                  <a:pt x="75" y="107"/>
                </a:cubicBezTo>
                <a:cubicBezTo>
                  <a:pt x="74" y="108"/>
                  <a:pt x="71" y="109"/>
                  <a:pt x="67" y="109"/>
                </a:cubicBezTo>
                <a:cubicBezTo>
                  <a:pt x="64" y="109"/>
                  <a:pt x="60" y="109"/>
                  <a:pt x="57" y="110"/>
                </a:cubicBezTo>
                <a:cubicBezTo>
                  <a:pt x="39" y="110"/>
                  <a:pt x="26" y="104"/>
                  <a:pt x="16" y="94"/>
                </a:cubicBezTo>
                <a:lnTo>
                  <a:pt x="0" y="7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9729360" y="4156920"/>
            <a:ext cx="181440" cy="209520"/>
          </a:xfrm>
          <a:custGeom>
            <a:avLst/>
            <a:gdLst/>
            <a:ahLst/>
            <a:rect l="0" t="0" r="r" b="b"/>
            <a:pathLst>
              <a:path w="504" h="582">
                <a:moveTo>
                  <a:pt x="55" y="494"/>
                </a:moveTo>
                <a:cubicBezTo>
                  <a:pt x="55" y="498"/>
                  <a:pt x="56" y="504"/>
                  <a:pt x="58" y="509"/>
                </a:cubicBezTo>
                <a:cubicBezTo>
                  <a:pt x="60" y="514"/>
                  <a:pt x="64" y="520"/>
                  <a:pt x="72" y="526"/>
                </a:cubicBezTo>
                <a:cubicBezTo>
                  <a:pt x="79" y="532"/>
                  <a:pt x="88" y="535"/>
                  <a:pt x="100" y="536"/>
                </a:cubicBezTo>
                <a:cubicBezTo>
                  <a:pt x="109" y="535"/>
                  <a:pt x="117" y="534"/>
                  <a:pt x="126" y="531"/>
                </a:cubicBezTo>
                <a:cubicBezTo>
                  <a:pt x="134" y="528"/>
                  <a:pt x="141" y="524"/>
                  <a:pt x="147" y="520"/>
                </a:cubicBezTo>
                <a:cubicBezTo>
                  <a:pt x="153" y="516"/>
                  <a:pt x="159" y="511"/>
                  <a:pt x="165" y="504"/>
                </a:cubicBezTo>
                <a:cubicBezTo>
                  <a:pt x="171" y="498"/>
                  <a:pt x="176" y="493"/>
                  <a:pt x="180" y="487"/>
                </a:cubicBezTo>
                <a:cubicBezTo>
                  <a:pt x="183" y="482"/>
                  <a:pt x="187" y="476"/>
                  <a:pt x="191" y="470"/>
                </a:cubicBezTo>
                <a:cubicBezTo>
                  <a:pt x="194" y="464"/>
                  <a:pt x="197" y="459"/>
                  <a:pt x="199" y="455"/>
                </a:cubicBezTo>
                <a:cubicBezTo>
                  <a:pt x="201" y="451"/>
                  <a:pt x="202" y="446"/>
                  <a:pt x="204" y="442"/>
                </a:cubicBezTo>
                <a:cubicBezTo>
                  <a:pt x="206" y="438"/>
                  <a:pt x="207" y="436"/>
                  <a:pt x="207" y="435"/>
                </a:cubicBezTo>
                <a:lnTo>
                  <a:pt x="222" y="402"/>
                </a:lnTo>
                <a:lnTo>
                  <a:pt x="66" y="56"/>
                </a:lnTo>
                <a:lnTo>
                  <a:pt x="3" y="56"/>
                </a:lnTo>
                <a:lnTo>
                  <a:pt x="3" y="0"/>
                </a:lnTo>
                <a:lnTo>
                  <a:pt x="10" y="0"/>
                </a:lnTo>
                <a:cubicBezTo>
                  <a:pt x="19" y="2"/>
                  <a:pt x="53" y="3"/>
                  <a:pt x="111" y="3"/>
                </a:cubicBezTo>
                <a:cubicBezTo>
                  <a:pt x="175" y="3"/>
                  <a:pt x="212" y="2"/>
                  <a:pt x="223" y="0"/>
                </a:cubicBezTo>
                <a:lnTo>
                  <a:pt x="231" y="0"/>
                </a:lnTo>
                <a:lnTo>
                  <a:pt x="231" y="56"/>
                </a:lnTo>
                <a:lnTo>
                  <a:pt x="210" y="56"/>
                </a:lnTo>
                <a:cubicBezTo>
                  <a:pt x="196" y="56"/>
                  <a:pt x="189" y="56"/>
                  <a:pt x="189" y="58"/>
                </a:cubicBezTo>
                <a:lnTo>
                  <a:pt x="284" y="264"/>
                </a:lnTo>
                <a:lnTo>
                  <a:pt x="379" y="56"/>
                </a:lnTo>
                <a:lnTo>
                  <a:pt x="336" y="56"/>
                </a:lnTo>
                <a:lnTo>
                  <a:pt x="336" y="0"/>
                </a:lnTo>
                <a:lnTo>
                  <a:pt x="342" y="0"/>
                </a:lnTo>
                <a:cubicBezTo>
                  <a:pt x="350" y="2"/>
                  <a:pt x="378" y="3"/>
                  <a:pt x="427" y="3"/>
                </a:cubicBezTo>
                <a:cubicBezTo>
                  <a:pt x="471" y="3"/>
                  <a:pt x="495" y="2"/>
                  <a:pt x="499" y="0"/>
                </a:cubicBezTo>
                <a:lnTo>
                  <a:pt x="504" y="0"/>
                </a:lnTo>
                <a:lnTo>
                  <a:pt x="504" y="56"/>
                </a:lnTo>
                <a:lnTo>
                  <a:pt x="441" y="56"/>
                </a:lnTo>
                <a:lnTo>
                  <a:pt x="347" y="263"/>
                </a:lnTo>
                <a:cubicBezTo>
                  <a:pt x="281" y="406"/>
                  <a:pt x="248" y="478"/>
                  <a:pt x="248" y="480"/>
                </a:cubicBezTo>
                <a:cubicBezTo>
                  <a:pt x="231" y="511"/>
                  <a:pt x="209" y="536"/>
                  <a:pt x="183" y="554"/>
                </a:cubicBezTo>
                <a:cubicBezTo>
                  <a:pt x="156" y="572"/>
                  <a:pt x="128" y="582"/>
                  <a:pt x="98" y="582"/>
                </a:cubicBezTo>
                <a:cubicBezTo>
                  <a:pt x="70" y="582"/>
                  <a:pt x="47" y="574"/>
                  <a:pt x="28" y="557"/>
                </a:cubicBezTo>
                <a:cubicBezTo>
                  <a:pt x="10" y="540"/>
                  <a:pt x="0" y="518"/>
                  <a:pt x="0" y="492"/>
                </a:cubicBezTo>
                <a:cubicBezTo>
                  <a:pt x="0" y="470"/>
                  <a:pt x="7" y="455"/>
                  <a:pt x="19" y="447"/>
                </a:cubicBezTo>
                <a:cubicBezTo>
                  <a:pt x="32" y="438"/>
                  <a:pt x="45" y="434"/>
                  <a:pt x="58" y="433"/>
                </a:cubicBezTo>
                <a:cubicBezTo>
                  <a:pt x="72" y="433"/>
                  <a:pt x="85" y="438"/>
                  <a:pt x="97" y="447"/>
                </a:cubicBezTo>
                <a:cubicBezTo>
                  <a:pt x="108" y="456"/>
                  <a:pt x="115" y="468"/>
                  <a:pt x="117" y="485"/>
                </a:cubicBezTo>
                <a:lnTo>
                  <a:pt x="117" y="492"/>
                </a:lnTo>
                <a:lnTo>
                  <a:pt x="55" y="492"/>
                </a:lnTo>
                <a:lnTo>
                  <a:pt x="55" y="49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9937080" y="405756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9" y="0"/>
                </a:lnTo>
                <a:lnTo>
                  <a:pt x="54" y="22"/>
                </a:lnTo>
                <a:cubicBezTo>
                  <a:pt x="111" y="74"/>
                  <a:pt x="152" y="137"/>
                  <a:pt x="178" y="214"/>
                </a:cubicBezTo>
                <a:cubicBezTo>
                  <a:pt x="204" y="290"/>
                  <a:pt x="217" y="370"/>
                  <a:pt x="217" y="452"/>
                </a:cubicBezTo>
                <a:cubicBezTo>
                  <a:pt x="217" y="493"/>
                  <a:pt x="214" y="532"/>
                  <a:pt x="208" y="570"/>
                </a:cubicBezTo>
                <a:cubicBezTo>
                  <a:pt x="202" y="608"/>
                  <a:pt x="195" y="640"/>
                  <a:pt x="187" y="667"/>
                </a:cubicBezTo>
                <a:cubicBezTo>
                  <a:pt x="179" y="693"/>
                  <a:pt x="168" y="720"/>
                  <a:pt x="153" y="746"/>
                </a:cubicBezTo>
                <a:cubicBezTo>
                  <a:pt x="139" y="773"/>
                  <a:pt x="128" y="793"/>
                  <a:pt x="119" y="807"/>
                </a:cubicBezTo>
                <a:cubicBezTo>
                  <a:pt x="111" y="820"/>
                  <a:pt x="98" y="836"/>
                  <a:pt x="82" y="853"/>
                </a:cubicBezTo>
                <a:cubicBezTo>
                  <a:pt x="66" y="870"/>
                  <a:pt x="56" y="879"/>
                  <a:pt x="53" y="882"/>
                </a:cubicBezTo>
                <a:cubicBezTo>
                  <a:pt x="50" y="885"/>
                  <a:pt x="43" y="891"/>
                  <a:pt x="33" y="900"/>
                </a:cubicBezTo>
                <a:cubicBezTo>
                  <a:pt x="31" y="901"/>
                  <a:pt x="30" y="903"/>
                  <a:pt x="29" y="903"/>
                </a:cubicBezTo>
                <a:lnTo>
                  <a:pt x="17" y="903"/>
                </a:lnTo>
                <a:cubicBezTo>
                  <a:pt x="12" y="903"/>
                  <a:pt x="9" y="903"/>
                  <a:pt x="7" y="903"/>
                </a:cubicBezTo>
                <a:cubicBezTo>
                  <a:pt x="5" y="903"/>
                  <a:pt x="4" y="902"/>
                  <a:pt x="3" y="901"/>
                </a:cubicBezTo>
                <a:cubicBezTo>
                  <a:pt x="1" y="899"/>
                  <a:pt x="1" y="896"/>
                  <a:pt x="0" y="892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4" y="784"/>
                  <a:pt x="151" y="641"/>
                  <a:pt x="151" y="452"/>
                </a:cubicBezTo>
                <a:cubicBezTo>
                  <a:pt x="151" y="263"/>
                  <a:pt x="104" y="120"/>
                  <a:pt x="10" y="23"/>
                </a:cubicBezTo>
                <a:cubicBezTo>
                  <a:pt x="4" y="16"/>
                  <a:pt x="1" y="12"/>
                  <a:pt x="0" y="12"/>
                </a:cubicBezTo>
                <a:cubicBezTo>
                  <a:pt x="0" y="7"/>
                  <a:pt x="1" y="2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10071000" y="4261680"/>
            <a:ext cx="43200" cy="102960"/>
          </a:xfrm>
          <a:custGeom>
            <a:avLst/>
            <a:gdLst/>
            <a:ahLst/>
            <a:rect l="0" t="0" r="r" b="b"/>
            <a:pathLst>
              <a:path w="120" h="286">
                <a:moveTo>
                  <a:pt x="0" y="78"/>
                </a:moveTo>
                <a:cubicBezTo>
                  <a:pt x="0" y="78"/>
                  <a:pt x="0" y="71"/>
                  <a:pt x="0" y="55"/>
                </a:cubicBezTo>
                <a:cubicBezTo>
                  <a:pt x="0" y="40"/>
                  <a:pt x="5" y="27"/>
                  <a:pt x="14" y="17"/>
                </a:cubicBezTo>
                <a:cubicBezTo>
                  <a:pt x="24" y="6"/>
                  <a:pt x="37" y="0"/>
                  <a:pt x="54" y="0"/>
                </a:cubicBezTo>
                <a:cubicBezTo>
                  <a:pt x="71" y="0"/>
                  <a:pt x="86" y="8"/>
                  <a:pt x="99" y="23"/>
                </a:cubicBezTo>
                <a:cubicBezTo>
                  <a:pt x="112" y="38"/>
                  <a:pt x="119" y="64"/>
                  <a:pt x="120" y="102"/>
                </a:cubicBezTo>
                <a:cubicBezTo>
                  <a:pt x="120" y="123"/>
                  <a:pt x="117" y="144"/>
                  <a:pt x="112" y="164"/>
                </a:cubicBezTo>
                <a:cubicBezTo>
                  <a:pt x="106" y="184"/>
                  <a:pt x="100" y="201"/>
                  <a:pt x="93" y="215"/>
                </a:cubicBezTo>
                <a:cubicBezTo>
                  <a:pt x="86" y="230"/>
                  <a:pt x="78" y="243"/>
                  <a:pt x="69" y="253"/>
                </a:cubicBezTo>
                <a:cubicBezTo>
                  <a:pt x="61" y="263"/>
                  <a:pt x="54" y="272"/>
                  <a:pt x="47" y="278"/>
                </a:cubicBezTo>
                <a:cubicBezTo>
                  <a:pt x="41" y="284"/>
                  <a:pt x="37" y="286"/>
                  <a:pt x="35" y="286"/>
                </a:cubicBezTo>
                <a:cubicBezTo>
                  <a:pt x="33" y="286"/>
                  <a:pt x="29" y="283"/>
                  <a:pt x="23" y="278"/>
                </a:cubicBezTo>
                <a:cubicBezTo>
                  <a:pt x="18" y="272"/>
                  <a:pt x="15" y="268"/>
                  <a:pt x="15" y="266"/>
                </a:cubicBezTo>
                <a:cubicBezTo>
                  <a:pt x="15" y="263"/>
                  <a:pt x="18" y="259"/>
                  <a:pt x="25" y="251"/>
                </a:cubicBezTo>
                <a:cubicBezTo>
                  <a:pt x="32" y="244"/>
                  <a:pt x="39" y="235"/>
                  <a:pt x="48" y="223"/>
                </a:cubicBezTo>
                <a:cubicBezTo>
                  <a:pt x="57" y="212"/>
                  <a:pt x="65" y="197"/>
                  <a:pt x="72" y="178"/>
                </a:cubicBezTo>
                <a:cubicBezTo>
                  <a:pt x="79" y="159"/>
                  <a:pt x="84" y="137"/>
                  <a:pt x="87" y="112"/>
                </a:cubicBezTo>
                <a:lnTo>
                  <a:pt x="87" y="101"/>
                </a:lnTo>
                <a:lnTo>
                  <a:pt x="86" y="102"/>
                </a:lnTo>
                <a:cubicBezTo>
                  <a:pt x="84" y="103"/>
                  <a:pt x="83" y="104"/>
                  <a:pt x="81" y="104"/>
                </a:cubicBezTo>
                <a:cubicBezTo>
                  <a:pt x="79" y="105"/>
                  <a:pt x="78" y="106"/>
                  <a:pt x="76" y="107"/>
                </a:cubicBezTo>
                <a:cubicBezTo>
                  <a:pt x="74" y="108"/>
                  <a:pt x="71" y="109"/>
                  <a:pt x="68" y="109"/>
                </a:cubicBezTo>
                <a:cubicBezTo>
                  <a:pt x="64" y="109"/>
                  <a:pt x="60" y="109"/>
                  <a:pt x="57" y="110"/>
                </a:cubicBezTo>
                <a:cubicBezTo>
                  <a:pt x="39" y="110"/>
                  <a:pt x="26" y="104"/>
                  <a:pt x="16" y="94"/>
                </a:cubicBezTo>
                <a:lnTo>
                  <a:pt x="0" y="7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10200600" y="4079160"/>
            <a:ext cx="250560" cy="222480"/>
          </a:xfrm>
          <a:custGeom>
            <a:avLst/>
            <a:gdLst/>
            <a:ahLst/>
            <a:rect l="0" t="0" r="r" b="b"/>
            <a:pathLst>
              <a:path w="696" h="618">
                <a:moveTo>
                  <a:pt x="230" y="50"/>
                </a:moveTo>
                <a:cubicBezTo>
                  <a:pt x="230" y="46"/>
                  <a:pt x="213" y="43"/>
                  <a:pt x="178" y="42"/>
                </a:cubicBezTo>
                <a:cubicBezTo>
                  <a:pt x="164" y="42"/>
                  <a:pt x="155" y="41"/>
                  <a:pt x="151" y="41"/>
                </a:cubicBezTo>
                <a:cubicBezTo>
                  <a:pt x="147" y="40"/>
                  <a:pt x="145" y="38"/>
                  <a:pt x="145" y="33"/>
                </a:cubicBezTo>
                <a:cubicBezTo>
                  <a:pt x="145" y="28"/>
                  <a:pt x="146" y="22"/>
                  <a:pt x="148" y="15"/>
                </a:cubicBezTo>
                <a:cubicBezTo>
                  <a:pt x="151" y="7"/>
                  <a:pt x="153" y="3"/>
                  <a:pt x="155" y="1"/>
                </a:cubicBezTo>
                <a:cubicBezTo>
                  <a:pt x="156" y="1"/>
                  <a:pt x="216" y="0"/>
                  <a:pt x="334" y="0"/>
                </a:cubicBezTo>
                <a:cubicBezTo>
                  <a:pt x="435" y="1"/>
                  <a:pt x="492" y="1"/>
                  <a:pt x="504" y="1"/>
                </a:cubicBezTo>
                <a:cubicBezTo>
                  <a:pt x="516" y="1"/>
                  <a:pt x="528" y="3"/>
                  <a:pt x="540" y="7"/>
                </a:cubicBezTo>
                <a:cubicBezTo>
                  <a:pt x="584" y="17"/>
                  <a:pt x="620" y="41"/>
                  <a:pt x="650" y="79"/>
                </a:cubicBezTo>
                <a:cubicBezTo>
                  <a:pt x="680" y="116"/>
                  <a:pt x="696" y="166"/>
                  <a:pt x="696" y="229"/>
                </a:cubicBezTo>
                <a:cubicBezTo>
                  <a:pt x="696" y="322"/>
                  <a:pt x="664" y="407"/>
                  <a:pt x="600" y="481"/>
                </a:cubicBezTo>
                <a:cubicBezTo>
                  <a:pt x="535" y="556"/>
                  <a:pt x="459" y="600"/>
                  <a:pt x="371" y="615"/>
                </a:cubicBezTo>
                <a:lnTo>
                  <a:pt x="359" y="617"/>
                </a:lnTo>
                <a:lnTo>
                  <a:pt x="184" y="618"/>
                </a:lnTo>
                <a:lnTo>
                  <a:pt x="83" y="618"/>
                </a:lnTo>
                <a:lnTo>
                  <a:pt x="36" y="618"/>
                </a:lnTo>
                <a:cubicBezTo>
                  <a:pt x="21" y="618"/>
                  <a:pt x="12" y="617"/>
                  <a:pt x="8" y="616"/>
                </a:cubicBezTo>
                <a:cubicBezTo>
                  <a:pt x="3" y="615"/>
                  <a:pt x="1" y="612"/>
                  <a:pt x="0" y="608"/>
                </a:cubicBezTo>
                <a:cubicBezTo>
                  <a:pt x="0" y="606"/>
                  <a:pt x="1" y="602"/>
                  <a:pt x="3" y="595"/>
                </a:cubicBezTo>
                <a:cubicBezTo>
                  <a:pt x="6" y="585"/>
                  <a:pt x="8" y="580"/>
                  <a:pt x="10" y="579"/>
                </a:cubicBezTo>
                <a:cubicBezTo>
                  <a:pt x="13" y="578"/>
                  <a:pt x="20" y="577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4" y="572"/>
                  <a:pt x="99" y="568"/>
                  <a:pt x="102" y="563"/>
                </a:cubicBezTo>
                <a:cubicBezTo>
                  <a:pt x="104" y="560"/>
                  <a:pt x="126" y="477"/>
                  <a:pt x="167" y="312"/>
                </a:cubicBezTo>
                <a:cubicBezTo>
                  <a:pt x="209" y="147"/>
                  <a:pt x="230" y="59"/>
                  <a:pt x="230" y="50"/>
                </a:cubicBezTo>
                <a:moveTo>
                  <a:pt x="606" y="194"/>
                </a:moveTo>
                <a:cubicBezTo>
                  <a:pt x="606" y="171"/>
                  <a:pt x="603" y="151"/>
                  <a:pt x="596" y="133"/>
                </a:cubicBezTo>
                <a:cubicBezTo>
                  <a:pt x="590" y="115"/>
                  <a:pt x="582" y="101"/>
                  <a:pt x="573" y="91"/>
                </a:cubicBezTo>
                <a:cubicBezTo>
                  <a:pt x="564" y="80"/>
                  <a:pt x="553" y="72"/>
                  <a:pt x="539" y="63"/>
                </a:cubicBezTo>
                <a:cubicBezTo>
                  <a:pt x="526" y="56"/>
                  <a:pt x="514" y="51"/>
                  <a:pt x="504" y="49"/>
                </a:cubicBezTo>
                <a:cubicBezTo>
                  <a:pt x="494" y="47"/>
                  <a:pt x="483" y="44"/>
                  <a:pt x="473" y="43"/>
                </a:cubicBezTo>
                <a:cubicBezTo>
                  <a:pt x="471" y="43"/>
                  <a:pt x="466" y="43"/>
                  <a:pt x="459" y="43"/>
                </a:cubicBezTo>
                <a:cubicBezTo>
                  <a:pt x="452" y="43"/>
                  <a:pt x="443" y="43"/>
                  <a:pt x="433" y="43"/>
                </a:cubicBezTo>
                <a:cubicBezTo>
                  <a:pt x="422" y="43"/>
                  <a:pt x="413" y="42"/>
                  <a:pt x="403" y="42"/>
                </a:cubicBezTo>
                <a:lnTo>
                  <a:pt x="364" y="42"/>
                </a:lnTo>
                <a:cubicBezTo>
                  <a:pt x="338" y="42"/>
                  <a:pt x="323" y="45"/>
                  <a:pt x="319" y="51"/>
                </a:cubicBezTo>
                <a:cubicBezTo>
                  <a:pt x="318" y="53"/>
                  <a:pt x="296" y="141"/>
                  <a:pt x="253" y="312"/>
                </a:cubicBezTo>
                <a:cubicBezTo>
                  <a:pt x="210" y="483"/>
                  <a:pt x="189" y="569"/>
                  <a:pt x="189" y="571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6" y="574"/>
                  <a:pt x="229" y="575"/>
                  <a:pt x="268" y="575"/>
                </a:cubicBezTo>
                <a:cubicBezTo>
                  <a:pt x="271" y="575"/>
                  <a:pt x="277" y="575"/>
                  <a:pt x="286" y="575"/>
                </a:cubicBezTo>
                <a:cubicBezTo>
                  <a:pt x="294" y="575"/>
                  <a:pt x="301" y="575"/>
                  <a:pt x="307" y="576"/>
                </a:cubicBezTo>
                <a:cubicBezTo>
                  <a:pt x="383" y="576"/>
                  <a:pt x="446" y="551"/>
                  <a:pt x="496" y="502"/>
                </a:cubicBezTo>
                <a:cubicBezTo>
                  <a:pt x="518" y="480"/>
                  <a:pt x="535" y="455"/>
                  <a:pt x="549" y="426"/>
                </a:cubicBezTo>
                <a:cubicBezTo>
                  <a:pt x="563" y="397"/>
                  <a:pt x="576" y="359"/>
                  <a:pt x="588" y="312"/>
                </a:cubicBezTo>
                <a:cubicBezTo>
                  <a:pt x="600" y="264"/>
                  <a:pt x="606" y="225"/>
                  <a:pt x="606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10489680" y="4057560"/>
            <a:ext cx="77760" cy="325080"/>
          </a:xfrm>
          <a:custGeom>
            <a:avLst/>
            <a:gdLst/>
            <a:ahLst/>
            <a:rect l="0" t="0" r="r" b="b"/>
            <a:pathLst>
              <a:path w="216" h="903">
                <a:moveTo>
                  <a:pt x="0" y="452"/>
                </a:moveTo>
                <a:cubicBezTo>
                  <a:pt x="0" y="410"/>
                  <a:pt x="3" y="371"/>
                  <a:pt x="9" y="334"/>
                </a:cubicBezTo>
                <a:cubicBezTo>
                  <a:pt x="15" y="296"/>
                  <a:pt x="22" y="264"/>
                  <a:pt x="30" y="237"/>
                </a:cubicBezTo>
                <a:cubicBezTo>
                  <a:pt x="37" y="210"/>
                  <a:pt x="48" y="184"/>
                  <a:pt x="63" y="158"/>
                </a:cubicBezTo>
                <a:cubicBezTo>
                  <a:pt x="77" y="132"/>
                  <a:pt x="89" y="112"/>
                  <a:pt x="97" y="97"/>
                </a:cubicBezTo>
                <a:cubicBezTo>
                  <a:pt x="106" y="83"/>
                  <a:pt x="118" y="67"/>
                  <a:pt x="135" y="50"/>
                </a:cubicBezTo>
                <a:cubicBezTo>
                  <a:pt x="152" y="34"/>
                  <a:pt x="162" y="23"/>
                  <a:pt x="165" y="20"/>
                </a:cubicBezTo>
                <a:cubicBezTo>
                  <a:pt x="168" y="16"/>
                  <a:pt x="175" y="10"/>
                  <a:pt x="187" y="0"/>
                </a:cubicBezTo>
                <a:lnTo>
                  <a:pt x="199" y="0"/>
                </a:lnTo>
                <a:lnTo>
                  <a:pt x="203" y="0"/>
                </a:lnTo>
                <a:cubicBezTo>
                  <a:pt x="212" y="0"/>
                  <a:pt x="216" y="2"/>
                  <a:pt x="216" y="9"/>
                </a:cubicBezTo>
                <a:cubicBezTo>
                  <a:pt x="216" y="11"/>
                  <a:pt x="211" y="17"/>
                  <a:pt x="200" y="28"/>
                </a:cubicBezTo>
                <a:cubicBezTo>
                  <a:pt x="190" y="39"/>
                  <a:pt x="178" y="55"/>
                  <a:pt x="163" y="76"/>
                </a:cubicBezTo>
                <a:cubicBezTo>
                  <a:pt x="149" y="97"/>
                  <a:pt x="134" y="123"/>
                  <a:pt x="119" y="153"/>
                </a:cubicBezTo>
                <a:cubicBezTo>
                  <a:pt x="104" y="184"/>
                  <a:pt x="91" y="225"/>
                  <a:pt x="81" y="278"/>
                </a:cubicBezTo>
                <a:cubicBezTo>
                  <a:pt x="71" y="330"/>
                  <a:pt x="66" y="388"/>
                  <a:pt x="66" y="452"/>
                </a:cubicBezTo>
                <a:cubicBezTo>
                  <a:pt x="66" y="516"/>
                  <a:pt x="71" y="574"/>
                  <a:pt x="81" y="625"/>
                </a:cubicBezTo>
                <a:cubicBezTo>
                  <a:pt x="91" y="677"/>
                  <a:pt x="104" y="719"/>
                  <a:pt x="118" y="751"/>
                </a:cubicBezTo>
                <a:cubicBezTo>
                  <a:pt x="132" y="783"/>
                  <a:pt x="147" y="808"/>
                  <a:pt x="162" y="828"/>
                </a:cubicBezTo>
                <a:cubicBezTo>
                  <a:pt x="177" y="848"/>
                  <a:pt x="190" y="864"/>
                  <a:pt x="200" y="876"/>
                </a:cubicBezTo>
                <a:cubicBezTo>
                  <a:pt x="211" y="888"/>
                  <a:pt x="216" y="895"/>
                  <a:pt x="216" y="895"/>
                </a:cubicBezTo>
                <a:cubicBezTo>
                  <a:pt x="216" y="901"/>
                  <a:pt x="212" y="903"/>
                  <a:pt x="202" y="903"/>
                </a:cubicBezTo>
                <a:lnTo>
                  <a:pt x="199" y="903"/>
                </a:lnTo>
                <a:lnTo>
                  <a:pt x="187" y="903"/>
                </a:lnTo>
                <a:lnTo>
                  <a:pt x="162" y="882"/>
                </a:lnTo>
                <a:cubicBezTo>
                  <a:pt x="106" y="830"/>
                  <a:pt x="64" y="767"/>
                  <a:pt x="39" y="690"/>
                </a:cubicBezTo>
                <a:cubicBezTo>
                  <a:pt x="13" y="614"/>
                  <a:pt x="0" y="534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10592280" y="415692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0" y="399"/>
                </a:cubicBezTo>
                <a:cubicBezTo>
                  <a:pt x="41" y="399"/>
                  <a:pt x="13" y="400"/>
                  <a:pt x="6" y="402"/>
                </a:cubicBezTo>
                <a:lnTo>
                  <a:pt x="0" y="402"/>
                </a:lnTo>
                <a:lnTo>
                  <a:pt x="0" y="346"/>
                </a:lnTo>
                <a:lnTo>
                  <a:pt x="87" y="346"/>
                </a:lnTo>
                <a:lnTo>
                  <a:pt x="202" y="208"/>
                </a:lnTo>
                <a:lnTo>
                  <a:pt x="79" y="56"/>
                </a:lnTo>
                <a:lnTo>
                  <a:pt x="4" y="56"/>
                </a:lnTo>
                <a:lnTo>
                  <a:pt x="4" y="0"/>
                </a:lnTo>
                <a:lnTo>
                  <a:pt x="12" y="0"/>
                </a:lnTo>
                <a:cubicBezTo>
                  <a:pt x="21" y="2"/>
                  <a:pt x="53" y="3"/>
                  <a:pt x="110" y="3"/>
                </a:cubicBezTo>
                <a:cubicBezTo>
                  <a:pt x="173" y="3"/>
                  <a:pt x="209" y="2"/>
                  <a:pt x="220" y="0"/>
                </a:cubicBezTo>
                <a:lnTo>
                  <a:pt x="228" y="0"/>
                </a:lnTo>
                <a:lnTo>
                  <a:pt x="228" y="56"/>
                </a:lnTo>
                <a:lnTo>
                  <a:pt x="203" y="56"/>
                </a:lnTo>
                <a:lnTo>
                  <a:pt x="235" y="95"/>
                </a:lnTo>
                <a:cubicBezTo>
                  <a:pt x="255" y="120"/>
                  <a:pt x="266" y="133"/>
                  <a:pt x="266" y="133"/>
                </a:cubicBezTo>
                <a:cubicBezTo>
                  <a:pt x="269" y="133"/>
                  <a:pt x="280" y="119"/>
                  <a:pt x="300" y="93"/>
                </a:cubicBezTo>
                <a:lnTo>
                  <a:pt x="332" y="56"/>
                </a:lnTo>
                <a:lnTo>
                  <a:pt x="299" y="56"/>
                </a:lnTo>
                <a:lnTo>
                  <a:pt x="299" y="0"/>
                </a:lnTo>
                <a:lnTo>
                  <a:pt x="306" y="0"/>
                </a:lnTo>
                <a:cubicBezTo>
                  <a:pt x="315" y="2"/>
                  <a:pt x="347" y="3"/>
                  <a:pt x="403" y="3"/>
                </a:cubicBezTo>
                <a:cubicBezTo>
                  <a:pt x="451" y="3"/>
                  <a:pt x="479" y="2"/>
                  <a:pt x="486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1" y="179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5" y="399"/>
                </a:cubicBezTo>
                <a:cubicBezTo>
                  <a:pt x="342" y="399"/>
                  <a:pt x="305" y="400"/>
                  <a:pt x="294" y="402"/>
                </a:cubicBezTo>
                <a:lnTo>
                  <a:pt x="286" y="402"/>
                </a:lnTo>
                <a:lnTo>
                  <a:pt x="286" y="346"/>
                </a:lnTo>
                <a:lnTo>
                  <a:pt x="311" y="346"/>
                </a:lnTo>
                <a:cubicBezTo>
                  <a:pt x="311" y="345"/>
                  <a:pt x="299" y="330"/>
                  <a:pt x="275" y="301"/>
                </a:cubicBezTo>
                <a:cubicBezTo>
                  <a:pt x="251" y="271"/>
                  <a:pt x="239" y="256"/>
                  <a:pt x="238" y="255"/>
                </a:cubicBezTo>
                <a:lnTo>
                  <a:pt x="160" y="345"/>
                </a:lnTo>
                <a:lnTo>
                  <a:pt x="177" y="346"/>
                </a:lnTo>
                <a:lnTo>
                  <a:pt x="193" y="346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10807920" y="4261680"/>
            <a:ext cx="43200" cy="102960"/>
          </a:xfrm>
          <a:custGeom>
            <a:avLst/>
            <a:gdLst/>
            <a:ahLst/>
            <a:rect l="0" t="0" r="r" b="b"/>
            <a:pathLst>
              <a:path w="120" h="286">
                <a:moveTo>
                  <a:pt x="0" y="78"/>
                </a:moveTo>
                <a:cubicBezTo>
                  <a:pt x="0" y="78"/>
                  <a:pt x="0" y="71"/>
                  <a:pt x="0" y="55"/>
                </a:cubicBezTo>
                <a:cubicBezTo>
                  <a:pt x="0" y="40"/>
                  <a:pt x="5" y="27"/>
                  <a:pt x="15" y="17"/>
                </a:cubicBezTo>
                <a:cubicBezTo>
                  <a:pt x="24" y="6"/>
                  <a:pt x="38" y="0"/>
                  <a:pt x="54" y="0"/>
                </a:cubicBezTo>
                <a:cubicBezTo>
                  <a:pt x="71" y="0"/>
                  <a:pt x="86" y="8"/>
                  <a:pt x="100" y="23"/>
                </a:cubicBezTo>
                <a:cubicBezTo>
                  <a:pt x="113" y="38"/>
                  <a:pt x="120" y="64"/>
                  <a:pt x="120" y="102"/>
                </a:cubicBezTo>
                <a:cubicBezTo>
                  <a:pt x="120" y="123"/>
                  <a:pt x="118" y="144"/>
                  <a:pt x="112" y="164"/>
                </a:cubicBezTo>
                <a:cubicBezTo>
                  <a:pt x="107" y="184"/>
                  <a:pt x="100" y="201"/>
                  <a:pt x="93" y="215"/>
                </a:cubicBezTo>
                <a:cubicBezTo>
                  <a:pt x="86" y="230"/>
                  <a:pt x="78" y="243"/>
                  <a:pt x="70" y="253"/>
                </a:cubicBezTo>
                <a:cubicBezTo>
                  <a:pt x="61" y="263"/>
                  <a:pt x="54" y="272"/>
                  <a:pt x="48" y="278"/>
                </a:cubicBezTo>
                <a:cubicBezTo>
                  <a:pt x="42" y="284"/>
                  <a:pt x="38" y="286"/>
                  <a:pt x="36" y="286"/>
                </a:cubicBezTo>
                <a:cubicBezTo>
                  <a:pt x="34" y="286"/>
                  <a:pt x="30" y="283"/>
                  <a:pt x="24" y="278"/>
                </a:cubicBezTo>
                <a:cubicBezTo>
                  <a:pt x="18" y="272"/>
                  <a:pt x="15" y="268"/>
                  <a:pt x="15" y="266"/>
                </a:cubicBezTo>
                <a:cubicBezTo>
                  <a:pt x="15" y="263"/>
                  <a:pt x="19" y="259"/>
                  <a:pt x="25" y="251"/>
                </a:cubicBezTo>
                <a:cubicBezTo>
                  <a:pt x="33" y="244"/>
                  <a:pt x="41" y="235"/>
                  <a:pt x="49" y="223"/>
                </a:cubicBezTo>
                <a:cubicBezTo>
                  <a:pt x="57" y="212"/>
                  <a:pt x="65" y="197"/>
                  <a:pt x="72" y="178"/>
                </a:cubicBezTo>
                <a:cubicBezTo>
                  <a:pt x="80" y="159"/>
                  <a:pt x="84" y="137"/>
                  <a:pt x="87" y="112"/>
                </a:cubicBezTo>
                <a:lnTo>
                  <a:pt x="87" y="101"/>
                </a:lnTo>
                <a:lnTo>
                  <a:pt x="86" y="102"/>
                </a:lnTo>
                <a:cubicBezTo>
                  <a:pt x="85" y="103"/>
                  <a:pt x="83" y="104"/>
                  <a:pt x="81" y="104"/>
                </a:cubicBezTo>
                <a:cubicBezTo>
                  <a:pt x="80" y="105"/>
                  <a:pt x="78" y="106"/>
                  <a:pt x="76" y="107"/>
                </a:cubicBezTo>
                <a:cubicBezTo>
                  <a:pt x="74" y="108"/>
                  <a:pt x="72" y="109"/>
                  <a:pt x="68" y="109"/>
                </a:cubicBezTo>
                <a:cubicBezTo>
                  <a:pt x="64" y="109"/>
                  <a:pt x="61" y="109"/>
                  <a:pt x="57" y="110"/>
                </a:cubicBezTo>
                <a:cubicBezTo>
                  <a:pt x="41" y="110"/>
                  <a:pt x="28" y="104"/>
                  <a:pt x="16" y="94"/>
                </a:cubicBezTo>
                <a:lnTo>
                  <a:pt x="0" y="7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10934640" y="4156920"/>
            <a:ext cx="181440" cy="209520"/>
          </a:xfrm>
          <a:custGeom>
            <a:avLst/>
            <a:gdLst/>
            <a:ahLst/>
            <a:rect l="0" t="0" r="r" b="b"/>
            <a:pathLst>
              <a:path w="504" h="582">
                <a:moveTo>
                  <a:pt x="55" y="494"/>
                </a:moveTo>
                <a:cubicBezTo>
                  <a:pt x="55" y="498"/>
                  <a:pt x="56" y="504"/>
                  <a:pt x="58" y="509"/>
                </a:cubicBezTo>
                <a:cubicBezTo>
                  <a:pt x="59" y="514"/>
                  <a:pt x="64" y="520"/>
                  <a:pt x="71" y="526"/>
                </a:cubicBezTo>
                <a:cubicBezTo>
                  <a:pt x="78" y="532"/>
                  <a:pt x="88" y="535"/>
                  <a:pt x="99" y="536"/>
                </a:cubicBezTo>
                <a:cubicBezTo>
                  <a:pt x="108" y="535"/>
                  <a:pt x="117" y="534"/>
                  <a:pt x="125" y="531"/>
                </a:cubicBezTo>
                <a:cubicBezTo>
                  <a:pt x="134" y="528"/>
                  <a:pt x="141" y="524"/>
                  <a:pt x="147" y="520"/>
                </a:cubicBezTo>
                <a:cubicBezTo>
                  <a:pt x="153" y="516"/>
                  <a:pt x="159" y="511"/>
                  <a:pt x="165" y="504"/>
                </a:cubicBezTo>
                <a:cubicBezTo>
                  <a:pt x="171" y="498"/>
                  <a:pt x="176" y="493"/>
                  <a:pt x="179" y="487"/>
                </a:cubicBezTo>
                <a:cubicBezTo>
                  <a:pt x="183" y="482"/>
                  <a:pt x="187" y="476"/>
                  <a:pt x="190" y="470"/>
                </a:cubicBezTo>
                <a:cubicBezTo>
                  <a:pt x="194" y="464"/>
                  <a:pt x="197" y="459"/>
                  <a:pt x="198" y="455"/>
                </a:cubicBezTo>
                <a:cubicBezTo>
                  <a:pt x="200" y="451"/>
                  <a:pt x="202" y="446"/>
                  <a:pt x="204" y="442"/>
                </a:cubicBezTo>
                <a:cubicBezTo>
                  <a:pt x="206" y="438"/>
                  <a:pt x="207" y="436"/>
                  <a:pt x="207" y="435"/>
                </a:cubicBezTo>
                <a:lnTo>
                  <a:pt x="222" y="402"/>
                </a:lnTo>
                <a:lnTo>
                  <a:pt x="66" y="56"/>
                </a:lnTo>
                <a:lnTo>
                  <a:pt x="3" y="56"/>
                </a:lnTo>
                <a:lnTo>
                  <a:pt x="3" y="0"/>
                </a:lnTo>
                <a:lnTo>
                  <a:pt x="10" y="0"/>
                </a:lnTo>
                <a:cubicBezTo>
                  <a:pt x="19" y="2"/>
                  <a:pt x="52" y="3"/>
                  <a:pt x="111" y="3"/>
                </a:cubicBezTo>
                <a:cubicBezTo>
                  <a:pt x="175" y="3"/>
                  <a:pt x="212" y="2"/>
                  <a:pt x="223" y="0"/>
                </a:cubicBezTo>
                <a:lnTo>
                  <a:pt x="231" y="0"/>
                </a:lnTo>
                <a:lnTo>
                  <a:pt x="231" y="56"/>
                </a:lnTo>
                <a:lnTo>
                  <a:pt x="209" y="56"/>
                </a:lnTo>
                <a:cubicBezTo>
                  <a:pt x="195" y="56"/>
                  <a:pt x="188" y="56"/>
                  <a:pt x="188" y="58"/>
                </a:cubicBezTo>
                <a:lnTo>
                  <a:pt x="283" y="264"/>
                </a:lnTo>
                <a:lnTo>
                  <a:pt x="378" y="56"/>
                </a:lnTo>
                <a:lnTo>
                  <a:pt x="335" y="56"/>
                </a:lnTo>
                <a:lnTo>
                  <a:pt x="335" y="0"/>
                </a:lnTo>
                <a:lnTo>
                  <a:pt x="341" y="0"/>
                </a:lnTo>
                <a:cubicBezTo>
                  <a:pt x="348" y="2"/>
                  <a:pt x="376" y="3"/>
                  <a:pt x="426" y="3"/>
                </a:cubicBezTo>
                <a:cubicBezTo>
                  <a:pt x="470" y="3"/>
                  <a:pt x="494" y="2"/>
                  <a:pt x="497" y="0"/>
                </a:cubicBezTo>
                <a:lnTo>
                  <a:pt x="504" y="0"/>
                </a:lnTo>
                <a:lnTo>
                  <a:pt x="504" y="56"/>
                </a:lnTo>
                <a:lnTo>
                  <a:pt x="439" y="56"/>
                </a:lnTo>
                <a:lnTo>
                  <a:pt x="345" y="263"/>
                </a:lnTo>
                <a:cubicBezTo>
                  <a:pt x="281" y="406"/>
                  <a:pt x="248" y="478"/>
                  <a:pt x="247" y="480"/>
                </a:cubicBezTo>
                <a:cubicBezTo>
                  <a:pt x="230" y="511"/>
                  <a:pt x="209" y="536"/>
                  <a:pt x="182" y="554"/>
                </a:cubicBezTo>
                <a:cubicBezTo>
                  <a:pt x="156" y="572"/>
                  <a:pt x="127" y="582"/>
                  <a:pt x="97" y="582"/>
                </a:cubicBezTo>
                <a:cubicBezTo>
                  <a:pt x="70" y="582"/>
                  <a:pt x="46" y="574"/>
                  <a:pt x="28" y="557"/>
                </a:cubicBezTo>
                <a:cubicBezTo>
                  <a:pt x="9" y="540"/>
                  <a:pt x="0" y="518"/>
                  <a:pt x="0" y="492"/>
                </a:cubicBezTo>
                <a:cubicBezTo>
                  <a:pt x="0" y="470"/>
                  <a:pt x="6" y="455"/>
                  <a:pt x="19" y="447"/>
                </a:cubicBezTo>
                <a:cubicBezTo>
                  <a:pt x="31" y="438"/>
                  <a:pt x="44" y="434"/>
                  <a:pt x="58" y="433"/>
                </a:cubicBezTo>
                <a:cubicBezTo>
                  <a:pt x="72" y="433"/>
                  <a:pt x="85" y="438"/>
                  <a:pt x="96" y="447"/>
                </a:cubicBezTo>
                <a:cubicBezTo>
                  <a:pt x="108" y="456"/>
                  <a:pt x="114" y="468"/>
                  <a:pt x="116" y="485"/>
                </a:cubicBezTo>
                <a:lnTo>
                  <a:pt x="116" y="492"/>
                </a:lnTo>
                <a:lnTo>
                  <a:pt x="55" y="492"/>
                </a:lnTo>
                <a:lnTo>
                  <a:pt x="55" y="49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11142360" y="4057560"/>
            <a:ext cx="77760" cy="325080"/>
          </a:xfrm>
          <a:custGeom>
            <a:avLst/>
            <a:gdLst/>
            <a:ahLst/>
            <a:rect l="0" t="0" r="r" b="b"/>
            <a:pathLst>
              <a:path w="216" h="903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09" y="74"/>
                  <a:pt x="152" y="137"/>
                  <a:pt x="177" y="214"/>
                </a:cubicBezTo>
                <a:cubicBezTo>
                  <a:pt x="203" y="290"/>
                  <a:pt x="216" y="370"/>
                  <a:pt x="216" y="452"/>
                </a:cubicBezTo>
                <a:cubicBezTo>
                  <a:pt x="216" y="493"/>
                  <a:pt x="213" y="532"/>
                  <a:pt x="207" y="570"/>
                </a:cubicBezTo>
                <a:cubicBezTo>
                  <a:pt x="201" y="608"/>
                  <a:pt x="194" y="640"/>
                  <a:pt x="186" y="667"/>
                </a:cubicBezTo>
                <a:cubicBezTo>
                  <a:pt x="179" y="693"/>
                  <a:pt x="167" y="720"/>
                  <a:pt x="153" y="746"/>
                </a:cubicBezTo>
                <a:cubicBezTo>
                  <a:pt x="139" y="773"/>
                  <a:pt x="127" y="793"/>
                  <a:pt x="119" y="807"/>
                </a:cubicBezTo>
                <a:cubicBezTo>
                  <a:pt x="109" y="820"/>
                  <a:pt x="97" y="836"/>
                  <a:pt x="81" y="853"/>
                </a:cubicBezTo>
                <a:cubicBezTo>
                  <a:pt x="65" y="870"/>
                  <a:pt x="55" y="879"/>
                  <a:pt x="52" y="882"/>
                </a:cubicBezTo>
                <a:cubicBezTo>
                  <a:pt x="49" y="885"/>
                  <a:pt x="42" y="891"/>
                  <a:pt x="31" y="900"/>
                </a:cubicBezTo>
                <a:cubicBezTo>
                  <a:pt x="29" y="901"/>
                  <a:pt x="28" y="903"/>
                  <a:pt x="28" y="903"/>
                </a:cubicBezTo>
                <a:lnTo>
                  <a:pt x="17" y="903"/>
                </a:lnTo>
                <a:cubicBezTo>
                  <a:pt x="12" y="903"/>
                  <a:pt x="9" y="903"/>
                  <a:pt x="7" y="903"/>
                </a:cubicBezTo>
                <a:cubicBezTo>
                  <a:pt x="5" y="903"/>
                  <a:pt x="3" y="902"/>
                  <a:pt x="2" y="901"/>
                </a:cubicBezTo>
                <a:cubicBezTo>
                  <a:pt x="1" y="899"/>
                  <a:pt x="0" y="896"/>
                  <a:pt x="0" y="892"/>
                </a:cubicBezTo>
                <a:cubicBezTo>
                  <a:pt x="0" y="892"/>
                  <a:pt x="3" y="888"/>
                  <a:pt x="9" y="881"/>
                </a:cubicBezTo>
                <a:cubicBezTo>
                  <a:pt x="103" y="784"/>
                  <a:pt x="150" y="641"/>
                  <a:pt x="150" y="452"/>
                </a:cubicBezTo>
                <a:cubicBezTo>
                  <a:pt x="150" y="263"/>
                  <a:pt x="103" y="120"/>
                  <a:pt x="9" y="23"/>
                </a:cubicBezTo>
                <a:cubicBezTo>
                  <a:pt x="3" y="16"/>
                  <a:pt x="0" y="12"/>
                  <a:pt x="0" y="12"/>
                </a:cubicBezTo>
                <a:cubicBezTo>
                  <a:pt x="0" y="7"/>
                  <a:pt x="1" y="2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3982320" y="4010040"/>
            <a:ext cx="5103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を加えた二つのベクトルを取るように、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747720" y="4419720"/>
            <a:ext cx="2759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のようにデザインする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759600" y="2409840"/>
            <a:ext cx="181440" cy="209520"/>
          </a:xfrm>
          <a:custGeom>
            <a:avLst/>
            <a:gdLst/>
            <a:ahLst/>
            <a:rect l="0" t="0" r="r" b="b"/>
            <a:pathLst>
              <a:path w="504" h="582">
                <a:moveTo>
                  <a:pt x="56" y="492"/>
                </a:moveTo>
                <a:cubicBezTo>
                  <a:pt x="56" y="497"/>
                  <a:pt x="56" y="502"/>
                  <a:pt x="58" y="508"/>
                </a:cubicBezTo>
                <a:cubicBezTo>
                  <a:pt x="60" y="513"/>
                  <a:pt x="65" y="519"/>
                  <a:pt x="72" y="525"/>
                </a:cubicBezTo>
                <a:cubicBezTo>
                  <a:pt x="79" y="531"/>
                  <a:pt x="88" y="534"/>
                  <a:pt x="100" y="535"/>
                </a:cubicBezTo>
                <a:cubicBezTo>
                  <a:pt x="109" y="534"/>
                  <a:pt x="117" y="532"/>
                  <a:pt x="126" y="529"/>
                </a:cubicBezTo>
                <a:cubicBezTo>
                  <a:pt x="134" y="526"/>
                  <a:pt x="142" y="523"/>
                  <a:pt x="148" y="518"/>
                </a:cubicBezTo>
                <a:cubicBezTo>
                  <a:pt x="155" y="514"/>
                  <a:pt x="161" y="509"/>
                  <a:pt x="167" y="503"/>
                </a:cubicBezTo>
                <a:cubicBezTo>
                  <a:pt x="173" y="497"/>
                  <a:pt x="177" y="491"/>
                  <a:pt x="181" y="486"/>
                </a:cubicBezTo>
                <a:cubicBezTo>
                  <a:pt x="185" y="480"/>
                  <a:pt x="188" y="475"/>
                  <a:pt x="192" y="469"/>
                </a:cubicBezTo>
                <a:cubicBezTo>
                  <a:pt x="195" y="463"/>
                  <a:pt x="198" y="458"/>
                  <a:pt x="200" y="453"/>
                </a:cubicBezTo>
                <a:cubicBezTo>
                  <a:pt x="202" y="449"/>
                  <a:pt x="204" y="445"/>
                  <a:pt x="205" y="441"/>
                </a:cubicBezTo>
                <a:cubicBezTo>
                  <a:pt x="207" y="437"/>
                  <a:pt x="208" y="434"/>
                  <a:pt x="208" y="434"/>
                </a:cubicBezTo>
                <a:lnTo>
                  <a:pt x="223" y="400"/>
                </a:lnTo>
                <a:lnTo>
                  <a:pt x="66" y="55"/>
                </a:lnTo>
                <a:lnTo>
                  <a:pt x="3" y="55"/>
                </a:lnTo>
                <a:lnTo>
                  <a:pt x="3" y="0"/>
                </a:lnTo>
                <a:lnTo>
                  <a:pt x="10" y="0"/>
                </a:lnTo>
                <a:cubicBezTo>
                  <a:pt x="19" y="1"/>
                  <a:pt x="53" y="2"/>
                  <a:pt x="111" y="2"/>
                </a:cubicBezTo>
                <a:cubicBezTo>
                  <a:pt x="176" y="2"/>
                  <a:pt x="214" y="1"/>
                  <a:pt x="224" y="0"/>
                </a:cubicBezTo>
                <a:lnTo>
                  <a:pt x="232" y="0"/>
                </a:lnTo>
                <a:lnTo>
                  <a:pt x="232" y="55"/>
                </a:lnTo>
                <a:lnTo>
                  <a:pt x="211" y="55"/>
                </a:lnTo>
                <a:cubicBezTo>
                  <a:pt x="197" y="55"/>
                  <a:pt x="190" y="56"/>
                  <a:pt x="190" y="57"/>
                </a:cubicBezTo>
                <a:lnTo>
                  <a:pt x="285" y="264"/>
                </a:lnTo>
                <a:lnTo>
                  <a:pt x="380" y="55"/>
                </a:lnTo>
                <a:lnTo>
                  <a:pt x="336" y="55"/>
                </a:lnTo>
                <a:lnTo>
                  <a:pt x="336" y="0"/>
                </a:lnTo>
                <a:lnTo>
                  <a:pt x="343" y="0"/>
                </a:lnTo>
                <a:cubicBezTo>
                  <a:pt x="350" y="1"/>
                  <a:pt x="378" y="2"/>
                  <a:pt x="427" y="2"/>
                </a:cubicBezTo>
                <a:cubicBezTo>
                  <a:pt x="471" y="2"/>
                  <a:pt x="495" y="1"/>
                  <a:pt x="499" y="0"/>
                </a:cubicBezTo>
                <a:lnTo>
                  <a:pt x="504" y="0"/>
                </a:lnTo>
                <a:lnTo>
                  <a:pt x="504" y="55"/>
                </a:lnTo>
                <a:lnTo>
                  <a:pt x="441" y="55"/>
                </a:lnTo>
                <a:lnTo>
                  <a:pt x="347" y="263"/>
                </a:lnTo>
                <a:cubicBezTo>
                  <a:pt x="282" y="405"/>
                  <a:pt x="249" y="477"/>
                  <a:pt x="249" y="479"/>
                </a:cubicBezTo>
                <a:cubicBezTo>
                  <a:pt x="232" y="510"/>
                  <a:pt x="210" y="535"/>
                  <a:pt x="184" y="553"/>
                </a:cubicBezTo>
                <a:cubicBezTo>
                  <a:pt x="157" y="572"/>
                  <a:pt x="128" y="581"/>
                  <a:pt x="98" y="582"/>
                </a:cubicBezTo>
                <a:cubicBezTo>
                  <a:pt x="70" y="582"/>
                  <a:pt x="47" y="573"/>
                  <a:pt x="28" y="555"/>
                </a:cubicBezTo>
                <a:cubicBezTo>
                  <a:pt x="10" y="539"/>
                  <a:pt x="0" y="517"/>
                  <a:pt x="0" y="490"/>
                </a:cubicBezTo>
                <a:cubicBezTo>
                  <a:pt x="0" y="469"/>
                  <a:pt x="7" y="454"/>
                  <a:pt x="19" y="445"/>
                </a:cubicBezTo>
                <a:cubicBezTo>
                  <a:pt x="32" y="437"/>
                  <a:pt x="45" y="432"/>
                  <a:pt x="58" y="432"/>
                </a:cubicBezTo>
                <a:cubicBezTo>
                  <a:pt x="73" y="432"/>
                  <a:pt x="86" y="436"/>
                  <a:pt x="97" y="445"/>
                </a:cubicBezTo>
                <a:cubicBezTo>
                  <a:pt x="108" y="454"/>
                  <a:pt x="115" y="467"/>
                  <a:pt x="117" y="483"/>
                </a:cubicBezTo>
                <a:lnTo>
                  <a:pt x="117" y="490"/>
                </a:lnTo>
                <a:lnTo>
                  <a:pt x="56" y="490"/>
                </a:lnTo>
                <a:lnTo>
                  <a:pt x="56" y="49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747720" y="1709280"/>
            <a:ext cx="381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8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conditional GAN</a:t>
            </a:r>
            <a:r>
              <a:rPr b="1" lang="zh-CN" sz="228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の定式化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768600" y="2752560"/>
            <a:ext cx="230760" cy="236520"/>
          </a:xfrm>
          <a:custGeom>
            <a:avLst/>
            <a:gdLst/>
            <a:ahLst/>
            <a:rect l="0" t="0" r="r" b="b"/>
            <a:pathLst>
              <a:path w="641" h="657">
                <a:moveTo>
                  <a:pt x="0" y="409"/>
                </a:moveTo>
                <a:cubicBezTo>
                  <a:pt x="0" y="340"/>
                  <a:pt x="20" y="273"/>
                  <a:pt x="60" y="209"/>
                </a:cubicBezTo>
                <a:cubicBezTo>
                  <a:pt x="101" y="146"/>
                  <a:pt x="152" y="95"/>
                  <a:pt x="214" y="58"/>
                </a:cubicBezTo>
                <a:cubicBezTo>
                  <a:pt x="275" y="21"/>
                  <a:pt x="336" y="2"/>
                  <a:pt x="398" y="1"/>
                </a:cubicBezTo>
                <a:cubicBezTo>
                  <a:pt x="452" y="1"/>
                  <a:pt x="495" y="16"/>
                  <a:pt x="527" y="47"/>
                </a:cubicBezTo>
                <a:cubicBezTo>
                  <a:pt x="532" y="53"/>
                  <a:pt x="537" y="58"/>
                  <a:pt x="540" y="62"/>
                </a:cubicBezTo>
                <a:cubicBezTo>
                  <a:pt x="544" y="67"/>
                  <a:pt x="546" y="70"/>
                  <a:pt x="547" y="71"/>
                </a:cubicBezTo>
                <a:lnTo>
                  <a:pt x="548" y="74"/>
                </a:lnTo>
                <a:cubicBezTo>
                  <a:pt x="550" y="74"/>
                  <a:pt x="558" y="66"/>
                  <a:pt x="573" y="51"/>
                </a:cubicBezTo>
                <a:cubicBezTo>
                  <a:pt x="577" y="47"/>
                  <a:pt x="581" y="43"/>
                  <a:pt x="586" y="38"/>
                </a:cubicBezTo>
                <a:cubicBezTo>
                  <a:pt x="591" y="33"/>
                  <a:pt x="596" y="28"/>
                  <a:pt x="601" y="24"/>
                </a:cubicBezTo>
                <a:cubicBezTo>
                  <a:pt x="605" y="19"/>
                  <a:pt x="608" y="15"/>
                  <a:pt x="610" y="14"/>
                </a:cubicBezTo>
                <a:lnTo>
                  <a:pt x="623" y="0"/>
                </a:lnTo>
                <a:lnTo>
                  <a:pt x="629" y="0"/>
                </a:lnTo>
                <a:cubicBezTo>
                  <a:pt x="637" y="0"/>
                  <a:pt x="641" y="2"/>
                  <a:pt x="641" y="6"/>
                </a:cubicBezTo>
                <a:cubicBezTo>
                  <a:pt x="641" y="9"/>
                  <a:pt x="632" y="50"/>
                  <a:pt x="612" y="130"/>
                </a:cubicBezTo>
                <a:cubicBezTo>
                  <a:pt x="591" y="214"/>
                  <a:pt x="580" y="256"/>
                  <a:pt x="580" y="256"/>
                </a:cubicBezTo>
                <a:cubicBezTo>
                  <a:pt x="579" y="259"/>
                  <a:pt x="577" y="261"/>
                  <a:pt x="575" y="262"/>
                </a:cubicBezTo>
                <a:cubicBezTo>
                  <a:pt x="574" y="262"/>
                  <a:pt x="568" y="263"/>
                  <a:pt x="559" y="264"/>
                </a:cubicBezTo>
                <a:lnTo>
                  <a:pt x="545" y="264"/>
                </a:lnTo>
                <a:cubicBezTo>
                  <a:pt x="541" y="260"/>
                  <a:pt x="539" y="257"/>
                  <a:pt x="539" y="255"/>
                </a:cubicBezTo>
                <a:cubicBezTo>
                  <a:pt x="539" y="255"/>
                  <a:pt x="540" y="253"/>
                  <a:pt x="540" y="249"/>
                </a:cubicBezTo>
                <a:cubicBezTo>
                  <a:pt x="541" y="245"/>
                  <a:pt x="541" y="239"/>
                  <a:pt x="542" y="231"/>
                </a:cubicBezTo>
                <a:cubicBezTo>
                  <a:pt x="543" y="223"/>
                  <a:pt x="543" y="213"/>
                  <a:pt x="543" y="202"/>
                </a:cubicBezTo>
                <a:cubicBezTo>
                  <a:pt x="543" y="159"/>
                  <a:pt x="533" y="122"/>
                  <a:pt x="514" y="90"/>
                </a:cubicBezTo>
                <a:cubicBezTo>
                  <a:pt x="495" y="58"/>
                  <a:pt x="462" y="42"/>
                  <a:pt x="416" y="42"/>
                </a:cubicBezTo>
                <a:cubicBezTo>
                  <a:pt x="405" y="42"/>
                  <a:pt x="393" y="43"/>
                  <a:pt x="381" y="44"/>
                </a:cubicBezTo>
                <a:cubicBezTo>
                  <a:pt x="368" y="46"/>
                  <a:pt x="352" y="50"/>
                  <a:pt x="333" y="56"/>
                </a:cubicBezTo>
                <a:cubicBezTo>
                  <a:pt x="314" y="62"/>
                  <a:pt x="295" y="70"/>
                  <a:pt x="278" y="81"/>
                </a:cubicBezTo>
                <a:cubicBezTo>
                  <a:pt x="260" y="92"/>
                  <a:pt x="241" y="107"/>
                  <a:pt x="221" y="125"/>
                </a:cubicBezTo>
                <a:cubicBezTo>
                  <a:pt x="200" y="143"/>
                  <a:pt x="183" y="164"/>
                  <a:pt x="169" y="189"/>
                </a:cubicBezTo>
                <a:cubicBezTo>
                  <a:pt x="154" y="213"/>
                  <a:pt x="140" y="244"/>
                  <a:pt x="126" y="281"/>
                </a:cubicBezTo>
                <a:cubicBezTo>
                  <a:pt x="112" y="317"/>
                  <a:pt x="102" y="358"/>
                  <a:pt x="97" y="402"/>
                </a:cubicBezTo>
                <a:cubicBezTo>
                  <a:pt x="96" y="412"/>
                  <a:pt x="95" y="424"/>
                  <a:pt x="95" y="437"/>
                </a:cubicBezTo>
                <a:cubicBezTo>
                  <a:pt x="95" y="466"/>
                  <a:pt x="100" y="491"/>
                  <a:pt x="109" y="513"/>
                </a:cubicBezTo>
                <a:cubicBezTo>
                  <a:pt x="117" y="536"/>
                  <a:pt x="128" y="554"/>
                  <a:pt x="142" y="566"/>
                </a:cubicBezTo>
                <a:cubicBezTo>
                  <a:pt x="155" y="578"/>
                  <a:pt x="170" y="588"/>
                  <a:pt x="187" y="596"/>
                </a:cubicBezTo>
                <a:cubicBezTo>
                  <a:pt x="203" y="605"/>
                  <a:pt x="219" y="610"/>
                  <a:pt x="234" y="612"/>
                </a:cubicBezTo>
                <a:cubicBezTo>
                  <a:pt x="248" y="614"/>
                  <a:pt x="261" y="615"/>
                  <a:pt x="274" y="615"/>
                </a:cubicBezTo>
                <a:cubicBezTo>
                  <a:pt x="307" y="615"/>
                  <a:pt x="336" y="608"/>
                  <a:pt x="363" y="595"/>
                </a:cubicBezTo>
                <a:cubicBezTo>
                  <a:pt x="390" y="581"/>
                  <a:pt x="409" y="563"/>
                  <a:pt x="419" y="540"/>
                </a:cubicBezTo>
                <a:cubicBezTo>
                  <a:pt x="421" y="536"/>
                  <a:pt x="426" y="519"/>
                  <a:pt x="433" y="491"/>
                </a:cubicBezTo>
                <a:cubicBezTo>
                  <a:pt x="440" y="463"/>
                  <a:pt x="444" y="447"/>
                  <a:pt x="444" y="443"/>
                </a:cubicBezTo>
                <a:cubicBezTo>
                  <a:pt x="444" y="438"/>
                  <a:pt x="440" y="435"/>
                  <a:pt x="432" y="434"/>
                </a:cubicBezTo>
                <a:cubicBezTo>
                  <a:pt x="424" y="433"/>
                  <a:pt x="406" y="432"/>
                  <a:pt x="378" y="431"/>
                </a:cubicBezTo>
                <a:lnTo>
                  <a:pt x="344" y="431"/>
                </a:lnTo>
                <a:cubicBezTo>
                  <a:pt x="341" y="428"/>
                  <a:pt x="339" y="425"/>
                  <a:pt x="339" y="424"/>
                </a:cubicBezTo>
                <a:cubicBezTo>
                  <a:pt x="339" y="423"/>
                  <a:pt x="340" y="417"/>
                  <a:pt x="341" y="407"/>
                </a:cubicBezTo>
                <a:cubicBezTo>
                  <a:pt x="343" y="399"/>
                  <a:pt x="346" y="393"/>
                  <a:pt x="350" y="390"/>
                </a:cubicBezTo>
                <a:lnTo>
                  <a:pt x="365" y="390"/>
                </a:lnTo>
                <a:cubicBezTo>
                  <a:pt x="389" y="391"/>
                  <a:pt x="431" y="392"/>
                  <a:pt x="492" y="392"/>
                </a:cubicBezTo>
                <a:cubicBezTo>
                  <a:pt x="516" y="392"/>
                  <a:pt x="535" y="392"/>
                  <a:pt x="550" y="392"/>
                </a:cubicBezTo>
                <a:cubicBezTo>
                  <a:pt x="565" y="392"/>
                  <a:pt x="576" y="391"/>
                  <a:pt x="583" y="391"/>
                </a:cubicBezTo>
                <a:cubicBezTo>
                  <a:pt x="589" y="390"/>
                  <a:pt x="593" y="390"/>
                  <a:pt x="593" y="391"/>
                </a:cubicBezTo>
                <a:cubicBezTo>
                  <a:pt x="602" y="391"/>
                  <a:pt x="606" y="393"/>
                  <a:pt x="606" y="399"/>
                </a:cubicBezTo>
                <a:cubicBezTo>
                  <a:pt x="606" y="400"/>
                  <a:pt x="605" y="404"/>
                  <a:pt x="604" y="411"/>
                </a:cubicBezTo>
                <a:cubicBezTo>
                  <a:pt x="601" y="423"/>
                  <a:pt x="598" y="429"/>
                  <a:pt x="595" y="430"/>
                </a:cubicBezTo>
                <a:cubicBezTo>
                  <a:pt x="593" y="431"/>
                  <a:pt x="589" y="431"/>
                  <a:pt x="582" y="431"/>
                </a:cubicBezTo>
                <a:cubicBezTo>
                  <a:pt x="570" y="431"/>
                  <a:pt x="557" y="432"/>
                  <a:pt x="545" y="434"/>
                </a:cubicBezTo>
                <a:cubicBezTo>
                  <a:pt x="541" y="436"/>
                  <a:pt x="538" y="438"/>
                  <a:pt x="536" y="442"/>
                </a:cubicBezTo>
                <a:cubicBezTo>
                  <a:pt x="534" y="446"/>
                  <a:pt x="530" y="461"/>
                  <a:pt x="523" y="488"/>
                </a:cubicBezTo>
                <a:cubicBezTo>
                  <a:pt x="518" y="508"/>
                  <a:pt x="513" y="525"/>
                  <a:pt x="510" y="539"/>
                </a:cubicBezTo>
                <a:cubicBezTo>
                  <a:pt x="495" y="601"/>
                  <a:pt x="486" y="633"/>
                  <a:pt x="484" y="634"/>
                </a:cubicBezTo>
                <a:cubicBezTo>
                  <a:pt x="483" y="636"/>
                  <a:pt x="482" y="636"/>
                  <a:pt x="480" y="636"/>
                </a:cubicBezTo>
                <a:cubicBezTo>
                  <a:pt x="474" y="636"/>
                  <a:pt x="465" y="630"/>
                  <a:pt x="455" y="618"/>
                </a:cubicBezTo>
                <a:cubicBezTo>
                  <a:pt x="444" y="606"/>
                  <a:pt x="437" y="597"/>
                  <a:pt x="434" y="590"/>
                </a:cubicBezTo>
                <a:cubicBezTo>
                  <a:pt x="434" y="590"/>
                  <a:pt x="433" y="590"/>
                  <a:pt x="432" y="590"/>
                </a:cubicBezTo>
                <a:cubicBezTo>
                  <a:pt x="431" y="591"/>
                  <a:pt x="429" y="592"/>
                  <a:pt x="427" y="595"/>
                </a:cubicBezTo>
                <a:cubicBezTo>
                  <a:pt x="382" y="636"/>
                  <a:pt x="322" y="657"/>
                  <a:pt x="246" y="657"/>
                </a:cubicBezTo>
                <a:cubicBezTo>
                  <a:pt x="173" y="657"/>
                  <a:pt x="114" y="634"/>
                  <a:pt x="68" y="587"/>
                </a:cubicBezTo>
                <a:cubicBezTo>
                  <a:pt x="23" y="540"/>
                  <a:pt x="0" y="481"/>
                  <a:pt x="0" y="4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945000" y="2257560"/>
            <a:ext cx="46044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をクラスラベルの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1-of-K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符号とする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1503720" y="2712600"/>
            <a:ext cx="62640" cy="389880"/>
          </a:xfrm>
          <a:custGeom>
            <a:avLst/>
            <a:gdLst/>
            <a:ahLst/>
            <a:rect l="0" t="0" r="r" b="b"/>
            <a:pathLst>
              <a:path w="174" h="1083">
                <a:moveTo>
                  <a:pt x="0" y="1083"/>
                </a:moveTo>
                <a:lnTo>
                  <a:pt x="0" y="0"/>
                </a:lnTo>
                <a:lnTo>
                  <a:pt x="174" y="0"/>
                </a:lnTo>
                <a:lnTo>
                  <a:pt x="174" y="36"/>
                </a:lnTo>
                <a:lnTo>
                  <a:pt x="36" y="36"/>
                </a:lnTo>
                <a:lnTo>
                  <a:pt x="36" y="1047"/>
                </a:lnTo>
                <a:lnTo>
                  <a:pt x="174" y="1047"/>
                </a:lnTo>
                <a:lnTo>
                  <a:pt x="174" y="1083"/>
                </a:lnTo>
                <a:lnTo>
                  <a:pt x="0" y="108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1584000" y="2844000"/>
            <a:ext cx="140040" cy="145080"/>
          </a:xfrm>
          <a:custGeom>
            <a:avLst/>
            <a:gdLst/>
            <a:ahLst/>
            <a:rect l="0" t="0" r="r" b="b"/>
            <a:pathLst>
              <a:path w="389" h="403">
                <a:moveTo>
                  <a:pt x="15" y="165"/>
                </a:moveTo>
                <a:cubicBezTo>
                  <a:pt x="15" y="164"/>
                  <a:pt x="16" y="138"/>
                  <a:pt x="20" y="87"/>
                </a:cubicBezTo>
                <a:cubicBezTo>
                  <a:pt x="24" y="35"/>
                  <a:pt x="25" y="9"/>
                  <a:pt x="25" y="8"/>
                </a:cubicBezTo>
                <a:lnTo>
                  <a:pt x="25" y="1"/>
                </a:lnTo>
                <a:lnTo>
                  <a:pt x="200" y="1"/>
                </a:lnTo>
                <a:cubicBezTo>
                  <a:pt x="222" y="1"/>
                  <a:pt x="247" y="1"/>
                  <a:pt x="275" y="1"/>
                </a:cubicBezTo>
                <a:cubicBezTo>
                  <a:pt x="304" y="1"/>
                  <a:pt x="321" y="1"/>
                  <a:pt x="328" y="0"/>
                </a:cubicBezTo>
                <a:cubicBezTo>
                  <a:pt x="356" y="0"/>
                  <a:pt x="373" y="1"/>
                  <a:pt x="378" y="4"/>
                </a:cubicBezTo>
                <a:cubicBezTo>
                  <a:pt x="384" y="6"/>
                  <a:pt x="387" y="13"/>
                  <a:pt x="387" y="24"/>
                </a:cubicBezTo>
                <a:cubicBezTo>
                  <a:pt x="387" y="32"/>
                  <a:pt x="386" y="36"/>
                  <a:pt x="386" y="37"/>
                </a:cubicBezTo>
                <a:cubicBezTo>
                  <a:pt x="384" y="40"/>
                  <a:pt x="345" y="93"/>
                  <a:pt x="267" y="195"/>
                </a:cubicBezTo>
                <a:cubicBezTo>
                  <a:pt x="190" y="297"/>
                  <a:pt x="150" y="351"/>
                  <a:pt x="147" y="353"/>
                </a:cubicBezTo>
                <a:lnTo>
                  <a:pt x="186" y="353"/>
                </a:lnTo>
                <a:cubicBezTo>
                  <a:pt x="200" y="352"/>
                  <a:pt x="209" y="352"/>
                  <a:pt x="214" y="352"/>
                </a:cubicBezTo>
                <a:cubicBezTo>
                  <a:pt x="219" y="352"/>
                  <a:pt x="228" y="351"/>
                  <a:pt x="240" y="350"/>
                </a:cubicBezTo>
                <a:cubicBezTo>
                  <a:pt x="253" y="349"/>
                  <a:pt x="261" y="347"/>
                  <a:pt x="266" y="344"/>
                </a:cubicBezTo>
                <a:cubicBezTo>
                  <a:pt x="270" y="341"/>
                  <a:pt x="277" y="337"/>
                  <a:pt x="286" y="333"/>
                </a:cubicBezTo>
                <a:cubicBezTo>
                  <a:pt x="296" y="329"/>
                  <a:pt x="303" y="323"/>
                  <a:pt x="306" y="313"/>
                </a:cubicBezTo>
                <a:cubicBezTo>
                  <a:pt x="310" y="305"/>
                  <a:pt x="314" y="296"/>
                  <a:pt x="319" y="286"/>
                </a:cubicBezTo>
                <a:cubicBezTo>
                  <a:pt x="324" y="276"/>
                  <a:pt x="327" y="264"/>
                  <a:pt x="329" y="248"/>
                </a:cubicBezTo>
                <a:cubicBezTo>
                  <a:pt x="332" y="232"/>
                  <a:pt x="333" y="218"/>
                  <a:pt x="333" y="207"/>
                </a:cubicBezTo>
                <a:cubicBezTo>
                  <a:pt x="333" y="206"/>
                  <a:pt x="343" y="206"/>
                  <a:pt x="361" y="206"/>
                </a:cubicBezTo>
                <a:lnTo>
                  <a:pt x="389" y="206"/>
                </a:lnTo>
                <a:lnTo>
                  <a:pt x="389" y="211"/>
                </a:lnTo>
                <a:cubicBezTo>
                  <a:pt x="389" y="213"/>
                  <a:pt x="386" y="244"/>
                  <a:pt x="381" y="304"/>
                </a:cubicBezTo>
                <a:cubicBezTo>
                  <a:pt x="376" y="365"/>
                  <a:pt x="374" y="396"/>
                  <a:pt x="373" y="397"/>
                </a:cubicBezTo>
                <a:lnTo>
                  <a:pt x="373" y="403"/>
                </a:lnTo>
                <a:lnTo>
                  <a:pt x="193" y="403"/>
                </a:lnTo>
                <a:cubicBezTo>
                  <a:pt x="74" y="403"/>
                  <a:pt x="12" y="402"/>
                  <a:pt x="10" y="401"/>
                </a:cubicBezTo>
                <a:cubicBezTo>
                  <a:pt x="3" y="398"/>
                  <a:pt x="0" y="390"/>
                  <a:pt x="0" y="377"/>
                </a:cubicBezTo>
                <a:lnTo>
                  <a:pt x="0" y="373"/>
                </a:lnTo>
                <a:cubicBezTo>
                  <a:pt x="0" y="368"/>
                  <a:pt x="3" y="362"/>
                  <a:pt x="7" y="356"/>
                </a:cubicBezTo>
                <a:cubicBezTo>
                  <a:pt x="12" y="349"/>
                  <a:pt x="25" y="331"/>
                  <a:pt x="47" y="301"/>
                </a:cubicBezTo>
                <a:cubicBezTo>
                  <a:pt x="75" y="266"/>
                  <a:pt x="99" y="234"/>
                  <a:pt x="120" y="206"/>
                </a:cubicBezTo>
                <a:lnTo>
                  <a:pt x="241" y="47"/>
                </a:lnTo>
                <a:lnTo>
                  <a:pt x="203" y="47"/>
                </a:lnTo>
                <a:cubicBezTo>
                  <a:pt x="163" y="48"/>
                  <a:pt x="136" y="51"/>
                  <a:pt x="121" y="59"/>
                </a:cubicBezTo>
                <a:cubicBezTo>
                  <a:pt x="96" y="71"/>
                  <a:pt x="81" y="94"/>
                  <a:pt x="76" y="128"/>
                </a:cubicBezTo>
                <a:cubicBezTo>
                  <a:pt x="73" y="142"/>
                  <a:pt x="72" y="156"/>
                  <a:pt x="72" y="171"/>
                </a:cubicBezTo>
                <a:cubicBezTo>
                  <a:pt x="72" y="172"/>
                  <a:pt x="61" y="172"/>
                  <a:pt x="43" y="172"/>
                </a:cubicBezTo>
                <a:lnTo>
                  <a:pt x="15" y="172"/>
                </a:lnTo>
                <a:lnTo>
                  <a:pt x="15" y="16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1762920" y="2717280"/>
            <a:ext cx="154080" cy="153720"/>
          </a:xfrm>
          <a:custGeom>
            <a:avLst/>
            <a:gdLst/>
            <a:ahLst/>
            <a:rect l="0" t="0" r="r" b="b"/>
            <a:pathLst>
              <a:path w="428" h="427">
                <a:moveTo>
                  <a:pt x="0" y="16"/>
                </a:moveTo>
                <a:cubicBezTo>
                  <a:pt x="0" y="16"/>
                  <a:pt x="0" y="15"/>
                  <a:pt x="0" y="12"/>
                </a:cubicBezTo>
                <a:cubicBezTo>
                  <a:pt x="0" y="10"/>
                  <a:pt x="1" y="8"/>
                  <a:pt x="4" y="5"/>
                </a:cubicBezTo>
                <a:cubicBezTo>
                  <a:pt x="6" y="3"/>
                  <a:pt x="7" y="2"/>
                  <a:pt x="8" y="1"/>
                </a:cubicBezTo>
                <a:cubicBezTo>
                  <a:pt x="10" y="0"/>
                  <a:pt x="11" y="0"/>
                  <a:pt x="12" y="0"/>
                </a:cubicBezTo>
                <a:lnTo>
                  <a:pt x="418" y="0"/>
                </a:lnTo>
                <a:cubicBezTo>
                  <a:pt x="424" y="3"/>
                  <a:pt x="428" y="7"/>
                  <a:pt x="428" y="12"/>
                </a:cubicBezTo>
                <a:cubicBezTo>
                  <a:pt x="428" y="18"/>
                  <a:pt x="424" y="22"/>
                  <a:pt x="418" y="25"/>
                </a:cubicBezTo>
                <a:lnTo>
                  <a:pt x="227" y="25"/>
                </a:lnTo>
                <a:lnTo>
                  <a:pt x="227" y="417"/>
                </a:lnTo>
                <a:cubicBezTo>
                  <a:pt x="224" y="423"/>
                  <a:pt x="220" y="426"/>
                  <a:pt x="216" y="427"/>
                </a:cubicBezTo>
                <a:cubicBezTo>
                  <a:pt x="214" y="427"/>
                  <a:pt x="213" y="427"/>
                  <a:pt x="211" y="426"/>
                </a:cubicBezTo>
                <a:cubicBezTo>
                  <a:pt x="210" y="426"/>
                  <a:pt x="209" y="425"/>
                  <a:pt x="208" y="425"/>
                </a:cubicBezTo>
                <a:cubicBezTo>
                  <a:pt x="207" y="425"/>
                  <a:pt x="206" y="424"/>
                  <a:pt x="206" y="423"/>
                </a:cubicBezTo>
                <a:cubicBezTo>
                  <a:pt x="205" y="422"/>
                  <a:pt x="204" y="422"/>
                  <a:pt x="204" y="421"/>
                </a:cubicBezTo>
                <a:cubicBezTo>
                  <a:pt x="204" y="421"/>
                  <a:pt x="204" y="420"/>
                  <a:pt x="203" y="419"/>
                </a:cubicBezTo>
                <a:cubicBezTo>
                  <a:pt x="202" y="417"/>
                  <a:pt x="202" y="417"/>
                  <a:pt x="202" y="417"/>
                </a:cubicBezTo>
                <a:lnTo>
                  <a:pt x="202" y="25"/>
                </a:lnTo>
                <a:lnTo>
                  <a:pt x="12" y="25"/>
                </a:lnTo>
                <a:cubicBezTo>
                  <a:pt x="11" y="25"/>
                  <a:pt x="10" y="25"/>
                  <a:pt x="9" y="24"/>
                </a:cubicBezTo>
                <a:cubicBezTo>
                  <a:pt x="8" y="23"/>
                  <a:pt x="6" y="22"/>
                  <a:pt x="4" y="20"/>
                </a:cubicBezTo>
                <a:lnTo>
                  <a:pt x="0" y="1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1970640" y="2949120"/>
            <a:ext cx="43200" cy="102960"/>
          </a:xfrm>
          <a:custGeom>
            <a:avLst/>
            <a:gdLst/>
            <a:ahLst/>
            <a:rect l="0" t="0" r="r" b="b"/>
            <a:pathLst>
              <a:path w="120" h="286">
                <a:moveTo>
                  <a:pt x="0" y="78"/>
                </a:moveTo>
                <a:cubicBezTo>
                  <a:pt x="0" y="78"/>
                  <a:pt x="0" y="71"/>
                  <a:pt x="0" y="55"/>
                </a:cubicBezTo>
                <a:cubicBezTo>
                  <a:pt x="0" y="40"/>
                  <a:pt x="5" y="27"/>
                  <a:pt x="15" y="17"/>
                </a:cubicBezTo>
                <a:cubicBezTo>
                  <a:pt x="24" y="6"/>
                  <a:pt x="37" y="0"/>
                  <a:pt x="53" y="0"/>
                </a:cubicBezTo>
                <a:cubicBezTo>
                  <a:pt x="71" y="0"/>
                  <a:pt x="86" y="8"/>
                  <a:pt x="100" y="23"/>
                </a:cubicBezTo>
                <a:cubicBezTo>
                  <a:pt x="113" y="38"/>
                  <a:pt x="120" y="64"/>
                  <a:pt x="120" y="102"/>
                </a:cubicBezTo>
                <a:cubicBezTo>
                  <a:pt x="120" y="123"/>
                  <a:pt x="118" y="144"/>
                  <a:pt x="112" y="164"/>
                </a:cubicBezTo>
                <a:cubicBezTo>
                  <a:pt x="107" y="184"/>
                  <a:pt x="101" y="202"/>
                  <a:pt x="93" y="216"/>
                </a:cubicBezTo>
                <a:cubicBezTo>
                  <a:pt x="86" y="231"/>
                  <a:pt x="78" y="243"/>
                  <a:pt x="70" y="253"/>
                </a:cubicBezTo>
                <a:cubicBezTo>
                  <a:pt x="61" y="263"/>
                  <a:pt x="53" y="272"/>
                  <a:pt x="47" y="278"/>
                </a:cubicBezTo>
                <a:cubicBezTo>
                  <a:pt x="41" y="284"/>
                  <a:pt x="37" y="286"/>
                  <a:pt x="35" y="286"/>
                </a:cubicBezTo>
                <a:cubicBezTo>
                  <a:pt x="33" y="286"/>
                  <a:pt x="29" y="283"/>
                  <a:pt x="24" y="278"/>
                </a:cubicBezTo>
                <a:cubicBezTo>
                  <a:pt x="18" y="272"/>
                  <a:pt x="16" y="268"/>
                  <a:pt x="16" y="266"/>
                </a:cubicBezTo>
                <a:cubicBezTo>
                  <a:pt x="16" y="263"/>
                  <a:pt x="19" y="259"/>
                  <a:pt x="26" y="251"/>
                </a:cubicBezTo>
                <a:cubicBezTo>
                  <a:pt x="32" y="244"/>
                  <a:pt x="40" y="235"/>
                  <a:pt x="48" y="224"/>
                </a:cubicBezTo>
                <a:cubicBezTo>
                  <a:pt x="57" y="214"/>
                  <a:pt x="65" y="198"/>
                  <a:pt x="73" y="178"/>
                </a:cubicBezTo>
                <a:cubicBezTo>
                  <a:pt x="80" y="159"/>
                  <a:pt x="85" y="137"/>
                  <a:pt x="87" y="112"/>
                </a:cubicBezTo>
                <a:lnTo>
                  <a:pt x="87" y="101"/>
                </a:lnTo>
                <a:lnTo>
                  <a:pt x="86" y="102"/>
                </a:lnTo>
                <a:cubicBezTo>
                  <a:pt x="85" y="103"/>
                  <a:pt x="83" y="104"/>
                  <a:pt x="82" y="104"/>
                </a:cubicBezTo>
                <a:cubicBezTo>
                  <a:pt x="80" y="105"/>
                  <a:pt x="78" y="106"/>
                  <a:pt x="76" y="107"/>
                </a:cubicBezTo>
                <a:cubicBezTo>
                  <a:pt x="74" y="108"/>
                  <a:pt x="72" y="109"/>
                  <a:pt x="68" y="109"/>
                </a:cubicBezTo>
                <a:cubicBezTo>
                  <a:pt x="64" y="109"/>
                  <a:pt x="61" y="109"/>
                  <a:pt x="56" y="110"/>
                </a:cubicBezTo>
                <a:cubicBezTo>
                  <a:pt x="40" y="110"/>
                  <a:pt x="27" y="105"/>
                  <a:pt x="16" y="94"/>
                </a:cubicBezTo>
                <a:lnTo>
                  <a:pt x="0" y="7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2097360" y="2844360"/>
            <a:ext cx="181440" cy="209520"/>
          </a:xfrm>
          <a:custGeom>
            <a:avLst/>
            <a:gdLst/>
            <a:ahLst/>
            <a:rect l="0" t="0" r="r" b="b"/>
            <a:pathLst>
              <a:path w="504" h="582">
                <a:moveTo>
                  <a:pt x="55" y="493"/>
                </a:moveTo>
                <a:cubicBezTo>
                  <a:pt x="55" y="497"/>
                  <a:pt x="56" y="503"/>
                  <a:pt x="58" y="508"/>
                </a:cubicBezTo>
                <a:cubicBezTo>
                  <a:pt x="60" y="513"/>
                  <a:pt x="64" y="519"/>
                  <a:pt x="71" y="526"/>
                </a:cubicBezTo>
                <a:cubicBezTo>
                  <a:pt x="79" y="532"/>
                  <a:pt x="88" y="535"/>
                  <a:pt x="99" y="536"/>
                </a:cubicBezTo>
                <a:cubicBezTo>
                  <a:pt x="108" y="535"/>
                  <a:pt x="117" y="534"/>
                  <a:pt x="125" y="531"/>
                </a:cubicBezTo>
                <a:cubicBezTo>
                  <a:pt x="134" y="528"/>
                  <a:pt x="141" y="523"/>
                  <a:pt x="147" y="519"/>
                </a:cubicBezTo>
                <a:cubicBezTo>
                  <a:pt x="153" y="515"/>
                  <a:pt x="159" y="510"/>
                  <a:pt x="165" y="504"/>
                </a:cubicBezTo>
                <a:cubicBezTo>
                  <a:pt x="171" y="497"/>
                  <a:pt x="176" y="492"/>
                  <a:pt x="180" y="486"/>
                </a:cubicBezTo>
                <a:cubicBezTo>
                  <a:pt x="183" y="481"/>
                  <a:pt x="187" y="475"/>
                  <a:pt x="190" y="469"/>
                </a:cubicBezTo>
                <a:cubicBezTo>
                  <a:pt x="194" y="463"/>
                  <a:pt x="197" y="458"/>
                  <a:pt x="199" y="454"/>
                </a:cubicBezTo>
                <a:cubicBezTo>
                  <a:pt x="200" y="450"/>
                  <a:pt x="202" y="445"/>
                  <a:pt x="204" y="441"/>
                </a:cubicBezTo>
                <a:cubicBezTo>
                  <a:pt x="206" y="437"/>
                  <a:pt x="207" y="435"/>
                  <a:pt x="207" y="434"/>
                </a:cubicBezTo>
                <a:lnTo>
                  <a:pt x="222" y="401"/>
                </a:lnTo>
                <a:lnTo>
                  <a:pt x="66" y="56"/>
                </a:lnTo>
                <a:lnTo>
                  <a:pt x="3" y="56"/>
                </a:lnTo>
                <a:lnTo>
                  <a:pt x="3" y="0"/>
                </a:lnTo>
                <a:lnTo>
                  <a:pt x="10" y="0"/>
                </a:lnTo>
                <a:cubicBezTo>
                  <a:pt x="19" y="2"/>
                  <a:pt x="53" y="3"/>
                  <a:pt x="111" y="3"/>
                </a:cubicBezTo>
                <a:cubicBezTo>
                  <a:pt x="175" y="3"/>
                  <a:pt x="212" y="2"/>
                  <a:pt x="223" y="0"/>
                </a:cubicBezTo>
                <a:lnTo>
                  <a:pt x="231" y="0"/>
                </a:lnTo>
                <a:lnTo>
                  <a:pt x="231" y="56"/>
                </a:lnTo>
                <a:lnTo>
                  <a:pt x="209" y="56"/>
                </a:lnTo>
                <a:cubicBezTo>
                  <a:pt x="196" y="56"/>
                  <a:pt x="189" y="56"/>
                  <a:pt x="189" y="58"/>
                </a:cubicBezTo>
                <a:lnTo>
                  <a:pt x="283" y="264"/>
                </a:lnTo>
                <a:lnTo>
                  <a:pt x="378" y="56"/>
                </a:lnTo>
                <a:lnTo>
                  <a:pt x="335" y="56"/>
                </a:lnTo>
                <a:lnTo>
                  <a:pt x="335" y="0"/>
                </a:lnTo>
                <a:lnTo>
                  <a:pt x="341" y="0"/>
                </a:lnTo>
                <a:cubicBezTo>
                  <a:pt x="348" y="2"/>
                  <a:pt x="377" y="3"/>
                  <a:pt x="426" y="3"/>
                </a:cubicBezTo>
                <a:cubicBezTo>
                  <a:pt x="471" y="3"/>
                  <a:pt x="495" y="2"/>
                  <a:pt x="498" y="0"/>
                </a:cubicBezTo>
                <a:lnTo>
                  <a:pt x="504" y="0"/>
                </a:lnTo>
                <a:lnTo>
                  <a:pt x="504" y="56"/>
                </a:lnTo>
                <a:lnTo>
                  <a:pt x="440" y="56"/>
                </a:lnTo>
                <a:lnTo>
                  <a:pt x="346" y="263"/>
                </a:lnTo>
                <a:cubicBezTo>
                  <a:pt x="281" y="405"/>
                  <a:pt x="248" y="477"/>
                  <a:pt x="247" y="479"/>
                </a:cubicBezTo>
                <a:cubicBezTo>
                  <a:pt x="230" y="510"/>
                  <a:pt x="209" y="536"/>
                  <a:pt x="182" y="554"/>
                </a:cubicBezTo>
                <a:cubicBezTo>
                  <a:pt x="156" y="572"/>
                  <a:pt x="128" y="582"/>
                  <a:pt x="97" y="582"/>
                </a:cubicBezTo>
                <a:cubicBezTo>
                  <a:pt x="70" y="582"/>
                  <a:pt x="47" y="574"/>
                  <a:pt x="28" y="557"/>
                </a:cubicBezTo>
                <a:cubicBezTo>
                  <a:pt x="9" y="540"/>
                  <a:pt x="0" y="517"/>
                  <a:pt x="0" y="491"/>
                </a:cubicBezTo>
                <a:cubicBezTo>
                  <a:pt x="0" y="469"/>
                  <a:pt x="6" y="454"/>
                  <a:pt x="19" y="446"/>
                </a:cubicBezTo>
                <a:cubicBezTo>
                  <a:pt x="32" y="437"/>
                  <a:pt x="45" y="433"/>
                  <a:pt x="58" y="432"/>
                </a:cubicBezTo>
                <a:cubicBezTo>
                  <a:pt x="72" y="432"/>
                  <a:pt x="85" y="437"/>
                  <a:pt x="97" y="446"/>
                </a:cubicBezTo>
                <a:cubicBezTo>
                  <a:pt x="108" y="455"/>
                  <a:pt x="115" y="467"/>
                  <a:pt x="116" y="484"/>
                </a:cubicBezTo>
                <a:lnTo>
                  <a:pt x="116" y="491"/>
                </a:lnTo>
                <a:lnTo>
                  <a:pt x="55" y="491"/>
                </a:lnTo>
                <a:lnTo>
                  <a:pt x="55" y="49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2310480" y="2717280"/>
            <a:ext cx="153720" cy="153720"/>
          </a:xfrm>
          <a:custGeom>
            <a:avLst/>
            <a:gdLst/>
            <a:ahLst/>
            <a:rect l="0" t="0" r="r" b="b"/>
            <a:pathLst>
              <a:path w="427" h="427">
                <a:moveTo>
                  <a:pt x="0" y="16"/>
                </a:moveTo>
                <a:cubicBezTo>
                  <a:pt x="0" y="16"/>
                  <a:pt x="0" y="15"/>
                  <a:pt x="0" y="12"/>
                </a:cubicBezTo>
                <a:cubicBezTo>
                  <a:pt x="0" y="10"/>
                  <a:pt x="1" y="8"/>
                  <a:pt x="3" y="5"/>
                </a:cubicBezTo>
                <a:cubicBezTo>
                  <a:pt x="4" y="3"/>
                  <a:pt x="6" y="2"/>
                  <a:pt x="7" y="1"/>
                </a:cubicBezTo>
                <a:cubicBezTo>
                  <a:pt x="8" y="0"/>
                  <a:pt x="9" y="0"/>
                  <a:pt x="10" y="0"/>
                </a:cubicBezTo>
                <a:lnTo>
                  <a:pt x="418" y="0"/>
                </a:lnTo>
                <a:cubicBezTo>
                  <a:pt x="424" y="3"/>
                  <a:pt x="427" y="7"/>
                  <a:pt x="427" y="12"/>
                </a:cubicBezTo>
                <a:cubicBezTo>
                  <a:pt x="427" y="18"/>
                  <a:pt x="424" y="22"/>
                  <a:pt x="418" y="25"/>
                </a:cubicBezTo>
                <a:lnTo>
                  <a:pt x="227" y="25"/>
                </a:lnTo>
                <a:lnTo>
                  <a:pt x="227" y="417"/>
                </a:lnTo>
                <a:cubicBezTo>
                  <a:pt x="224" y="423"/>
                  <a:pt x="220" y="426"/>
                  <a:pt x="215" y="427"/>
                </a:cubicBezTo>
                <a:cubicBezTo>
                  <a:pt x="214" y="427"/>
                  <a:pt x="212" y="427"/>
                  <a:pt x="211" y="426"/>
                </a:cubicBezTo>
                <a:cubicBezTo>
                  <a:pt x="210" y="426"/>
                  <a:pt x="209" y="425"/>
                  <a:pt x="208" y="425"/>
                </a:cubicBezTo>
                <a:cubicBezTo>
                  <a:pt x="207" y="425"/>
                  <a:pt x="206" y="424"/>
                  <a:pt x="205" y="423"/>
                </a:cubicBezTo>
                <a:cubicBezTo>
                  <a:pt x="204" y="422"/>
                  <a:pt x="204" y="422"/>
                  <a:pt x="204" y="421"/>
                </a:cubicBezTo>
                <a:cubicBezTo>
                  <a:pt x="204" y="421"/>
                  <a:pt x="203" y="420"/>
                  <a:pt x="203" y="419"/>
                </a:cubicBezTo>
                <a:cubicBezTo>
                  <a:pt x="202" y="417"/>
                  <a:pt x="201" y="417"/>
                  <a:pt x="201" y="417"/>
                </a:cubicBezTo>
                <a:lnTo>
                  <a:pt x="201" y="25"/>
                </a:lnTo>
                <a:lnTo>
                  <a:pt x="10" y="25"/>
                </a:lnTo>
                <a:cubicBezTo>
                  <a:pt x="10" y="25"/>
                  <a:pt x="9" y="25"/>
                  <a:pt x="8" y="24"/>
                </a:cubicBezTo>
                <a:cubicBezTo>
                  <a:pt x="6" y="23"/>
                  <a:pt x="5" y="22"/>
                  <a:pt x="3" y="20"/>
                </a:cubicBezTo>
                <a:lnTo>
                  <a:pt x="0" y="1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2499840" y="2712600"/>
            <a:ext cx="63000" cy="389880"/>
          </a:xfrm>
          <a:custGeom>
            <a:avLst/>
            <a:gdLst/>
            <a:ahLst/>
            <a:rect l="0" t="0" r="r" b="b"/>
            <a:pathLst>
              <a:path w="175" h="1083">
                <a:moveTo>
                  <a:pt x="0" y="36"/>
                </a:moveTo>
                <a:lnTo>
                  <a:pt x="0" y="0"/>
                </a:lnTo>
                <a:lnTo>
                  <a:pt x="175" y="0"/>
                </a:lnTo>
                <a:lnTo>
                  <a:pt x="175" y="1083"/>
                </a:lnTo>
                <a:lnTo>
                  <a:pt x="0" y="1083"/>
                </a:lnTo>
                <a:lnTo>
                  <a:pt x="0" y="1047"/>
                </a:lnTo>
                <a:lnTo>
                  <a:pt x="139" y="1047"/>
                </a:lnTo>
                <a:lnTo>
                  <a:pt x="139" y="36"/>
                </a:lnTo>
                <a:lnTo>
                  <a:pt x="0" y="3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2651760" y="2647800"/>
            <a:ext cx="153720" cy="153720"/>
          </a:xfrm>
          <a:custGeom>
            <a:avLst/>
            <a:gdLst/>
            <a:ahLst/>
            <a:rect l="0" t="0" r="r" b="b"/>
            <a:pathLst>
              <a:path w="427" h="427">
                <a:moveTo>
                  <a:pt x="0" y="17"/>
                </a:moveTo>
                <a:cubicBezTo>
                  <a:pt x="0" y="17"/>
                  <a:pt x="0" y="15"/>
                  <a:pt x="0" y="13"/>
                </a:cubicBezTo>
                <a:cubicBezTo>
                  <a:pt x="0" y="10"/>
                  <a:pt x="1" y="8"/>
                  <a:pt x="2" y="6"/>
                </a:cubicBezTo>
                <a:cubicBezTo>
                  <a:pt x="4" y="4"/>
                  <a:pt x="5" y="2"/>
                  <a:pt x="7" y="1"/>
                </a:cubicBezTo>
                <a:cubicBezTo>
                  <a:pt x="8" y="0"/>
                  <a:pt x="9" y="0"/>
                  <a:pt x="10" y="0"/>
                </a:cubicBezTo>
                <a:lnTo>
                  <a:pt x="417" y="0"/>
                </a:lnTo>
                <a:cubicBezTo>
                  <a:pt x="424" y="3"/>
                  <a:pt x="427" y="8"/>
                  <a:pt x="427" y="13"/>
                </a:cubicBezTo>
                <a:cubicBezTo>
                  <a:pt x="427" y="18"/>
                  <a:pt x="424" y="22"/>
                  <a:pt x="417" y="25"/>
                </a:cubicBezTo>
                <a:lnTo>
                  <a:pt x="227" y="25"/>
                </a:lnTo>
                <a:lnTo>
                  <a:pt x="227" y="418"/>
                </a:lnTo>
                <a:cubicBezTo>
                  <a:pt x="224" y="423"/>
                  <a:pt x="220" y="426"/>
                  <a:pt x="215" y="427"/>
                </a:cubicBezTo>
                <a:cubicBezTo>
                  <a:pt x="213" y="427"/>
                  <a:pt x="212" y="427"/>
                  <a:pt x="211" y="427"/>
                </a:cubicBezTo>
                <a:cubicBezTo>
                  <a:pt x="209" y="426"/>
                  <a:pt x="208" y="426"/>
                  <a:pt x="207" y="425"/>
                </a:cubicBezTo>
                <a:cubicBezTo>
                  <a:pt x="207" y="425"/>
                  <a:pt x="206" y="424"/>
                  <a:pt x="205" y="423"/>
                </a:cubicBezTo>
                <a:cubicBezTo>
                  <a:pt x="204" y="423"/>
                  <a:pt x="204" y="422"/>
                  <a:pt x="204" y="421"/>
                </a:cubicBezTo>
                <a:cubicBezTo>
                  <a:pt x="204" y="421"/>
                  <a:pt x="203" y="420"/>
                  <a:pt x="202" y="419"/>
                </a:cubicBezTo>
                <a:cubicBezTo>
                  <a:pt x="202" y="418"/>
                  <a:pt x="201" y="417"/>
                  <a:pt x="201" y="417"/>
                </a:cubicBezTo>
                <a:lnTo>
                  <a:pt x="201" y="25"/>
                </a:lnTo>
                <a:lnTo>
                  <a:pt x="10" y="25"/>
                </a:lnTo>
                <a:cubicBezTo>
                  <a:pt x="10" y="25"/>
                  <a:pt x="9" y="25"/>
                  <a:pt x="7" y="24"/>
                </a:cubicBezTo>
                <a:cubicBezTo>
                  <a:pt x="6" y="23"/>
                  <a:pt x="4" y="22"/>
                  <a:pt x="2" y="20"/>
                </a:cubicBez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1002960" y="269352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は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4654800" y="283824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7" y="402"/>
                </a:moveTo>
                <a:cubicBezTo>
                  <a:pt x="178" y="400"/>
                  <a:pt x="146" y="399"/>
                  <a:pt x="91" y="399"/>
                </a:cubicBezTo>
                <a:cubicBezTo>
                  <a:pt x="42" y="399"/>
                  <a:pt x="14" y="400"/>
                  <a:pt x="6" y="402"/>
                </a:cubicBezTo>
                <a:lnTo>
                  <a:pt x="0" y="402"/>
                </a:lnTo>
                <a:lnTo>
                  <a:pt x="0" y="346"/>
                </a:lnTo>
                <a:lnTo>
                  <a:pt x="88" y="346"/>
                </a:lnTo>
                <a:lnTo>
                  <a:pt x="203" y="209"/>
                </a:lnTo>
                <a:lnTo>
                  <a:pt x="81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5" y="3"/>
                  <a:pt x="111" y="3"/>
                </a:cubicBezTo>
                <a:cubicBezTo>
                  <a:pt x="174" y="3"/>
                  <a:pt x="210" y="2"/>
                  <a:pt x="221" y="0"/>
                </a:cubicBezTo>
                <a:lnTo>
                  <a:pt x="229" y="0"/>
                </a:lnTo>
                <a:lnTo>
                  <a:pt x="229" y="56"/>
                </a:lnTo>
                <a:lnTo>
                  <a:pt x="204" y="56"/>
                </a:lnTo>
                <a:lnTo>
                  <a:pt x="236" y="95"/>
                </a:lnTo>
                <a:cubicBezTo>
                  <a:pt x="256" y="120"/>
                  <a:pt x="267" y="133"/>
                  <a:pt x="267" y="133"/>
                </a:cubicBezTo>
                <a:cubicBezTo>
                  <a:pt x="270" y="133"/>
                  <a:pt x="281" y="119"/>
                  <a:pt x="302" y="93"/>
                </a:cubicBezTo>
                <a:lnTo>
                  <a:pt x="333" y="56"/>
                </a:lnTo>
                <a:lnTo>
                  <a:pt x="300" y="56"/>
                </a:lnTo>
                <a:lnTo>
                  <a:pt x="300" y="0"/>
                </a:lnTo>
                <a:lnTo>
                  <a:pt x="307" y="0"/>
                </a:lnTo>
                <a:cubicBezTo>
                  <a:pt x="316" y="2"/>
                  <a:pt x="348" y="3"/>
                  <a:pt x="403" y="3"/>
                </a:cubicBezTo>
                <a:cubicBezTo>
                  <a:pt x="451" y="3"/>
                  <a:pt x="479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3" y="179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5" y="399"/>
                </a:cubicBezTo>
                <a:cubicBezTo>
                  <a:pt x="343" y="399"/>
                  <a:pt x="306" y="400"/>
                  <a:pt x="295" y="402"/>
                </a:cubicBezTo>
                <a:lnTo>
                  <a:pt x="287" y="402"/>
                </a:lnTo>
                <a:lnTo>
                  <a:pt x="287" y="346"/>
                </a:lnTo>
                <a:lnTo>
                  <a:pt x="312" y="346"/>
                </a:lnTo>
                <a:cubicBezTo>
                  <a:pt x="312" y="345"/>
                  <a:pt x="300" y="330"/>
                  <a:pt x="276" y="300"/>
                </a:cubicBezTo>
                <a:cubicBezTo>
                  <a:pt x="252" y="270"/>
                  <a:pt x="240" y="255"/>
                  <a:pt x="239" y="254"/>
                </a:cubicBezTo>
                <a:lnTo>
                  <a:pt x="161" y="345"/>
                </a:lnTo>
                <a:lnTo>
                  <a:pt x="178" y="346"/>
                </a:lnTo>
                <a:lnTo>
                  <a:pt x="194" y="346"/>
                </a:lnTo>
                <a:lnTo>
                  <a:pt x="194" y="402"/>
                </a:lnTo>
                <a:lnTo>
                  <a:pt x="187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2833560" y="2693520"/>
            <a:ext cx="1931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を入力にとり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762840" y="320040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30" y="50"/>
                </a:moveTo>
                <a:cubicBezTo>
                  <a:pt x="230" y="46"/>
                  <a:pt x="213" y="43"/>
                  <a:pt x="178" y="41"/>
                </a:cubicBezTo>
                <a:cubicBezTo>
                  <a:pt x="164" y="41"/>
                  <a:pt x="155" y="41"/>
                  <a:pt x="151" y="40"/>
                </a:cubicBezTo>
                <a:cubicBezTo>
                  <a:pt x="147" y="40"/>
                  <a:pt x="145" y="37"/>
                  <a:pt x="145" y="32"/>
                </a:cubicBezTo>
                <a:cubicBezTo>
                  <a:pt x="145" y="27"/>
                  <a:pt x="146" y="21"/>
                  <a:pt x="148" y="14"/>
                </a:cubicBezTo>
                <a:cubicBezTo>
                  <a:pt x="151" y="7"/>
                  <a:pt x="153" y="2"/>
                  <a:pt x="155" y="0"/>
                </a:cubicBezTo>
                <a:cubicBezTo>
                  <a:pt x="156" y="0"/>
                  <a:pt x="216" y="0"/>
                  <a:pt x="335" y="0"/>
                </a:cubicBezTo>
                <a:cubicBezTo>
                  <a:pt x="436" y="0"/>
                  <a:pt x="492" y="0"/>
                  <a:pt x="504" y="0"/>
                </a:cubicBezTo>
                <a:cubicBezTo>
                  <a:pt x="516" y="0"/>
                  <a:pt x="528" y="2"/>
                  <a:pt x="540" y="6"/>
                </a:cubicBezTo>
                <a:cubicBezTo>
                  <a:pt x="583" y="16"/>
                  <a:pt x="620" y="40"/>
                  <a:pt x="650" y="78"/>
                </a:cubicBezTo>
                <a:cubicBezTo>
                  <a:pt x="680" y="115"/>
                  <a:pt x="696" y="165"/>
                  <a:pt x="696" y="228"/>
                </a:cubicBezTo>
                <a:cubicBezTo>
                  <a:pt x="696" y="322"/>
                  <a:pt x="664" y="406"/>
                  <a:pt x="600" y="481"/>
                </a:cubicBezTo>
                <a:cubicBezTo>
                  <a:pt x="535" y="555"/>
                  <a:pt x="460" y="600"/>
                  <a:pt x="372" y="614"/>
                </a:cubicBezTo>
                <a:lnTo>
                  <a:pt x="360" y="616"/>
                </a:lnTo>
                <a:lnTo>
                  <a:pt x="184" y="617"/>
                </a:lnTo>
                <a:lnTo>
                  <a:pt x="83" y="617"/>
                </a:lnTo>
                <a:lnTo>
                  <a:pt x="36" y="617"/>
                </a:lnTo>
                <a:cubicBezTo>
                  <a:pt x="21" y="617"/>
                  <a:pt x="12" y="616"/>
                  <a:pt x="8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1"/>
                  <a:pt x="3" y="594"/>
                </a:cubicBezTo>
                <a:cubicBezTo>
                  <a:pt x="6" y="585"/>
                  <a:pt x="8" y="579"/>
                  <a:pt x="10" y="578"/>
                </a:cubicBezTo>
                <a:cubicBezTo>
                  <a:pt x="13" y="577"/>
                  <a:pt x="20" y="576"/>
                  <a:pt x="31" y="575"/>
                </a:cubicBezTo>
                <a:cubicBezTo>
                  <a:pt x="47" y="575"/>
                  <a:pt x="65" y="574"/>
                  <a:pt x="85" y="573"/>
                </a:cubicBezTo>
                <a:cubicBezTo>
                  <a:pt x="94" y="571"/>
                  <a:pt x="99" y="567"/>
                  <a:pt x="102" y="562"/>
                </a:cubicBezTo>
                <a:cubicBezTo>
                  <a:pt x="104" y="559"/>
                  <a:pt x="126" y="476"/>
                  <a:pt x="167" y="311"/>
                </a:cubicBezTo>
                <a:cubicBezTo>
                  <a:pt x="209" y="146"/>
                  <a:pt x="230" y="59"/>
                  <a:pt x="230" y="50"/>
                </a:cubicBezTo>
                <a:moveTo>
                  <a:pt x="606" y="194"/>
                </a:moveTo>
                <a:cubicBezTo>
                  <a:pt x="606" y="171"/>
                  <a:pt x="603" y="150"/>
                  <a:pt x="596" y="132"/>
                </a:cubicBezTo>
                <a:cubicBezTo>
                  <a:pt x="589" y="114"/>
                  <a:pt x="582" y="100"/>
                  <a:pt x="573" y="90"/>
                </a:cubicBezTo>
                <a:cubicBezTo>
                  <a:pt x="564" y="80"/>
                  <a:pt x="552" y="71"/>
                  <a:pt x="539" y="64"/>
                </a:cubicBezTo>
                <a:cubicBezTo>
                  <a:pt x="526" y="57"/>
                  <a:pt x="514" y="52"/>
                  <a:pt x="504" y="49"/>
                </a:cubicBezTo>
                <a:cubicBezTo>
                  <a:pt x="494" y="47"/>
                  <a:pt x="483" y="45"/>
                  <a:pt x="472" y="43"/>
                </a:cubicBezTo>
                <a:cubicBezTo>
                  <a:pt x="471" y="43"/>
                  <a:pt x="467" y="43"/>
                  <a:pt x="460" y="43"/>
                </a:cubicBezTo>
                <a:cubicBezTo>
                  <a:pt x="453" y="43"/>
                  <a:pt x="444" y="43"/>
                  <a:pt x="434" y="43"/>
                </a:cubicBezTo>
                <a:cubicBezTo>
                  <a:pt x="423" y="43"/>
                  <a:pt x="413" y="43"/>
                  <a:pt x="404" y="41"/>
                </a:cubicBezTo>
                <a:lnTo>
                  <a:pt x="365" y="41"/>
                </a:lnTo>
                <a:cubicBezTo>
                  <a:pt x="339" y="41"/>
                  <a:pt x="324" y="45"/>
                  <a:pt x="320" y="51"/>
                </a:cubicBezTo>
                <a:cubicBezTo>
                  <a:pt x="319" y="54"/>
                  <a:pt x="296" y="140"/>
                  <a:pt x="253" y="311"/>
                </a:cubicBezTo>
                <a:cubicBezTo>
                  <a:pt x="210" y="482"/>
                  <a:pt x="189" y="568"/>
                  <a:pt x="189" y="570"/>
                </a:cubicBezTo>
                <a:cubicBezTo>
                  <a:pt x="189" y="572"/>
                  <a:pt x="192" y="573"/>
                  <a:pt x="199" y="573"/>
                </a:cubicBezTo>
                <a:cubicBezTo>
                  <a:pt x="206" y="573"/>
                  <a:pt x="229" y="574"/>
                  <a:pt x="268" y="574"/>
                </a:cubicBezTo>
                <a:cubicBezTo>
                  <a:pt x="271" y="574"/>
                  <a:pt x="277" y="574"/>
                  <a:pt x="286" y="574"/>
                </a:cubicBezTo>
                <a:cubicBezTo>
                  <a:pt x="294" y="574"/>
                  <a:pt x="301" y="575"/>
                  <a:pt x="307" y="575"/>
                </a:cubicBezTo>
                <a:cubicBezTo>
                  <a:pt x="384" y="575"/>
                  <a:pt x="447" y="551"/>
                  <a:pt x="496" y="501"/>
                </a:cubicBezTo>
                <a:cubicBezTo>
                  <a:pt x="518" y="480"/>
                  <a:pt x="535" y="454"/>
                  <a:pt x="549" y="426"/>
                </a:cubicBezTo>
                <a:cubicBezTo>
                  <a:pt x="563" y="397"/>
                  <a:pt x="576" y="358"/>
                  <a:pt x="588" y="311"/>
                </a:cubicBezTo>
                <a:cubicBezTo>
                  <a:pt x="600" y="263"/>
                  <a:pt x="606" y="224"/>
                  <a:pt x="606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4846680" y="2693520"/>
            <a:ext cx="1517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を生成する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1454400" y="327636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1" y="399"/>
                </a:cubicBezTo>
                <a:cubicBezTo>
                  <a:pt x="42" y="399"/>
                  <a:pt x="14" y="400"/>
                  <a:pt x="7" y="402"/>
                </a:cubicBezTo>
                <a:lnTo>
                  <a:pt x="0" y="402"/>
                </a:lnTo>
                <a:lnTo>
                  <a:pt x="0" y="346"/>
                </a:lnTo>
                <a:lnTo>
                  <a:pt x="87" y="346"/>
                </a:lnTo>
                <a:lnTo>
                  <a:pt x="202" y="209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0" y="3"/>
                </a:cubicBezTo>
                <a:cubicBezTo>
                  <a:pt x="173" y="3"/>
                  <a:pt x="210" y="2"/>
                  <a:pt x="220" y="0"/>
                </a:cubicBezTo>
                <a:lnTo>
                  <a:pt x="229" y="0"/>
                </a:lnTo>
                <a:lnTo>
                  <a:pt x="229" y="56"/>
                </a:lnTo>
                <a:lnTo>
                  <a:pt x="203" y="56"/>
                </a:lnTo>
                <a:lnTo>
                  <a:pt x="235" y="95"/>
                </a:lnTo>
                <a:cubicBezTo>
                  <a:pt x="255" y="120"/>
                  <a:pt x="266" y="133"/>
                  <a:pt x="267" y="133"/>
                </a:cubicBezTo>
                <a:cubicBezTo>
                  <a:pt x="269" y="133"/>
                  <a:pt x="280" y="120"/>
                  <a:pt x="302" y="93"/>
                </a:cubicBezTo>
                <a:lnTo>
                  <a:pt x="333" y="56"/>
                </a:lnTo>
                <a:lnTo>
                  <a:pt x="300" y="56"/>
                </a:lnTo>
                <a:lnTo>
                  <a:pt x="300" y="0"/>
                </a:lnTo>
                <a:lnTo>
                  <a:pt x="307" y="0"/>
                </a:lnTo>
                <a:cubicBezTo>
                  <a:pt x="316" y="2"/>
                  <a:pt x="348" y="3"/>
                  <a:pt x="403" y="3"/>
                </a:cubicBezTo>
                <a:cubicBezTo>
                  <a:pt x="452" y="3"/>
                  <a:pt x="480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3" y="179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6" y="399"/>
                </a:cubicBezTo>
                <a:cubicBezTo>
                  <a:pt x="343" y="399"/>
                  <a:pt x="306" y="400"/>
                  <a:pt x="295" y="402"/>
                </a:cubicBezTo>
                <a:lnTo>
                  <a:pt x="286" y="402"/>
                </a:lnTo>
                <a:lnTo>
                  <a:pt x="286" y="346"/>
                </a:lnTo>
                <a:lnTo>
                  <a:pt x="313" y="346"/>
                </a:lnTo>
                <a:cubicBezTo>
                  <a:pt x="313" y="345"/>
                  <a:pt x="301" y="330"/>
                  <a:pt x="276" y="301"/>
                </a:cubicBezTo>
                <a:cubicBezTo>
                  <a:pt x="251" y="270"/>
                  <a:pt x="239" y="255"/>
                  <a:pt x="239" y="254"/>
                </a:cubicBezTo>
                <a:lnTo>
                  <a:pt x="160" y="345"/>
                </a:lnTo>
                <a:lnTo>
                  <a:pt x="177" y="346"/>
                </a:lnTo>
                <a:lnTo>
                  <a:pt x="193" y="346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1670400" y="3381480"/>
            <a:ext cx="43200" cy="102600"/>
          </a:xfrm>
          <a:custGeom>
            <a:avLst/>
            <a:gdLst/>
            <a:ahLst/>
            <a:rect l="0" t="0" r="r" b="b"/>
            <a:pathLst>
              <a:path w="120" h="285">
                <a:moveTo>
                  <a:pt x="0" y="77"/>
                </a:moveTo>
                <a:cubicBezTo>
                  <a:pt x="0" y="77"/>
                  <a:pt x="0" y="70"/>
                  <a:pt x="0" y="55"/>
                </a:cubicBezTo>
                <a:cubicBezTo>
                  <a:pt x="0" y="40"/>
                  <a:pt x="4" y="27"/>
                  <a:pt x="14" y="16"/>
                </a:cubicBezTo>
                <a:cubicBezTo>
                  <a:pt x="24" y="5"/>
                  <a:pt x="37" y="0"/>
                  <a:pt x="53" y="0"/>
                </a:cubicBezTo>
                <a:cubicBezTo>
                  <a:pt x="71" y="0"/>
                  <a:pt x="86" y="7"/>
                  <a:pt x="99" y="22"/>
                </a:cubicBezTo>
                <a:cubicBezTo>
                  <a:pt x="112" y="37"/>
                  <a:pt x="119" y="64"/>
                  <a:pt x="120" y="102"/>
                </a:cubicBezTo>
                <a:cubicBezTo>
                  <a:pt x="120" y="124"/>
                  <a:pt x="117" y="144"/>
                  <a:pt x="112" y="164"/>
                </a:cubicBezTo>
                <a:cubicBezTo>
                  <a:pt x="106" y="184"/>
                  <a:pt x="100" y="201"/>
                  <a:pt x="93" y="216"/>
                </a:cubicBezTo>
                <a:cubicBezTo>
                  <a:pt x="85" y="230"/>
                  <a:pt x="78" y="242"/>
                  <a:pt x="69" y="253"/>
                </a:cubicBezTo>
                <a:cubicBezTo>
                  <a:pt x="60" y="263"/>
                  <a:pt x="53" y="271"/>
                  <a:pt x="47" y="277"/>
                </a:cubicBezTo>
                <a:cubicBezTo>
                  <a:pt x="40" y="283"/>
                  <a:pt x="37" y="286"/>
                  <a:pt x="35" y="285"/>
                </a:cubicBezTo>
                <a:cubicBezTo>
                  <a:pt x="32" y="285"/>
                  <a:pt x="28" y="282"/>
                  <a:pt x="23" y="277"/>
                </a:cubicBezTo>
                <a:cubicBezTo>
                  <a:pt x="18" y="271"/>
                  <a:pt x="15" y="268"/>
                  <a:pt x="15" y="265"/>
                </a:cubicBezTo>
                <a:cubicBezTo>
                  <a:pt x="15" y="263"/>
                  <a:pt x="18" y="258"/>
                  <a:pt x="25" y="251"/>
                </a:cubicBezTo>
                <a:cubicBezTo>
                  <a:pt x="31" y="243"/>
                  <a:pt x="39" y="234"/>
                  <a:pt x="47" y="224"/>
                </a:cubicBezTo>
                <a:cubicBezTo>
                  <a:pt x="56" y="213"/>
                  <a:pt x="65" y="198"/>
                  <a:pt x="72" y="179"/>
                </a:cubicBezTo>
                <a:cubicBezTo>
                  <a:pt x="79" y="159"/>
                  <a:pt x="84" y="137"/>
                  <a:pt x="86" y="112"/>
                </a:cubicBezTo>
                <a:lnTo>
                  <a:pt x="86" y="101"/>
                </a:lnTo>
                <a:lnTo>
                  <a:pt x="85" y="102"/>
                </a:lnTo>
                <a:cubicBezTo>
                  <a:pt x="84" y="102"/>
                  <a:pt x="83" y="103"/>
                  <a:pt x="81" y="103"/>
                </a:cubicBezTo>
                <a:cubicBezTo>
                  <a:pt x="79" y="104"/>
                  <a:pt x="77" y="105"/>
                  <a:pt x="75" y="106"/>
                </a:cubicBezTo>
                <a:cubicBezTo>
                  <a:pt x="74" y="107"/>
                  <a:pt x="71" y="108"/>
                  <a:pt x="67" y="108"/>
                </a:cubicBezTo>
                <a:cubicBezTo>
                  <a:pt x="64" y="108"/>
                  <a:pt x="59" y="108"/>
                  <a:pt x="56" y="109"/>
                </a:cubicBezTo>
                <a:cubicBezTo>
                  <a:pt x="39" y="109"/>
                  <a:pt x="26" y="104"/>
                  <a:pt x="16" y="94"/>
                </a:cubicBezTo>
                <a:lnTo>
                  <a:pt x="0" y="7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1796760" y="3276360"/>
            <a:ext cx="181440" cy="209520"/>
          </a:xfrm>
          <a:custGeom>
            <a:avLst/>
            <a:gdLst/>
            <a:ahLst/>
            <a:rect l="0" t="0" r="r" b="b"/>
            <a:pathLst>
              <a:path w="504" h="582">
                <a:moveTo>
                  <a:pt x="55" y="494"/>
                </a:moveTo>
                <a:cubicBezTo>
                  <a:pt x="55" y="499"/>
                  <a:pt x="56" y="504"/>
                  <a:pt x="58" y="509"/>
                </a:cubicBezTo>
                <a:cubicBezTo>
                  <a:pt x="60" y="515"/>
                  <a:pt x="64" y="520"/>
                  <a:pt x="72" y="526"/>
                </a:cubicBezTo>
                <a:cubicBezTo>
                  <a:pt x="79" y="532"/>
                  <a:pt x="88" y="536"/>
                  <a:pt x="100" y="536"/>
                </a:cubicBezTo>
                <a:cubicBezTo>
                  <a:pt x="109" y="536"/>
                  <a:pt x="117" y="534"/>
                  <a:pt x="126" y="531"/>
                </a:cubicBezTo>
                <a:cubicBezTo>
                  <a:pt x="134" y="528"/>
                  <a:pt x="141" y="524"/>
                  <a:pt x="147" y="520"/>
                </a:cubicBezTo>
                <a:cubicBezTo>
                  <a:pt x="153" y="516"/>
                  <a:pt x="159" y="511"/>
                  <a:pt x="165" y="505"/>
                </a:cubicBezTo>
                <a:cubicBezTo>
                  <a:pt x="171" y="499"/>
                  <a:pt x="176" y="493"/>
                  <a:pt x="180" y="488"/>
                </a:cubicBezTo>
                <a:cubicBezTo>
                  <a:pt x="184" y="481"/>
                  <a:pt x="187" y="476"/>
                  <a:pt x="191" y="470"/>
                </a:cubicBezTo>
                <a:cubicBezTo>
                  <a:pt x="194" y="463"/>
                  <a:pt x="197" y="458"/>
                  <a:pt x="199" y="454"/>
                </a:cubicBezTo>
                <a:cubicBezTo>
                  <a:pt x="201" y="450"/>
                  <a:pt x="202" y="446"/>
                  <a:pt x="204" y="442"/>
                </a:cubicBezTo>
                <a:cubicBezTo>
                  <a:pt x="206" y="437"/>
                  <a:pt x="207" y="435"/>
                  <a:pt x="207" y="434"/>
                </a:cubicBezTo>
                <a:lnTo>
                  <a:pt x="222" y="401"/>
                </a:lnTo>
                <a:lnTo>
                  <a:pt x="66" y="56"/>
                </a:lnTo>
                <a:lnTo>
                  <a:pt x="3" y="56"/>
                </a:lnTo>
                <a:lnTo>
                  <a:pt x="3" y="0"/>
                </a:lnTo>
                <a:lnTo>
                  <a:pt x="10" y="0"/>
                </a:lnTo>
                <a:cubicBezTo>
                  <a:pt x="19" y="2"/>
                  <a:pt x="53" y="3"/>
                  <a:pt x="111" y="3"/>
                </a:cubicBezTo>
                <a:cubicBezTo>
                  <a:pt x="175" y="3"/>
                  <a:pt x="212" y="2"/>
                  <a:pt x="223" y="0"/>
                </a:cubicBezTo>
                <a:lnTo>
                  <a:pt x="231" y="0"/>
                </a:lnTo>
                <a:lnTo>
                  <a:pt x="231" y="56"/>
                </a:lnTo>
                <a:lnTo>
                  <a:pt x="210" y="56"/>
                </a:lnTo>
                <a:cubicBezTo>
                  <a:pt x="196" y="56"/>
                  <a:pt x="189" y="57"/>
                  <a:pt x="189" y="58"/>
                </a:cubicBezTo>
                <a:lnTo>
                  <a:pt x="285" y="265"/>
                </a:lnTo>
                <a:lnTo>
                  <a:pt x="379" y="56"/>
                </a:lnTo>
                <a:lnTo>
                  <a:pt x="336" y="56"/>
                </a:lnTo>
                <a:lnTo>
                  <a:pt x="336" y="0"/>
                </a:lnTo>
                <a:lnTo>
                  <a:pt x="342" y="0"/>
                </a:lnTo>
                <a:cubicBezTo>
                  <a:pt x="350" y="2"/>
                  <a:pt x="378" y="3"/>
                  <a:pt x="427" y="3"/>
                </a:cubicBezTo>
                <a:cubicBezTo>
                  <a:pt x="471" y="3"/>
                  <a:pt x="495" y="2"/>
                  <a:pt x="499" y="0"/>
                </a:cubicBezTo>
                <a:lnTo>
                  <a:pt x="504" y="0"/>
                </a:lnTo>
                <a:lnTo>
                  <a:pt x="504" y="56"/>
                </a:lnTo>
                <a:lnTo>
                  <a:pt x="441" y="56"/>
                </a:lnTo>
                <a:lnTo>
                  <a:pt x="347" y="264"/>
                </a:lnTo>
                <a:cubicBezTo>
                  <a:pt x="282" y="406"/>
                  <a:pt x="248" y="478"/>
                  <a:pt x="248" y="479"/>
                </a:cubicBezTo>
                <a:cubicBezTo>
                  <a:pt x="231" y="512"/>
                  <a:pt x="209" y="536"/>
                  <a:pt x="183" y="554"/>
                </a:cubicBezTo>
                <a:cubicBezTo>
                  <a:pt x="156" y="572"/>
                  <a:pt x="128" y="582"/>
                  <a:pt x="98" y="582"/>
                </a:cubicBezTo>
                <a:cubicBezTo>
                  <a:pt x="70" y="582"/>
                  <a:pt x="47" y="574"/>
                  <a:pt x="28" y="557"/>
                </a:cubicBezTo>
                <a:cubicBezTo>
                  <a:pt x="10" y="540"/>
                  <a:pt x="0" y="519"/>
                  <a:pt x="0" y="492"/>
                </a:cubicBezTo>
                <a:cubicBezTo>
                  <a:pt x="0" y="470"/>
                  <a:pt x="7" y="454"/>
                  <a:pt x="19" y="446"/>
                </a:cubicBezTo>
                <a:cubicBezTo>
                  <a:pt x="32" y="438"/>
                  <a:pt x="45" y="433"/>
                  <a:pt x="58" y="432"/>
                </a:cubicBezTo>
                <a:cubicBezTo>
                  <a:pt x="73" y="432"/>
                  <a:pt x="85" y="437"/>
                  <a:pt x="97" y="446"/>
                </a:cubicBezTo>
                <a:cubicBezTo>
                  <a:pt x="108" y="455"/>
                  <a:pt x="115" y="468"/>
                  <a:pt x="117" y="484"/>
                </a:cubicBezTo>
                <a:lnTo>
                  <a:pt x="117" y="492"/>
                </a:lnTo>
                <a:lnTo>
                  <a:pt x="55" y="492"/>
                </a:lnTo>
                <a:lnTo>
                  <a:pt x="55" y="49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1016640" y="312408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は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4092840" y="327636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7" y="402"/>
                </a:moveTo>
                <a:cubicBezTo>
                  <a:pt x="178" y="400"/>
                  <a:pt x="146" y="399"/>
                  <a:pt x="91" y="399"/>
                </a:cubicBezTo>
                <a:cubicBezTo>
                  <a:pt x="42" y="399"/>
                  <a:pt x="14" y="400"/>
                  <a:pt x="6" y="402"/>
                </a:cubicBezTo>
                <a:lnTo>
                  <a:pt x="0" y="402"/>
                </a:lnTo>
                <a:lnTo>
                  <a:pt x="0" y="346"/>
                </a:lnTo>
                <a:lnTo>
                  <a:pt x="88" y="346"/>
                </a:lnTo>
                <a:lnTo>
                  <a:pt x="203" y="209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1" y="3"/>
                </a:cubicBezTo>
                <a:cubicBezTo>
                  <a:pt x="174" y="3"/>
                  <a:pt x="210" y="2"/>
                  <a:pt x="221" y="0"/>
                </a:cubicBezTo>
                <a:lnTo>
                  <a:pt x="229" y="0"/>
                </a:lnTo>
                <a:lnTo>
                  <a:pt x="229" y="56"/>
                </a:lnTo>
                <a:lnTo>
                  <a:pt x="204" y="56"/>
                </a:lnTo>
                <a:lnTo>
                  <a:pt x="236" y="95"/>
                </a:lnTo>
                <a:cubicBezTo>
                  <a:pt x="256" y="120"/>
                  <a:pt x="267" y="133"/>
                  <a:pt x="267" y="133"/>
                </a:cubicBezTo>
                <a:cubicBezTo>
                  <a:pt x="270" y="133"/>
                  <a:pt x="281" y="120"/>
                  <a:pt x="302" y="93"/>
                </a:cubicBezTo>
                <a:lnTo>
                  <a:pt x="333" y="56"/>
                </a:lnTo>
                <a:lnTo>
                  <a:pt x="300" y="56"/>
                </a:lnTo>
                <a:lnTo>
                  <a:pt x="300" y="0"/>
                </a:lnTo>
                <a:lnTo>
                  <a:pt x="307" y="0"/>
                </a:lnTo>
                <a:cubicBezTo>
                  <a:pt x="316" y="2"/>
                  <a:pt x="348" y="3"/>
                  <a:pt x="403" y="3"/>
                </a:cubicBezTo>
                <a:cubicBezTo>
                  <a:pt x="451" y="3"/>
                  <a:pt x="479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2" y="179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5" y="399"/>
                </a:cubicBezTo>
                <a:cubicBezTo>
                  <a:pt x="343" y="399"/>
                  <a:pt x="306" y="400"/>
                  <a:pt x="295" y="402"/>
                </a:cubicBezTo>
                <a:lnTo>
                  <a:pt x="287" y="402"/>
                </a:lnTo>
                <a:lnTo>
                  <a:pt x="287" y="346"/>
                </a:lnTo>
                <a:lnTo>
                  <a:pt x="312" y="346"/>
                </a:lnTo>
                <a:cubicBezTo>
                  <a:pt x="312" y="345"/>
                  <a:pt x="300" y="330"/>
                  <a:pt x="276" y="301"/>
                </a:cubicBezTo>
                <a:cubicBezTo>
                  <a:pt x="252" y="270"/>
                  <a:pt x="240" y="255"/>
                  <a:pt x="239" y="254"/>
                </a:cubicBezTo>
                <a:lnTo>
                  <a:pt x="161" y="345"/>
                </a:lnTo>
                <a:lnTo>
                  <a:pt x="178" y="346"/>
                </a:lnTo>
                <a:lnTo>
                  <a:pt x="194" y="346"/>
                </a:lnTo>
                <a:lnTo>
                  <a:pt x="194" y="402"/>
                </a:lnTo>
                <a:lnTo>
                  <a:pt x="187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1990440" y="3124080"/>
            <a:ext cx="2207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を入力にとり、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5826960" y="3276360"/>
            <a:ext cx="181440" cy="209520"/>
          </a:xfrm>
          <a:custGeom>
            <a:avLst/>
            <a:gdLst/>
            <a:ahLst/>
            <a:rect l="0" t="0" r="r" b="b"/>
            <a:pathLst>
              <a:path w="504" h="582">
                <a:moveTo>
                  <a:pt x="55" y="494"/>
                </a:moveTo>
                <a:cubicBezTo>
                  <a:pt x="55" y="499"/>
                  <a:pt x="56" y="504"/>
                  <a:pt x="58" y="509"/>
                </a:cubicBezTo>
                <a:cubicBezTo>
                  <a:pt x="60" y="515"/>
                  <a:pt x="64" y="520"/>
                  <a:pt x="72" y="526"/>
                </a:cubicBezTo>
                <a:cubicBezTo>
                  <a:pt x="79" y="532"/>
                  <a:pt x="88" y="536"/>
                  <a:pt x="100" y="536"/>
                </a:cubicBezTo>
                <a:cubicBezTo>
                  <a:pt x="109" y="536"/>
                  <a:pt x="117" y="534"/>
                  <a:pt x="126" y="531"/>
                </a:cubicBezTo>
                <a:cubicBezTo>
                  <a:pt x="135" y="528"/>
                  <a:pt x="142" y="524"/>
                  <a:pt x="148" y="520"/>
                </a:cubicBezTo>
                <a:cubicBezTo>
                  <a:pt x="154" y="516"/>
                  <a:pt x="160" y="511"/>
                  <a:pt x="166" y="505"/>
                </a:cubicBezTo>
                <a:cubicBezTo>
                  <a:pt x="172" y="499"/>
                  <a:pt x="177" y="493"/>
                  <a:pt x="181" y="488"/>
                </a:cubicBezTo>
                <a:cubicBezTo>
                  <a:pt x="184" y="481"/>
                  <a:pt x="188" y="475"/>
                  <a:pt x="192" y="469"/>
                </a:cubicBezTo>
                <a:cubicBezTo>
                  <a:pt x="195" y="463"/>
                  <a:pt x="198" y="458"/>
                  <a:pt x="200" y="454"/>
                </a:cubicBezTo>
                <a:cubicBezTo>
                  <a:pt x="202" y="450"/>
                  <a:pt x="203" y="446"/>
                  <a:pt x="205" y="441"/>
                </a:cubicBezTo>
                <a:cubicBezTo>
                  <a:pt x="207" y="437"/>
                  <a:pt x="208" y="435"/>
                  <a:pt x="208" y="434"/>
                </a:cubicBezTo>
                <a:lnTo>
                  <a:pt x="223" y="401"/>
                </a:lnTo>
                <a:lnTo>
                  <a:pt x="66" y="56"/>
                </a:lnTo>
                <a:lnTo>
                  <a:pt x="3" y="56"/>
                </a:lnTo>
                <a:lnTo>
                  <a:pt x="3" y="0"/>
                </a:lnTo>
                <a:lnTo>
                  <a:pt x="10" y="0"/>
                </a:lnTo>
                <a:cubicBezTo>
                  <a:pt x="19" y="2"/>
                  <a:pt x="53" y="3"/>
                  <a:pt x="111" y="3"/>
                </a:cubicBezTo>
                <a:cubicBezTo>
                  <a:pt x="176" y="3"/>
                  <a:pt x="213" y="2"/>
                  <a:pt x="224" y="0"/>
                </a:cubicBezTo>
                <a:lnTo>
                  <a:pt x="232" y="0"/>
                </a:lnTo>
                <a:lnTo>
                  <a:pt x="232" y="56"/>
                </a:lnTo>
                <a:lnTo>
                  <a:pt x="211" y="56"/>
                </a:lnTo>
                <a:cubicBezTo>
                  <a:pt x="197" y="56"/>
                  <a:pt x="190" y="57"/>
                  <a:pt x="190" y="58"/>
                </a:cubicBezTo>
                <a:lnTo>
                  <a:pt x="285" y="265"/>
                </a:lnTo>
                <a:lnTo>
                  <a:pt x="379" y="56"/>
                </a:lnTo>
                <a:lnTo>
                  <a:pt x="336" y="56"/>
                </a:lnTo>
                <a:lnTo>
                  <a:pt x="336" y="0"/>
                </a:lnTo>
                <a:lnTo>
                  <a:pt x="342" y="0"/>
                </a:lnTo>
                <a:cubicBezTo>
                  <a:pt x="350" y="2"/>
                  <a:pt x="378" y="3"/>
                  <a:pt x="427" y="3"/>
                </a:cubicBezTo>
                <a:cubicBezTo>
                  <a:pt x="471" y="3"/>
                  <a:pt x="495" y="2"/>
                  <a:pt x="499" y="0"/>
                </a:cubicBezTo>
                <a:lnTo>
                  <a:pt x="504" y="0"/>
                </a:lnTo>
                <a:lnTo>
                  <a:pt x="504" y="56"/>
                </a:lnTo>
                <a:lnTo>
                  <a:pt x="441" y="56"/>
                </a:lnTo>
                <a:lnTo>
                  <a:pt x="347" y="264"/>
                </a:lnTo>
                <a:cubicBezTo>
                  <a:pt x="282" y="406"/>
                  <a:pt x="249" y="478"/>
                  <a:pt x="249" y="479"/>
                </a:cubicBezTo>
                <a:cubicBezTo>
                  <a:pt x="232" y="512"/>
                  <a:pt x="210" y="536"/>
                  <a:pt x="184" y="554"/>
                </a:cubicBezTo>
                <a:cubicBezTo>
                  <a:pt x="157" y="572"/>
                  <a:pt x="128" y="582"/>
                  <a:pt x="98" y="582"/>
                </a:cubicBezTo>
                <a:cubicBezTo>
                  <a:pt x="70" y="582"/>
                  <a:pt x="47" y="574"/>
                  <a:pt x="28" y="557"/>
                </a:cubicBezTo>
                <a:cubicBezTo>
                  <a:pt x="10" y="540"/>
                  <a:pt x="0" y="519"/>
                  <a:pt x="0" y="492"/>
                </a:cubicBezTo>
                <a:cubicBezTo>
                  <a:pt x="0" y="469"/>
                  <a:pt x="7" y="454"/>
                  <a:pt x="19" y="446"/>
                </a:cubicBezTo>
                <a:cubicBezTo>
                  <a:pt x="32" y="438"/>
                  <a:pt x="45" y="433"/>
                  <a:pt x="58" y="432"/>
                </a:cubicBezTo>
                <a:cubicBezTo>
                  <a:pt x="72" y="432"/>
                  <a:pt x="85" y="437"/>
                  <a:pt x="97" y="446"/>
                </a:cubicBezTo>
                <a:cubicBezTo>
                  <a:pt x="108" y="455"/>
                  <a:pt x="115" y="468"/>
                  <a:pt x="117" y="484"/>
                </a:cubicBezTo>
                <a:lnTo>
                  <a:pt x="117" y="492"/>
                </a:lnTo>
                <a:lnTo>
                  <a:pt x="55" y="492"/>
                </a:lnTo>
                <a:lnTo>
                  <a:pt x="55" y="49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4279680" y="3124080"/>
            <a:ext cx="1655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がどれだけ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6016680" y="3124080"/>
            <a:ext cx="53798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によって指定された数字クラスっぽく見え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747720" y="3543120"/>
            <a:ext cx="2759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るかの確率を出力する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2013480" y="4748040"/>
            <a:ext cx="258480" cy="144000"/>
          </a:xfrm>
          <a:custGeom>
            <a:avLst/>
            <a:gdLst/>
            <a:ahLst/>
            <a:rect l="0" t="0" r="r" b="b"/>
            <a:pathLst>
              <a:path w="718" h="400">
                <a:moveTo>
                  <a:pt x="15" y="359"/>
                </a:moveTo>
                <a:lnTo>
                  <a:pt x="27" y="359"/>
                </a:lnTo>
                <a:cubicBezTo>
                  <a:pt x="51" y="359"/>
                  <a:pt x="65" y="354"/>
                  <a:pt x="70" y="346"/>
                </a:cubicBezTo>
                <a:lnTo>
                  <a:pt x="70" y="339"/>
                </a:lnTo>
                <a:cubicBezTo>
                  <a:pt x="70" y="333"/>
                  <a:pt x="70" y="326"/>
                  <a:pt x="70" y="318"/>
                </a:cubicBezTo>
                <a:cubicBezTo>
                  <a:pt x="70" y="310"/>
                  <a:pt x="70" y="300"/>
                  <a:pt x="70" y="290"/>
                </a:cubicBezTo>
                <a:cubicBezTo>
                  <a:pt x="70" y="280"/>
                  <a:pt x="70" y="268"/>
                  <a:pt x="71" y="255"/>
                </a:cubicBezTo>
                <a:cubicBezTo>
                  <a:pt x="71" y="242"/>
                  <a:pt x="71" y="229"/>
                  <a:pt x="71" y="217"/>
                </a:cubicBezTo>
                <a:cubicBezTo>
                  <a:pt x="71" y="198"/>
                  <a:pt x="71" y="177"/>
                  <a:pt x="71" y="156"/>
                </a:cubicBezTo>
                <a:cubicBezTo>
                  <a:pt x="71" y="135"/>
                  <a:pt x="70" y="118"/>
                  <a:pt x="70" y="103"/>
                </a:cubicBezTo>
                <a:lnTo>
                  <a:pt x="70" y="82"/>
                </a:lnTo>
                <a:cubicBezTo>
                  <a:pt x="68" y="71"/>
                  <a:pt x="64" y="63"/>
                  <a:pt x="57" y="60"/>
                </a:cubicBezTo>
                <a:cubicBezTo>
                  <a:pt x="50" y="56"/>
                  <a:pt x="37" y="53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5" y="8"/>
                  <a:pt x="36" y="7"/>
                </a:cubicBezTo>
                <a:cubicBezTo>
                  <a:pt x="47" y="7"/>
                  <a:pt x="58" y="6"/>
                  <a:pt x="70" y="6"/>
                </a:cubicBezTo>
                <a:cubicBezTo>
                  <a:pt x="80" y="5"/>
                  <a:pt x="91" y="4"/>
                  <a:pt x="102" y="4"/>
                </a:cubicBezTo>
                <a:cubicBezTo>
                  <a:pt x="114" y="3"/>
                  <a:pt x="122" y="2"/>
                  <a:pt x="128" y="1"/>
                </a:cubicBezTo>
                <a:cubicBezTo>
                  <a:pt x="134" y="0"/>
                  <a:pt x="138" y="0"/>
                  <a:pt x="138" y="0"/>
                </a:cubicBezTo>
                <a:lnTo>
                  <a:pt x="141" y="0"/>
                </a:lnTo>
                <a:lnTo>
                  <a:pt x="141" y="36"/>
                </a:lnTo>
                <a:cubicBezTo>
                  <a:pt x="141" y="59"/>
                  <a:pt x="141" y="71"/>
                  <a:pt x="142" y="71"/>
                </a:cubicBezTo>
                <a:cubicBezTo>
                  <a:pt x="143" y="71"/>
                  <a:pt x="144" y="69"/>
                  <a:pt x="146" y="66"/>
                </a:cubicBezTo>
                <a:cubicBezTo>
                  <a:pt x="149" y="63"/>
                  <a:pt x="152" y="59"/>
                  <a:pt x="157" y="53"/>
                </a:cubicBezTo>
                <a:cubicBezTo>
                  <a:pt x="162" y="47"/>
                  <a:pt x="168" y="41"/>
                  <a:pt x="174" y="36"/>
                </a:cubicBezTo>
                <a:cubicBezTo>
                  <a:pt x="181" y="31"/>
                  <a:pt x="190" y="26"/>
                  <a:pt x="201" y="19"/>
                </a:cubicBezTo>
                <a:cubicBezTo>
                  <a:pt x="211" y="13"/>
                  <a:pt x="223" y="8"/>
                  <a:pt x="235" y="5"/>
                </a:cubicBezTo>
                <a:cubicBezTo>
                  <a:pt x="247" y="2"/>
                  <a:pt x="262" y="0"/>
                  <a:pt x="281" y="0"/>
                </a:cubicBezTo>
                <a:cubicBezTo>
                  <a:pt x="290" y="0"/>
                  <a:pt x="298" y="1"/>
                  <a:pt x="306" y="2"/>
                </a:cubicBezTo>
                <a:cubicBezTo>
                  <a:pt x="314" y="3"/>
                  <a:pt x="321" y="5"/>
                  <a:pt x="327" y="7"/>
                </a:cubicBezTo>
                <a:cubicBezTo>
                  <a:pt x="333" y="10"/>
                  <a:pt x="339" y="12"/>
                  <a:pt x="344" y="15"/>
                </a:cubicBezTo>
                <a:cubicBezTo>
                  <a:pt x="350" y="17"/>
                  <a:pt x="354" y="20"/>
                  <a:pt x="358" y="23"/>
                </a:cubicBezTo>
                <a:cubicBezTo>
                  <a:pt x="361" y="26"/>
                  <a:pt x="365" y="29"/>
                  <a:pt x="368" y="33"/>
                </a:cubicBezTo>
                <a:cubicBezTo>
                  <a:pt x="371" y="36"/>
                  <a:pt x="373" y="40"/>
                  <a:pt x="376" y="43"/>
                </a:cubicBezTo>
                <a:cubicBezTo>
                  <a:pt x="378" y="46"/>
                  <a:pt x="380" y="49"/>
                  <a:pt x="382" y="53"/>
                </a:cubicBezTo>
                <a:cubicBezTo>
                  <a:pt x="384" y="56"/>
                  <a:pt x="385" y="59"/>
                  <a:pt x="386" y="62"/>
                </a:cubicBezTo>
                <a:cubicBezTo>
                  <a:pt x="386" y="64"/>
                  <a:pt x="387" y="66"/>
                  <a:pt x="388" y="69"/>
                </a:cubicBezTo>
                <a:lnTo>
                  <a:pt x="390" y="73"/>
                </a:lnTo>
                <a:lnTo>
                  <a:pt x="393" y="70"/>
                </a:lnTo>
                <a:cubicBezTo>
                  <a:pt x="395" y="67"/>
                  <a:pt x="396" y="65"/>
                  <a:pt x="398" y="62"/>
                </a:cubicBezTo>
                <a:cubicBezTo>
                  <a:pt x="400" y="60"/>
                  <a:pt x="403" y="57"/>
                  <a:pt x="406" y="53"/>
                </a:cubicBezTo>
                <a:cubicBezTo>
                  <a:pt x="410" y="48"/>
                  <a:pt x="414" y="44"/>
                  <a:pt x="418" y="41"/>
                </a:cubicBezTo>
                <a:cubicBezTo>
                  <a:pt x="422" y="37"/>
                  <a:pt x="427" y="33"/>
                  <a:pt x="432" y="29"/>
                </a:cubicBezTo>
                <a:cubicBezTo>
                  <a:pt x="437" y="25"/>
                  <a:pt x="443" y="21"/>
                  <a:pt x="450" y="18"/>
                </a:cubicBezTo>
                <a:cubicBezTo>
                  <a:pt x="457" y="15"/>
                  <a:pt x="464" y="12"/>
                  <a:pt x="471" y="9"/>
                </a:cubicBezTo>
                <a:cubicBezTo>
                  <a:pt x="477" y="6"/>
                  <a:pt x="485" y="4"/>
                  <a:pt x="495" y="3"/>
                </a:cubicBezTo>
                <a:cubicBezTo>
                  <a:pt x="504" y="2"/>
                  <a:pt x="513" y="1"/>
                  <a:pt x="523" y="0"/>
                </a:cubicBezTo>
                <a:cubicBezTo>
                  <a:pt x="599" y="0"/>
                  <a:pt x="640" y="34"/>
                  <a:pt x="647" y="102"/>
                </a:cubicBezTo>
                <a:cubicBezTo>
                  <a:pt x="647" y="106"/>
                  <a:pt x="648" y="148"/>
                  <a:pt x="648" y="229"/>
                </a:cubicBezTo>
                <a:lnTo>
                  <a:pt x="648" y="306"/>
                </a:lnTo>
                <a:cubicBezTo>
                  <a:pt x="648" y="329"/>
                  <a:pt x="648" y="343"/>
                  <a:pt x="649" y="347"/>
                </a:cubicBezTo>
                <a:cubicBezTo>
                  <a:pt x="651" y="351"/>
                  <a:pt x="654" y="354"/>
                  <a:pt x="659" y="356"/>
                </a:cubicBezTo>
                <a:cubicBezTo>
                  <a:pt x="672" y="358"/>
                  <a:pt x="687" y="359"/>
                  <a:pt x="703" y="359"/>
                </a:cubicBezTo>
                <a:lnTo>
                  <a:pt x="718" y="359"/>
                </a:lnTo>
                <a:lnTo>
                  <a:pt x="718" y="400"/>
                </a:lnTo>
                <a:lnTo>
                  <a:pt x="711" y="400"/>
                </a:lnTo>
                <a:lnTo>
                  <a:pt x="690" y="399"/>
                </a:lnTo>
                <a:cubicBezTo>
                  <a:pt x="676" y="399"/>
                  <a:pt x="660" y="398"/>
                  <a:pt x="644" y="398"/>
                </a:cubicBezTo>
                <a:cubicBezTo>
                  <a:pt x="628" y="398"/>
                  <a:pt x="616" y="398"/>
                  <a:pt x="610" y="397"/>
                </a:cubicBezTo>
                <a:cubicBezTo>
                  <a:pt x="548" y="397"/>
                  <a:pt x="514" y="398"/>
                  <a:pt x="509" y="400"/>
                </a:cubicBezTo>
                <a:lnTo>
                  <a:pt x="501" y="400"/>
                </a:lnTo>
                <a:lnTo>
                  <a:pt x="501" y="359"/>
                </a:lnTo>
                <a:lnTo>
                  <a:pt x="516" y="359"/>
                </a:lnTo>
                <a:cubicBezTo>
                  <a:pt x="552" y="359"/>
                  <a:pt x="571" y="354"/>
                  <a:pt x="571" y="344"/>
                </a:cubicBezTo>
                <a:cubicBezTo>
                  <a:pt x="571" y="343"/>
                  <a:pt x="572" y="301"/>
                  <a:pt x="572" y="220"/>
                </a:cubicBezTo>
                <a:cubicBezTo>
                  <a:pt x="571" y="137"/>
                  <a:pt x="570" y="94"/>
                  <a:pt x="570" y="90"/>
                </a:cubicBezTo>
                <a:cubicBezTo>
                  <a:pt x="566" y="73"/>
                  <a:pt x="560" y="60"/>
                  <a:pt x="552" y="52"/>
                </a:cubicBezTo>
                <a:cubicBezTo>
                  <a:pt x="543" y="43"/>
                  <a:pt x="536" y="38"/>
                  <a:pt x="530" y="36"/>
                </a:cubicBezTo>
                <a:cubicBezTo>
                  <a:pt x="524" y="34"/>
                  <a:pt x="516" y="34"/>
                  <a:pt x="507" y="34"/>
                </a:cubicBezTo>
                <a:cubicBezTo>
                  <a:pt x="479" y="34"/>
                  <a:pt x="455" y="45"/>
                  <a:pt x="434" y="65"/>
                </a:cubicBezTo>
                <a:cubicBezTo>
                  <a:pt x="418" y="81"/>
                  <a:pt x="408" y="98"/>
                  <a:pt x="404" y="115"/>
                </a:cubicBezTo>
                <a:cubicBezTo>
                  <a:pt x="399" y="132"/>
                  <a:pt x="397" y="157"/>
                  <a:pt x="396" y="191"/>
                </a:cubicBezTo>
                <a:lnTo>
                  <a:pt x="396" y="249"/>
                </a:lnTo>
                <a:lnTo>
                  <a:pt x="396" y="303"/>
                </a:lnTo>
                <a:cubicBezTo>
                  <a:pt x="396" y="321"/>
                  <a:pt x="397" y="333"/>
                  <a:pt x="397" y="339"/>
                </a:cubicBezTo>
                <a:cubicBezTo>
                  <a:pt x="398" y="345"/>
                  <a:pt x="399" y="349"/>
                  <a:pt x="400" y="351"/>
                </a:cubicBezTo>
                <a:cubicBezTo>
                  <a:pt x="401" y="352"/>
                  <a:pt x="404" y="354"/>
                  <a:pt x="408" y="356"/>
                </a:cubicBezTo>
                <a:cubicBezTo>
                  <a:pt x="421" y="358"/>
                  <a:pt x="436" y="359"/>
                  <a:pt x="452" y="359"/>
                </a:cubicBezTo>
                <a:lnTo>
                  <a:pt x="467" y="359"/>
                </a:lnTo>
                <a:lnTo>
                  <a:pt x="467" y="400"/>
                </a:lnTo>
                <a:lnTo>
                  <a:pt x="460" y="400"/>
                </a:lnTo>
                <a:lnTo>
                  <a:pt x="438" y="399"/>
                </a:lnTo>
                <a:cubicBezTo>
                  <a:pt x="424" y="399"/>
                  <a:pt x="409" y="398"/>
                  <a:pt x="393" y="398"/>
                </a:cubicBezTo>
                <a:cubicBezTo>
                  <a:pt x="377" y="398"/>
                  <a:pt x="365" y="398"/>
                  <a:pt x="359" y="397"/>
                </a:cubicBezTo>
                <a:cubicBezTo>
                  <a:pt x="297" y="397"/>
                  <a:pt x="263" y="398"/>
                  <a:pt x="257" y="400"/>
                </a:cubicBezTo>
                <a:lnTo>
                  <a:pt x="250" y="400"/>
                </a:lnTo>
                <a:lnTo>
                  <a:pt x="250" y="359"/>
                </a:lnTo>
                <a:lnTo>
                  <a:pt x="265" y="359"/>
                </a:lnTo>
                <a:cubicBezTo>
                  <a:pt x="301" y="359"/>
                  <a:pt x="320" y="354"/>
                  <a:pt x="320" y="344"/>
                </a:cubicBezTo>
                <a:cubicBezTo>
                  <a:pt x="320" y="343"/>
                  <a:pt x="321" y="301"/>
                  <a:pt x="321" y="220"/>
                </a:cubicBezTo>
                <a:cubicBezTo>
                  <a:pt x="320" y="137"/>
                  <a:pt x="319" y="94"/>
                  <a:pt x="319" y="90"/>
                </a:cubicBezTo>
                <a:cubicBezTo>
                  <a:pt x="315" y="73"/>
                  <a:pt x="309" y="60"/>
                  <a:pt x="301" y="52"/>
                </a:cubicBezTo>
                <a:cubicBezTo>
                  <a:pt x="292" y="43"/>
                  <a:pt x="285" y="38"/>
                  <a:pt x="279" y="36"/>
                </a:cubicBezTo>
                <a:cubicBezTo>
                  <a:pt x="273" y="34"/>
                  <a:pt x="265" y="34"/>
                  <a:pt x="256" y="34"/>
                </a:cubicBezTo>
                <a:cubicBezTo>
                  <a:pt x="229" y="34"/>
                  <a:pt x="205" y="45"/>
                  <a:pt x="184" y="65"/>
                </a:cubicBezTo>
                <a:cubicBezTo>
                  <a:pt x="168" y="81"/>
                  <a:pt x="158" y="98"/>
                  <a:pt x="154" y="115"/>
                </a:cubicBezTo>
                <a:cubicBezTo>
                  <a:pt x="149" y="132"/>
                  <a:pt x="147" y="157"/>
                  <a:pt x="146" y="191"/>
                </a:cubicBezTo>
                <a:lnTo>
                  <a:pt x="146" y="249"/>
                </a:lnTo>
                <a:lnTo>
                  <a:pt x="146" y="303"/>
                </a:lnTo>
                <a:cubicBezTo>
                  <a:pt x="146" y="321"/>
                  <a:pt x="147" y="333"/>
                  <a:pt x="147" y="339"/>
                </a:cubicBezTo>
                <a:cubicBezTo>
                  <a:pt x="148" y="345"/>
                  <a:pt x="149" y="349"/>
                  <a:pt x="150" y="351"/>
                </a:cubicBezTo>
                <a:cubicBezTo>
                  <a:pt x="151" y="352"/>
                  <a:pt x="154" y="354"/>
                  <a:pt x="158" y="356"/>
                </a:cubicBezTo>
                <a:cubicBezTo>
                  <a:pt x="171" y="358"/>
                  <a:pt x="186" y="359"/>
                  <a:pt x="202" y="359"/>
                </a:cubicBezTo>
                <a:lnTo>
                  <a:pt x="217" y="359"/>
                </a:lnTo>
                <a:lnTo>
                  <a:pt x="217" y="400"/>
                </a:lnTo>
                <a:lnTo>
                  <a:pt x="210" y="400"/>
                </a:lnTo>
                <a:lnTo>
                  <a:pt x="189" y="399"/>
                </a:lnTo>
                <a:cubicBezTo>
                  <a:pt x="174" y="399"/>
                  <a:pt x="159" y="398"/>
                  <a:pt x="143" y="398"/>
                </a:cubicBezTo>
                <a:cubicBezTo>
                  <a:pt x="127" y="398"/>
                  <a:pt x="115" y="398"/>
                  <a:pt x="109" y="397"/>
                </a:cubicBezTo>
                <a:cubicBezTo>
                  <a:pt x="47" y="397"/>
                  <a:pt x="13" y="398"/>
                  <a:pt x="7" y="400"/>
                </a:cubicBezTo>
                <a:lnTo>
                  <a:pt x="0" y="400"/>
                </a:lnTo>
                <a:lnTo>
                  <a:pt x="0" y="359"/>
                </a:lnTo>
                <a:lnTo>
                  <a:pt x="15" y="35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2284560" y="4674240"/>
            <a:ext cx="74880" cy="217800"/>
          </a:xfrm>
          <a:custGeom>
            <a:avLst/>
            <a:gdLst/>
            <a:ahLst/>
            <a:rect l="0" t="0" r="r" b="b"/>
            <a:pathLst>
              <a:path w="208" h="605">
                <a:moveTo>
                  <a:pt x="39" y="54"/>
                </a:moveTo>
                <a:cubicBezTo>
                  <a:pt x="39" y="38"/>
                  <a:pt x="44" y="24"/>
                  <a:pt x="55" y="15"/>
                </a:cubicBezTo>
                <a:cubicBezTo>
                  <a:pt x="66" y="5"/>
                  <a:pt x="79" y="0"/>
                  <a:pt x="95" y="0"/>
                </a:cubicBezTo>
                <a:cubicBezTo>
                  <a:pt x="109" y="1"/>
                  <a:pt x="121" y="7"/>
                  <a:pt x="131" y="16"/>
                </a:cubicBezTo>
                <a:cubicBezTo>
                  <a:pt x="141" y="25"/>
                  <a:pt x="147" y="38"/>
                  <a:pt x="147" y="54"/>
                </a:cubicBezTo>
                <a:cubicBezTo>
                  <a:pt x="147" y="72"/>
                  <a:pt x="141" y="86"/>
                  <a:pt x="131" y="95"/>
                </a:cubicBezTo>
                <a:cubicBezTo>
                  <a:pt x="121" y="104"/>
                  <a:pt x="108" y="109"/>
                  <a:pt x="93" y="109"/>
                </a:cubicBezTo>
                <a:cubicBezTo>
                  <a:pt x="78" y="109"/>
                  <a:pt x="65" y="104"/>
                  <a:pt x="55" y="95"/>
                </a:cubicBezTo>
                <a:cubicBezTo>
                  <a:pt x="45" y="86"/>
                  <a:pt x="39" y="72"/>
                  <a:pt x="39" y="54"/>
                </a:cubicBezTo>
                <a:moveTo>
                  <a:pt x="201" y="605"/>
                </a:moveTo>
                <a:cubicBezTo>
                  <a:pt x="192" y="603"/>
                  <a:pt x="160" y="602"/>
                  <a:pt x="106" y="602"/>
                </a:cubicBezTo>
                <a:cubicBezTo>
                  <a:pt x="99" y="602"/>
                  <a:pt x="88" y="602"/>
                  <a:pt x="72" y="602"/>
                </a:cubicBezTo>
                <a:cubicBezTo>
                  <a:pt x="57" y="602"/>
                  <a:pt x="42" y="603"/>
                  <a:pt x="27" y="604"/>
                </a:cubicBezTo>
                <a:lnTo>
                  <a:pt x="7" y="605"/>
                </a:lnTo>
                <a:lnTo>
                  <a:pt x="0" y="605"/>
                </a:lnTo>
                <a:lnTo>
                  <a:pt x="0" y="563"/>
                </a:lnTo>
                <a:lnTo>
                  <a:pt x="14" y="563"/>
                </a:lnTo>
                <a:cubicBezTo>
                  <a:pt x="31" y="563"/>
                  <a:pt x="46" y="562"/>
                  <a:pt x="59" y="560"/>
                </a:cubicBezTo>
                <a:cubicBezTo>
                  <a:pt x="64" y="558"/>
                  <a:pt x="67" y="554"/>
                  <a:pt x="69" y="550"/>
                </a:cubicBezTo>
                <a:cubicBezTo>
                  <a:pt x="70" y="546"/>
                  <a:pt x="70" y="533"/>
                  <a:pt x="70" y="512"/>
                </a:cubicBezTo>
                <a:lnTo>
                  <a:pt x="70" y="419"/>
                </a:lnTo>
                <a:lnTo>
                  <a:pt x="70" y="340"/>
                </a:lnTo>
                <a:cubicBezTo>
                  <a:pt x="70" y="308"/>
                  <a:pt x="70" y="289"/>
                  <a:pt x="69" y="280"/>
                </a:cubicBezTo>
                <a:cubicBezTo>
                  <a:pt x="67" y="272"/>
                  <a:pt x="63" y="266"/>
                  <a:pt x="56" y="263"/>
                </a:cubicBezTo>
                <a:cubicBezTo>
                  <a:pt x="48" y="259"/>
                  <a:pt x="33" y="257"/>
                  <a:pt x="14" y="257"/>
                </a:cubicBezTo>
                <a:lnTo>
                  <a:pt x="4" y="257"/>
                </a:lnTo>
                <a:lnTo>
                  <a:pt x="4" y="236"/>
                </a:lnTo>
                <a:cubicBezTo>
                  <a:pt x="4" y="222"/>
                  <a:pt x="4" y="215"/>
                  <a:pt x="5" y="215"/>
                </a:cubicBezTo>
                <a:lnTo>
                  <a:pt x="14" y="214"/>
                </a:lnTo>
                <a:cubicBezTo>
                  <a:pt x="21" y="214"/>
                  <a:pt x="29" y="213"/>
                  <a:pt x="40" y="212"/>
                </a:cubicBezTo>
                <a:cubicBezTo>
                  <a:pt x="51" y="212"/>
                  <a:pt x="61" y="211"/>
                  <a:pt x="72" y="211"/>
                </a:cubicBezTo>
                <a:cubicBezTo>
                  <a:pt x="82" y="210"/>
                  <a:pt x="93" y="209"/>
                  <a:pt x="105" y="209"/>
                </a:cubicBezTo>
                <a:cubicBezTo>
                  <a:pt x="116" y="208"/>
                  <a:pt x="125" y="207"/>
                  <a:pt x="131" y="206"/>
                </a:cubicBezTo>
                <a:cubicBezTo>
                  <a:pt x="137" y="205"/>
                  <a:pt x="140" y="205"/>
                  <a:pt x="141" y="205"/>
                </a:cubicBezTo>
                <a:lnTo>
                  <a:pt x="145" y="205"/>
                </a:lnTo>
                <a:lnTo>
                  <a:pt x="145" y="548"/>
                </a:lnTo>
                <a:cubicBezTo>
                  <a:pt x="148" y="554"/>
                  <a:pt x="151" y="558"/>
                  <a:pt x="155" y="559"/>
                </a:cubicBezTo>
                <a:cubicBezTo>
                  <a:pt x="160" y="560"/>
                  <a:pt x="170" y="561"/>
                  <a:pt x="187" y="563"/>
                </a:cubicBezTo>
                <a:lnTo>
                  <a:pt x="208" y="563"/>
                </a:lnTo>
                <a:lnTo>
                  <a:pt x="208" y="605"/>
                </a:lnTo>
                <a:lnTo>
                  <a:pt x="201" y="60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2374560" y="4748040"/>
            <a:ext cx="168480" cy="144000"/>
          </a:xfrm>
          <a:custGeom>
            <a:avLst/>
            <a:gdLst/>
            <a:ahLst/>
            <a:rect l="0" t="0" r="r" b="b"/>
            <a:pathLst>
              <a:path w="468" h="400">
                <a:moveTo>
                  <a:pt x="15" y="359"/>
                </a:moveTo>
                <a:lnTo>
                  <a:pt x="27" y="359"/>
                </a:lnTo>
                <a:cubicBezTo>
                  <a:pt x="51" y="359"/>
                  <a:pt x="65" y="354"/>
                  <a:pt x="70" y="346"/>
                </a:cubicBezTo>
                <a:lnTo>
                  <a:pt x="70" y="339"/>
                </a:lnTo>
                <a:cubicBezTo>
                  <a:pt x="70" y="333"/>
                  <a:pt x="70" y="326"/>
                  <a:pt x="70" y="318"/>
                </a:cubicBezTo>
                <a:cubicBezTo>
                  <a:pt x="70" y="310"/>
                  <a:pt x="70" y="300"/>
                  <a:pt x="70" y="290"/>
                </a:cubicBezTo>
                <a:cubicBezTo>
                  <a:pt x="70" y="280"/>
                  <a:pt x="70" y="268"/>
                  <a:pt x="70" y="255"/>
                </a:cubicBezTo>
                <a:cubicBezTo>
                  <a:pt x="71" y="242"/>
                  <a:pt x="71" y="229"/>
                  <a:pt x="70" y="217"/>
                </a:cubicBezTo>
                <a:cubicBezTo>
                  <a:pt x="70" y="198"/>
                  <a:pt x="70" y="177"/>
                  <a:pt x="70" y="156"/>
                </a:cubicBezTo>
                <a:cubicBezTo>
                  <a:pt x="70" y="135"/>
                  <a:pt x="70" y="118"/>
                  <a:pt x="70" y="103"/>
                </a:cubicBezTo>
                <a:lnTo>
                  <a:pt x="70" y="82"/>
                </a:lnTo>
                <a:cubicBezTo>
                  <a:pt x="68" y="71"/>
                  <a:pt x="64" y="63"/>
                  <a:pt x="57" y="60"/>
                </a:cubicBezTo>
                <a:cubicBezTo>
                  <a:pt x="50" y="56"/>
                  <a:pt x="37" y="53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5" y="8"/>
                  <a:pt x="36" y="7"/>
                </a:cubicBezTo>
                <a:cubicBezTo>
                  <a:pt x="47" y="7"/>
                  <a:pt x="58" y="6"/>
                  <a:pt x="70" y="6"/>
                </a:cubicBezTo>
                <a:cubicBezTo>
                  <a:pt x="80" y="5"/>
                  <a:pt x="91" y="4"/>
                  <a:pt x="102" y="4"/>
                </a:cubicBezTo>
                <a:cubicBezTo>
                  <a:pt x="114" y="3"/>
                  <a:pt x="122" y="2"/>
                  <a:pt x="128" y="1"/>
                </a:cubicBezTo>
                <a:cubicBezTo>
                  <a:pt x="134" y="0"/>
                  <a:pt x="138" y="0"/>
                  <a:pt x="138" y="0"/>
                </a:cubicBezTo>
                <a:lnTo>
                  <a:pt x="141" y="0"/>
                </a:lnTo>
                <a:lnTo>
                  <a:pt x="141" y="36"/>
                </a:lnTo>
                <a:cubicBezTo>
                  <a:pt x="141" y="59"/>
                  <a:pt x="141" y="71"/>
                  <a:pt x="142" y="71"/>
                </a:cubicBezTo>
                <a:cubicBezTo>
                  <a:pt x="142" y="71"/>
                  <a:pt x="144" y="69"/>
                  <a:pt x="146" y="66"/>
                </a:cubicBezTo>
                <a:cubicBezTo>
                  <a:pt x="149" y="63"/>
                  <a:pt x="152" y="59"/>
                  <a:pt x="157" y="53"/>
                </a:cubicBezTo>
                <a:cubicBezTo>
                  <a:pt x="163" y="47"/>
                  <a:pt x="169" y="41"/>
                  <a:pt x="175" y="36"/>
                </a:cubicBezTo>
                <a:cubicBezTo>
                  <a:pt x="182" y="31"/>
                  <a:pt x="191" y="26"/>
                  <a:pt x="201" y="19"/>
                </a:cubicBezTo>
                <a:cubicBezTo>
                  <a:pt x="212" y="13"/>
                  <a:pt x="224" y="8"/>
                  <a:pt x="236" y="5"/>
                </a:cubicBezTo>
                <a:cubicBezTo>
                  <a:pt x="248" y="2"/>
                  <a:pt x="263" y="0"/>
                  <a:pt x="282" y="0"/>
                </a:cubicBezTo>
                <a:cubicBezTo>
                  <a:pt x="350" y="3"/>
                  <a:pt x="389" y="37"/>
                  <a:pt x="396" y="102"/>
                </a:cubicBezTo>
                <a:cubicBezTo>
                  <a:pt x="397" y="106"/>
                  <a:pt x="397" y="148"/>
                  <a:pt x="397" y="229"/>
                </a:cubicBezTo>
                <a:lnTo>
                  <a:pt x="397" y="306"/>
                </a:lnTo>
                <a:cubicBezTo>
                  <a:pt x="397" y="329"/>
                  <a:pt x="398" y="343"/>
                  <a:pt x="399" y="347"/>
                </a:cubicBezTo>
                <a:cubicBezTo>
                  <a:pt x="400" y="351"/>
                  <a:pt x="404" y="354"/>
                  <a:pt x="409" y="356"/>
                </a:cubicBezTo>
                <a:cubicBezTo>
                  <a:pt x="422" y="358"/>
                  <a:pt x="436" y="359"/>
                  <a:pt x="453" y="359"/>
                </a:cubicBezTo>
                <a:lnTo>
                  <a:pt x="468" y="359"/>
                </a:lnTo>
                <a:lnTo>
                  <a:pt x="468" y="400"/>
                </a:lnTo>
                <a:lnTo>
                  <a:pt x="461" y="400"/>
                </a:lnTo>
                <a:lnTo>
                  <a:pt x="439" y="399"/>
                </a:lnTo>
                <a:cubicBezTo>
                  <a:pt x="425" y="399"/>
                  <a:pt x="410" y="398"/>
                  <a:pt x="394" y="398"/>
                </a:cubicBezTo>
                <a:cubicBezTo>
                  <a:pt x="377" y="398"/>
                  <a:pt x="366" y="398"/>
                  <a:pt x="359" y="397"/>
                </a:cubicBezTo>
                <a:cubicBezTo>
                  <a:pt x="297" y="397"/>
                  <a:pt x="264" y="398"/>
                  <a:pt x="258" y="400"/>
                </a:cubicBezTo>
                <a:lnTo>
                  <a:pt x="251" y="400"/>
                </a:lnTo>
                <a:lnTo>
                  <a:pt x="251" y="359"/>
                </a:lnTo>
                <a:lnTo>
                  <a:pt x="266" y="359"/>
                </a:lnTo>
                <a:cubicBezTo>
                  <a:pt x="302" y="359"/>
                  <a:pt x="321" y="354"/>
                  <a:pt x="321" y="344"/>
                </a:cubicBezTo>
                <a:cubicBezTo>
                  <a:pt x="321" y="343"/>
                  <a:pt x="322" y="301"/>
                  <a:pt x="322" y="220"/>
                </a:cubicBezTo>
                <a:cubicBezTo>
                  <a:pt x="321" y="137"/>
                  <a:pt x="320" y="94"/>
                  <a:pt x="320" y="90"/>
                </a:cubicBezTo>
                <a:cubicBezTo>
                  <a:pt x="316" y="73"/>
                  <a:pt x="310" y="60"/>
                  <a:pt x="302" y="52"/>
                </a:cubicBezTo>
                <a:cubicBezTo>
                  <a:pt x="293" y="43"/>
                  <a:pt x="286" y="38"/>
                  <a:pt x="280" y="36"/>
                </a:cubicBezTo>
                <a:cubicBezTo>
                  <a:pt x="274" y="34"/>
                  <a:pt x="266" y="34"/>
                  <a:pt x="257" y="34"/>
                </a:cubicBezTo>
                <a:cubicBezTo>
                  <a:pt x="229" y="34"/>
                  <a:pt x="206" y="45"/>
                  <a:pt x="185" y="65"/>
                </a:cubicBezTo>
                <a:cubicBezTo>
                  <a:pt x="169" y="81"/>
                  <a:pt x="158" y="98"/>
                  <a:pt x="154" y="115"/>
                </a:cubicBezTo>
                <a:cubicBezTo>
                  <a:pt x="149" y="132"/>
                  <a:pt x="147" y="157"/>
                  <a:pt x="146" y="191"/>
                </a:cubicBezTo>
                <a:lnTo>
                  <a:pt x="146" y="249"/>
                </a:lnTo>
                <a:lnTo>
                  <a:pt x="146" y="303"/>
                </a:lnTo>
                <a:cubicBezTo>
                  <a:pt x="146" y="321"/>
                  <a:pt x="147" y="333"/>
                  <a:pt x="147" y="339"/>
                </a:cubicBezTo>
                <a:cubicBezTo>
                  <a:pt x="148" y="345"/>
                  <a:pt x="149" y="349"/>
                  <a:pt x="150" y="351"/>
                </a:cubicBezTo>
                <a:cubicBezTo>
                  <a:pt x="151" y="352"/>
                  <a:pt x="154" y="354"/>
                  <a:pt x="158" y="356"/>
                </a:cubicBezTo>
                <a:cubicBezTo>
                  <a:pt x="172" y="358"/>
                  <a:pt x="186" y="359"/>
                  <a:pt x="203" y="359"/>
                </a:cubicBezTo>
                <a:lnTo>
                  <a:pt x="218" y="359"/>
                </a:lnTo>
                <a:lnTo>
                  <a:pt x="218" y="400"/>
                </a:lnTo>
                <a:lnTo>
                  <a:pt x="210" y="400"/>
                </a:lnTo>
                <a:lnTo>
                  <a:pt x="190" y="399"/>
                </a:lnTo>
                <a:cubicBezTo>
                  <a:pt x="175" y="399"/>
                  <a:pt x="159" y="398"/>
                  <a:pt x="143" y="398"/>
                </a:cubicBezTo>
                <a:cubicBezTo>
                  <a:pt x="126" y="398"/>
                  <a:pt x="115" y="398"/>
                  <a:pt x="108" y="397"/>
                </a:cubicBezTo>
                <a:cubicBezTo>
                  <a:pt x="46" y="397"/>
                  <a:pt x="13" y="398"/>
                  <a:pt x="7" y="400"/>
                </a:cubicBezTo>
                <a:lnTo>
                  <a:pt x="0" y="400"/>
                </a:lnTo>
                <a:lnTo>
                  <a:pt x="0" y="359"/>
                </a:lnTo>
                <a:lnTo>
                  <a:pt x="15" y="35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2197440" y="4946040"/>
            <a:ext cx="163440" cy="167400"/>
          </a:xfrm>
          <a:custGeom>
            <a:avLst/>
            <a:gdLst/>
            <a:ahLst/>
            <a:rect l="0" t="0" r="r" b="b"/>
            <a:pathLst>
              <a:path w="454" h="465">
                <a:moveTo>
                  <a:pt x="0" y="289"/>
                </a:moveTo>
                <a:cubicBezTo>
                  <a:pt x="0" y="240"/>
                  <a:pt x="15" y="193"/>
                  <a:pt x="44" y="148"/>
                </a:cubicBezTo>
                <a:cubicBezTo>
                  <a:pt x="72" y="103"/>
                  <a:pt x="108" y="67"/>
                  <a:pt x="152" y="41"/>
                </a:cubicBezTo>
                <a:cubicBezTo>
                  <a:pt x="195" y="14"/>
                  <a:pt x="238" y="1"/>
                  <a:pt x="282" y="1"/>
                </a:cubicBezTo>
                <a:cubicBezTo>
                  <a:pt x="320" y="1"/>
                  <a:pt x="351" y="11"/>
                  <a:pt x="373" y="33"/>
                </a:cubicBezTo>
                <a:cubicBezTo>
                  <a:pt x="377" y="37"/>
                  <a:pt x="380" y="41"/>
                  <a:pt x="383" y="44"/>
                </a:cubicBezTo>
                <a:cubicBezTo>
                  <a:pt x="385" y="47"/>
                  <a:pt x="387" y="49"/>
                  <a:pt x="388" y="50"/>
                </a:cubicBezTo>
                <a:lnTo>
                  <a:pt x="388" y="52"/>
                </a:lnTo>
                <a:cubicBezTo>
                  <a:pt x="390" y="52"/>
                  <a:pt x="395" y="47"/>
                  <a:pt x="406" y="36"/>
                </a:cubicBezTo>
                <a:cubicBezTo>
                  <a:pt x="409" y="33"/>
                  <a:pt x="412" y="30"/>
                  <a:pt x="415" y="27"/>
                </a:cubicBezTo>
                <a:cubicBezTo>
                  <a:pt x="419" y="23"/>
                  <a:pt x="422" y="20"/>
                  <a:pt x="425" y="17"/>
                </a:cubicBezTo>
                <a:cubicBezTo>
                  <a:pt x="429" y="13"/>
                  <a:pt x="431" y="11"/>
                  <a:pt x="432" y="10"/>
                </a:cubicBezTo>
                <a:lnTo>
                  <a:pt x="441" y="0"/>
                </a:lnTo>
                <a:lnTo>
                  <a:pt x="445" y="0"/>
                </a:lnTo>
                <a:cubicBezTo>
                  <a:pt x="451" y="0"/>
                  <a:pt x="454" y="1"/>
                  <a:pt x="454" y="4"/>
                </a:cubicBezTo>
                <a:cubicBezTo>
                  <a:pt x="454" y="6"/>
                  <a:pt x="447" y="35"/>
                  <a:pt x="434" y="92"/>
                </a:cubicBezTo>
                <a:cubicBezTo>
                  <a:pt x="418" y="151"/>
                  <a:pt x="411" y="181"/>
                  <a:pt x="411" y="181"/>
                </a:cubicBezTo>
                <a:cubicBezTo>
                  <a:pt x="410" y="183"/>
                  <a:pt x="409" y="185"/>
                  <a:pt x="408" y="185"/>
                </a:cubicBezTo>
                <a:cubicBezTo>
                  <a:pt x="406" y="185"/>
                  <a:pt x="402" y="186"/>
                  <a:pt x="396" y="186"/>
                </a:cubicBezTo>
                <a:lnTo>
                  <a:pt x="386" y="186"/>
                </a:lnTo>
                <a:cubicBezTo>
                  <a:pt x="383" y="184"/>
                  <a:pt x="382" y="182"/>
                  <a:pt x="382" y="181"/>
                </a:cubicBezTo>
                <a:cubicBezTo>
                  <a:pt x="382" y="180"/>
                  <a:pt x="382" y="179"/>
                  <a:pt x="383" y="176"/>
                </a:cubicBezTo>
                <a:cubicBezTo>
                  <a:pt x="383" y="174"/>
                  <a:pt x="384" y="169"/>
                  <a:pt x="384" y="163"/>
                </a:cubicBezTo>
                <a:cubicBezTo>
                  <a:pt x="384" y="157"/>
                  <a:pt x="385" y="151"/>
                  <a:pt x="385" y="143"/>
                </a:cubicBezTo>
                <a:cubicBezTo>
                  <a:pt x="385" y="113"/>
                  <a:pt x="378" y="86"/>
                  <a:pt x="364" y="64"/>
                </a:cubicBezTo>
                <a:cubicBezTo>
                  <a:pt x="351" y="41"/>
                  <a:pt x="327" y="30"/>
                  <a:pt x="295" y="29"/>
                </a:cubicBezTo>
                <a:cubicBezTo>
                  <a:pt x="287" y="29"/>
                  <a:pt x="279" y="30"/>
                  <a:pt x="270" y="31"/>
                </a:cubicBezTo>
                <a:cubicBezTo>
                  <a:pt x="261" y="33"/>
                  <a:pt x="250" y="35"/>
                  <a:pt x="236" y="40"/>
                </a:cubicBezTo>
                <a:cubicBezTo>
                  <a:pt x="222" y="44"/>
                  <a:pt x="209" y="50"/>
                  <a:pt x="197" y="57"/>
                </a:cubicBezTo>
                <a:cubicBezTo>
                  <a:pt x="185" y="65"/>
                  <a:pt x="171" y="75"/>
                  <a:pt x="157" y="88"/>
                </a:cubicBezTo>
                <a:cubicBezTo>
                  <a:pt x="142" y="101"/>
                  <a:pt x="130" y="116"/>
                  <a:pt x="120" y="133"/>
                </a:cubicBezTo>
                <a:cubicBezTo>
                  <a:pt x="110" y="151"/>
                  <a:pt x="100" y="172"/>
                  <a:pt x="90" y="198"/>
                </a:cubicBezTo>
                <a:cubicBezTo>
                  <a:pt x="80" y="224"/>
                  <a:pt x="73" y="253"/>
                  <a:pt x="70" y="284"/>
                </a:cubicBezTo>
                <a:cubicBezTo>
                  <a:pt x="69" y="292"/>
                  <a:pt x="69" y="300"/>
                  <a:pt x="69" y="309"/>
                </a:cubicBezTo>
                <a:cubicBezTo>
                  <a:pt x="69" y="329"/>
                  <a:pt x="72" y="347"/>
                  <a:pt x="78" y="363"/>
                </a:cubicBezTo>
                <a:cubicBezTo>
                  <a:pt x="84" y="379"/>
                  <a:pt x="91" y="392"/>
                  <a:pt x="101" y="400"/>
                </a:cubicBezTo>
                <a:cubicBezTo>
                  <a:pt x="110" y="409"/>
                  <a:pt x="121" y="416"/>
                  <a:pt x="133" y="422"/>
                </a:cubicBezTo>
                <a:cubicBezTo>
                  <a:pt x="144" y="428"/>
                  <a:pt x="156" y="432"/>
                  <a:pt x="166" y="433"/>
                </a:cubicBezTo>
                <a:cubicBezTo>
                  <a:pt x="176" y="434"/>
                  <a:pt x="186" y="435"/>
                  <a:pt x="194" y="436"/>
                </a:cubicBezTo>
                <a:cubicBezTo>
                  <a:pt x="217" y="436"/>
                  <a:pt x="238" y="431"/>
                  <a:pt x="258" y="421"/>
                </a:cubicBezTo>
                <a:cubicBezTo>
                  <a:pt x="277" y="411"/>
                  <a:pt x="290" y="399"/>
                  <a:pt x="297" y="382"/>
                </a:cubicBezTo>
                <a:cubicBezTo>
                  <a:pt x="298" y="379"/>
                  <a:pt x="302" y="367"/>
                  <a:pt x="307" y="347"/>
                </a:cubicBezTo>
                <a:cubicBezTo>
                  <a:pt x="312" y="327"/>
                  <a:pt x="314" y="316"/>
                  <a:pt x="314" y="313"/>
                </a:cubicBezTo>
                <a:cubicBezTo>
                  <a:pt x="314" y="310"/>
                  <a:pt x="312" y="308"/>
                  <a:pt x="306" y="307"/>
                </a:cubicBezTo>
                <a:cubicBezTo>
                  <a:pt x="301" y="306"/>
                  <a:pt x="288" y="305"/>
                  <a:pt x="268" y="305"/>
                </a:cubicBezTo>
                <a:lnTo>
                  <a:pt x="244" y="305"/>
                </a:lnTo>
                <a:cubicBezTo>
                  <a:pt x="242" y="302"/>
                  <a:pt x="240" y="301"/>
                  <a:pt x="240" y="300"/>
                </a:cubicBezTo>
                <a:cubicBezTo>
                  <a:pt x="240" y="299"/>
                  <a:pt x="241" y="295"/>
                  <a:pt x="242" y="288"/>
                </a:cubicBezTo>
                <a:cubicBezTo>
                  <a:pt x="243" y="282"/>
                  <a:pt x="246" y="278"/>
                  <a:pt x="248" y="276"/>
                </a:cubicBezTo>
                <a:lnTo>
                  <a:pt x="259" y="276"/>
                </a:lnTo>
                <a:cubicBezTo>
                  <a:pt x="276" y="277"/>
                  <a:pt x="306" y="277"/>
                  <a:pt x="348" y="277"/>
                </a:cubicBezTo>
                <a:cubicBezTo>
                  <a:pt x="365" y="277"/>
                  <a:pt x="379" y="277"/>
                  <a:pt x="390" y="277"/>
                </a:cubicBezTo>
                <a:cubicBezTo>
                  <a:pt x="400" y="277"/>
                  <a:pt x="408" y="277"/>
                  <a:pt x="413" y="276"/>
                </a:cubicBezTo>
                <a:cubicBezTo>
                  <a:pt x="417" y="276"/>
                  <a:pt x="420" y="276"/>
                  <a:pt x="420" y="276"/>
                </a:cubicBezTo>
                <a:cubicBezTo>
                  <a:pt x="426" y="276"/>
                  <a:pt x="429" y="278"/>
                  <a:pt x="429" y="282"/>
                </a:cubicBezTo>
                <a:cubicBezTo>
                  <a:pt x="429" y="283"/>
                  <a:pt x="429" y="286"/>
                  <a:pt x="428" y="291"/>
                </a:cubicBezTo>
                <a:cubicBezTo>
                  <a:pt x="426" y="299"/>
                  <a:pt x="424" y="304"/>
                  <a:pt x="422" y="304"/>
                </a:cubicBezTo>
                <a:cubicBezTo>
                  <a:pt x="420" y="305"/>
                  <a:pt x="417" y="305"/>
                  <a:pt x="412" y="305"/>
                </a:cubicBezTo>
                <a:cubicBezTo>
                  <a:pt x="404" y="305"/>
                  <a:pt x="395" y="306"/>
                  <a:pt x="386" y="307"/>
                </a:cubicBezTo>
                <a:cubicBezTo>
                  <a:pt x="383" y="308"/>
                  <a:pt x="381" y="310"/>
                  <a:pt x="380" y="313"/>
                </a:cubicBezTo>
                <a:cubicBezTo>
                  <a:pt x="378" y="315"/>
                  <a:pt x="375" y="326"/>
                  <a:pt x="371" y="345"/>
                </a:cubicBezTo>
                <a:cubicBezTo>
                  <a:pt x="367" y="359"/>
                  <a:pt x="364" y="371"/>
                  <a:pt x="361" y="381"/>
                </a:cubicBezTo>
                <a:cubicBezTo>
                  <a:pt x="350" y="425"/>
                  <a:pt x="344" y="448"/>
                  <a:pt x="343" y="449"/>
                </a:cubicBezTo>
                <a:cubicBezTo>
                  <a:pt x="342" y="450"/>
                  <a:pt x="341" y="450"/>
                  <a:pt x="340" y="450"/>
                </a:cubicBezTo>
                <a:cubicBezTo>
                  <a:pt x="336" y="450"/>
                  <a:pt x="330" y="446"/>
                  <a:pt x="322" y="437"/>
                </a:cubicBezTo>
                <a:cubicBezTo>
                  <a:pt x="314" y="429"/>
                  <a:pt x="310" y="422"/>
                  <a:pt x="307" y="418"/>
                </a:cubicBezTo>
                <a:cubicBezTo>
                  <a:pt x="307" y="417"/>
                  <a:pt x="307" y="417"/>
                  <a:pt x="306" y="418"/>
                </a:cubicBezTo>
                <a:cubicBezTo>
                  <a:pt x="305" y="418"/>
                  <a:pt x="304" y="419"/>
                  <a:pt x="302" y="421"/>
                </a:cubicBezTo>
                <a:cubicBezTo>
                  <a:pt x="271" y="450"/>
                  <a:pt x="228" y="465"/>
                  <a:pt x="175" y="465"/>
                </a:cubicBezTo>
                <a:cubicBezTo>
                  <a:pt x="123" y="465"/>
                  <a:pt x="81" y="449"/>
                  <a:pt x="50" y="416"/>
                </a:cubicBezTo>
                <a:cubicBezTo>
                  <a:pt x="18" y="382"/>
                  <a:pt x="1" y="340"/>
                  <a:pt x="0" y="28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2609280" y="4748040"/>
            <a:ext cx="258480" cy="144000"/>
          </a:xfrm>
          <a:custGeom>
            <a:avLst/>
            <a:gdLst/>
            <a:ahLst/>
            <a:rect l="0" t="0" r="r" b="b"/>
            <a:pathLst>
              <a:path w="718" h="400">
                <a:moveTo>
                  <a:pt x="15" y="359"/>
                </a:moveTo>
                <a:lnTo>
                  <a:pt x="28" y="359"/>
                </a:lnTo>
                <a:cubicBezTo>
                  <a:pt x="51" y="359"/>
                  <a:pt x="65" y="354"/>
                  <a:pt x="70" y="346"/>
                </a:cubicBezTo>
                <a:lnTo>
                  <a:pt x="70" y="339"/>
                </a:lnTo>
                <a:cubicBezTo>
                  <a:pt x="70" y="333"/>
                  <a:pt x="70" y="326"/>
                  <a:pt x="70" y="318"/>
                </a:cubicBezTo>
                <a:cubicBezTo>
                  <a:pt x="70" y="310"/>
                  <a:pt x="70" y="300"/>
                  <a:pt x="70" y="290"/>
                </a:cubicBezTo>
                <a:cubicBezTo>
                  <a:pt x="70" y="280"/>
                  <a:pt x="70" y="268"/>
                  <a:pt x="71" y="255"/>
                </a:cubicBezTo>
                <a:cubicBezTo>
                  <a:pt x="71" y="242"/>
                  <a:pt x="71" y="229"/>
                  <a:pt x="71" y="217"/>
                </a:cubicBezTo>
                <a:cubicBezTo>
                  <a:pt x="71" y="198"/>
                  <a:pt x="71" y="177"/>
                  <a:pt x="71" y="156"/>
                </a:cubicBezTo>
                <a:cubicBezTo>
                  <a:pt x="71" y="135"/>
                  <a:pt x="71" y="118"/>
                  <a:pt x="70" y="103"/>
                </a:cubicBezTo>
                <a:lnTo>
                  <a:pt x="70" y="82"/>
                </a:lnTo>
                <a:cubicBezTo>
                  <a:pt x="68" y="71"/>
                  <a:pt x="64" y="63"/>
                  <a:pt x="57" y="60"/>
                </a:cubicBezTo>
                <a:cubicBezTo>
                  <a:pt x="51" y="56"/>
                  <a:pt x="37" y="53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7" y="7"/>
                </a:cubicBezTo>
                <a:cubicBezTo>
                  <a:pt x="47" y="7"/>
                  <a:pt x="59" y="6"/>
                  <a:pt x="70" y="6"/>
                </a:cubicBezTo>
                <a:cubicBezTo>
                  <a:pt x="80" y="5"/>
                  <a:pt x="91" y="4"/>
                  <a:pt x="102" y="4"/>
                </a:cubicBezTo>
                <a:cubicBezTo>
                  <a:pt x="114" y="3"/>
                  <a:pt x="123" y="2"/>
                  <a:pt x="129" y="1"/>
                </a:cubicBezTo>
                <a:cubicBezTo>
                  <a:pt x="135" y="0"/>
                  <a:pt x="138" y="0"/>
                  <a:pt x="139" y="0"/>
                </a:cubicBezTo>
                <a:lnTo>
                  <a:pt x="141" y="0"/>
                </a:lnTo>
                <a:lnTo>
                  <a:pt x="141" y="36"/>
                </a:lnTo>
                <a:cubicBezTo>
                  <a:pt x="141" y="59"/>
                  <a:pt x="142" y="71"/>
                  <a:pt x="142" y="71"/>
                </a:cubicBezTo>
                <a:cubicBezTo>
                  <a:pt x="143" y="71"/>
                  <a:pt x="144" y="69"/>
                  <a:pt x="147" y="66"/>
                </a:cubicBezTo>
                <a:cubicBezTo>
                  <a:pt x="149" y="63"/>
                  <a:pt x="153" y="59"/>
                  <a:pt x="157" y="53"/>
                </a:cubicBezTo>
                <a:cubicBezTo>
                  <a:pt x="162" y="47"/>
                  <a:pt x="168" y="41"/>
                  <a:pt x="175" y="36"/>
                </a:cubicBezTo>
                <a:cubicBezTo>
                  <a:pt x="181" y="31"/>
                  <a:pt x="190" y="26"/>
                  <a:pt x="201" y="19"/>
                </a:cubicBezTo>
                <a:cubicBezTo>
                  <a:pt x="212" y="13"/>
                  <a:pt x="223" y="8"/>
                  <a:pt x="235" y="5"/>
                </a:cubicBezTo>
                <a:cubicBezTo>
                  <a:pt x="247" y="2"/>
                  <a:pt x="263" y="0"/>
                  <a:pt x="282" y="0"/>
                </a:cubicBezTo>
                <a:cubicBezTo>
                  <a:pt x="291" y="0"/>
                  <a:pt x="300" y="1"/>
                  <a:pt x="307" y="2"/>
                </a:cubicBezTo>
                <a:cubicBezTo>
                  <a:pt x="315" y="3"/>
                  <a:pt x="322" y="5"/>
                  <a:pt x="328" y="7"/>
                </a:cubicBezTo>
                <a:cubicBezTo>
                  <a:pt x="334" y="10"/>
                  <a:pt x="340" y="12"/>
                  <a:pt x="345" y="15"/>
                </a:cubicBezTo>
                <a:cubicBezTo>
                  <a:pt x="351" y="17"/>
                  <a:pt x="355" y="20"/>
                  <a:pt x="359" y="23"/>
                </a:cubicBezTo>
                <a:cubicBezTo>
                  <a:pt x="362" y="26"/>
                  <a:pt x="366" y="29"/>
                  <a:pt x="369" y="33"/>
                </a:cubicBezTo>
                <a:cubicBezTo>
                  <a:pt x="372" y="36"/>
                  <a:pt x="375" y="40"/>
                  <a:pt x="377" y="43"/>
                </a:cubicBezTo>
                <a:cubicBezTo>
                  <a:pt x="379" y="46"/>
                  <a:pt x="381" y="49"/>
                  <a:pt x="383" y="53"/>
                </a:cubicBezTo>
                <a:cubicBezTo>
                  <a:pt x="385" y="56"/>
                  <a:pt x="386" y="59"/>
                  <a:pt x="387" y="62"/>
                </a:cubicBezTo>
                <a:cubicBezTo>
                  <a:pt x="387" y="64"/>
                  <a:pt x="388" y="66"/>
                  <a:pt x="390" y="69"/>
                </a:cubicBezTo>
                <a:lnTo>
                  <a:pt x="391" y="73"/>
                </a:lnTo>
                <a:lnTo>
                  <a:pt x="394" y="70"/>
                </a:lnTo>
                <a:cubicBezTo>
                  <a:pt x="396" y="67"/>
                  <a:pt x="398" y="65"/>
                  <a:pt x="400" y="62"/>
                </a:cubicBezTo>
                <a:cubicBezTo>
                  <a:pt x="401" y="60"/>
                  <a:pt x="404" y="57"/>
                  <a:pt x="408" y="53"/>
                </a:cubicBezTo>
                <a:cubicBezTo>
                  <a:pt x="411" y="48"/>
                  <a:pt x="415" y="44"/>
                  <a:pt x="419" y="41"/>
                </a:cubicBezTo>
                <a:cubicBezTo>
                  <a:pt x="424" y="37"/>
                  <a:pt x="428" y="33"/>
                  <a:pt x="433" y="29"/>
                </a:cubicBezTo>
                <a:cubicBezTo>
                  <a:pt x="438" y="25"/>
                  <a:pt x="444" y="21"/>
                  <a:pt x="451" y="18"/>
                </a:cubicBezTo>
                <a:cubicBezTo>
                  <a:pt x="458" y="15"/>
                  <a:pt x="465" y="12"/>
                  <a:pt x="472" y="9"/>
                </a:cubicBezTo>
                <a:cubicBezTo>
                  <a:pt x="478" y="6"/>
                  <a:pt x="486" y="4"/>
                  <a:pt x="495" y="3"/>
                </a:cubicBezTo>
                <a:cubicBezTo>
                  <a:pt x="504" y="2"/>
                  <a:pt x="514" y="1"/>
                  <a:pt x="523" y="0"/>
                </a:cubicBezTo>
                <a:cubicBezTo>
                  <a:pt x="599" y="0"/>
                  <a:pt x="640" y="34"/>
                  <a:pt x="647" y="102"/>
                </a:cubicBezTo>
                <a:cubicBezTo>
                  <a:pt x="647" y="106"/>
                  <a:pt x="648" y="148"/>
                  <a:pt x="648" y="229"/>
                </a:cubicBezTo>
                <a:lnTo>
                  <a:pt x="648" y="306"/>
                </a:lnTo>
                <a:cubicBezTo>
                  <a:pt x="648" y="329"/>
                  <a:pt x="648" y="343"/>
                  <a:pt x="650" y="347"/>
                </a:cubicBezTo>
                <a:cubicBezTo>
                  <a:pt x="651" y="351"/>
                  <a:pt x="654" y="354"/>
                  <a:pt x="659" y="356"/>
                </a:cubicBezTo>
                <a:cubicBezTo>
                  <a:pt x="672" y="358"/>
                  <a:pt x="687" y="359"/>
                  <a:pt x="704" y="359"/>
                </a:cubicBezTo>
                <a:lnTo>
                  <a:pt x="718" y="359"/>
                </a:lnTo>
                <a:lnTo>
                  <a:pt x="718" y="400"/>
                </a:lnTo>
                <a:lnTo>
                  <a:pt x="711" y="400"/>
                </a:lnTo>
                <a:lnTo>
                  <a:pt x="690" y="399"/>
                </a:lnTo>
                <a:cubicBezTo>
                  <a:pt x="676" y="399"/>
                  <a:pt x="660" y="398"/>
                  <a:pt x="644" y="398"/>
                </a:cubicBezTo>
                <a:cubicBezTo>
                  <a:pt x="628" y="398"/>
                  <a:pt x="616" y="398"/>
                  <a:pt x="610" y="397"/>
                </a:cubicBezTo>
                <a:cubicBezTo>
                  <a:pt x="548" y="397"/>
                  <a:pt x="514" y="398"/>
                  <a:pt x="509" y="400"/>
                </a:cubicBezTo>
                <a:lnTo>
                  <a:pt x="502" y="400"/>
                </a:lnTo>
                <a:lnTo>
                  <a:pt x="502" y="359"/>
                </a:lnTo>
                <a:lnTo>
                  <a:pt x="516" y="359"/>
                </a:lnTo>
                <a:cubicBezTo>
                  <a:pt x="553" y="359"/>
                  <a:pt x="571" y="354"/>
                  <a:pt x="571" y="344"/>
                </a:cubicBezTo>
                <a:cubicBezTo>
                  <a:pt x="572" y="343"/>
                  <a:pt x="572" y="301"/>
                  <a:pt x="572" y="220"/>
                </a:cubicBezTo>
                <a:cubicBezTo>
                  <a:pt x="571" y="137"/>
                  <a:pt x="571" y="94"/>
                  <a:pt x="570" y="90"/>
                </a:cubicBezTo>
                <a:cubicBezTo>
                  <a:pt x="567" y="73"/>
                  <a:pt x="560" y="60"/>
                  <a:pt x="552" y="52"/>
                </a:cubicBezTo>
                <a:cubicBezTo>
                  <a:pt x="544" y="43"/>
                  <a:pt x="536" y="38"/>
                  <a:pt x="530" y="36"/>
                </a:cubicBezTo>
                <a:cubicBezTo>
                  <a:pt x="524" y="34"/>
                  <a:pt x="517" y="34"/>
                  <a:pt x="507" y="34"/>
                </a:cubicBezTo>
                <a:cubicBezTo>
                  <a:pt x="480" y="34"/>
                  <a:pt x="456" y="45"/>
                  <a:pt x="436" y="65"/>
                </a:cubicBezTo>
                <a:cubicBezTo>
                  <a:pt x="419" y="81"/>
                  <a:pt x="409" y="98"/>
                  <a:pt x="405" y="115"/>
                </a:cubicBezTo>
                <a:cubicBezTo>
                  <a:pt x="401" y="132"/>
                  <a:pt x="398" y="157"/>
                  <a:pt x="398" y="191"/>
                </a:cubicBezTo>
                <a:lnTo>
                  <a:pt x="398" y="249"/>
                </a:lnTo>
                <a:lnTo>
                  <a:pt x="398" y="303"/>
                </a:lnTo>
                <a:cubicBezTo>
                  <a:pt x="398" y="321"/>
                  <a:pt x="398" y="333"/>
                  <a:pt x="399" y="339"/>
                </a:cubicBezTo>
                <a:cubicBezTo>
                  <a:pt x="399" y="345"/>
                  <a:pt x="400" y="349"/>
                  <a:pt x="401" y="351"/>
                </a:cubicBezTo>
                <a:cubicBezTo>
                  <a:pt x="403" y="352"/>
                  <a:pt x="405" y="354"/>
                  <a:pt x="409" y="356"/>
                </a:cubicBezTo>
                <a:cubicBezTo>
                  <a:pt x="422" y="358"/>
                  <a:pt x="437" y="359"/>
                  <a:pt x="454" y="359"/>
                </a:cubicBezTo>
                <a:lnTo>
                  <a:pt x="468" y="359"/>
                </a:lnTo>
                <a:lnTo>
                  <a:pt x="468" y="400"/>
                </a:lnTo>
                <a:lnTo>
                  <a:pt x="461" y="400"/>
                </a:lnTo>
                <a:lnTo>
                  <a:pt x="439" y="399"/>
                </a:lnTo>
                <a:cubicBezTo>
                  <a:pt x="425" y="399"/>
                  <a:pt x="410" y="398"/>
                  <a:pt x="394" y="398"/>
                </a:cubicBezTo>
                <a:cubicBezTo>
                  <a:pt x="378" y="398"/>
                  <a:pt x="366" y="398"/>
                  <a:pt x="360" y="397"/>
                </a:cubicBezTo>
                <a:cubicBezTo>
                  <a:pt x="298" y="397"/>
                  <a:pt x="263" y="398"/>
                  <a:pt x="258" y="400"/>
                </a:cubicBezTo>
                <a:lnTo>
                  <a:pt x="250" y="400"/>
                </a:lnTo>
                <a:lnTo>
                  <a:pt x="250" y="359"/>
                </a:lnTo>
                <a:lnTo>
                  <a:pt x="265" y="359"/>
                </a:lnTo>
                <a:cubicBezTo>
                  <a:pt x="303" y="359"/>
                  <a:pt x="321" y="354"/>
                  <a:pt x="321" y="344"/>
                </a:cubicBezTo>
                <a:cubicBezTo>
                  <a:pt x="322" y="343"/>
                  <a:pt x="322" y="301"/>
                  <a:pt x="322" y="220"/>
                </a:cubicBezTo>
                <a:cubicBezTo>
                  <a:pt x="321" y="137"/>
                  <a:pt x="321" y="94"/>
                  <a:pt x="320" y="90"/>
                </a:cubicBezTo>
                <a:cubicBezTo>
                  <a:pt x="316" y="73"/>
                  <a:pt x="310" y="60"/>
                  <a:pt x="302" y="52"/>
                </a:cubicBezTo>
                <a:cubicBezTo>
                  <a:pt x="294" y="43"/>
                  <a:pt x="286" y="38"/>
                  <a:pt x="280" y="36"/>
                </a:cubicBezTo>
                <a:cubicBezTo>
                  <a:pt x="274" y="34"/>
                  <a:pt x="266" y="34"/>
                  <a:pt x="256" y="34"/>
                </a:cubicBezTo>
                <a:cubicBezTo>
                  <a:pt x="229" y="34"/>
                  <a:pt x="205" y="45"/>
                  <a:pt x="185" y="65"/>
                </a:cubicBezTo>
                <a:cubicBezTo>
                  <a:pt x="168" y="81"/>
                  <a:pt x="158" y="98"/>
                  <a:pt x="154" y="115"/>
                </a:cubicBezTo>
                <a:cubicBezTo>
                  <a:pt x="150" y="132"/>
                  <a:pt x="147" y="157"/>
                  <a:pt x="147" y="191"/>
                </a:cubicBezTo>
                <a:lnTo>
                  <a:pt x="147" y="249"/>
                </a:lnTo>
                <a:lnTo>
                  <a:pt x="147" y="303"/>
                </a:lnTo>
                <a:cubicBezTo>
                  <a:pt x="147" y="321"/>
                  <a:pt x="147" y="333"/>
                  <a:pt x="148" y="339"/>
                </a:cubicBezTo>
                <a:cubicBezTo>
                  <a:pt x="148" y="345"/>
                  <a:pt x="149" y="349"/>
                  <a:pt x="150" y="351"/>
                </a:cubicBezTo>
                <a:cubicBezTo>
                  <a:pt x="151" y="352"/>
                  <a:pt x="154" y="354"/>
                  <a:pt x="158" y="356"/>
                </a:cubicBezTo>
                <a:cubicBezTo>
                  <a:pt x="171" y="358"/>
                  <a:pt x="186" y="359"/>
                  <a:pt x="203" y="359"/>
                </a:cubicBezTo>
                <a:lnTo>
                  <a:pt x="217" y="359"/>
                </a:lnTo>
                <a:lnTo>
                  <a:pt x="217" y="400"/>
                </a:lnTo>
                <a:lnTo>
                  <a:pt x="210" y="400"/>
                </a:lnTo>
                <a:lnTo>
                  <a:pt x="189" y="399"/>
                </a:lnTo>
                <a:cubicBezTo>
                  <a:pt x="175" y="399"/>
                  <a:pt x="159" y="398"/>
                  <a:pt x="143" y="398"/>
                </a:cubicBezTo>
                <a:cubicBezTo>
                  <a:pt x="127" y="398"/>
                  <a:pt x="115" y="398"/>
                  <a:pt x="109" y="397"/>
                </a:cubicBezTo>
                <a:cubicBezTo>
                  <a:pt x="47" y="397"/>
                  <a:pt x="13" y="398"/>
                  <a:pt x="8" y="400"/>
                </a:cubicBezTo>
                <a:lnTo>
                  <a:pt x="0" y="400"/>
                </a:lnTo>
                <a:lnTo>
                  <a:pt x="0" y="359"/>
                </a:lnTo>
                <a:lnTo>
                  <a:pt x="15" y="35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2882880" y="4746240"/>
            <a:ext cx="149760" cy="149400"/>
          </a:xfrm>
          <a:custGeom>
            <a:avLst/>
            <a:gdLst/>
            <a:ahLst/>
            <a:rect l="0" t="0" r="r" b="b"/>
            <a:pathLst>
              <a:path w="416" h="415">
                <a:moveTo>
                  <a:pt x="94" y="129"/>
                </a:moveTo>
                <a:cubicBezTo>
                  <a:pt x="94" y="129"/>
                  <a:pt x="88" y="129"/>
                  <a:pt x="75" y="129"/>
                </a:cubicBezTo>
                <a:cubicBezTo>
                  <a:pt x="60" y="129"/>
                  <a:pt x="49" y="124"/>
                  <a:pt x="40" y="115"/>
                </a:cubicBezTo>
                <a:cubicBezTo>
                  <a:pt x="31" y="106"/>
                  <a:pt x="27" y="95"/>
                  <a:pt x="27" y="80"/>
                </a:cubicBezTo>
                <a:cubicBezTo>
                  <a:pt x="27" y="59"/>
                  <a:pt x="37" y="40"/>
                  <a:pt x="57" y="24"/>
                </a:cubicBezTo>
                <a:cubicBezTo>
                  <a:pt x="79" y="8"/>
                  <a:pt x="115" y="0"/>
                  <a:pt x="168" y="0"/>
                </a:cubicBezTo>
                <a:cubicBezTo>
                  <a:pt x="211" y="0"/>
                  <a:pt x="247" y="9"/>
                  <a:pt x="274" y="29"/>
                </a:cubicBezTo>
                <a:cubicBezTo>
                  <a:pt x="301" y="48"/>
                  <a:pt x="319" y="71"/>
                  <a:pt x="328" y="97"/>
                </a:cubicBezTo>
                <a:cubicBezTo>
                  <a:pt x="331" y="106"/>
                  <a:pt x="333" y="115"/>
                  <a:pt x="333" y="125"/>
                </a:cubicBezTo>
                <a:cubicBezTo>
                  <a:pt x="333" y="135"/>
                  <a:pt x="333" y="170"/>
                  <a:pt x="334" y="229"/>
                </a:cubicBezTo>
                <a:lnTo>
                  <a:pt x="334" y="293"/>
                </a:lnTo>
                <a:cubicBezTo>
                  <a:pt x="334" y="322"/>
                  <a:pt x="335" y="342"/>
                  <a:pt x="338" y="353"/>
                </a:cubicBezTo>
                <a:cubicBezTo>
                  <a:pt x="341" y="364"/>
                  <a:pt x="347" y="369"/>
                  <a:pt x="357" y="369"/>
                </a:cubicBezTo>
                <a:cubicBezTo>
                  <a:pt x="366" y="369"/>
                  <a:pt x="372" y="364"/>
                  <a:pt x="375" y="355"/>
                </a:cubicBezTo>
                <a:cubicBezTo>
                  <a:pt x="378" y="345"/>
                  <a:pt x="380" y="329"/>
                  <a:pt x="380" y="307"/>
                </a:cubicBezTo>
                <a:lnTo>
                  <a:pt x="380" y="274"/>
                </a:lnTo>
                <a:lnTo>
                  <a:pt x="416" y="274"/>
                </a:lnTo>
                <a:lnTo>
                  <a:pt x="416" y="309"/>
                </a:lnTo>
                <a:cubicBezTo>
                  <a:pt x="415" y="334"/>
                  <a:pt x="414" y="348"/>
                  <a:pt x="413" y="352"/>
                </a:cubicBezTo>
                <a:cubicBezTo>
                  <a:pt x="408" y="370"/>
                  <a:pt x="397" y="384"/>
                  <a:pt x="381" y="394"/>
                </a:cubicBezTo>
                <a:cubicBezTo>
                  <a:pt x="366" y="405"/>
                  <a:pt x="349" y="410"/>
                  <a:pt x="332" y="411"/>
                </a:cubicBezTo>
                <a:cubicBezTo>
                  <a:pt x="314" y="411"/>
                  <a:pt x="300" y="406"/>
                  <a:pt x="289" y="394"/>
                </a:cubicBezTo>
                <a:cubicBezTo>
                  <a:pt x="279" y="383"/>
                  <a:pt x="271" y="370"/>
                  <a:pt x="268" y="356"/>
                </a:cubicBezTo>
                <a:lnTo>
                  <a:pt x="268" y="353"/>
                </a:lnTo>
                <a:lnTo>
                  <a:pt x="266" y="356"/>
                </a:lnTo>
                <a:cubicBezTo>
                  <a:pt x="265" y="357"/>
                  <a:pt x="263" y="359"/>
                  <a:pt x="261" y="361"/>
                </a:cubicBezTo>
                <a:cubicBezTo>
                  <a:pt x="260" y="363"/>
                  <a:pt x="257" y="365"/>
                  <a:pt x="254" y="369"/>
                </a:cubicBezTo>
                <a:cubicBezTo>
                  <a:pt x="251" y="373"/>
                  <a:pt x="248" y="376"/>
                  <a:pt x="243" y="379"/>
                </a:cubicBezTo>
                <a:cubicBezTo>
                  <a:pt x="239" y="382"/>
                  <a:pt x="235" y="386"/>
                  <a:pt x="230" y="390"/>
                </a:cubicBezTo>
                <a:cubicBezTo>
                  <a:pt x="225" y="394"/>
                  <a:pt x="220" y="397"/>
                  <a:pt x="214" y="400"/>
                </a:cubicBezTo>
                <a:cubicBezTo>
                  <a:pt x="208" y="402"/>
                  <a:pt x="201" y="405"/>
                  <a:pt x="194" y="407"/>
                </a:cubicBezTo>
                <a:cubicBezTo>
                  <a:pt x="187" y="409"/>
                  <a:pt x="179" y="411"/>
                  <a:pt x="170" y="412"/>
                </a:cubicBezTo>
                <a:cubicBezTo>
                  <a:pt x="162" y="414"/>
                  <a:pt x="153" y="414"/>
                  <a:pt x="142" y="415"/>
                </a:cubicBezTo>
                <a:cubicBezTo>
                  <a:pt x="106" y="415"/>
                  <a:pt x="74" y="406"/>
                  <a:pt x="44" y="387"/>
                </a:cubicBezTo>
                <a:cubicBezTo>
                  <a:pt x="15" y="368"/>
                  <a:pt x="0" y="342"/>
                  <a:pt x="0" y="309"/>
                </a:cubicBezTo>
                <a:cubicBezTo>
                  <a:pt x="0" y="296"/>
                  <a:pt x="3" y="284"/>
                  <a:pt x="7" y="272"/>
                </a:cubicBezTo>
                <a:cubicBezTo>
                  <a:pt x="11" y="260"/>
                  <a:pt x="19" y="248"/>
                  <a:pt x="31" y="234"/>
                </a:cubicBezTo>
                <a:cubicBezTo>
                  <a:pt x="43" y="221"/>
                  <a:pt x="58" y="210"/>
                  <a:pt x="75" y="201"/>
                </a:cubicBezTo>
                <a:cubicBezTo>
                  <a:pt x="92" y="192"/>
                  <a:pt x="116" y="184"/>
                  <a:pt x="146" y="176"/>
                </a:cubicBezTo>
                <a:cubicBezTo>
                  <a:pt x="176" y="168"/>
                  <a:pt x="209" y="163"/>
                  <a:pt x="245" y="162"/>
                </a:cubicBezTo>
                <a:lnTo>
                  <a:pt x="258" y="162"/>
                </a:lnTo>
                <a:lnTo>
                  <a:pt x="258" y="142"/>
                </a:lnTo>
                <a:cubicBezTo>
                  <a:pt x="258" y="122"/>
                  <a:pt x="256" y="107"/>
                  <a:pt x="252" y="97"/>
                </a:cubicBezTo>
                <a:cubicBezTo>
                  <a:pt x="239" y="55"/>
                  <a:pt x="210" y="33"/>
                  <a:pt x="165" y="33"/>
                </a:cubicBezTo>
                <a:cubicBezTo>
                  <a:pt x="154" y="33"/>
                  <a:pt x="144" y="33"/>
                  <a:pt x="134" y="34"/>
                </a:cubicBezTo>
                <a:cubicBezTo>
                  <a:pt x="125" y="35"/>
                  <a:pt x="117" y="36"/>
                  <a:pt x="112" y="38"/>
                </a:cubicBezTo>
                <a:cubicBezTo>
                  <a:pt x="106" y="39"/>
                  <a:pt x="104" y="40"/>
                  <a:pt x="104" y="40"/>
                </a:cubicBezTo>
                <a:cubicBezTo>
                  <a:pt x="118" y="49"/>
                  <a:pt x="124" y="63"/>
                  <a:pt x="124" y="80"/>
                </a:cubicBezTo>
                <a:cubicBezTo>
                  <a:pt x="124" y="95"/>
                  <a:pt x="119" y="107"/>
                  <a:pt x="110" y="115"/>
                </a:cubicBezTo>
                <a:lnTo>
                  <a:pt x="94" y="129"/>
                </a:lnTo>
                <a:moveTo>
                  <a:pt x="85" y="309"/>
                </a:moveTo>
                <a:cubicBezTo>
                  <a:pt x="85" y="328"/>
                  <a:pt x="92" y="345"/>
                  <a:pt x="106" y="359"/>
                </a:cubicBezTo>
                <a:cubicBezTo>
                  <a:pt x="121" y="374"/>
                  <a:pt x="138" y="381"/>
                  <a:pt x="159" y="382"/>
                </a:cubicBezTo>
                <a:cubicBezTo>
                  <a:pt x="182" y="382"/>
                  <a:pt x="202" y="375"/>
                  <a:pt x="220" y="361"/>
                </a:cubicBezTo>
                <a:cubicBezTo>
                  <a:pt x="237" y="347"/>
                  <a:pt x="249" y="329"/>
                  <a:pt x="255" y="307"/>
                </a:cubicBezTo>
                <a:cubicBezTo>
                  <a:pt x="256" y="303"/>
                  <a:pt x="257" y="283"/>
                  <a:pt x="258" y="246"/>
                </a:cubicBezTo>
                <a:cubicBezTo>
                  <a:pt x="258" y="211"/>
                  <a:pt x="258" y="194"/>
                  <a:pt x="257" y="194"/>
                </a:cubicBezTo>
                <a:cubicBezTo>
                  <a:pt x="252" y="194"/>
                  <a:pt x="246" y="194"/>
                  <a:pt x="238" y="195"/>
                </a:cubicBezTo>
                <a:cubicBezTo>
                  <a:pt x="230" y="195"/>
                  <a:pt x="217" y="198"/>
                  <a:pt x="197" y="203"/>
                </a:cubicBezTo>
                <a:cubicBezTo>
                  <a:pt x="178" y="208"/>
                  <a:pt x="161" y="214"/>
                  <a:pt x="145" y="221"/>
                </a:cubicBezTo>
                <a:cubicBezTo>
                  <a:pt x="129" y="228"/>
                  <a:pt x="116" y="239"/>
                  <a:pt x="103" y="254"/>
                </a:cubicBezTo>
                <a:cubicBezTo>
                  <a:pt x="91" y="269"/>
                  <a:pt x="85" y="288"/>
                  <a:pt x="85" y="3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3038040" y="4751640"/>
            <a:ext cx="164520" cy="140400"/>
          </a:xfrm>
          <a:custGeom>
            <a:avLst/>
            <a:gdLst/>
            <a:ahLst/>
            <a:rect l="0" t="0" r="r" b="b"/>
            <a:pathLst>
              <a:path w="457" h="390">
                <a:moveTo>
                  <a:pt x="172" y="390"/>
                </a:moveTo>
                <a:cubicBezTo>
                  <a:pt x="164" y="388"/>
                  <a:pt x="135" y="387"/>
                  <a:pt x="82" y="387"/>
                </a:cubicBezTo>
                <a:cubicBezTo>
                  <a:pt x="36" y="387"/>
                  <a:pt x="11" y="388"/>
                  <a:pt x="5" y="390"/>
                </a:cubicBezTo>
                <a:lnTo>
                  <a:pt x="0" y="390"/>
                </a:lnTo>
                <a:lnTo>
                  <a:pt x="0" y="349"/>
                </a:lnTo>
                <a:lnTo>
                  <a:pt x="13" y="349"/>
                </a:lnTo>
                <a:cubicBezTo>
                  <a:pt x="27" y="348"/>
                  <a:pt x="39" y="346"/>
                  <a:pt x="51" y="343"/>
                </a:cubicBezTo>
                <a:cubicBezTo>
                  <a:pt x="62" y="340"/>
                  <a:pt x="71" y="338"/>
                  <a:pt x="77" y="335"/>
                </a:cubicBezTo>
                <a:cubicBezTo>
                  <a:pt x="83" y="333"/>
                  <a:pt x="90" y="328"/>
                  <a:pt x="99" y="320"/>
                </a:cubicBezTo>
                <a:cubicBezTo>
                  <a:pt x="108" y="312"/>
                  <a:pt x="114" y="307"/>
                  <a:pt x="116" y="304"/>
                </a:cubicBezTo>
                <a:cubicBezTo>
                  <a:pt x="117" y="300"/>
                  <a:pt x="124" y="293"/>
                  <a:pt x="135" y="280"/>
                </a:cubicBezTo>
                <a:cubicBezTo>
                  <a:pt x="145" y="267"/>
                  <a:pt x="151" y="259"/>
                  <a:pt x="153" y="255"/>
                </a:cubicBezTo>
                <a:lnTo>
                  <a:pt x="194" y="200"/>
                </a:lnTo>
                <a:lnTo>
                  <a:pt x="142" y="129"/>
                </a:lnTo>
                <a:cubicBezTo>
                  <a:pt x="136" y="121"/>
                  <a:pt x="131" y="113"/>
                  <a:pt x="125" y="105"/>
                </a:cubicBezTo>
                <a:cubicBezTo>
                  <a:pt x="119" y="96"/>
                  <a:pt x="114" y="90"/>
                  <a:pt x="110" y="86"/>
                </a:cubicBezTo>
                <a:cubicBezTo>
                  <a:pt x="107" y="82"/>
                  <a:pt x="103" y="77"/>
                  <a:pt x="100" y="72"/>
                </a:cubicBezTo>
                <a:cubicBezTo>
                  <a:pt x="97" y="68"/>
                  <a:pt x="95" y="64"/>
                  <a:pt x="92" y="61"/>
                </a:cubicBezTo>
                <a:cubicBezTo>
                  <a:pt x="90" y="59"/>
                  <a:pt x="88" y="57"/>
                  <a:pt x="87" y="55"/>
                </a:cubicBezTo>
                <a:cubicBezTo>
                  <a:pt x="85" y="53"/>
                  <a:pt x="83" y="52"/>
                  <a:pt x="80" y="50"/>
                </a:cubicBezTo>
                <a:cubicBezTo>
                  <a:pt x="77" y="48"/>
                  <a:pt x="76" y="47"/>
                  <a:pt x="75" y="47"/>
                </a:cubicBezTo>
                <a:cubicBezTo>
                  <a:pt x="74" y="47"/>
                  <a:pt x="73" y="46"/>
                  <a:pt x="70" y="45"/>
                </a:cubicBezTo>
                <a:cubicBezTo>
                  <a:pt x="67" y="44"/>
                  <a:pt x="64" y="43"/>
                  <a:pt x="62" y="43"/>
                </a:cubicBezTo>
                <a:cubicBezTo>
                  <a:pt x="59" y="43"/>
                  <a:pt x="48" y="43"/>
                  <a:pt x="30" y="42"/>
                </a:cubicBezTo>
                <a:lnTo>
                  <a:pt x="5" y="42"/>
                </a:lnTo>
                <a:lnTo>
                  <a:pt x="5" y="0"/>
                </a:lnTo>
                <a:lnTo>
                  <a:pt x="11" y="0"/>
                </a:lnTo>
                <a:cubicBezTo>
                  <a:pt x="33" y="1"/>
                  <a:pt x="64" y="2"/>
                  <a:pt x="104" y="2"/>
                </a:cubicBezTo>
                <a:cubicBezTo>
                  <a:pt x="160" y="2"/>
                  <a:pt x="191" y="1"/>
                  <a:pt x="197" y="0"/>
                </a:cubicBezTo>
                <a:lnTo>
                  <a:pt x="204" y="0"/>
                </a:lnTo>
                <a:lnTo>
                  <a:pt x="204" y="42"/>
                </a:lnTo>
                <a:cubicBezTo>
                  <a:pt x="182" y="44"/>
                  <a:pt x="172" y="49"/>
                  <a:pt x="172" y="56"/>
                </a:cubicBezTo>
                <a:cubicBezTo>
                  <a:pt x="172" y="57"/>
                  <a:pt x="175" y="62"/>
                  <a:pt x="181" y="71"/>
                </a:cubicBezTo>
                <a:cubicBezTo>
                  <a:pt x="187" y="79"/>
                  <a:pt x="195" y="90"/>
                  <a:pt x="206" y="105"/>
                </a:cubicBezTo>
                <a:cubicBezTo>
                  <a:pt x="217" y="119"/>
                  <a:pt x="225" y="132"/>
                  <a:pt x="232" y="142"/>
                </a:cubicBezTo>
                <a:lnTo>
                  <a:pt x="236" y="145"/>
                </a:lnTo>
                <a:lnTo>
                  <a:pt x="258" y="115"/>
                </a:lnTo>
                <a:cubicBezTo>
                  <a:pt x="277" y="90"/>
                  <a:pt x="287" y="74"/>
                  <a:pt x="287" y="66"/>
                </a:cubicBezTo>
                <a:cubicBezTo>
                  <a:pt x="287" y="62"/>
                  <a:pt x="286" y="59"/>
                  <a:pt x="285" y="56"/>
                </a:cubicBezTo>
                <a:cubicBezTo>
                  <a:pt x="284" y="53"/>
                  <a:pt x="283" y="51"/>
                  <a:pt x="281" y="50"/>
                </a:cubicBezTo>
                <a:cubicBezTo>
                  <a:pt x="279" y="49"/>
                  <a:pt x="277" y="47"/>
                  <a:pt x="276" y="46"/>
                </a:cubicBezTo>
                <a:cubicBezTo>
                  <a:pt x="275" y="45"/>
                  <a:pt x="273" y="44"/>
                  <a:pt x="270" y="43"/>
                </a:cubicBezTo>
                <a:lnTo>
                  <a:pt x="267" y="42"/>
                </a:lnTo>
                <a:lnTo>
                  <a:pt x="263" y="42"/>
                </a:lnTo>
                <a:lnTo>
                  <a:pt x="263" y="0"/>
                </a:lnTo>
                <a:lnTo>
                  <a:pt x="269" y="0"/>
                </a:lnTo>
                <a:cubicBezTo>
                  <a:pt x="278" y="2"/>
                  <a:pt x="308" y="3"/>
                  <a:pt x="358" y="3"/>
                </a:cubicBezTo>
                <a:cubicBezTo>
                  <a:pt x="406" y="3"/>
                  <a:pt x="432" y="2"/>
                  <a:pt x="436" y="0"/>
                </a:cubicBezTo>
                <a:lnTo>
                  <a:pt x="442" y="0"/>
                </a:lnTo>
                <a:lnTo>
                  <a:pt x="442" y="42"/>
                </a:lnTo>
                <a:lnTo>
                  <a:pt x="435" y="42"/>
                </a:lnTo>
                <a:cubicBezTo>
                  <a:pt x="405" y="42"/>
                  <a:pt x="380" y="47"/>
                  <a:pt x="361" y="57"/>
                </a:cubicBezTo>
                <a:cubicBezTo>
                  <a:pt x="351" y="62"/>
                  <a:pt x="341" y="70"/>
                  <a:pt x="330" y="81"/>
                </a:cubicBezTo>
                <a:cubicBezTo>
                  <a:pt x="320" y="93"/>
                  <a:pt x="301" y="118"/>
                  <a:pt x="272" y="157"/>
                </a:cubicBezTo>
                <a:lnTo>
                  <a:pt x="257" y="176"/>
                </a:lnTo>
                <a:lnTo>
                  <a:pt x="313" y="254"/>
                </a:lnTo>
                <a:cubicBezTo>
                  <a:pt x="353" y="308"/>
                  <a:pt x="374" y="336"/>
                  <a:pt x="377" y="339"/>
                </a:cubicBezTo>
                <a:cubicBezTo>
                  <a:pt x="380" y="341"/>
                  <a:pt x="385" y="343"/>
                  <a:pt x="393" y="345"/>
                </a:cubicBezTo>
                <a:cubicBezTo>
                  <a:pt x="404" y="347"/>
                  <a:pt x="419" y="349"/>
                  <a:pt x="442" y="349"/>
                </a:cubicBezTo>
                <a:lnTo>
                  <a:pt x="457" y="349"/>
                </a:lnTo>
                <a:lnTo>
                  <a:pt x="457" y="390"/>
                </a:lnTo>
                <a:lnTo>
                  <a:pt x="451" y="390"/>
                </a:lnTo>
                <a:lnTo>
                  <a:pt x="444" y="390"/>
                </a:lnTo>
                <a:cubicBezTo>
                  <a:pt x="439" y="390"/>
                  <a:pt x="432" y="389"/>
                  <a:pt x="425" y="389"/>
                </a:cubicBezTo>
                <a:cubicBezTo>
                  <a:pt x="418" y="389"/>
                  <a:pt x="410" y="389"/>
                  <a:pt x="403" y="388"/>
                </a:cubicBezTo>
                <a:cubicBezTo>
                  <a:pt x="395" y="388"/>
                  <a:pt x="387" y="388"/>
                  <a:pt x="380" y="388"/>
                </a:cubicBezTo>
                <a:cubicBezTo>
                  <a:pt x="373" y="389"/>
                  <a:pt x="367" y="389"/>
                  <a:pt x="364" y="387"/>
                </a:cubicBezTo>
                <a:cubicBezTo>
                  <a:pt x="357" y="387"/>
                  <a:pt x="346" y="387"/>
                  <a:pt x="330" y="387"/>
                </a:cubicBezTo>
                <a:cubicBezTo>
                  <a:pt x="315" y="387"/>
                  <a:pt x="300" y="388"/>
                  <a:pt x="285" y="389"/>
                </a:cubicBezTo>
                <a:lnTo>
                  <a:pt x="265" y="390"/>
                </a:lnTo>
                <a:lnTo>
                  <a:pt x="256" y="390"/>
                </a:lnTo>
                <a:lnTo>
                  <a:pt x="256" y="349"/>
                </a:lnTo>
                <a:lnTo>
                  <a:pt x="259" y="349"/>
                </a:lnTo>
                <a:cubicBezTo>
                  <a:pt x="266" y="349"/>
                  <a:pt x="272" y="347"/>
                  <a:pt x="279" y="344"/>
                </a:cubicBezTo>
                <a:cubicBezTo>
                  <a:pt x="286" y="341"/>
                  <a:pt x="289" y="338"/>
                  <a:pt x="289" y="333"/>
                </a:cubicBezTo>
                <a:cubicBezTo>
                  <a:pt x="289" y="332"/>
                  <a:pt x="277" y="315"/>
                  <a:pt x="253" y="282"/>
                </a:cubicBezTo>
                <a:lnTo>
                  <a:pt x="216" y="232"/>
                </a:lnTo>
                <a:cubicBezTo>
                  <a:pt x="215" y="233"/>
                  <a:pt x="206" y="245"/>
                  <a:pt x="188" y="270"/>
                </a:cubicBezTo>
                <a:cubicBezTo>
                  <a:pt x="170" y="295"/>
                  <a:pt x="160" y="308"/>
                  <a:pt x="157" y="311"/>
                </a:cubicBezTo>
                <a:cubicBezTo>
                  <a:pt x="155" y="314"/>
                  <a:pt x="153" y="318"/>
                  <a:pt x="153" y="323"/>
                </a:cubicBezTo>
                <a:cubicBezTo>
                  <a:pt x="153" y="330"/>
                  <a:pt x="156" y="336"/>
                  <a:pt x="160" y="341"/>
                </a:cubicBezTo>
                <a:cubicBezTo>
                  <a:pt x="164" y="345"/>
                  <a:pt x="169" y="348"/>
                  <a:pt x="176" y="349"/>
                </a:cubicBezTo>
                <a:cubicBezTo>
                  <a:pt x="177" y="349"/>
                  <a:pt x="178" y="356"/>
                  <a:pt x="178" y="369"/>
                </a:cubicBezTo>
                <a:lnTo>
                  <a:pt x="178" y="390"/>
                </a:lnTo>
                <a:lnTo>
                  <a:pt x="172" y="39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2816280" y="4949640"/>
            <a:ext cx="177120" cy="157320"/>
          </a:xfrm>
          <a:custGeom>
            <a:avLst/>
            <a:gdLst/>
            <a:ahLst/>
            <a:rect l="0" t="0" r="r" b="b"/>
            <a:pathLst>
              <a:path w="492" h="437">
                <a:moveTo>
                  <a:pt x="162" y="35"/>
                </a:moveTo>
                <a:cubicBezTo>
                  <a:pt x="162" y="32"/>
                  <a:pt x="150" y="30"/>
                  <a:pt x="125" y="29"/>
                </a:cubicBezTo>
                <a:cubicBezTo>
                  <a:pt x="116" y="29"/>
                  <a:pt x="109" y="29"/>
                  <a:pt x="106" y="29"/>
                </a:cubicBezTo>
                <a:cubicBezTo>
                  <a:pt x="103" y="28"/>
                  <a:pt x="102" y="26"/>
                  <a:pt x="102" y="23"/>
                </a:cubicBezTo>
                <a:cubicBezTo>
                  <a:pt x="102" y="20"/>
                  <a:pt x="103" y="15"/>
                  <a:pt x="104" y="10"/>
                </a:cubicBezTo>
                <a:cubicBezTo>
                  <a:pt x="106" y="5"/>
                  <a:pt x="107" y="2"/>
                  <a:pt x="109" y="1"/>
                </a:cubicBezTo>
                <a:cubicBezTo>
                  <a:pt x="110" y="0"/>
                  <a:pt x="152" y="0"/>
                  <a:pt x="236" y="0"/>
                </a:cubicBezTo>
                <a:cubicBezTo>
                  <a:pt x="308" y="0"/>
                  <a:pt x="348" y="1"/>
                  <a:pt x="356" y="1"/>
                </a:cubicBezTo>
                <a:cubicBezTo>
                  <a:pt x="365" y="1"/>
                  <a:pt x="373" y="2"/>
                  <a:pt x="382" y="4"/>
                </a:cubicBezTo>
                <a:cubicBezTo>
                  <a:pt x="412" y="12"/>
                  <a:pt x="438" y="28"/>
                  <a:pt x="459" y="55"/>
                </a:cubicBezTo>
                <a:cubicBezTo>
                  <a:pt x="481" y="81"/>
                  <a:pt x="492" y="117"/>
                  <a:pt x="492" y="161"/>
                </a:cubicBezTo>
                <a:cubicBezTo>
                  <a:pt x="492" y="227"/>
                  <a:pt x="469" y="287"/>
                  <a:pt x="424" y="339"/>
                </a:cubicBezTo>
                <a:cubicBezTo>
                  <a:pt x="378" y="393"/>
                  <a:pt x="325" y="425"/>
                  <a:pt x="262" y="435"/>
                </a:cubicBezTo>
                <a:lnTo>
                  <a:pt x="253" y="436"/>
                </a:lnTo>
                <a:lnTo>
                  <a:pt x="129" y="437"/>
                </a:lnTo>
                <a:lnTo>
                  <a:pt x="58" y="437"/>
                </a:lnTo>
                <a:lnTo>
                  <a:pt x="25" y="437"/>
                </a:lnTo>
                <a:cubicBezTo>
                  <a:pt x="14" y="437"/>
                  <a:pt x="8" y="436"/>
                  <a:pt x="5" y="436"/>
                </a:cubicBezTo>
                <a:cubicBezTo>
                  <a:pt x="2" y="435"/>
                  <a:pt x="0" y="433"/>
                  <a:pt x="0" y="430"/>
                </a:cubicBezTo>
                <a:cubicBezTo>
                  <a:pt x="0" y="429"/>
                  <a:pt x="0" y="426"/>
                  <a:pt x="2" y="421"/>
                </a:cubicBezTo>
                <a:cubicBezTo>
                  <a:pt x="3" y="414"/>
                  <a:pt x="5" y="410"/>
                  <a:pt x="7" y="409"/>
                </a:cubicBezTo>
                <a:cubicBezTo>
                  <a:pt x="8" y="409"/>
                  <a:pt x="13" y="408"/>
                  <a:pt x="21" y="407"/>
                </a:cubicBezTo>
                <a:cubicBezTo>
                  <a:pt x="33" y="407"/>
                  <a:pt x="46" y="407"/>
                  <a:pt x="60" y="406"/>
                </a:cubicBezTo>
                <a:cubicBezTo>
                  <a:pt x="66" y="404"/>
                  <a:pt x="70" y="402"/>
                  <a:pt x="72" y="398"/>
                </a:cubicBezTo>
                <a:cubicBezTo>
                  <a:pt x="73" y="396"/>
                  <a:pt x="88" y="336"/>
                  <a:pt x="118" y="219"/>
                </a:cubicBezTo>
                <a:cubicBezTo>
                  <a:pt x="147" y="103"/>
                  <a:pt x="162" y="41"/>
                  <a:pt x="162" y="35"/>
                </a:cubicBezTo>
                <a:moveTo>
                  <a:pt x="428" y="137"/>
                </a:moveTo>
                <a:cubicBezTo>
                  <a:pt x="428" y="120"/>
                  <a:pt x="426" y="106"/>
                  <a:pt x="421" y="93"/>
                </a:cubicBezTo>
                <a:cubicBezTo>
                  <a:pt x="417" y="80"/>
                  <a:pt x="411" y="70"/>
                  <a:pt x="405" y="63"/>
                </a:cubicBezTo>
                <a:cubicBezTo>
                  <a:pt x="398" y="56"/>
                  <a:pt x="390" y="50"/>
                  <a:pt x="381" y="45"/>
                </a:cubicBezTo>
                <a:cubicBezTo>
                  <a:pt x="372" y="40"/>
                  <a:pt x="363" y="36"/>
                  <a:pt x="356" y="34"/>
                </a:cubicBezTo>
                <a:cubicBezTo>
                  <a:pt x="349" y="33"/>
                  <a:pt x="341" y="31"/>
                  <a:pt x="334" y="30"/>
                </a:cubicBezTo>
                <a:cubicBezTo>
                  <a:pt x="333" y="30"/>
                  <a:pt x="330" y="30"/>
                  <a:pt x="325" y="30"/>
                </a:cubicBezTo>
                <a:cubicBezTo>
                  <a:pt x="320" y="30"/>
                  <a:pt x="314" y="30"/>
                  <a:pt x="306" y="30"/>
                </a:cubicBezTo>
                <a:cubicBezTo>
                  <a:pt x="299" y="30"/>
                  <a:pt x="292" y="30"/>
                  <a:pt x="285" y="29"/>
                </a:cubicBezTo>
                <a:lnTo>
                  <a:pt x="257" y="29"/>
                </a:lnTo>
                <a:cubicBezTo>
                  <a:pt x="238" y="29"/>
                  <a:pt x="227" y="31"/>
                  <a:pt x="225" y="36"/>
                </a:cubicBezTo>
                <a:cubicBezTo>
                  <a:pt x="224" y="37"/>
                  <a:pt x="209" y="99"/>
                  <a:pt x="178" y="219"/>
                </a:cubicBezTo>
                <a:cubicBezTo>
                  <a:pt x="148" y="340"/>
                  <a:pt x="133" y="402"/>
                  <a:pt x="133" y="404"/>
                </a:cubicBezTo>
                <a:cubicBezTo>
                  <a:pt x="133" y="405"/>
                  <a:pt x="135" y="406"/>
                  <a:pt x="140" y="406"/>
                </a:cubicBezTo>
                <a:cubicBezTo>
                  <a:pt x="145" y="406"/>
                  <a:pt x="161" y="406"/>
                  <a:pt x="189" y="407"/>
                </a:cubicBezTo>
                <a:cubicBezTo>
                  <a:pt x="191" y="407"/>
                  <a:pt x="195" y="407"/>
                  <a:pt x="201" y="407"/>
                </a:cubicBezTo>
                <a:cubicBezTo>
                  <a:pt x="207" y="407"/>
                  <a:pt x="212" y="407"/>
                  <a:pt x="217" y="407"/>
                </a:cubicBezTo>
                <a:cubicBezTo>
                  <a:pt x="270" y="407"/>
                  <a:pt x="315" y="390"/>
                  <a:pt x="350" y="354"/>
                </a:cubicBezTo>
                <a:cubicBezTo>
                  <a:pt x="366" y="339"/>
                  <a:pt x="378" y="321"/>
                  <a:pt x="388" y="301"/>
                </a:cubicBezTo>
                <a:cubicBezTo>
                  <a:pt x="398" y="280"/>
                  <a:pt x="407" y="253"/>
                  <a:pt x="415" y="219"/>
                </a:cubicBezTo>
                <a:cubicBezTo>
                  <a:pt x="424" y="186"/>
                  <a:pt x="428" y="158"/>
                  <a:pt x="428" y="13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3264120" y="4669920"/>
            <a:ext cx="204480" cy="222480"/>
          </a:xfrm>
          <a:custGeom>
            <a:avLst/>
            <a:gdLst/>
            <a:ahLst/>
            <a:rect l="0" t="0" r="r" b="b"/>
            <a:pathLst>
              <a:path w="568" h="618">
                <a:moveTo>
                  <a:pt x="0" y="15"/>
                </a:moveTo>
                <a:cubicBezTo>
                  <a:pt x="0" y="10"/>
                  <a:pt x="4" y="4"/>
                  <a:pt x="11" y="0"/>
                </a:cubicBezTo>
                <a:lnTo>
                  <a:pt x="515" y="0"/>
                </a:lnTo>
                <a:cubicBezTo>
                  <a:pt x="520" y="1"/>
                  <a:pt x="524" y="5"/>
                  <a:pt x="525" y="10"/>
                </a:cubicBezTo>
                <a:lnTo>
                  <a:pt x="525" y="85"/>
                </a:lnTo>
                <a:cubicBezTo>
                  <a:pt x="525" y="130"/>
                  <a:pt x="525" y="156"/>
                  <a:pt x="524" y="163"/>
                </a:cubicBezTo>
                <a:cubicBezTo>
                  <a:pt x="522" y="170"/>
                  <a:pt x="518" y="174"/>
                  <a:pt x="509" y="174"/>
                </a:cubicBezTo>
                <a:cubicBezTo>
                  <a:pt x="504" y="174"/>
                  <a:pt x="501" y="172"/>
                  <a:pt x="498" y="169"/>
                </a:cubicBezTo>
                <a:cubicBezTo>
                  <a:pt x="496" y="166"/>
                  <a:pt x="493" y="160"/>
                  <a:pt x="491" y="149"/>
                </a:cubicBezTo>
                <a:cubicBezTo>
                  <a:pt x="489" y="126"/>
                  <a:pt x="478" y="104"/>
                  <a:pt x="457" y="84"/>
                </a:cubicBezTo>
                <a:cubicBezTo>
                  <a:pt x="438" y="64"/>
                  <a:pt x="416" y="50"/>
                  <a:pt x="392" y="44"/>
                </a:cubicBezTo>
                <a:cubicBezTo>
                  <a:pt x="367" y="37"/>
                  <a:pt x="336" y="33"/>
                  <a:pt x="297" y="31"/>
                </a:cubicBezTo>
                <a:lnTo>
                  <a:pt x="244" y="31"/>
                </a:lnTo>
                <a:cubicBezTo>
                  <a:pt x="234" y="38"/>
                  <a:pt x="229" y="47"/>
                  <a:pt x="227" y="57"/>
                </a:cubicBezTo>
                <a:cubicBezTo>
                  <a:pt x="226" y="66"/>
                  <a:pt x="225" y="105"/>
                  <a:pt x="224" y="172"/>
                </a:cubicBezTo>
                <a:lnTo>
                  <a:pt x="224" y="282"/>
                </a:lnTo>
                <a:lnTo>
                  <a:pt x="239" y="282"/>
                </a:lnTo>
                <a:cubicBezTo>
                  <a:pt x="270" y="279"/>
                  <a:pt x="296" y="273"/>
                  <a:pt x="313" y="263"/>
                </a:cubicBezTo>
                <a:cubicBezTo>
                  <a:pt x="331" y="254"/>
                  <a:pt x="345" y="239"/>
                  <a:pt x="355" y="220"/>
                </a:cubicBezTo>
                <a:cubicBezTo>
                  <a:pt x="364" y="195"/>
                  <a:pt x="369" y="175"/>
                  <a:pt x="369" y="159"/>
                </a:cubicBezTo>
                <a:cubicBezTo>
                  <a:pt x="369" y="146"/>
                  <a:pt x="374" y="139"/>
                  <a:pt x="384" y="139"/>
                </a:cubicBezTo>
                <a:cubicBezTo>
                  <a:pt x="389" y="139"/>
                  <a:pt x="394" y="141"/>
                  <a:pt x="397" y="146"/>
                </a:cubicBezTo>
                <a:cubicBezTo>
                  <a:pt x="400" y="148"/>
                  <a:pt x="401" y="196"/>
                  <a:pt x="401" y="290"/>
                </a:cubicBezTo>
                <a:cubicBezTo>
                  <a:pt x="401" y="308"/>
                  <a:pt x="401" y="327"/>
                  <a:pt x="401" y="348"/>
                </a:cubicBezTo>
                <a:cubicBezTo>
                  <a:pt x="401" y="369"/>
                  <a:pt x="401" y="383"/>
                  <a:pt x="402" y="389"/>
                </a:cubicBezTo>
                <a:cubicBezTo>
                  <a:pt x="402" y="410"/>
                  <a:pt x="401" y="424"/>
                  <a:pt x="399" y="430"/>
                </a:cubicBezTo>
                <a:cubicBezTo>
                  <a:pt x="397" y="436"/>
                  <a:pt x="392" y="439"/>
                  <a:pt x="385" y="439"/>
                </a:cubicBezTo>
                <a:cubicBezTo>
                  <a:pt x="374" y="440"/>
                  <a:pt x="369" y="434"/>
                  <a:pt x="369" y="421"/>
                </a:cubicBezTo>
                <a:cubicBezTo>
                  <a:pt x="369" y="407"/>
                  <a:pt x="365" y="391"/>
                  <a:pt x="357" y="373"/>
                </a:cubicBezTo>
                <a:cubicBezTo>
                  <a:pt x="339" y="339"/>
                  <a:pt x="302" y="319"/>
                  <a:pt x="245" y="315"/>
                </a:cubicBezTo>
                <a:lnTo>
                  <a:pt x="224" y="315"/>
                </a:lnTo>
                <a:lnTo>
                  <a:pt x="224" y="436"/>
                </a:lnTo>
                <a:cubicBezTo>
                  <a:pt x="224" y="452"/>
                  <a:pt x="225" y="472"/>
                  <a:pt x="225" y="496"/>
                </a:cubicBezTo>
                <a:cubicBezTo>
                  <a:pt x="225" y="533"/>
                  <a:pt x="226" y="555"/>
                  <a:pt x="227" y="562"/>
                </a:cubicBezTo>
                <a:cubicBezTo>
                  <a:pt x="229" y="569"/>
                  <a:pt x="233" y="576"/>
                  <a:pt x="240" y="583"/>
                </a:cubicBezTo>
                <a:cubicBezTo>
                  <a:pt x="242" y="584"/>
                  <a:pt x="243" y="585"/>
                  <a:pt x="244" y="586"/>
                </a:cubicBezTo>
                <a:lnTo>
                  <a:pt x="289" y="586"/>
                </a:lnTo>
                <a:cubicBezTo>
                  <a:pt x="330" y="586"/>
                  <a:pt x="366" y="581"/>
                  <a:pt x="395" y="572"/>
                </a:cubicBezTo>
                <a:cubicBezTo>
                  <a:pt x="469" y="546"/>
                  <a:pt x="515" y="507"/>
                  <a:pt x="534" y="456"/>
                </a:cubicBezTo>
                <a:cubicBezTo>
                  <a:pt x="535" y="441"/>
                  <a:pt x="541" y="434"/>
                  <a:pt x="552" y="434"/>
                </a:cubicBezTo>
                <a:cubicBezTo>
                  <a:pt x="556" y="434"/>
                  <a:pt x="559" y="436"/>
                  <a:pt x="562" y="439"/>
                </a:cubicBezTo>
                <a:cubicBezTo>
                  <a:pt x="565" y="443"/>
                  <a:pt x="567" y="447"/>
                  <a:pt x="568" y="452"/>
                </a:cubicBezTo>
                <a:cubicBezTo>
                  <a:pt x="567" y="453"/>
                  <a:pt x="562" y="480"/>
                  <a:pt x="553" y="531"/>
                </a:cubicBezTo>
                <a:cubicBezTo>
                  <a:pt x="545" y="583"/>
                  <a:pt x="539" y="611"/>
                  <a:pt x="535" y="614"/>
                </a:cubicBezTo>
                <a:lnTo>
                  <a:pt x="532" y="618"/>
                </a:lnTo>
                <a:lnTo>
                  <a:pt x="11" y="618"/>
                </a:lnTo>
                <a:cubicBezTo>
                  <a:pt x="4" y="614"/>
                  <a:pt x="0" y="609"/>
                  <a:pt x="0" y="603"/>
                </a:cubicBezTo>
                <a:cubicBezTo>
                  <a:pt x="0" y="591"/>
                  <a:pt x="12" y="586"/>
                  <a:pt x="35" y="586"/>
                </a:cubicBezTo>
                <a:cubicBezTo>
                  <a:pt x="60" y="584"/>
                  <a:pt x="74" y="579"/>
                  <a:pt x="77" y="570"/>
                </a:cubicBezTo>
                <a:cubicBezTo>
                  <a:pt x="80" y="565"/>
                  <a:pt x="81" y="478"/>
                  <a:pt x="81" y="309"/>
                </a:cubicBezTo>
                <a:cubicBezTo>
                  <a:pt x="81" y="139"/>
                  <a:pt x="80" y="52"/>
                  <a:pt x="77" y="46"/>
                </a:cubicBezTo>
                <a:cubicBezTo>
                  <a:pt x="73" y="38"/>
                  <a:pt x="59" y="33"/>
                  <a:pt x="35" y="31"/>
                </a:cubicBezTo>
                <a:cubicBezTo>
                  <a:pt x="12" y="31"/>
                  <a:pt x="0" y="26"/>
                  <a:pt x="0" y="15"/>
                </a:cubicBezTo>
                <a:moveTo>
                  <a:pt x="113" y="309"/>
                </a:moveTo>
                <a:cubicBezTo>
                  <a:pt x="113" y="436"/>
                  <a:pt x="112" y="512"/>
                  <a:pt x="112" y="537"/>
                </a:cubicBezTo>
                <a:cubicBezTo>
                  <a:pt x="111" y="562"/>
                  <a:pt x="109" y="578"/>
                  <a:pt x="106" y="584"/>
                </a:cubicBezTo>
                <a:cubicBezTo>
                  <a:pt x="106" y="584"/>
                  <a:pt x="106" y="585"/>
                  <a:pt x="106" y="586"/>
                </a:cubicBezTo>
                <a:lnTo>
                  <a:pt x="201" y="586"/>
                </a:lnTo>
                <a:cubicBezTo>
                  <a:pt x="200" y="582"/>
                  <a:pt x="199" y="578"/>
                  <a:pt x="198" y="574"/>
                </a:cubicBezTo>
                <a:lnTo>
                  <a:pt x="193" y="562"/>
                </a:lnTo>
                <a:lnTo>
                  <a:pt x="193" y="54"/>
                </a:lnTo>
                <a:lnTo>
                  <a:pt x="198" y="43"/>
                </a:lnTo>
                <a:lnTo>
                  <a:pt x="201" y="31"/>
                </a:lnTo>
                <a:lnTo>
                  <a:pt x="106" y="31"/>
                </a:lnTo>
                <a:cubicBezTo>
                  <a:pt x="107" y="35"/>
                  <a:pt x="109" y="38"/>
                  <a:pt x="109" y="40"/>
                </a:cubicBezTo>
                <a:cubicBezTo>
                  <a:pt x="110" y="42"/>
                  <a:pt x="110" y="53"/>
                  <a:pt x="111" y="72"/>
                </a:cubicBezTo>
                <a:cubicBezTo>
                  <a:pt x="112" y="91"/>
                  <a:pt x="112" y="117"/>
                  <a:pt x="113" y="149"/>
                </a:cubicBezTo>
                <a:cubicBezTo>
                  <a:pt x="113" y="182"/>
                  <a:pt x="113" y="235"/>
                  <a:pt x="113" y="309"/>
                </a:cubicBezTo>
                <a:moveTo>
                  <a:pt x="493" y="72"/>
                </a:moveTo>
                <a:lnTo>
                  <a:pt x="493" y="31"/>
                </a:lnTo>
                <a:lnTo>
                  <a:pt x="445" y="31"/>
                </a:lnTo>
                <a:cubicBezTo>
                  <a:pt x="445" y="32"/>
                  <a:pt x="448" y="35"/>
                  <a:pt x="455" y="39"/>
                </a:cubicBezTo>
                <a:cubicBezTo>
                  <a:pt x="462" y="42"/>
                  <a:pt x="470" y="48"/>
                  <a:pt x="479" y="57"/>
                </a:cubicBezTo>
                <a:lnTo>
                  <a:pt x="493" y="72"/>
                </a:lnTo>
                <a:moveTo>
                  <a:pt x="369" y="331"/>
                </a:moveTo>
                <a:lnTo>
                  <a:pt x="369" y="258"/>
                </a:lnTo>
                <a:lnTo>
                  <a:pt x="357" y="270"/>
                </a:lnTo>
                <a:cubicBezTo>
                  <a:pt x="349" y="278"/>
                  <a:pt x="342" y="284"/>
                  <a:pt x="333" y="288"/>
                </a:cubicBezTo>
                <a:lnTo>
                  <a:pt x="320" y="297"/>
                </a:lnTo>
                <a:cubicBezTo>
                  <a:pt x="325" y="300"/>
                  <a:pt x="330" y="302"/>
                  <a:pt x="335" y="305"/>
                </a:cubicBezTo>
                <a:cubicBezTo>
                  <a:pt x="346" y="313"/>
                  <a:pt x="354" y="318"/>
                  <a:pt x="359" y="321"/>
                </a:cubicBezTo>
                <a:lnTo>
                  <a:pt x="369" y="331"/>
                </a:lnTo>
                <a:moveTo>
                  <a:pt x="515" y="562"/>
                </a:moveTo>
                <a:lnTo>
                  <a:pt x="519" y="538"/>
                </a:lnTo>
                <a:cubicBezTo>
                  <a:pt x="518" y="538"/>
                  <a:pt x="517" y="539"/>
                  <a:pt x="515" y="542"/>
                </a:cubicBezTo>
                <a:cubicBezTo>
                  <a:pt x="500" y="555"/>
                  <a:pt x="484" y="567"/>
                  <a:pt x="465" y="576"/>
                </a:cubicBezTo>
                <a:lnTo>
                  <a:pt x="451" y="584"/>
                </a:lnTo>
                <a:lnTo>
                  <a:pt x="479" y="586"/>
                </a:lnTo>
                <a:lnTo>
                  <a:pt x="511" y="586"/>
                </a:lnTo>
                <a:cubicBezTo>
                  <a:pt x="511" y="585"/>
                  <a:pt x="511" y="584"/>
                  <a:pt x="512" y="582"/>
                </a:cubicBezTo>
                <a:cubicBezTo>
                  <a:pt x="512" y="580"/>
                  <a:pt x="513" y="577"/>
                  <a:pt x="514" y="573"/>
                </a:cubicBezTo>
                <a:cubicBezTo>
                  <a:pt x="514" y="569"/>
                  <a:pt x="515" y="565"/>
                  <a:pt x="515" y="56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3492360" y="4847040"/>
            <a:ext cx="130320" cy="102600"/>
          </a:xfrm>
          <a:custGeom>
            <a:avLst/>
            <a:gdLst/>
            <a:ahLst/>
            <a:rect l="0" t="0" r="r" b="b"/>
            <a:pathLst>
              <a:path w="362" h="285">
                <a:moveTo>
                  <a:pt x="132" y="285"/>
                </a:moveTo>
                <a:cubicBezTo>
                  <a:pt x="125" y="283"/>
                  <a:pt x="103" y="283"/>
                  <a:pt x="64" y="283"/>
                </a:cubicBezTo>
                <a:cubicBezTo>
                  <a:pt x="30" y="283"/>
                  <a:pt x="10" y="283"/>
                  <a:pt x="5" y="285"/>
                </a:cubicBezTo>
                <a:lnTo>
                  <a:pt x="0" y="285"/>
                </a:lnTo>
                <a:lnTo>
                  <a:pt x="0" y="244"/>
                </a:lnTo>
                <a:lnTo>
                  <a:pt x="62" y="244"/>
                </a:lnTo>
                <a:lnTo>
                  <a:pt x="143" y="148"/>
                </a:lnTo>
                <a:lnTo>
                  <a:pt x="57" y="40"/>
                </a:lnTo>
                <a:lnTo>
                  <a:pt x="4" y="40"/>
                </a:lnTo>
                <a:lnTo>
                  <a:pt x="4" y="0"/>
                </a:lnTo>
                <a:lnTo>
                  <a:pt x="9" y="0"/>
                </a:lnTo>
                <a:cubicBezTo>
                  <a:pt x="15" y="2"/>
                  <a:pt x="38" y="2"/>
                  <a:pt x="78" y="2"/>
                </a:cubicBezTo>
                <a:cubicBezTo>
                  <a:pt x="122" y="2"/>
                  <a:pt x="148" y="2"/>
                  <a:pt x="156" y="0"/>
                </a:cubicBezTo>
                <a:lnTo>
                  <a:pt x="162" y="0"/>
                </a:lnTo>
                <a:lnTo>
                  <a:pt x="162" y="40"/>
                </a:lnTo>
                <a:lnTo>
                  <a:pt x="144" y="40"/>
                </a:lnTo>
                <a:lnTo>
                  <a:pt x="166" y="67"/>
                </a:lnTo>
                <a:cubicBezTo>
                  <a:pt x="181" y="85"/>
                  <a:pt x="188" y="94"/>
                  <a:pt x="189" y="94"/>
                </a:cubicBezTo>
                <a:cubicBezTo>
                  <a:pt x="190" y="94"/>
                  <a:pt x="198" y="85"/>
                  <a:pt x="214" y="66"/>
                </a:cubicBezTo>
                <a:lnTo>
                  <a:pt x="236" y="40"/>
                </a:lnTo>
                <a:lnTo>
                  <a:pt x="213" y="40"/>
                </a:lnTo>
                <a:lnTo>
                  <a:pt x="213" y="0"/>
                </a:lnTo>
                <a:lnTo>
                  <a:pt x="218" y="0"/>
                </a:lnTo>
                <a:cubicBezTo>
                  <a:pt x="224" y="2"/>
                  <a:pt x="247" y="2"/>
                  <a:pt x="285" y="2"/>
                </a:cubicBezTo>
                <a:cubicBezTo>
                  <a:pt x="320" y="2"/>
                  <a:pt x="340" y="2"/>
                  <a:pt x="345" y="0"/>
                </a:cubicBezTo>
                <a:lnTo>
                  <a:pt x="349" y="0"/>
                </a:lnTo>
                <a:lnTo>
                  <a:pt x="349" y="40"/>
                </a:lnTo>
                <a:lnTo>
                  <a:pt x="289" y="40"/>
                </a:lnTo>
                <a:lnTo>
                  <a:pt x="215" y="127"/>
                </a:lnTo>
                <a:lnTo>
                  <a:pt x="310" y="243"/>
                </a:lnTo>
                <a:lnTo>
                  <a:pt x="336" y="244"/>
                </a:lnTo>
                <a:lnTo>
                  <a:pt x="362" y="244"/>
                </a:lnTo>
                <a:lnTo>
                  <a:pt x="362" y="285"/>
                </a:lnTo>
                <a:lnTo>
                  <a:pt x="357" y="285"/>
                </a:lnTo>
                <a:cubicBezTo>
                  <a:pt x="350" y="283"/>
                  <a:pt x="327" y="283"/>
                  <a:pt x="287" y="283"/>
                </a:cubicBezTo>
                <a:cubicBezTo>
                  <a:pt x="243" y="283"/>
                  <a:pt x="217" y="283"/>
                  <a:pt x="209" y="285"/>
                </a:cubicBezTo>
                <a:lnTo>
                  <a:pt x="204" y="285"/>
                </a:lnTo>
                <a:lnTo>
                  <a:pt x="204" y="244"/>
                </a:lnTo>
                <a:lnTo>
                  <a:pt x="222" y="244"/>
                </a:lnTo>
                <a:cubicBezTo>
                  <a:pt x="222" y="244"/>
                  <a:pt x="213" y="233"/>
                  <a:pt x="195" y="212"/>
                </a:cubicBezTo>
                <a:cubicBezTo>
                  <a:pt x="178" y="191"/>
                  <a:pt x="169" y="180"/>
                  <a:pt x="169" y="180"/>
                </a:cubicBezTo>
                <a:lnTo>
                  <a:pt x="113" y="243"/>
                </a:lnTo>
                <a:lnTo>
                  <a:pt x="125" y="244"/>
                </a:lnTo>
                <a:lnTo>
                  <a:pt x="137" y="244"/>
                </a:lnTo>
                <a:lnTo>
                  <a:pt x="137" y="285"/>
                </a:lnTo>
                <a:lnTo>
                  <a:pt x="132" y="28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3639600" y="4864680"/>
            <a:ext cx="153720" cy="54360"/>
          </a:xfrm>
          <a:custGeom>
            <a:avLst/>
            <a:gdLst/>
            <a:ahLst/>
            <a:rect l="0" t="0" r="r" b="b"/>
            <a:pathLst>
              <a:path w="427" h="151">
                <a:moveTo>
                  <a:pt x="0" y="130"/>
                </a:moveTo>
                <a:cubicBezTo>
                  <a:pt x="0" y="97"/>
                  <a:pt x="10" y="67"/>
                  <a:pt x="30" y="41"/>
                </a:cubicBezTo>
                <a:cubicBezTo>
                  <a:pt x="49" y="14"/>
                  <a:pt x="75" y="0"/>
                  <a:pt x="107" y="0"/>
                </a:cubicBezTo>
                <a:cubicBezTo>
                  <a:pt x="123" y="0"/>
                  <a:pt x="139" y="4"/>
                  <a:pt x="154" y="12"/>
                </a:cubicBezTo>
                <a:cubicBezTo>
                  <a:pt x="170" y="20"/>
                  <a:pt x="184" y="29"/>
                  <a:pt x="196" y="41"/>
                </a:cubicBezTo>
                <a:cubicBezTo>
                  <a:pt x="209" y="52"/>
                  <a:pt x="222" y="63"/>
                  <a:pt x="234" y="74"/>
                </a:cubicBezTo>
                <a:cubicBezTo>
                  <a:pt x="246" y="84"/>
                  <a:pt x="260" y="94"/>
                  <a:pt x="274" y="102"/>
                </a:cubicBezTo>
                <a:cubicBezTo>
                  <a:pt x="289" y="110"/>
                  <a:pt x="305" y="114"/>
                  <a:pt x="320" y="114"/>
                </a:cubicBezTo>
                <a:cubicBezTo>
                  <a:pt x="346" y="114"/>
                  <a:pt x="368" y="104"/>
                  <a:pt x="384" y="84"/>
                </a:cubicBezTo>
                <a:cubicBezTo>
                  <a:pt x="401" y="64"/>
                  <a:pt x="409" y="42"/>
                  <a:pt x="409" y="19"/>
                </a:cubicBezTo>
                <a:cubicBezTo>
                  <a:pt x="409" y="14"/>
                  <a:pt x="410" y="10"/>
                  <a:pt x="412" y="6"/>
                </a:cubicBezTo>
                <a:cubicBezTo>
                  <a:pt x="414" y="3"/>
                  <a:pt x="416" y="1"/>
                  <a:pt x="418" y="0"/>
                </a:cubicBezTo>
                <a:cubicBezTo>
                  <a:pt x="424" y="0"/>
                  <a:pt x="427" y="7"/>
                  <a:pt x="427" y="22"/>
                </a:cubicBezTo>
                <a:cubicBezTo>
                  <a:pt x="427" y="53"/>
                  <a:pt x="418" y="82"/>
                  <a:pt x="398" y="109"/>
                </a:cubicBezTo>
                <a:cubicBezTo>
                  <a:pt x="379" y="137"/>
                  <a:pt x="355" y="150"/>
                  <a:pt x="325" y="150"/>
                </a:cubicBezTo>
                <a:lnTo>
                  <a:pt x="320" y="150"/>
                </a:lnTo>
                <a:cubicBezTo>
                  <a:pt x="304" y="150"/>
                  <a:pt x="288" y="146"/>
                  <a:pt x="272" y="139"/>
                </a:cubicBezTo>
                <a:cubicBezTo>
                  <a:pt x="257" y="131"/>
                  <a:pt x="243" y="122"/>
                  <a:pt x="230" y="110"/>
                </a:cubicBezTo>
                <a:cubicBezTo>
                  <a:pt x="216" y="99"/>
                  <a:pt x="204" y="87"/>
                  <a:pt x="192" y="76"/>
                </a:cubicBezTo>
                <a:cubicBezTo>
                  <a:pt x="180" y="65"/>
                  <a:pt x="167" y="56"/>
                  <a:pt x="152" y="48"/>
                </a:cubicBezTo>
                <a:cubicBezTo>
                  <a:pt x="137" y="40"/>
                  <a:pt x="122" y="36"/>
                  <a:pt x="108" y="36"/>
                </a:cubicBezTo>
                <a:cubicBezTo>
                  <a:pt x="89" y="36"/>
                  <a:pt x="72" y="42"/>
                  <a:pt x="58" y="52"/>
                </a:cubicBezTo>
                <a:cubicBezTo>
                  <a:pt x="43" y="64"/>
                  <a:pt x="32" y="79"/>
                  <a:pt x="27" y="96"/>
                </a:cubicBezTo>
                <a:cubicBezTo>
                  <a:pt x="21" y="112"/>
                  <a:pt x="18" y="126"/>
                  <a:pt x="16" y="136"/>
                </a:cubicBezTo>
                <a:cubicBezTo>
                  <a:pt x="15" y="146"/>
                  <a:pt x="13" y="151"/>
                  <a:pt x="9" y="151"/>
                </a:cubicBezTo>
                <a:cubicBezTo>
                  <a:pt x="3" y="151"/>
                  <a:pt x="0" y="144"/>
                  <a:pt x="0" y="13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3796920" y="4847400"/>
            <a:ext cx="123480" cy="146160"/>
          </a:xfrm>
          <a:custGeom>
            <a:avLst/>
            <a:gdLst/>
            <a:ahLst/>
            <a:rect l="0" t="0" r="r" b="b"/>
            <a:pathLst>
              <a:path w="343" h="406">
                <a:moveTo>
                  <a:pt x="40" y="99"/>
                </a:moveTo>
                <a:cubicBezTo>
                  <a:pt x="40" y="97"/>
                  <a:pt x="40" y="96"/>
                  <a:pt x="41" y="93"/>
                </a:cubicBezTo>
                <a:cubicBezTo>
                  <a:pt x="41" y="91"/>
                  <a:pt x="42" y="87"/>
                  <a:pt x="44" y="79"/>
                </a:cubicBezTo>
                <a:cubicBezTo>
                  <a:pt x="46" y="72"/>
                  <a:pt x="48" y="66"/>
                  <a:pt x="50" y="60"/>
                </a:cubicBezTo>
                <a:cubicBezTo>
                  <a:pt x="53" y="54"/>
                  <a:pt x="56" y="47"/>
                  <a:pt x="60" y="39"/>
                </a:cubicBezTo>
                <a:cubicBezTo>
                  <a:pt x="64" y="30"/>
                  <a:pt x="68" y="24"/>
                  <a:pt x="73" y="19"/>
                </a:cubicBezTo>
                <a:cubicBezTo>
                  <a:pt x="77" y="15"/>
                  <a:pt x="83" y="10"/>
                  <a:pt x="89" y="5"/>
                </a:cubicBezTo>
                <a:cubicBezTo>
                  <a:pt x="96" y="1"/>
                  <a:pt x="103" y="-1"/>
                  <a:pt x="110" y="0"/>
                </a:cubicBezTo>
                <a:cubicBezTo>
                  <a:pt x="142" y="0"/>
                  <a:pt x="163" y="13"/>
                  <a:pt x="172" y="40"/>
                </a:cubicBezTo>
                <a:lnTo>
                  <a:pt x="178" y="35"/>
                </a:lnTo>
                <a:cubicBezTo>
                  <a:pt x="204" y="11"/>
                  <a:pt x="231" y="0"/>
                  <a:pt x="254" y="0"/>
                </a:cubicBezTo>
                <a:cubicBezTo>
                  <a:pt x="282" y="0"/>
                  <a:pt x="304" y="10"/>
                  <a:pt x="319" y="30"/>
                </a:cubicBezTo>
                <a:cubicBezTo>
                  <a:pt x="335" y="50"/>
                  <a:pt x="343" y="74"/>
                  <a:pt x="343" y="102"/>
                </a:cubicBezTo>
                <a:cubicBezTo>
                  <a:pt x="343" y="149"/>
                  <a:pt x="327" y="192"/>
                  <a:pt x="295" y="230"/>
                </a:cubicBezTo>
                <a:cubicBezTo>
                  <a:pt x="262" y="269"/>
                  <a:pt x="225" y="289"/>
                  <a:pt x="184" y="289"/>
                </a:cubicBezTo>
                <a:cubicBezTo>
                  <a:pt x="174" y="289"/>
                  <a:pt x="166" y="288"/>
                  <a:pt x="159" y="285"/>
                </a:cubicBezTo>
                <a:cubicBezTo>
                  <a:pt x="154" y="283"/>
                  <a:pt x="149" y="280"/>
                  <a:pt x="144" y="276"/>
                </a:cubicBezTo>
                <a:cubicBezTo>
                  <a:pt x="139" y="271"/>
                  <a:pt x="135" y="268"/>
                  <a:pt x="132" y="265"/>
                </a:cubicBezTo>
                <a:lnTo>
                  <a:pt x="128" y="260"/>
                </a:lnTo>
                <a:cubicBezTo>
                  <a:pt x="127" y="260"/>
                  <a:pt x="122" y="279"/>
                  <a:pt x="114" y="315"/>
                </a:cubicBezTo>
                <a:cubicBezTo>
                  <a:pt x="105" y="352"/>
                  <a:pt x="100" y="370"/>
                  <a:pt x="100" y="371"/>
                </a:cubicBezTo>
                <a:cubicBezTo>
                  <a:pt x="100" y="373"/>
                  <a:pt x="102" y="375"/>
                  <a:pt x="105" y="375"/>
                </a:cubicBezTo>
                <a:cubicBezTo>
                  <a:pt x="109" y="376"/>
                  <a:pt x="117" y="376"/>
                  <a:pt x="129" y="377"/>
                </a:cubicBezTo>
                <a:lnTo>
                  <a:pt x="145" y="377"/>
                </a:lnTo>
                <a:cubicBezTo>
                  <a:pt x="147" y="380"/>
                  <a:pt x="149" y="382"/>
                  <a:pt x="149" y="383"/>
                </a:cubicBezTo>
                <a:cubicBezTo>
                  <a:pt x="149" y="384"/>
                  <a:pt x="148" y="388"/>
                  <a:pt x="147" y="394"/>
                </a:cubicBezTo>
                <a:cubicBezTo>
                  <a:pt x="145" y="399"/>
                  <a:pt x="144" y="403"/>
                  <a:pt x="143" y="404"/>
                </a:cubicBezTo>
                <a:cubicBezTo>
                  <a:pt x="142" y="405"/>
                  <a:pt x="139" y="406"/>
                  <a:pt x="135" y="406"/>
                </a:cubicBezTo>
                <a:cubicBezTo>
                  <a:pt x="134" y="406"/>
                  <a:pt x="131" y="406"/>
                  <a:pt x="128" y="406"/>
                </a:cubicBezTo>
                <a:cubicBezTo>
                  <a:pt x="124" y="406"/>
                  <a:pt x="117" y="406"/>
                  <a:pt x="106" y="406"/>
                </a:cubicBezTo>
                <a:cubicBezTo>
                  <a:pt x="95" y="405"/>
                  <a:pt x="82" y="405"/>
                  <a:pt x="66" y="405"/>
                </a:cubicBezTo>
                <a:cubicBezTo>
                  <a:pt x="37" y="405"/>
                  <a:pt x="18" y="406"/>
                  <a:pt x="10" y="406"/>
                </a:cubicBezTo>
                <a:lnTo>
                  <a:pt x="4" y="406"/>
                </a:lnTo>
                <a:cubicBezTo>
                  <a:pt x="1" y="403"/>
                  <a:pt x="0" y="401"/>
                  <a:pt x="0" y="399"/>
                </a:cubicBezTo>
                <a:cubicBezTo>
                  <a:pt x="1" y="388"/>
                  <a:pt x="4" y="381"/>
                  <a:pt x="8" y="377"/>
                </a:cubicBezTo>
                <a:lnTo>
                  <a:pt x="21" y="377"/>
                </a:lnTo>
                <a:cubicBezTo>
                  <a:pt x="35" y="377"/>
                  <a:pt x="44" y="374"/>
                  <a:pt x="46" y="369"/>
                </a:cubicBezTo>
                <a:cubicBezTo>
                  <a:pt x="47" y="367"/>
                  <a:pt x="60" y="316"/>
                  <a:pt x="85" y="217"/>
                </a:cubicBezTo>
                <a:cubicBezTo>
                  <a:pt x="110" y="117"/>
                  <a:pt x="122" y="64"/>
                  <a:pt x="124" y="58"/>
                </a:cubicBezTo>
                <a:cubicBezTo>
                  <a:pt x="124" y="56"/>
                  <a:pt x="124" y="53"/>
                  <a:pt x="124" y="49"/>
                </a:cubicBezTo>
                <a:cubicBezTo>
                  <a:pt x="124" y="32"/>
                  <a:pt x="119" y="23"/>
                  <a:pt x="108" y="23"/>
                </a:cubicBezTo>
                <a:cubicBezTo>
                  <a:pt x="99" y="23"/>
                  <a:pt x="91" y="29"/>
                  <a:pt x="85" y="41"/>
                </a:cubicBezTo>
                <a:cubicBezTo>
                  <a:pt x="78" y="53"/>
                  <a:pt x="74" y="66"/>
                  <a:pt x="70" y="80"/>
                </a:cubicBezTo>
                <a:cubicBezTo>
                  <a:pt x="67" y="94"/>
                  <a:pt x="64" y="102"/>
                  <a:pt x="63" y="103"/>
                </a:cubicBezTo>
                <a:cubicBezTo>
                  <a:pt x="62" y="104"/>
                  <a:pt x="58" y="104"/>
                  <a:pt x="52" y="104"/>
                </a:cubicBezTo>
                <a:lnTo>
                  <a:pt x="43" y="104"/>
                </a:lnTo>
                <a:cubicBezTo>
                  <a:pt x="41" y="102"/>
                  <a:pt x="40" y="100"/>
                  <a:pt x="40" y="99"/>
                </a:cubicBezTo>
                <a:moveTo>
                  <a:pt x="138" y="218"/>
                </a:moveTo>
                <a:cubicBezTo>
                  <a:pt x="148" y="250"/>
                  <a:pt x="164" y="266"/>
                  <a:pt x="186" y="266"/>
                </a:cubicBezTo>
                <a:cubicBezTo>
                  <a:pt x="198" y="266"/>
                  <a:pt x="211" y="261"/>
                  <a:pt x="223" y="251"/>
                </a:cubicBezTo>
                <a:cubicBezTo>
                  <a:pt x="236" y="242"/>
                  <a:pt x="245" y="229"/>
                  <a:pt x="253" y="214"/>
                </a:cubicBezTo>
                <a:cubicBezTo>
                  <a:pt x="261" y="200"/>
                  <a:pt x="268" y="177"/>
                  <a:pt x="276" y="145"/>
                </a:cubicBezTo>
                <a:cubicBezTo>
                  <a:pt x="284" y="113"/>
                  <a:pt x="288" y="90"/>
                  <a:pt x="288" y="74"/>
                </a:cubicBezTo>
                <a:lnTo>
                  <a:pt x="288" y="70"/>
                </a:lnTo>
                <a:cubicBezTo>
                  <a:pt x="288" y="39"/>
                  <a:pt x="275" y="23"/>
                  <a:pt x="249" y="23"/>
                </a:cubicBezTo>
                <a:cubicBezTo>
                  <a:pt x="245" y="23"/>
                  <a:pt x="240" y="24"/>
                  <a:pt x="235" y="25"/>
                </a:cubicBezTo>
                <a:cubicBezTo>
                  <a:pt x="231" y="26"/>
                  <a:pt x="225" y="28"/>
                  <a:pt x="220" y="31"/>
                </a:cubicBezTo>
                <a:cubicBezTo>
                  <a:pt x="215" y="33"/>
                  <a:pt x="211" y="36"/>
                  <a:pt x="207" y="39"/>
                </a:cubicBezTo>
                <a:cubicBezTo>
                  <a:pt x="204" y="42"/>
                  <a:pt x="200" y="45"/>
                  <a:pt x="197" y="49"/>
                </a:cubicBezTo>
                <a:cubicBezTo>
                  <a:pt x="193" y="52"/>
                  <a:pt x="190" y="55"/>
                  <a:pt x="187" y="58"/>
                </a:cubicBezTo>
                <a:cubicBezTo>
                  <a:pt x="184" y="61"/>
                  <a:pt x="182" y="64"/>
                  <a:pt x="180" y="67"/>
                </a:cubicBezTo>
                <a:cubicBezTo>
                  <a:pt x="178" y="70"/>
                  <a:pt x="177" y="72"/>
                  <a:pt x="175" y="74"/>
                </a:cubicBezTo>
                <a:lnTo>
                  <a:pt x="173" y="76"/>
                </a:lnTo>
                <a:cubicBezTo>
                  <a:pt x="173" y="77"/>
                  <a:pt x="172" y="80"/>
                  <a:pt x="171" y="85"/>
                </a:cubicBezTo>
                <a:cubicBezTo>
                  <a:pt x="170" y="91"/>
                  <a:pt x="167" y="100"/>
                  <a:pt x="164" y="113"/>
                </a:cubicBezTo>
                <a:cubicBezTo>
                  <a:pt x="161" y="126"/>
                  <a:pt x="158" y="138"/>
                  <a:pt x="155" y="147"/>
                </a:cubicBezTo>
                <a:cubicBezTo>
                  <a:pt x="144" y="192"/>
                  <a:pt x="138" y="216"/>
                  <a:pt x="138" y="21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3943080" y="4776840"/>
            <a:ext cx="55080" cy="230040"/>
          </a:xfrm>
          <a:custGeom>
            <a:avLst/>
            <a:gdLst/>
            <a:ahLst/>
            <a:rect l="0" t="0" r="r" b="b"/>
            <a:pathLst>
              <a:path w="153" h="639">
                <a:moveTo>
                  <a:pt x="0" y="319"/>
                </a:moveTo>
                <a:cubicBezTo>
                  <a:pt x="0" y="290"/>
                  <a:pt x="2" y="262"/>
                  <a:pt x="6" y="236"/>
                </a:cubicBezTo>
                <a:cubicBezTo>
                  <a:pt x="10" y="209"/>
                  <a:pt x="15" y="186"/>
                  <a:pt x="21" y="167"/>
                </a:cubicBezTo>
                <a:cubicBezTo>
                  <a:pt x="26" y="148"/>
                  <a:pt x="34" y="129"/>
                  <a:pt x="45" y="111"/>
                </a:cubicBezTo>
                <a:cubicBezTo>
                  <a:pt x="55" y="93"/>
                  <a:pt x="63" y="79"/>
                  <a:pt x="70" y="68"/>
                </a:cubicBezTo>
                <a:cubicBezTo>
                  <a:pt x="76" y="58"/>
                  <a:pt x="85" y="47"/>
                  <a:pt x="97" y="35"/>
                </a:cubicBezTo>
                <a:cubicBezTo>
                  <a:pt x="108" y="23"/>
                  <a:pt x="116" y="16"/>
                  <a:pt x="118" y="13"/>
                </a:cubicBezTo>
                <a:cubicBezTo>
                  <a:pt x="120" y="11"/>
                  <a:pt x="125" y="6"/>
                  <a:pt x="134" y="0"/>
                </a:cubicBezTo>
                <a:lnTo>
                  <a:pt x="142" y="0"/>
                </a:lnTo>
                <a:lnTo>
                  <a:pt x="144" y="0"/>
                </a:lnTo>
                <a:cubicBezTo>
                  <a:pt x="150" y="0"/>
                  <a:pt x="153" y="2"/>
                  <a:pt x="153" y="6"/>
                </a:cubicBezTo>
                <a:cubicBezTo>
                  <a:pt x="153" y="7"/>
                  <a:pt x="150" y="12"/>
                  <a:pt x="143" y="19"/>
                </a:cubicBezTo>
                <a:cubicBezTo>
                  <a:pt x="135" y="27"/>
                  <a:pt x="127" y="38"/>
                  <a:pt x="116" y="53"/>
                </a:cubicBezTo>
                <a:cubicBezTo>
                  <a:pt x="106" y="68"/>
                  <a:pt x="96" y="86"/>
                  <a:pt x="85" y="108"/>
                </a:cubicBezTo>
                <a:cubicBezTo>
                  <a:pt x="74" y="130"/>
                  <a:pt x="65" y="159"/>
                  <a:pt x="57" y="196"/>
                </a:cubicBezTo>
                <a:cubicBezTo>
                  <a:pt x="50" y="233"/>
                  <a:pt x="46" y="274"/>
                  <a:pt x="46" y="319"/>
                </a:cubicBezTo>
                <a:cubicBezTo>
                  <a:pt x="46" y="364"/>
                  <a:pt x="50" y="405"/>
                  <a:pt x="57" y="442"/>
                </a:cubicBezTo>
                <a:cubicBezTo>
                  <a:pt x="65" y="479"/>
                  <a:pt x="74" y="509"/>
                  <a:pt x="84" y="531"/>
                </a:cubicBezTo>
                <a:cubicBezTo>
                  <a:pt x="95" y="554"/>
                  <a:pt x="105" y="572"/>
                  <a:pt x="116" y="586"/>
                </a:cubicBezTo>
                <a:cubicBezTo>
                  <a:pt x="126" y="600"/>
                  <a:pt x="135" y="612"/>
                  <a:pt x="143" y="620"/>
                </a:cubicBezTo>
                <a:cubicBezTo>
                  <a:pt x="150" y="629"/>
                  <a:pt x="153" y="633"/>
                  <a:pt x="153" y="633"/>
                </a:cubicBezTo>
                <a:cubicBezTo>
                  <a:pt x="153" y="637"/>
                  <a:pt x="150" y="639"/>
                  <a:pt x="144" y="639"/>
                </a:cubicBezTo>
                <a:lnTo>
                  <a:pt x="142" y="639"/>
                </a:lnTo>
                <a:lnTo>
                  <a:pt x="134" y="639"/>
                </a:lnTo>
                <a:lnTo>
                  <a:pt x="116" y="624"/>
                </a:lnTo>
                <a:cubicBezTo>
                  <a:pt x="76" y="588"/>
                  <a:pt x="46" y="543"/>
                  <a:pt x="27" y="489"/>
                </a:cubicBezTo>
                <a:cubicBezTo>
                  <a:pt x="9" y="434"/>
                  <a:pt x="0" y="377"/>
                  <a:pt x="0" y="31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4015800" y="4847040"/>
            <a:ext cx="129960" cy="102600"/>
          </a:xfrm>
          <a:custGeom>
            <a:avLst/>
            <a:gdLst/>
            <a:ahLst/>
            <a:rect l="0" t="0" r="r" b="b"/>
            <a:pathLst>
              <a:path w="361" h="285">
                <a:moveTo>
                  <a:pt x="131" y="285"/>
                </a:moveTo>
                <a:cubicBezTo>
                  <a:pt x="125" y="283"/>
                  <a:pt x="102" y="283"/>
                  <a:pt x="63" y="283"/>
                </a:cubicBezTo>
                <a:cubicBezTo>
                  <a:pt x="29" y="283"/>
                  <a:pt x="9" y="283"/>
                  <a:pt x="4" y="285"/>
                </a:cubicBezTo>
                <a:lnTo>
                  <a:pt x="0" y="285"/>
                </a:lnTo>
                <a:lnTo>
                  <a:pt x="0" y="244"/>
                </a:lnTo>
                <a:lnTo>
                  <a:pt x="61" y="244"/>
                </a:lnTo>
                <a:lnTo>
                  <a:pt x="142" y="148"/>
                </a:lnTo>
                <a:lnTo>
                  <a:pt x="56" y="40"/>
                </a:lnTo>
                <a:lnTo>
                  <a:pt x="3" y="40"/>
                </a:lnTo>
                <a:lnTo>
                  <a:pt x="3" y="0"/>
                </a:lnTo>
                <a:lnTo>
                  <a:pt x="8" y="0"/>
                </a:lnTo>
                <a:cubicBezTo>
                  <a:pt x="14" y="2"/>
                  <a:pt x="37" y="2"/>
                  <a:pt x="77" y="2"/>
                </a:cubicBezTo>
                <a:cubicBezTo>
                  <a:pt x="122" y="2"/>
                  <a:pt x="148" y="2"/>
                  <a:pt x="155" y="0"/>
                </a:cubicBezTo>
                <a:lnTo>
                  <a:pt x="161" y="0"/>
                </a:lnTo>
                <a:lnTo>
                  <a:pt x="161" y="40"/>
                </a:lnTo>
                <a:lnTo>
                  <a:pt x="143" y="40"/>
                </a:lnTo>
                <a:lnTo>
                  <a:pt x="165" y="67"/>
                </a:lnTo>
                <a:cubicBezTo>
                  <a:pt x="180" y="85"/>
                  <a:pt x="188" y="94"/>
                  <a:pt x="189" y="94"/>
                </a:cubicBezTo>
                <a:cubicBezTo>
                  <a:pt x="190" y="94"/>
                  <a:pt x="199" y="85"/>
                  <a:pt x="213" y="66"/>
                </a:cubicBezTo>
                <a:lnTo>
                  <a:pt x="235" y="40"/>
                </a:lnTo>
                <a:lnTo>
                  <a:pt x="212" y="40"/>
                </a:lnTo>
                <a:lnTo>
                  <a:pt x="212" y="0"/>
                </a:lnTo>
                <a:lnTo>
                  <a:pt x="217" y="0"/>
                </a:lnTo>
                <a:cubicBezTo>
                  <a:pt x="223" y="2"/>
                  <a:pt x="246" y="2"/>
                  <a:pt x="285" y="2"/>
                </a:cubicBezTo>
                <a:cubicBezTo>
                  <a:pt x="319" y="2"/>
                  <a:pt x="339" y="2"/>
                  <a:pt x="344" y="0"/>
                </a:cubicBezTo>
                <a:lnTo>
                  <a:pt x="348" y="0"/>
                </a:lnTo>
                <a:lnTo>
                  <a:pt x="348" y="40"/>
                </a:lnTo>
                <a:lnTo>
                  <a:pt x="288" y="40"/>
                </a:lnTo>
                <a:lnTo>
                  <a:pt x="214" y="127"/>
                </a:lnTo>
                <a:lnTo>
                  <a:pt x="309" y="243"/>
                </a:lnTo>
                <a:lnTo>
                  <a:pt x="335" y="244"/>
                </a:lnTo>
                <a:lnTo>
                  <a:pt x="361" y="244"/>
                </a:lnTo>
                <a:lnTo>
                  <a:pt x="361" y="285"/>
                </a:lnTo>
                <a:lnTo>
                  <a:pt x="356" y="285"/>
                </a:lnTo>
                <a:cubicBezTo>
                  <a:pt x="350" y="283"/>
                  <a:pt x="326" y="283"/>
                  <a:pt x="286" y="283"/>
                </a:cubicBezTo>
                <a:cubicBezTo>
                  <a:pt x="242" y="283"/>
                  <a:pt x="216" y="283"/>
                  <a:pt x="209" y="285"/>
                </a:cubicBezTo>
                <a:lnTo>
                  <a:pt x="203" y="285"/>
                </a:lnTo>
                <a:lnTo>
                  <a:pt x="203" y="244"/>
                </a:lnTo>
                <a:lnTo>
                  <a:pt x="221" y="244"/>
                </a:lnTo>
                <a:cubicBezTo>
                  <a:pt x="221" y="244"/>
                  <a:pt x="212" y="233"/>
                  <a:pt x="195" y="212"/>
                </a:cubicBezTo>
                <a:cubicBezTo>
                  <a:pt x="177" y="191"/>
                  <a:pt x="168" y="180"/>
                  <a:pt x="168" y="180"/>
                </a:cubicBezTo>
                <a:lnTo>
                  <a:pt x="112" y="243"/>
                </a:lnTo>
                <a:lnTo>
                  <a:pt x="125" y="244"/>
                </a:lnTo>
                <a:lnTo>
                  <a:pt x="136" y="244"/>
                </a:lnTo>
                <a:lnTo>
                  <a:pt x="136" y="285"/>
                </a:lnTo>
                <a:lnTo>
                  <a:pt x="131" y="28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4163040" y="4776840"/>
            <a:ext cx="55080" cy="230040"/>
          </a:xfrm>
          <a:custGeom>
            <a:avLst/>
            <a:gdLst/>
            <a:ahLst/>
            <a:rect l="0" t="0" r="r" b="b"/>
            <a:pathLst>
              <a:path w="153" h="639">
                <a:moveTo>
                  <a:pt x="3" y="1"/>
                </a:moveTo>
                <a:lnTo>
                  <a:pt x="5" y="0"/>
                </a:lnTo>
                <a:cubicBezTo>
                  <a:pt x="7" y="0"/>
                  <a:pt x="10" y="0"/>
                  <a:pt x="12" y="0"/>
                </a:cubicBezTo>
                <a:lnTo>
                  <a:pt x="19" y="0"/>
                </a:lnTo>
                <a:lnTo>
                  <a:pt x="37" y="15"/>
                </a:lnTo>
                <a:cubicBezTo>
                  <a:pt x="78" y="52"/>
                  <a:pt x="107" y="97"/>
                  <a:pt x="126" y="151"/>
                </a:cubicBezTo>
                <a:cubicBezTo>
                  <a:pt x="144" y="205"/>
                  <a:pt x="153" y="261"/>
                  <a:pt x="153" y="319"/>
                </a:cubicBezTo>
                <a:cubicBezTo>
                  <a:pt x="153" y="348"/>
                  <a:pt x="151" y="376"/>
                  <a:pt x="147" y="403"/>
                </a:cubicBezTo>
                <a:cubicBezTo>
                  <a:pt x="142" y="430"/>
                  <a:pt x="138" y="453"/>
                  <a:pt x="132" y="472"/>
                </a:cubicBezTo>
                <a:cubicBezTo>
                  <a:pt x="127" y="491"/>
                  <a:pt x="119" y="509"/>
                  <a:pt x="108" y="528"/>
                </a:cubicBezTo>
                <a:cubicBezTo>
                  <a:pt x="98" y="547"/>
                  <a:pt x="90" y="561"/>
                  <a:pt x="84" y="571"/>
                </a:cubicBezTo>
                <a:cubicBezTo>
                  <a:pt x="78" y="581"/>
                  <a:pt x="70" y="592"/>
                  <a:pt x="57" y="603"/>
                </a:cubicBezTo>
                <a:cubicBezTo>
                  <a:pt x="46" y="615"/>
                  <a:pt x="39" y="622"/>
                  <a:pt x="37" y="625"/>
                </a:cubicBezTo>
                <a:cubicBezTo>
                  <a:pt x="34" y="627"/>
                  <a:pt x="30" y="631"/>
                  <a:pt x="22" y="637"/>
                </a:cubicBezTo>
                <a:cubicBezTo>
                  <a:pt x="21" y="638"/>
                  <a:pt x="20" y="639"/>
                  <a:pt x="19" y="639"/>
                </a:cubicBezTo>
                <a:lnTo>
                  <a:pt x="12" y="639"/>
                </a:lnTo>
                <a:cubicBezTo>
                  <a:pt x="8" y="639"/>
                  <a:pt x="6" y="639"/>
                  <a:pt x="5" y="639"/>
                </a:cubicBezTo>
                <a:cubicBezTo>
                  <a:pt x="3" y="639"/>
                  <a:pt x="2" y="639"/>
                  <a:pt x="2" y="637"/>
                </a:cubicBezTo>
                <a:cubicBezTo>
                  <a:pt x="1" y="636"/>
                  <a:pt x="0" y="634"/>
                  <a:pt x="0" y="632"/>
                </a:cubicBezTo>
                <a:cubicBezTo>
                  <a:pt x="0" y="631"/>
                  <a:pt x="2" y="628"/>
                  <a:pt x="7" y="623"/>
                </a:cubicBezTo>
                <a:cubicBezTo>
                  <a:pt x="74" y="555"/>
                  <a:pt x="107" y="454"/>
                  <a:pt x="107" y="319"/>
                </a:cubicBezTo>
                <a:cubicBezTo>
                  <a:pt x="107" y="186"/>
                  <a:pt x="74" y="84"/>
                  <a:pt x="7" y="16"/>
                </a:cubicBezTo>
                <a:cubicBezTo>
                  <a:pt x="2" y="11"/>
                  <a:pt x="0" y="8"/>
                  <a:pt x="0" y="8"/>
                </a:cubicBezTo>
                <a:cubicBezTo>
                  <a:pt x="0" y="4"/>
                  <a:pt x="1" y="2"/>
                  <a:pt x="3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4348440" y="4647960"/>
            <a:ext cx="45000" cy="325440"/>
          </a:xfrm>
          <a:custGeom>
            <a:avLst/>
            <a:gdLst/>
            <a:ahLst/>
            <a:rect l="0" t="0" r="r" b="b"/>
            <a:pathLst>
              <a:path w="125" h="904">
                <a:moveTo>
                  <a:pt x="0" y="904"/>
                </a:moveTo>
                <a:lnTo>
                  <a:pt x="0" y="0"/>
                </a:lnTo>
                <a:lnTo>
                  <a:pt x="125" y="0"/>
                </a:lnTo>
                <a:lnTo>
                  <a:pt x="125" y="36"/>
                </a:lnTo>
                <a:lnTo>
                  <a:pt x="36" y="36"/>
                </a:lnTo>
                <a:lnTo>
                  <a:pt x="36" y="868"/>
                </a:lnTo>
                <a:lnTo>
                  <a:pt x="125" y="868"/>
                </a:lnTo>
                <a:lnTo>
                  <a:pt x="125" y="904"/>
                </a:lnTo>
                <a:lnTo>
                  <a:pt x="0" y="90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4408920" y="4665960"/>
            <a:ext cx="77760" cy="226080"/>
          </a:xfrm>
          <a:custGeom>
            <a:avLst/>
            <a:gdLst/>
            <a:ahLst/>
            <a:rect l="0" t="0" r="r" b="b"/>
            <a:pathLst>
              <a:path w="216" h="628">
                <a:moveTo>
                  <a:pt x="16" y="587"/>
                </a:moveTo>
                <a:lnTo>
                  <a:pt x="28" y="587"/>
                </a:lnTo>
                <a:cubicBezTo>
                  <a:pt x="52" y="587"/>
                  <a:pt x="66" y="582"/>
                  <a:pt x="71" y="574"/>
                </a:cubicBezTo>
                <a:lnTo>
                  <a:pt x="71" y="567"/>
                </a:lnTo>
                <a:cubicBezTo>
                  <a:pt x="71" y="561"/>
                  <a:pt x="71" y="554"/>
                  <a:pt x="71" y="546"/>
                </a:cubicBezTo>
                <a:cubicBezTo>
                  <a:pt x="71" y="538"/>
                  <a:pt x="71" y="528"/>
                  <a:pt x="71" y="516"/>
                </a:cubicBezTo>
                <a:cubicBezTo>
                  <a:pt x="71" y="505"/>
                  <a:pt x="71" y="491"/>
                  <a:pt x="72" y="476"/>
                </a:cubicBezTo>
                <a:cubicBezTo>
                  <a:pt x="72" y="462"/>
                  <a:pt x="72" y="447"/>
                  <a:pt x="72" y="431"/>
                </a:cubicBezTo>
                <a:cubicBezTo>
                  <a:pt x="71" y="416"/>
                  <a:pt x="71" y="399"/>
                  <a:pt x="72" y="382"/>
                </a:cubicBezTo>
                <a:cubicBezTo>
                  <a:pt x="72" y="364"/>
                  <a:pt x="72" y="347"/>
                  <a:pt x="72" y="330"/>
                </a:cubicBezTo>
                <a:cubicBezTo>
                  <a:pt x="72" y="308"/>
                  <a:pt x="72" y="284"/>
                  <a:pt x="72" y="260"/>
                </a:cubicBezTo>
                <a:cubicBezTo>
                  <a:pt x="72" y="235"/>
                  <a:pt x="72" y="213"/>
                  <a:pt x="72" y="192"/>
                </a:cubicBezTo>
                <a:cubicBezTo>
                  <a:pt x="72" y="172"/>
                  <a:pt x="72" y="154"/>
                  <a:pt x="72" y="138"/>
                </a:cubicBezTo>
                <a:cubicBezTo>
                  <a:pt x="72" y="122"/>
                  <a:pt x="71" y="109"/>
                  <a:pt x="71" y="98"/>
                </a:cubicBezTo>
                <a:cubicBezTo>
                  <a:pt x="70" y="87"/>
                  <a:pt x="70" y="82"/>
                  <a:pt x="71" y="83"/>
                </a:cubicBezTo>
                <a:cubicBezTo>
                  <a:pt x="69" y="71"/>
                  <a:pt x="65" y="64"/>
                  <a:pt x="58" y="60"/>
                </a:cubicBezTo>
                <a:cubicBezTo>
                  <a:pt x="51" y="57"/>
                  <a:pt x="38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8"/>
                  <a:pt x="2" y="11"/>
                  <a:pt x="3" y="11"/>
                </a:cubicBezTo>
                <a:lnTo>
                  <a:pt x="12" y="10"/>
                </a:lnTo>
                <a:cubicBezTo>
                  <a:pt x="18" y="9"/>
                  <a:pt x="27" y="9"/>
                  <a:pt x="38" y="8"/>
                </a:cubicBezTo>
                <a:cubicBezTo>
                  <a:pt x="50" y="7"/>
                  <a:pt x="61" y="7"/>
                  <a:pt x="72" y="6"/>
                </a:cubicBezTo>
                <a:cubicBezTo>
                  <a:pt x="82" y="6"/>
                  <a:pt x="93" y="5"/>
                  <a:pt x="105" y="4"/>
                </a:cubicBezTo>
                <a:cubicBezTo>
                  <a:pt x="117" y="4"/>
                  <a:pt x="126" y="3"/>
                  <a:pt x="132" y="2"/>
                </a:cubicBezTo>
                <a:cubicBezTo>
                  <a:pt x="138" y="0"/>
                  <a:pt x="141" y="0"/>
                  <a:pt x="142" y="1"/>
                </a:cubicBezTo>
                <a:lnTo>
                  <a:pt x="145" y="1"/>
                </a:lnTo>
                <a:lnTo>
                  <a:pt x="145" y="285"/>
                </a:lnTo>
                <a:cubicBezTo>
                  <a:pt x="145" y="476"/>
                  <a:pt x="145" y="573"/>
                  <a:pt x="146" y="574"/>
                </a:cubicBezTo>
                <a:cubicBezTo>
                  <a:pt x="148" y="579"/>
                  <a:pt x="152" y="582"/>
                  <a:pt x="156" y="584"/>
                </a:cubicBezTo>
                <a:cubicBezTo>
                  <a:pt x="169" y="586"/>
                  <a:pt x="184" y="587"/>
                  <a:pt x="201" y="587"/>
                </a:cubicBezTo>
                <a:lnTo>
                  <a:pt x="216" y="587"/>
                </a:lnTo>
                <a:lnTo>
                  <a:pt x="216" y="628"/>
                </a:lnTo>
                <a:lnTo>
                  <a:pt x="208" y="628"/>
                </a:lnTo>
                <a:lnTo>
                  <a:pt x="187" y="627"/>
                </a:lnTo>
                <a:cubicBezTo>
                  <a:pt x="173" y="627"/>
                  <a:pt x="158" y="626"/>
                  <a:pt x="143" y="626"/>
                </a:cubicBezTo>
                <a:cubicBezTo>
                  <a:pt x="127" y="626"/>
                  <a:pt x="116" y="626"/>
                  <a:pt x="109" y="625"/>
                </a:cubicBezTo>
                <a:cubicBezTo>
                  <a:pt x="101" y="625"/>
                  <a:pt x="90" y="625"/>
                  <a:pt x="74" y="625"/>
                </a:cubicBezTo>
                <a:cubicBezTo>
                  <a:pt x="59" y="626"/>
                  <a:pt x="44" y="627"/>
                  <a:pt x="29" y="627"/>
                </a:cubicBezTo>
                <a:lnTo>
                  <a:pt x="8" y="628"/>
                </a:lnTo>
                <a:lnTo>
                  <a:pt x="0" y="628"/>
                </a:lnTo>
                <a:lnTo>
                  <a:pt x="0" y="587"/>
                </a:lnTo>
                <a:lnTo>
                  <a:pt x="16" y="58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4500000" y="4746240"/>
            <a:ext cx="144360" cy="149040"/>
          </a:xfrm>
          <a:custGeom>
            <a:avLst/>
            <a:gdLst/>
            <a:ahLst/>
            <a:rect l="0" t="0" r="r" b="b"/>
            <a:pathLst>
              <a:path w="401" h="414">
                <a:moveTo>
                  <a:pt x="0" y="211"/>
                </a:moveTo>
                <a:cubicBezTo>
                  <a:pt x="0" y="154"/>
                  <a:pt x="19" y="104"/>
                  <a:pt x="59" y="63"/>
                </a:cubicBezTo>
                <a:cubicBezTo>
                  <a:pt x="99" y="21"/>
                  <a:pt x="146" y="0"/>
                  <a:pt x="201" y="0"/>
                </a:cubicBezTo>
                <a:cubicBezTo>
                  <a:pt x="255" y="0"/>
                  <a:pt x="302" y="20"/>
                  <a:pt x="341" y="61"/>
                </a:cubicBezTo>
                <a:cubicBezTo>
                  <a:pt x="380" y="102"/>
                  <a:pt x="400" y="152"/>
                  <a:pt x="401" y="210"/>
                </a:cubicBezTo>
                <a:cubicBezTo>
                  <a:pt x="401" y="268"/>
                  <a:pt x="381" y="316"/>
                  <a:pt x="343" y="356"/>
                </a:cubicBezTo>
                <a:cubicBezTo>
                  <a:pt x="304" y="395"/>
                  <a:pt x="257" y="414"/>
                  <a:pt x="201" y="414"/>
                </a:cubicBezTo>
                <a:cubicBezTo>
                  <a:pt x="143" y="414"/>
                  <a:pt x="95" y="394"/>
                  <a:pt x="57" y="354"/>
                </a:cubicBezTo>
                <a:cubicBezTo>
                  <a:pt x="19" y="313"/>
                  <a:pt x="0" y="266"/>
                  <a:pt x="0" y="211"/>
                </a:cubicBezTo>
                <a:moveTo>
                  <a:pt x="201" y="378"/>
                </a:moveTo>
                <a:cubicBezTo>
                  <a:pt x="275" y="378"/>
                  <a:pt x="311" y="329"/>
                  <a:pt x="311" y="230"/>
                </a:cubicBezTo>
                <a:lnTo>
                  <a:pt x="311" y="201"/>
                </a:lnTo>
                <a:lnTo>
                  <a:pt x="311" y="178"/>
                </a:lnTo>
                <a:cubicBezTo>
                  <a:pt x="311" y="165"/>
                  <a:pt x="311" y="154"/>
                  <a:pt x="310" y="144"/>
                </a:cubicBezTo>
                <a:cubicBezTo>
                  <a:pt x="310" y="135"/>
                  <a:pt x="308" y="123"/>
                  <a:pt x="304" y="110"/>
                </a:cubicBezTo>
                <a:cubicBezTo>
                  <a:pt x="301" y="97"/>
                  <a:pt x="296" y="86"/>
                  <a:pt x="290" y="77"/>
                </a:cubicBezTo>
                <a:cubicBezTo>
                  <a:pt x="284" y="69"/>
                  <a:pt x="274" y="61"/>
                  <a:pt x="262" y="52"/>
                </a:cubicBezTo>
                <a:cubicBezTo>
                  <a:pt x="249" y="44"/>
                  <a:pt x="234" y="38"/>
                  <a:pt x="218" y="34"/>
                </a:cubicBezTo>
                <a:cubicBezTo>
                  <a:pt x="214" y="33"/>
                  <a:pt x="210" y="33"/>
                  <a:pt x="203" y="33"/>
                </a:cubicBezTo>
                <a:cubicBezTo>
                  <a:pt x="185" y="33"/>
                  <a:pt x="168" y="37"/>
                  <a:pt x="152" y="44"/>
                </a:cubicBezTo>
                <a:cubicBezTo>
                  <a:pt x="126" y="57"/>
                  <a:pt x="109" y="76"/>
                  <a:pt x="101" y="99"/>
                </a:cubicBezTo>
                <a:cubicBezTo>
                  <a:pt x="93" y="123"/>
                  <a:pt x="89" y="150"/>
                  <a:pt x="89" y="182"/>
                </a:cubicBezTo>
                <a:lnTo>
                  <a:pt x="89" y="200"/>
                </a:lnTo>
                <a:cubicBezTo>
                  <a:pt x="89" y="259"/>
                  <a:pt x="95" y="300"/>
                  <a:pt x="106" y="323"/>
                </a:cubicBezTo>
                <a:cubicBezTo>
                  <a:pt x="126" y="360"/>
                  <a:pt x="157" y="378"/>
                  <a:pt x="201" y="37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4662720" y="4744440"/>
            <a:ext cx="148680" cy="214560"/>
          </a:xfrm>
          <a:custGeom>
            <a:avLst/>
            <a:gdLst/>
            <a:ahLst/>
            <a:rect l="0" t="0" r="r" b="b"/>
            <a:pathLst>
              <a:path w="413" h="596">
                <a:moveTo>
                  <a:pt x="271" y="40"/>
                </a:moveTo>
                <a:cubicBezTo>
                  <a:pt x="297" y="13"/>
                  <a:pt x="327" y="0"/>
                  <a:pt x="361" y="0"/>
                </a:cubicBezTo>
                <a:cubicBezTo>
                  <a:pt x="379" y="0"/>
                  <a:pt x="392" y="6"/>
                  <a:pt x="400" y="17"/>
                </a:cubicBezTo>
                <a:cubicBezTo>
                  <a:pt x="409" y="29"/>
                  <a:pt x="413" y="40"/>
                  <a:pt x="413" y="52"/>
                </a:cubicBezTo>
                <a:cubicBezTo>
                  <a:pt x="413" y="60"/>
                  <a:pt x="410" y="68"/>
                  <a:pt x="404" y="74"/>
                </a:cubicBezTo>
                <a:cubicBezTo>
                  <a:pt x="398" y="81"/>
                  <a:pt x="390" y="84"/>
                  <a:pt x="379" y="84"/>
                </a:cubicBezTo>
                <a:cubicBezTo>
                  <a:pt x="359" y="84"/>
                  <a:pt x="348" y="75"/>
                  <a:pt x="346" y="57"/>
                </a:cubicBezTo>
                <a:cubicBezTo>
                  <a:pt x="345" y="49"/>
                  <a:pt x="346" y="42"/>
                  <a:pt x="349" y="38"/>
                </a:cubicBezTo>
                <a:cubicBezTo>
                  <a:pt x="349" y="38"/>
                  <a:pt x="349" y="37"/>
                  <a:pt x="349" y="35"/>
                </a:cubicBezTo>
                <a:cubicBezTo>
                  <a:pt x="333" y="36"/>
                  <a:pt x="317" y="43"/>
                  <a:pt x="302" y="54"/>
                </a:cubicBezTo>
                <a:cubicBezTo>
                  <a:pt x="297" y="57"/>
                  <a:pt x="294" y="60"/>
                  <a:pt x="294" y="61"/>
                </a:cubicBezTo>
                <a:cubicBezTo>
                  <a:pt x="294" y="61"/>
                  <a:pt x="296" y="63"/>
                  <a:pt x="298" y="65"/>
                </a:cubicBezTo>
                <a:cubicBezTo>
                  <a:pt x="300" y="68"/>
                  <a:pt x="303" y="71"/>
                  <a:pt x="306" y="76"/>
                </a:cubicBezTo>
                <a:cubicBezTo>
                  <a:pt x="309" y="81"/>
                  <a:pt x="312" y="86"/>
                  <a:pt x="316" y="92"/>
                </a:cubicBezTo>
                <a:cubicBezTo>
                  <a:pt x="320" y="98"/>
                  <a:pt x="322" y="106"/>
                  <a:pt x="324" y="116"/>
                </a:cubicBezTo>
                <a:cubicBezTo>
                  <a:pt x="326" y="125"/>
                  <a:pt x="327" y="135"/>
                  <a:pt x="328" y="146"/>
                </a:cubicBezTo>
                <a:cubicBezTo>
                  <a:pt x="328" y="183"/>
                  <a:pt x="313" y="215"/>
                  <a:pt x="284" y="241"/>
                </a:cubicBezTo>
                <a:cubicBezTo>
                  <a:pt x="254" y="267"/>
                  <a:pt x="218" y="280"/>
                  <a:pt x="174" y="281"/>
                </a:cubicBezTo>
                <a:cubicBezTo>
                  <a:pt x="144" y="281"/>
                  <a:pt x="114" y="273"/>
                  <a:pt x="85" y="256"/>
                </a:cubicBezTo>
                <a:cubicBezTo>
                  <a:pt x="78" y="267"/>
                  <a:pt x="75" y="278"/>
                  <a:pt x="75" y="290"/>
                </a:cubicBezTo>
                <a:cubicBezTo>
                  <a:pt x="75" y="311"/>
                  <a:pt x="83" y="327"/>
                  <a:pt x="98" y="337"/>
                </a:cubicBezTo>
                <a:cubicBezTo>
                  <a:pt x="104" y="341"/>
                  <a:pt x="109" y="342"/>
                  <a:pt x="114" y="342"/>
                </a:cubicBezTo>
                <a:cubicBezTo>
                  <a:pt x="119" y="342"/>
                  <a:pt x="140" y="343"/>
                  <a:pt x="179" y="344"/>
                </a:cubicBezTo>
                <a:cubicBezTo>
                  <a:pt x="229" y="345"/>
                  <a:pt x="262" y="347"/>
                  <a:pt x="276" y="350"/>
                </a:cubicBezTo>
                <a:cubicBezTo>
                  <a:pt x="313" y="355"/>
                  <a:pt x="342" y="367"/>
                  <a:pt x="363" y="387"/>
                </a:cubicBezTo>
                <a:cubicBezTo>
                  <a:pt x="386" y="410"/>
                  <a:pt x="398" y="440"/>
                  <a:pt x="398" y="475"/>
                </a:cubicBezTo>
                <a:cubicBezTo>
                  <a:pt x="398" y="515"/>
                  <a:pt x="375" y="546"/>
                  <a:pt x="328" y="568"/>
                </a:cubicBezTo>
                <a:cubicBezTo>
                  <a:pt x="292" y="587"/>
                  <a:pt x="249" y="596"/>
                  <a:pt x="200" y="596"/>
                </a:cubicBezTo>
                <a:cubicBezTo>
                  <a:pt x="150" y="596"/>
                  <a:pt x="107" y="587"/>
                  <a:pt x="71" y="568"/>
                </a:cubicBezTo>
                <a:cubicBezTo>
                  <a:pt x="24" y="547"/>
                  <a:pt x="0" y="517"/>
                  <a:pt x="0" y="478"/>
                </a:cubicBezTo>
                <a:cubicBezTo>
                  <a:pt x="0" y="456"/>
                  <a:pt x="6" y="438"/>
                  <a:pt x="19" y="424"/>
                </a:cubicBezTo>
                <a:cubicBezTo>
                  <a:pt x="32" y="409"/>
                  <a:pt x="44" y="399"/>
                  <a:pt x="57" y="394"/>
                </a:cubicBezTo>
                <a:lnTo>
                  <a:pt x="67" y="389"/>
                </a:lnTo>
                <a:cubicBezTo>
                  <a:pt x="45" y="370"/>
                  <a:pt x="34" y="345"/>
                  <a:pt x="34" y="313"/>
                </a:cubicBezTo>
                <a:cubicBezTo>
                  <a:pt x="34" y="284"/>
                  <a:pt x="43" y="259"/>
                  <a:pt x="61" y="236"/>
                </a:cubicBezTo>
                <a:cubicBezTo>
                  <a:pt x="34" y="209"/>
                  <a:pt x="21" y="179"/>
                  <a:pt x="21" y="146"/>
                </a:cubicBezTo>
                <a:cubicBezTo>
                  <a:pt x="21" y="108"/>
                  <a:pt x="36" y="76"/>
                  <a:pt x="66" y="50"/>
                </a:cubicBezTo>
                <a:cubicBezTo>
                  <a:pt x="96" y="24"/>
                  <a:pt x="132" y="11"/>
                  <a:pt x="175" y="10"/>
                </a:cubicBezTo>
                <a:cubicBezTo>
                  <a:pt x="206" y="10"/>
                  <a:pt x="234" y="18"/>
                  <a:pt x="261" y="34"/>
                </a:cubicBezTo>
                <a:lnTo>
                  <a:pt x="271" y="40"/>
                </a:lnTo>
                <a:moveTo>
                  <a:pt x="244" y="100"/>
                </a:moveTo>
                <a:cubicBezTo>
                  <a:pt x="241" y="83"/>
                  <a:pt x="233" y="69"/>
                  <a:pt x="220" y="60"/>
                </a:cubicBezTo>
                <a:cubicBezTo>
                  <a:pt x="208" y="50"/>
                  <a:pt x="192" y="45"/>
                  <a:pt x="173" y="44"/>
                </a:cubicBezTo>
                <a:cubicBezTo>
                  <a:pt x="156" y="44"/>
                  <a:pt x="141" y="49"/>
                  <a:pt x="128" y="59"/>
                </a:cubicBezTo>
                <a:cubicBezTo>
                  <a:pt x="116" y="69"/>
                  <a:pt x="108" y="82"/>
                  <a:pt x="105" y="100"/>
                </a:cubicBezTo>
                <a:cubicBezTo>
                  <a:pt x="103" y="110"/>
                  <a:pt x="102" y="125"/>
                  <a:pt x="102" y="146"/>
                </a:cubicBezTo>
                <a:cubicBezTo>
                  <a:pt x="102" y="172"/>
                  <a:pt x="104" y="193"/>
                  <a:pt x="108" y="205"/>
                </a:cubicBezTo>
                <a:cubicBezTo>
                  <a:pt x="113" y="218"/>
                  <a:pt x="122" y="228"/>
                  <a:pt x="135" y="237"/>
                </a:cubicBezTo>
                <a:cubicBezTo>
                  <a:pt x="146" y="243"/>
                  <a:pt x="159" y="246"/>
                  <a:pt x="174" y="246"/>
                </a:cubicBezTo>
                <a:cubicBezTo>
                  <a:pt x="188" y="246"/>
                  <a:pt x="199" y="244"/>
                  <a:pt x="209" y="240"/>
                </a:cubicBezTo>
                <a:cubicBezTo>
                  <a:pt x="218" y="235"/>
                  <a:pt x="225" y="230"/>
                  <a:pt x="229" y="223"/>
                </a:cubicBezTo>
                <a:cubicBezTo>
                  <a:pt x="234" y="217"/>
                  <a:pt x="237" y="211"/>
                  <a:pt x="239" y="205"/>
                </a:cubicBezTo>
                <a:cubicBezTo>
                  <a:pt x="242" y="200"/>
                  <a:pt x="243" y="195"/>
                  <a:pt x="244" y="192"/>
                </a:cubicBezTo>
                <a:cubicBezTo>
                  <a:pt x="246" y="181"/>
                  <a:pt x="247" y="166"/>
                  <a:pt x="247" y="146"/>
                </a:cubicBezTo>
                <a:cubicBezTo>
                  <a:pt x="247" y="125"/>
                  <a:pt x="246" y="110"/>
                  <a:pt x="244" y="100"/>
                </a:cubicBezTo>
                <a:moveTo>
                  <a:pt x="338" y="478"/>
                </a:moveTo>
                <a:cubicBezTo>
                  <a:pt x="338" y="463"/>
                  <a:pt x="333" y="450"/>
                  <a:pt x="325" y="441"/>
                </a:cubicBezTo>
                <a:cubicBezTo>
                  <a:pt x="317" y="431"/>
                  <a:pt x="304" y="424"/>
                  <a:pt x="288" y="420"/>
                </a:cubicBezTo>
                <a:cubicBezTo>
                  <a:pt x="272" y="416"/>
                  <a:pt x="257" y="413"/>
                  <a:pt x="244" y="412"/>
                </a:cubicBezTo>
                <a:cubicBezTo>
                  <a:pt x="231" y="411"/>
                  <a:pt x="214" y="410"/>
                  <a:pt x="195" y="410"/>
                </a:cubicBezTo>
                <a:lnTo>
                  <a:pt x="171" y="410"/>
                </a:lnTo>
                <a:cubicBezTo>
                  <a:pt x="130" y="410"/>
                  <a:pt x="106" y="412"/>
                  <a:pt x="98" y="416"/>
                </a:cubicBezTo>
                <a:cubicBezTo>
                  <a:pt x="86" y="421"/>
                  <a:pt x="77" y="429"/>
                  <a:pt x="71" y="441"/>
                </a:cubicBezTo>
                <a:cubicBezTo>
                  <a:pt x="64" y="452"/>
                  <a:pt x="60" y="464"/>
                  <a:pt x="60" y="477"/>
                </a:cubicBezTo>
                <a:cubicBezTo>
                  <a:pt x="60" y="483"/>
                  <a:pt x="61" y="490"/>
                  <a:pt x="65" y="498"/>
                </a:cubicBezTo>
                <a:cubicBezTo>
                  <a:pt x="69" y="506"/>
                  <a:pt x="75" y="515"/>
                  <a:pt x="84" y="525"/>
                </a:cubicBezTo>
                <a:cubicBezTo>
                  <a:pt x="93" y="535"/>
                  <a:pt x="108" y="543"/>
                  <a:pt x="127" y="550"/>
                </a:cubicBezTo>
                <a:cubicBezTo>
                  <a:pt x="147" y="557"/>
                  <a:pt x="171" y="560"/>
                  <a:pt x="200" y="561"/>
                </a:cubicBezTo>
                <a:cubicBezTo>
                  <a:pt x="241" y="561"/>
                  <a:pt x="275" y="552"/>
                  <a:pt x="300" y="536"/>
                </a:cubicBezTo>
                <a:cubicBezTo>
                  <a:pt x="325" y="519"/>
                  <a:pt x="338" y="500"/>
                  <a:pt x="338" y="47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4880880" y="466992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29" y="49"/>
                </a:moveTo>
                <a:cubicBezTo>
                  <a:pt x="229" y="45"/>
                  <a:pt x="212" y="42"/>
                  <a:pt x="177" y="41"/>
                </a:cubicBezTo>
                <a:cubicBezTo>
                  <a:pt x="163" y="41"/>
                  <a:pt x="154" y="41"/>
                  <a:pt x="150" y="40"/>
                </a:cubicBezTo>
                <a:cubicBezTo>
                  <a:pt x="146" y="40"/>
                  <a:pt x="144" y="37"/>
                  <a:pt x="144" y="32"/>
                </a:cubicBezTo>
                <a:cubicBezTo>
                  <a:pt x="144" y="27"/>
                  <a:pt x="145" y="21"/>
                  <a:pt x="148" y="14"/>
                </a:cubicBezTo>
                <a:cubicBezTo>
                  <a:pt x="150" y="7"/>
                  <a:pt x="152" y="2"/>
                  <a:pt x="154" y="1"/>
                </a:cubicBezTo>
                <a:cubicBezTo>
                  <a:pt x="155" y="0"/>
                  <a:pt x="215" y="0"/>
                  <a:pt x="333" y="0"/>
                </a:cubicBezTo>
                <a:cubicBezTo>
                  <a:pt x="434" y="0"/>
                  <a:pt x="490" y="1"/>
                  <a:pt x="502" y="1"/>
                </a:cubicBezTo>
                <a:cubicBezTo>
                  <a:pt x="514" y="1"/>
                  <a:pt x="526" y="2"/>
                  <a:pt x="538" y="6"/>
                </a:cubicBezTo>
                <a:cubicBezTo>
                  <a:pt x="582" y="16"/>
                  <a:pt x="618" y="40"/>
                  <a:pt x="649" y="77"/>
                </a:cubicBezTo>
                <a:cubicBezTo>
                  <a:pt x="679" y="115"/>
                  <a:pt x="695" y="165"/>
                  <a:pt x="696" y="227"/>
                </a:cubicBezTo>
                <a:cubicBezTo>
                  <a:pt x="696" y="322"/>
                  <a:pt x="662" y="406"/>
                  <a:pt x="598" y="481"/>
                </a:cubicBezTo>
                <a:cubicBezTo>
                  <a:pt x="534" y="555"/>
                  <a:pt x="458" y="600"/>
                  <a:pt x="371" y="614"/>
                </a:cubicBezTo>
                <a:lnTo>
                  <a:pt x="358" y="616"/>
                </a:lnTo>
                <a:lnTo>
                  <a:pt x="183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0" y="617"/>
                  <a:pt x="11" y="617"/>
                  <a:pt x="7" y="615"/>
                </a:cubicBezTo>
                <a:cubicBezTo>
                  <a:pt x="3" y="614"/>
                  <a:pt x="0" y="611"/>
                  <a:pt x="0" y="607"/>
                </a:cubicBezTo>
                <a:cubicBezTo>
                  <a:pt x="0" y="606"/>
                  <a:pt x="0" y="602"/>
                  <a:pt x="2" y="595"/>
                </a:cubicBezTo>
                <a:cubicBezTo>
                  <a:pt x="5" y="585"/>
                  <a:pt x="7" y="580"/>
                  <a:pt x="9" y="578"/>
                </a:cubicBezTo>
                <a:cubicBezTo>
                  <a:pt x="12" y="577"/>
                  <a:pt x="19" y="576"/>
                  <a:pt x="30" y="576"/>
                </a:cubicBezTo>
                <a:cubicBezTo>
                  <a:pt x="46" y="576"/>
                  <a:pt x="65" y="575"/>
                  <a:pt x="84" y="573"/>
                </a:cubicBezTo>
                <a:cubicBezTo>
                  <a:pt x="93" y="571"/>
                  <a:pt x="99" y="568"/>
                  <a:pt x="102" y="562"/>
                </a:cubicBezTo>
                <a:cubicBezTo>
                  <a:pt x="103" y="560"/>
                  <a:pt x="125" y="476"/>
                  <a:pt x="167" y="311"/>
                </a:cubicBezTo>
                <a:cubicBezTo>
                  <a:pt x="208" y="145"/>
                  <a:pt x="229" y="58"/>
                  <a:pt x="229" y="49"/>
                </a:cubicBezTo>
                <a:moveTo>
                  <a:pt x="604" y="193"/>
                </a:moveTo>
                <a:cubicBezTo>
                  <a:pt x="604" y="170"/>
                  <a:pt x="601" y="149"/>
                  <a:pt x="594" y="131"/>
                </a:cubicBezTo>
                <a:cubicBezTo>
                  <a:pt x="588" y="113"/>
                  <a:pt x="580" y="99"/>
                  <a:pt x="571" y="89"/>
                </a:cubicBezTo>
                <a:cubicBezTo>
                  <a:pt x="562" y="79"/>
                  <a:pt x="551" y="70"/>
                  <a:pt x="538" y="63"/>
                </a:cubicBezTo>
                <a:cubicBezTo>
                  <a:pt x="524" y="56"/>
                  <a:pt x="513" y="51"/>
                  <a:pt x="502" y="48"/>
                </a:cubicBezTo>
                <a:cubicBezTo>
                  <a:pt x="492" y="46"/>
                  <a:pt x="482" y="44"/>
                  <a:pt x="471" y="42"/>
                </a:cubicBezTo>
                <a:cubicBezTo>
                  <a:pt x="470" y="42"/>
                  <a:pt x="465" y="42"/>
                  <a:pt x="458" y="42"/>
                </a:cubicBezTo>
                <a:cubicBezTo>
                  <a:pt x="451" y="42"/>
                  <a:pt x="442" y="42"/>
                  <a:pt x="432" y="42"/>
                </a:cubicBezTo>
                <a:cubicBezTo>
                  <a:pt x="422" y="42"/>
                  <a:pt x="412" y="42"/>
                  <a:pt x="402" y="41"/>
                </a:cubicBezTo>
                <a:lnTo>
                  <a:pt x="363" y="41"/>
                </a:lnTo>
                <a:cubicBezTo>
                  <a:pt x="337" y="41"/>
                  <a:pt x="322" y="44"/>
                  <a:pt x="318" y="50"/>
                </a:cubicBezTo>
                <a:cubicBezTo>
                  <a:pt x="317" y="53"/>
                  <a:pt x="295" y="139"/>
                  <a:pt x="252" y="311"/>
                </a:cubicBezTo>
                <a:cubicBezTo>
                  <a:pt x="210" y="482"/>
                  <a:pt x="188" y="568"/>
                  <a:pt x="188" y="570"/>
                </a:cubicBezTo>
                <a:cubicBezTo>
                  <a:pt x="188" y="573"/>
                  <a:pt x="191" y="574"/>
                  <a:pt x="198" y="574"/>
                </a:cubicBezTo>
                <a:cubicBezTo>
                  <a:pt x="205" y="574"/>
                  <a:pt x="228" y="574"/>
                  <a:pt x="268" y="575"/>
                </a:cubicBezTo>
                <a:cubicBezTo>
                  <a:pt x="271" y="575"/>
                  <a:pt x="276" y="575"/>
                  <a:pt x="285" y="575"/>
                </a:cubicBezTo>
                <a:cubicBezTo>
                  <a:pt x="293" y="575"/>
                  <a:pt x="300" y="575"/>
                  <a:pt x="306" y="576"/>
                </a:cubicBezTo>
                <a:cubicBezTo>
                  <a:pt x="382" y="576"/>
                  <a:pt x="445" y="551"/>
                  <a:pt x="494" y="502"/>
                </a:cubicBezTo>
                <a:cubicBezTo>
                  <a:pt x="516" y="480"/>
                  <a:pt x="534" y="455"/>
                  <a:pt x="547" y="426"/>
                </a:cubicBezTo>
                <a:cubicBezTo>
                  <a:pt x="561" y="397"/>
                  <a:pt x="574" y="359"/>
                  <a:pt x="586" y="311"/>
                </a:cubicBezTo>
                <a:cubicBezTo>
                  <a:pt x="598" y="263"/>
                  <a:pt x="604" y="224"/>
                  <a:pt x="604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5169600" y="464796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2"/>
                </a:moveTo>
                <a:cubicBezTo>
                  <a:pt x="0" y="411"/>
                  <a:pt x="3" y="372"/>
                  <a:pt x="9" y="334"/>
                </a:cubicBezTo>
                <a:cubicBezTo>
                  <a:pt x="15" y="297"/>
                  <a:pt x="22" y="265"/>
                  <a:pt x="30" y="238"/>
                </a:cubicBezTo>
                <a:cubicBezTo>
                  <a:pt x="38" y="211"/>
                  <a:pt x="49" y="184"/>
                  <a:pt x="63" y="157"/>
                </a:cubicBezTo>
                <a:cubicBezTo>
                  <a:pt x="78" y="131"/>
                  <a:pt x="89" y="111"/>
                  <a:pt x="97" y="97"/>
                </a:cubicBezTo>
                <a:cubicBezTo>
                  <a:pt x="106" y="82"/>
                  <a:pt x="119" y="67"/>
                  <a:pt x="135" y="50"/>
                </a:cubicBezTo>
                <a:cubicBezTo>
                  <a:pt x="152" y="33"/>
                  <a:pt x="163" y="23"/>
                  <a:pt x="166" y="19"/>
                </a:cubicBezTo>
                <a:cubicBezTo>
                  <a:pt x="169" y="16"/>
                  <a:pt x="177" y="9"/>
                  <a:pt x="189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3" y="0"/>
                  <a:pt x="217" y="3"/>
                  <a:pt x="217" y="8"/>
                </a:cubicBezTo>
                <a:cubicBezTo>
                  <a:pt x="217" y="10"/>
                  <a:pt x="212" y="16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49" y="96"/>
                  <a:pt x="134" y="122"/>
                  <a:pt x="119" y="153"/>
                </a:cubicBezTo>
                <a:cubicBezTo>
                  <a:pt x="104" y="184"/>
                  <a:pt x="91" y="226"/>
                  <a:pt x="81" y="278"/>
                </a:cubicBezTo>
                <a:cubicBezTo>
                  <a:pt x="71" y="331"/>
                  <a:pt x="66" y="389"/>
                  <a:pt x="66" y="452"/>
                </a:cubicBezTo>
                <a:cubicBezTo>
                  <a:pt x="66" y="516"/>
                  <a:pt x="71" y="574"/>
                  <a:pt x="81" y="626"/>
                </a:cubicBezTo>
                <a:cubicBezTo>
                  <a:pt x="91" y="678"/>
                  <a:pt x="104" y="719"/>
                  <a:pt x="118" y="751"/>
                </a:cubicBezTo>
                <a:cubicBezTo>
                  <a:pt x="133" y="783"/>
                  <a:pt x="147" y="809"/>
                  <a:pt x="163" y="829"/>
                </a:cubicBezTo>
                <a:cubicBezTo>
                  <a:pt x="179" y="849"/>
                  <a:pt x="191" y="865"/>
                  <a:pt x="201" y="877"/>
                </a:cubicBezTo>
                <a:cubicBezTo>
                  <a:pt x="212" y="889"/>
                  <a:pt x="217" y="895"/>
                  <a:pt x="217" y="896"/>
                </a:cubicBezTo>
                <a:cubicBezTo>
                  <a:pt x="217" y="901"/>
                  <a:pt x="212" y="904"/>
                  <a:pt x="203" y="904"/>
                </a:cubicBezTo>
                <a:lnTo>
                  <a:pt x="200" y="904"/>
                </a:lnTo>
                <a:lnTo>
                  <a:pt x="189" y="904"/>
                </a:lnTo>
                <a:lnTo>
                  <a:pt x="163" y="882"/>
                </a:lnTo>
                <a:cubicBezTo>
                  <a:pt x="106" y="831"/>
                  <a:pt x="65" y="767"/>
                  <a:pt x="39" y="691"/>
                </a:cubicBezTo>
                <a:cubicBezTo>
                  <a:pt x="13" y="614"/>
                  <a:pt x="0" y="535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5272200" y="474732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0" y="399"/>
                </a:cubicBezTo>
                <a:cubicBezTo>
                  <a:pt x="42" y="399"/>
                  <a:pt x="14" y="400"/>
                  <a:pt x="7" y="402"/>
                </a:cubicBezTo>
                <a:lnTo>
                  <a:pt x="0" y="402"/>
                </a:lnTo>
                <a:lnTo>
                  <a:pt x="0" y="346"/>
                </a:lnTo>
                <a:lnTo>
                  <a:pt x="87" y="346"/>
                </a:lnTo>
                <a:lnTo>
                  <a:pt x="202" y="209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0" y="3"/>
                </a:cubicBezTo>
                <a:cubicBezTo>
                  <a:pt x="173" y="3"/>
                  <a:pt x="210" y="2"/>
                  <a:pt x="220" y="0"/>
                </a:cubicBezTo>
                <a:lnTo>
                  <a:pt x="229" y="0"/>
                </a:lnTo>
                <a:lnTo>
                  <a:pt x="229" y="56"/>
                </a:lnTo>
                <a:lnTo>
                  <a:pt x="203" y="56"/>
                </a:lnTo>
                <a:lnTo>
                  <a:pt x="235" y="95"/>
                </a:lnTo>
                <a:cubicBezTo>
                  <a:pt x="255" y="120"/>
                  <a:pt x="266" y="133"/>
                  <a:pt x="267" y="133"/>
                </a:cubicBezTo>
                <a:cubicBezTo>
                  <a:pt x="269" y="133"/>
                  <a:pt x="280" y="120"/>
                  <a:pt x="301" y="93"/>
                </a:cubicBezTo>
                <a:lnTo>
                  <a:pt x="332" y="56"/>
                </a:lnTo>
                <a:lnTo>
                  <a:pt x="299" y="56"/>
                </a:lnTo>
                <a:lnTo>
                  <a:pt x="299" y="0"/>
                </a:lnTo>
                <a:lnTo>
                  <a:pt x="306" y="0"/>
                </a:lnTo>
                <a:cubicBezTo>
                  <a:pt x="315" y="2"/>
                  <a:pt x="347" y="3"/>
                  <a:pt x="403" y="3"/>
                </a:cubicBezTo>
                <a:cubicBezTo>
                  <a:pt x="452" y="3"/>
                  <a:pt x="480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2" y="179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6" y="399"/>
                </a:cubicBezTo>
                <a:cubicBezTo>
                  <a:pt x="342" y="399"/>
                  <a:pt x="305" y="400"/>
                  <a:pt x="294" y="402"/>
                </a:cubicBezTo>
                <a:lnTo>
                  <a:pt x="286" y="402"/>
                </a:lnTo>
                <a:lnTo>
                  <a:pt x="286" y="346"/>
                </a:lnTo>
                <a:lnTo>
                  <a:pt x="312" y="346"/>
                </a:lnTo>
                <a:cubicBezTo>
                  <a:pt x="312" y="346"/>
                  <a:pt x="300" y="331"/>
                  <a:pt x="276" y="301"/>
                </a:cubicBezTo>
                <a:cubicBezTo>
                  <a:pt x="251" y="272"/>
                  <a:pt x="239" y="256"/>
                  <a:pt x="239" y="255"/>
                </a:cubicBezTo>
                <a:lnTo>
                  <a:pt x="160" y="345"/>
                </a:lnTo>
                <a:lnTo>
                  <a:pt x="177" y="346"/>
                </a:lnTo>
                <a:lnTo>
                  <a:pt x="193" y="346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5488200" y="4852440"/>
            <a:ext cx="43200" cy="102600"/>
          </a:xfrm>
          <a:custGeom>
            <a:avLst/>
            <a:gdLst/>
            <a:ahLst/>
            <a:rect l="0" t="0" r="r" b="b"/>
            <a:pathLst>
              <a:path w="120" h="285">
                <a:moveTo>
                  <a:pt x="0" y="79"/>
                </a:moveTo>
                <a:cubicBezTo>
                  <a:pt x="0" y="79"/>
                  <a:pt x="0" y="71"/>
                  <a:pt x="0" y="56"/>
                </a:cubicBezTo>
                <a:cubicBezTo>
                  <a:pt x="0" y="41"/>
                  <a:pt x="4" y="28"/>
                  <a:pt x="14" y="17"/>
                </a:cubicBezTo>
                <a:cubicBezTo>
                  <a:pt x="24" y="5"/>
                  <a:pt x="37" y="0"/>
                  <a:pt x="54" y="0"/>
                </a:cubicBezTo>
                <a:cubicBezTo>
                  <a:pt x="71" y="0"/>
                  <a:pt x="86" y="7"/>
                  <a:pt x="99" y="24"/>
                </a:cubicBezTo>
                <a:cubicBezTo>
                  <a:pt x="112" y="39"/>
                  <a:pt x="119" y="65"/>
                  <a:pt x="120" y="103"/>
                </a:cubicBezTo>
                <a:cubicBezTo>
                  <a:pt x="120" y="124"/>
                  <a:pt x="117" y="144"/>
                  <a:pt x="112" y="164"/>
                </a:cubicBezTo>
                <a:cubicBezTo>
                  <a:pt x="106" y="184"/>
                  <a:pt x="100" y="201"/>
                  <a:pt x="93" y="216"/>
                </a:cubicBezTo>
                <a:cubicBezTo>
                  <a:pt x="85" y="230"/>
                  <a:pt x="78" y="243"/>
                  <a:pt x="69" y="253"/>
                </a:cubicBezTo>
                <a:cubicBezTo>
                  <a:pt x="61" y="263"/>
                  <a:pt x="54" y="271"/>
                  <a:pt x="48" y="277"/>
                </a:cubicBezTo>
                <a:cubicBezTo>
                  <a:pt x="41" y="283"/>
                  <a:pt x="37" y="286"/>
                  <a:pt x="35" y="285"/>
                </a:cubicBezTo>
                <a:cubicBezTo>
                  <a:pt x="32" y="285"/>
                  <a:pt x="28" y="283"/>
                  <a:pt x="23" y="277"/>
                </a:cubicBezTo>
                <a:cubicBezTo>
                  <a:pt x="18" y="272"/>
                  <a:pt x="15" y="268"/>
                  <a:pt x="15" y="265"/>
                </a:cubicBezTo>
                <a:cubicBezTo>
                  <a:pt x="15" y="263"/>
                  <a:pt x="18" y="258"/>
                  <a:pt x="25" y="251"/>
                </a:cubicBezTo>
                <a:cubicBezTo>
                  <a:pt x="31" y="244"/>
                  <a:pt x="39" y="235"/>
                  <a:pt x="48" y="224"/>
                </a:cubicBezTo>
                <a:cubicBezTo>
                  <a:pt x="57" y="213"/>
                  <a:pt x="65" y="198"/>
                  <a:pt x="72" y="179"/>
                </a:cubicBezTo>
                <a:cubicBezTo>
                  <a:pt x="79" y="160"/>
                  <a:pt x="84" y="138"/>
                  <a:pt x="86" y="113"/>
                </a:cubicBezTo>
                <a:lnTo>
                  <a:pt x="86" y="102"/>
                </a:lnTo>
                <a:lnTo>
                  <a:pt x="85" y="103"/>
                </a:lnTo>
                <a:cubicBezTo>
                  <a:pt x="84" y="104"/>
                  <a:pt x="83" y="104"/>
                  <a:pt x="81" y="105"/>
                </a:cubicBezTo>
                <a:cubicBezTo>
                  <a:pt x="79" y="105"/>
                  <a:pt x="77" y="106"/>
                  <a:pt x="76" y="107"/>
                </a:cubicBezTo>
                <a:cubicBezTo>
                  <a:pt x="74" y="109"/>
                  <a:pt x="71" y="109"/>
                  <a:pt x="67" y="109"/>
                </a:cubicBezTo>
                <a:cubicBezTo>
                  <a:pt x="64" y="109"/>
                  <a:pt x="60" y="110"/>
                  <a:pt x="57" y="110"/>
                </a:cubicBezTo>
                <a:cubicBezTo>
                  <a:pt x="39" y="110"/>
                  <a:pt x="26" y="105"/>
                  <a:pt x="16" y="95"/>
                </a:cubicBezTo>
                <a:lnTo>
                  <a:pt x="0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5614560" y="4747320"/>
            <a:ext cx="181440" cy="209880"/>
          </a:xfrm>
          <a:custGeom>
            <a:avLst/>
            <a:gdLst/>
            <a:ahLst/>
            <a:rect l="0" t="0" r="r" b="b"/>
            <a:pathLst>
              <a:path w="504" h="583">
                <a:moveTo>
                  <a:pt x="55" y="494"/>
                </a:moveTo>
                <a:cubicBezTo>
                  <a:pt x="55" y="499"/>
                  <a:pt x="56" y="504"/>
                  <a:pt x="58" y="510"/>
                </a:cubicBezTo>
                <a:cubicBezTo>
                  <a:pt x="60" y="515"/>
                  <a:pt x="64" y="521"/>
                  <a:pt x="72" y="527"/>
                </a:cubicBezTo>
                <a:cubicBezTo>
                  <a:pt x="79" y="533"/>
                  <a:pt x="88" y="536"/>
                  <a:pt x="100" y="537"/>
                </a:cubicBezTo>
                <a:cubicBezTo>
                  <a:pt x="109" y="536"/>
                  <a:pt x="117" y="534"/>
                  <a:pt x="126" y="531"/>
                </a:cubicBezTo>
                <a:cubicBezTo>
                  <a:pt x="134" y="528"/>
                  <a:pt x="141" y="525"/>
                  <a:pt x="147" y="520"/>
                </a:cubicBezTo>
                <a:cubicBezTo>
                  <a:pt x="153" y="516"/>
                  <a:pt x="159" y="511"/>
                  <a:pt x="165" y="505"/>
                </a:cubicBezTo>
                <a:cubicBezTo>
                  <a:pt x="171" y="499"/>
                  <a:pt x="176" y="493"/>
                  <a:pt x="180" y="488"/>
                </a:cubicBezTo>
                <a:cubicBezTo>
                  <a:pt x="184" y="483"/>
                  <a:pt x="187" y="477"/>
                  <a:pt x="191" y="471"/>
                </a:cubicBezTo>
                <a:cubicBezTo>
                  <a:pt x="194" y="464"/>
                  <a:pt x="197" y="459"/>
                  <a:pt x="199" y="454"/>
                </a:cubicBezTo>
                <a:cubicBezTo>
                  <a:pt x="201" y="450"/>
                  <a:pt x="202" y="446"/>
                  <a:pt x="204" y="442"/>
                </a:cubicBezTo>
                <a:cubicBezTo>
                  <a:pt x="206" y="438"/>
                  <a:pt x="207" y="435"/>
                  <a:pt x="207" y="435"/>
                </a:cubicBezTo>
                <a:lnTo>
                  <a:pt x="223" y="401"/>
                </a:lnTo>
                <a:lnTo>
                  <a:pt x="66" y="56"/>
                </a:lnTo>
                <a:lnTo>
                  <a:pt x="3" y="56"/>
                </a:lnTo>
                <a:lnTo>
                  <a:pt x="3" y="0"/>
                </a:lnTo>
                <a:lnTo>
                  <a:pt x="10" y="0"/>
                </a:lnTo>
                <a:cubicBezTo>
                  <a:pt x="19" y="2"/>
                  <a:pt x="53" y="3"/>
                  <a:pt x="111" y="3"/>
                </a:cubicBezTo>
                <a:cubicBezTo>
                  <a:pt x="175" y="3"/>
                  <a:pt x="212" y="2"/>
                  <a:pt x="224" y="0"/>
                </a:cubicBezTo>
                <a:lnTo>
                  <a:pt x="232" y="0"/>
                </a:lnTo>
                <a:lnTo>
                  <a:pt x="232" y="56"/>
                </a:lnTo>
                <a:lnTo>
                  <a:pt x="210" y="56"/>
                </a:lnTo>
                <a:cubicBezTo>
                  <a:pt x="196" y="56"/>
                  <a:pt x="189" y="57"/>
                  <a:pt x="189" y="58"/>
                </a:cubicBezTo>
                <a:lnTo>
                  <a:pt x="285" y="265"/>
                </a:lnTo>
                <a:lnTo>
                  <a:pt x="379" y="56"/>
                </a:lnTo>
                <a:lnTo>
                  <a:pt x="336" y="56"/>
                </a:lnTo>
                <a:lnTo>
                  <a:pt x="336" y="0"/>
                </a:lnTo>
                <a:lnTo>
                  <a:pt x="342" y="0"/>
                </a:lnTo>
                <a:cubicBezTo>
                  <a:pt x="350" y="2"/>
                  <a:pt x="378" y="3"/>
                  <a:pt x="427" y="3"/>
                </a:cubicBezTo>
                <a:cubicBezTo>
                  <a:pt x="471" y="3"/>
                  <a:pt x="495" y="2"/>
                  <a:pt x="499" y="0"/>
                </a:cubicBezTo>
                <a:lnTo>
                  <a:pt x="504" y="0"/>
                </a:lnTo>
                <a:lnTo>
                  <a:pt x="504" y="56"/>
                </a:lnTo>
                <a:lnTo>
                  <a:pt x="441" y="56"/>
                </a:lnTo>
                <a:lnTo>
                  <a:pt x="347" y="264"/>
                </a:lnTo>
                <a:cubicBezTo>
                  <a:pt x="282" y="406"/>
                  <a:pt x="249" y="479"/>
                  <a:pt x="249" y="481"/>
                </a:cubicBezTo>
                <a:cubicBezTo>
                  <a:pt x="232" y="512"/>
                  <a:pt x="209" y="537"/>
                  <a:pt x="183" y="555"/>
                </a:cubicBezTo>
                <a:cubicBezTo>
                  <a:pt x="156" y="573"/>
                  <a:pt x="128" y="582"/>
                  <a:pt x="98" y="583"/>
                </a:cubicBezTo>
                <a:cubicBezTo>
                  <a:pt x="70" y="583"/>
                  <a:pt x="47" y="574"/>
                  <a:pt x="28" y="557"/>
                </a:cubicBezTo>
                <a:cubicBezTo>
                  <a:pt x="10" y="541"/>
                  <a:pt x="0" y="519"/>
                  <a:pt x="0" y="492"/>
                </a:cubicBezTo>
                <a:cubicBezTo>
                  <a:pt x="0" y="471"/>
                  <a:pt x="7" y="455"/>
                  <a:pt x="19" y="446"/>
                </a:cubicBezTo>
                <a:cubicBezTo>
                  <a:pt x="32" y="438"/>
                  <a:pt x="45" y="433"/>
                  <a:pt x="58" y="433"/>
                </a:cubicBezTo>
                <a:cubicBezTo>
                  <a:pt x="72" y="433"/>
                  <a:pt x="85" y="437"/>
                  <a:pt x="97" y="446"/>
                </a:cubicBezTo>
                <a:cubicBezTo>
                  <a:pt x="108" y="455"/>
                  <a:pt x="115" y="469"/>
                  <a:pt x="117" y="485"/>
                </a:cubicBezTo>
                <a:lnTo>
                  <a:pt x="117" y="492"/>
                </a:lnTo>
                <a:lnTo>
                  <a:pt x="55" y="492"/>
                </a:lnTo>
                <a:lnTo>
                  <a:pt x="55" y="49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5822280" y="464796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1" y="73"/>
                  <a:pt x="152" y="137"/>
                  <a:pt x="178" y="214"/>
                </a:cubicBezTo>
                <a:cubicBezTo>
                  <a:pt x="204" y="291"/>
                  <a:pt x="217" y="370"/>
                  <a:pt x="217" y="452"/>
                </a:cubicBezTo>
                <a:cubicBezTo>
                  <a:pt x="217" y="493"/>
                  <a:pt x="214" y="533"/>
                  <a:pt x="208" y="571"/>
                </a:cubicBezTo>
                <a:cubicBezTo>
                  <a:pt x="202" y="609"/>
                  <a:pt x="195" y="641"/>
                  <a:pt x="187" y="667"/>
                </a:cubicBezTo>
                <a:cubicBezTo>
                  <a:pt x="179" y="694"/>
                  <a:pt x="168" y="720"/>
                  <a:pt x="154" y="747"/>
                </a:cubicBezTo>
                <a:cubicBezTo>
                  <a:pt x="139" y="773"/>
                  <a:pt x="128" y="793"/>
                  <a:pt x="119" y="807"/>
                </a:cubicBezTo>
                <a:cubicBezTo>
                  <a:pt x="111" y="821"/>
                  <a:pt x="99" y="836"/>
                  <a:pt x="82" y="853"/>
                </a:cubicBezTo>
                <a:cubicBezTo>
                  <a:pt x="66" y="870"/>
                  <a:pt x="55" y="880"/>
                  <a:pt x="52" y="883"/>
                </a:cubicBezTo>
                <a:cubicBezTo>
                  <a:pt x="49" y="886"/>
                  <a:pt x="42" y="892"/>
                  <a:pt x="32" y="900"/>
                </a:cubicBezTo>
                <a:cubicBezTo>
                  <a:pt x="30" y="902"/>
                  <a:pt x="29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3" y="901"/>
                </a:cubicBezTo>
                <a:cubicBezTo>
                  <a:pt x="2" y="899"/>
                  <a:pt x="1" y="897"/>
                  <a:pt x="0" y="893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4" y="784"/>
                  <a:pt x="151" y="641"/>
                  <a:pt x="151" y="452"/>
                </a:cubicBezTo>
                <a:cubicBezTo>
                  <a:pt x="151" y="264"/>
                  <a:pt x="104" y="120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5937840" y="4647960"/>
            <a:ext cx="45000" cy="325440"/>
          </a:xfrm>
          <a:custGeom>
            <a:avLst/>
            <a:gdLst/>
            <a:ahLst/>
            <a:rect l="0" t="0" r="r" b="b"/>
            <a:pathLst>
              <a:path w="125" h="904">
                <a:moveTo>
                  <a:pt x="0" y="36"/>
                </a:moveTo>
                <a:lnTo>
                  <a:pt x="0" y="0"/>
                </a:lnTo>
                <a:lnTo>
                  <a:pt x="125" y="0"/>
                </a:lnTo>
                <a:lnTo>
                  <a:pt x="125" y="904"/>
                </a:lnTo>
                <a:lnTo>
                  <a:pt x="0" y="904"/>
                </a:lnTo>
                <a:lnTo>
                  <a:pt x="0" y="868"/>
                </a:lnTo>
                <a:lnTo>
                  <a:pt x="89" y="868"/>
                </a:lnTo>
                <a:lnTo>
                  <a:pt x="89" y="36"/>
                </a:lnTo>
                <a:lnTo>
                  <a:pt x="0" y="3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6111720" y="4702320"/>
            <a:ext cx="216720" cy="216360"/>
          </a:xfrm>
          <a:custGeom>
            <a:avLst/>
            <a:gdLst/>
            <a:ahLst/>
            <a:rect l="0" t="0" r="r" b="b"/>
            <a:pathLst>
              <a:path w="602" h="601">
                <a:moveTo>
                  <a:pt x="12" y="282"/>
                </a:moveTo>
                <a:lnTo>
                  <a:pt x="283" y="282"/>
                </a:lnTo>
                <a:lnTo>
                  <a:pt x="283" y="147"/>
                </a:lnTo>
                <a:lnTo>
                  <a:pt x="284" y="12"/>
                </a:lnTo>
                <a:cubicBezTo>
                  <a:pt x="290" y="4"/>
                  <a:pt x="296" y="0"/>
                  <a:pt x="301" y="0"/>
                </a:cubicBezTo>
                <a:cubicBezTo>
                  <a:pt x="309" y="0"/>
                  <a:pt x="315" y="4"/>
                  <a:pt x="319" y="13"/>
                </a:cubicBezTo>
                <a:lnTo>
                  <a:pt x="319" y="282"/>
                </a:lnTo>
                <a:lnTo>
                  <a:pt x="588" y="282"/>
                </a:lnTo>
                <a:cubicBezTo>
                  <a:pt x="597" y="287"/>
                  <a:pt x="602" y="293"/>
                  <a:pt x="602" y="300"/>
                </a:cubicBezTo>
                <a:cubicBezTo>
                  <a:pt x="602" y="308"/>
                  <a:pt x="597" y="314"/>
                  <a:pt x="588" y="319"/>
                </a:cubicBezTo>
                <a:lnTo>
                  <a:pt x="319" y="319"/>
                </a:lnTo>
                <a:lnTo>
                  <a:pt x="319" y="589"/>
                </a:lnTo>
                <a:cubicBezTo>
                  <a:pt x="314" y="597"/>
                  <a:pt x="309" y="601"/>
                  <a:pt x="303" y="601"/>
                </a:cubicBezTo>
                <a:lnTo>
                  <a:pt x="301" y="601"/>
                </a:lnTo>
                <a:lnTo>
                  <a:pt x="299" y="601"/>
                </a:lnTo>
                <a:cubicBezTo>
                  <a:pt x="292" y="601"/>
                  <a:pt x="287" y="597"/>
                  <a:pt x="283" y="589"/>
                </a:cubicBezTo>
                <a:lnTo>
                  <a:pt x="283" y="319"/>
                </a:lnTo>
                <a:lnTo>
                  <a:pt x="12" y="319"/>
                </a:lnTo>
                <a:cubicBezTo>
                  <a:pt x="4" y="314"/>
                  <a:pt x="0" y="308"/>
                  <a:pt x="0" y="300"/>
                </a:cubicBezTo>
                <a:cubicBezTo>
                  <a:pt x="0" y="293"/>
                  <a:pt x="4" y="287"/>
                  <a:pt x="12" y="28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6422400" y="4669920"/>
            <a:ext cx="204480" cy="222480"/>
          </a:xfrm>
          <a:custGeom>
            <a:avLst/>
            <a:gdLst/>
            <a:ahLst/>
            <a:rect l="0" t="0" r="r" b="b"/>
            <a:pathLst>
              <a:path w="568" h="618">
                <a:moveTo>
                  <a:pt x="0" y="15"/>
                </a:moveTo>
                <a:cubicBezTo>
                  <a:pt x="0" y="10"/>
                  <a:pt x="3" y="4"/>
                  <a:pt x="11" y="0"/>
                </a:cubicBezTo>
                <a:lnTo>
                  <a:pt x="514" y="0"/>
                </a:lnTo>
                <a:cubicBezTo>
                  <a:pt x="519" y="1"/>
                  <a:pt x="522" y="5"/>
                  <a:pt x="524" y="10"/>
                </a:cubicBezTo>
                <a:lnTo>
                  <a:pt x="524" y="85"/>
                </a:lnTo>
                <a:cubicBezTo>
                  <a:pt x="524" y="130"/>
                  <a:pt x="524" y="156"/>
                  <a:pt x="522" y="163"/>
                </a:cubicBezTo>
                <a:cubicBezTo>
                  <a:pt x="521" y="170"/>
                  <a:pt x="516" y="174"/>
                  <a:pt x="508" y="174"/>
                </a:cubicBezTo>
                <a:cubicBezTo>
                  <a:pt x="503" y="174"/>
                  <a:pt x="500" y="172"/>
                  <a:pt x="497" y="169"/>
                </a:cubicBezTo>
                <a:cubicBezTo>
                  <a:pt x="495" y="166"/>
                  <a:pt x="492" y="160"/>
                  <a:pt x="490" y="149"/>
                </a:cubicBezTo>
                <a:cubicBezTo>
                  <a:pt x="488" y="126"/>
                  <a:pt x="477" y="104"/>
                  <a:pt x="456" y="84"/>
                </a:cubicBezTo>
                <a:cubicBezTo>
                  <a:pt x="437" y="64"/>
                  <a:pt x="415" y="50"/>
                  <a:pt x="391" y="44"/>
                </a:cubicBezTo>
                <a:cubicBezTo>
                  <a:pt x="366" y="37"/>
                  <a:pt x="334" y="33"/>
                  <a:pt x="296" y="31"/>
                </a:cubicBezTo>
                <a:lnTo>
                  <a:pt x="243" y="31"/>
                </a:lnTo>
                <a:cubicBezTo>
                  <a:pt x="234" y="38"/>
                  <a:pt x="228" y="47"/>
                  <a:pt x="227" y="57"/>
                </a:cubicBezTo>
                <a:cubicBezTo>
                  <a:pt x="226" y="66"/>
                  <a:pt x="225" y="105"/>
                  <a:pt x="224" y="172"/>
                </a:cubicBezTo>
                <a:lnTo>
                  <a:pt x="224" y="282"/>
                </a:lnTo>
                <a:lnTo>
                  <a:pt x="239" y="282"/>
                </a:lnTo>
                <a:cubicBezTo>
                  <a:pt x="270" y="279"/>
                  <a:pt x="295" y="273"/>
                  <a:pt x="312" y="263"/>
                </a:cubicBezTo>
                <a:cubicBezTo>
                  <a:pt x="330" y="254"/>
                  <a:pt x="343" y="239"/>
                  <a:pt x="354" y="220"/>
                </a:cubicBezTo>
                <a:cubicBezTo>
                  <a:pt x="363" y="195"/>
                  <a:pt x="368" y="175"/>
                  <a:pt x="368" y="159"/>
                </a:cubicBezTo>
                <a:cubicBezTo>
                  <a:pt x="368" y="146"/>
                  <a:pt x="373" y="139"/>
                  <a:pt x="382" y="139"/>
                </a:cubicBezTo>
                <a:cubicBezTo>
                  <a:pt x="388" y="139"/>
                  <a:pt x="392" y="141"/>
                  <a:pt x="396" y="146"/>
                </a:cubicBezTo>
                <a:cubicBezTo>
                  <a:pt x="398" y="148"/>
                  <a:pt x="400" y="196"/>
                  <a:pt x="400" y="290"/>
                </a:cubicBezTo>
                <a:cubicBezTo>
                  <a:pt x="400" y="308"/>
                  <a:pt x="400" y="327"/>
                  <a:pt x="400" y="348"/>
                </a:cubicBezTo>
                <a:cubicBezTo>
                  <a:pt x="400" y="369"/>
                  <a:pt x="400" y="383"/>
                  <a:pt x="401" y="389"/>
                </a:cubicBezTo>
                <a:cubicBezTo>
                  <a:pt x="401" y="410"/>
                  <a:pt x="400" y="424"/>
                  <a:pt x="398" y="430"/>
                </a:cubicBezTo>
                <a:cubicBezTo>
                  <a:pt x="396" y="436"/>
                  <a:pt x="391" y="439"/>
                  <a:pt x="383" y="439"/>
                </a:cubicBezTo>
                <a:cubicBezTo>
                  <a:pt x="373" y="440"/>
                  <a:pt x="368" y="434"/>
                  <a:pt x="368" y="421"/>
                </a:cubicBezTo>
                <a:cubicBezTo>
                  <a:pt x="368" y="407"/>
                  <a:pt x="364" y="391"/>
                  <a:pt x="355" y="373"/>
                </a:cubicBezTo>
                <a:cubicBezTo>
                  <a:pt x="338" y="339"/>
                  <a:pt x="301" y="319"/>
                  <a:pt x="245" y="315"/>
                </a:cubicBezTo>
                <a:lnTo>
                  <a:pt x="224" y="315"/>
                </a:lnTo>
                <a:lnTo>
                  <a:pt x="224" y="436"/>
                </a:lnTo>
                <a:cubicBezTo>
                  <a:pt x="224" y="452"/>
                  <a:pt x="225" y="472"/>
                  <a:pt x="225" y="496"/>
                </a:cubicBezTo>
                <a:cubicBezTo>
                  <a:pt x="225" y="533"/>
                  <a:pt x="226" y="555"/>
                  <a:pt x="227" y="562"/>
                </a:cubicBezTo>
                <a:cubicBezTo>
                  <a:pt x="228" y="569"/>
                  <a:pt x="233" y="576"/>
                  <a:pt x="240" y="583"/>
                </a:cubicBezTo>
                <a:cubicBezTo>
                  <a:pt x="242" y="584"/>
                  <a:pt x="243" y="585"/>
                  <a:pt x="243" y="586"/>
                </a:cubicBezTo>
                <a:lnTo>
                  <a:pt x="288" y="586"/>
                </a:lnTo>
                <a:cubicBezTo>
                  <a:pt x="329" y="586"/>
                  <a:pt x="365" y="581"/>
                  <a:pt x="394" y="572"/>
                </a:cubicBezTo>
                <a:cubicBezTo>
                  <a:pt x="468" y="546"/>
                  <a:pt x="514" y="507"/>
                  <a:pt x="532" y="456"/>
                </a:cubicBezTo>
                <a:cubicBezTo>
                  <a:pt x="534" y="441"/>
                  <a:pt x="540" y="434"/>
                  <a:pt x="550" y="434"/>
                </a:cubicBezTo>
                <a:cubicBezTo>
                  <a:pt x="556" y="434"/>
                  <a:pt x="559" y="436"/>
                  <a:pt x="562" y="439"/>
                </a:cubicBezTo>
                <a:cubicBezTo>
                  <a:pt x="565" y="443"/>
                  <a:pt x="567" y="447"/>
                  <a:pt x="568" y="452"/>
                </a:cubicBezTo>
                <a:cubicBezTo>
                  <a:pt x="566" y="453"/>
                  <a:pt x="562" y="480"/>
                  <a:pt x="552" y="531"/>
                </a:cubicBezTo>
                <a:cubicBezTo>
                  <a:pt x="544" y="583"/>
                  <a:pt x="538" y="611"/>
                  <a:pt x="534" y="614"/>
                </a:cubicBezTo>
                <a:lnTo>
                  <a:pt x="531" y="618"/>
                </a:lnTo>
                <a:lnTo>
                  <a:pt x="11" y="618"/>
                </a:lnTo>
                <a:cubicBezTo>
                  <a:pt x="3" y="614"/>
                  <a:pt x="0" y="609"/>
                  <a:pt x="0" y="603"/>
                </a:cubicBezTo>
                <a:cubicBezTo>
                  <a:pt x="0" y="591"/>
                  <a:pt x="11" y="586"/>
                  <a:pt x="35" y="586"/>
                </a:cubicBezTo>
                <a:cubicBezTo>
                  <a:pt x="60" y="584"/>
                  <a:pt x="73" y="579"/>
                  <a:pt x="76" y="570"/>
                </a:cubicBezTo>
                <a:cubicBezTo>
                  <a:pt x="79" y="565"/>
                  <a:pt x="81" y="478"/>
                  <a:pt x="81" y="309"/>
                </a:cubicBezTo>
                <a:cubicBezTo>
                  <a:pt x="81" y="139"/>
                  <a:pt x="79" y="52"/>
                  <a:pt x="76" y="46"/>
                </a:cubicBezTo>
                <a:cubicBezTo>
                  <a:pt x="73" y="38"/>
                  <a:pt x="59" y="33"/>
                  <a:pt x="35" y="31"/>
                </a:cubicBezTo>
                <a:cubicBezTo>
                  <a:pt x="11" y="31"/>
                  <a:pt x="0" y="26"/>
                  <a:pt x="0" y="15"/>
                </a:cubicBezTo>
                <a:moveTo>
                  <a:pt x="113" y="309"/>
                </a:moveTo>
                <a:cubicBezTo>
                  <a:pt x="113" y="436"/>
                  <a:pt x="112" y="512"/>
                  <a:pt x="112" y="537"/>
                </a:cubicBezTo>
                <a:cubicBezTo>
                  <a:pt x="111" y="562"/>
                  <a:pt x="109" y="578"/>
                  <a:pt x="106" y="584"/>
                </a:cubicBezTo>
                <a:cubicBezTo>
                  <a:pt x="106" y="584"/>
                  <a:pt x="105" y="585"/>
                  <a:pt x="105" y="586"/>
                </a:cubicBezTo>
                <a:lnTo>
                  <a:pt x="201" y="586"/>
                </a:lnTo>
                <a:cubicBezTo>
                  <a:pt x="200" y="582"/>
                  <a:pt x="199" y="578"/>
                  <a:pt x="197" y="574"/>
                </a:cubicBezTo>
                <a:lnTo>
                  <a:pt x="193" y="562"/>
                </a:lnTo>
                <a:lnTo>
                  <a:pt x="193" y="54"/>
                </a:lnTo>
                <a:lnTo>
                  <a:pt x="197" y="43"/>
                </a:lnTo>
                <a:lnTo>
                  <a:pt x="201" y="31"/>
                </a:lnTo>
                <a:lnTo>
                  <a:pt x="105" y="31"/>
                </a:lnTo>
                <a:cubicBezTo>
                  <a:pt x="107" y="35"/>
                  <a:pt x="108" y="38"/>
                  <a:pt x="109" y="40"/>
                </a:cubicBezTo>
                <a:cubicBezTo>
                  <a:pt x="110" y="42"/>
                  <a:pt x="110" y="53"/>
                  <a:pt x="111" y="72"/>
                </a:cubicBezTo>
                <a:cubicBezTo>
                  <a:pt x="111" y="91"/>
                  <a:pt x="112" y="117"/>
                  <a:pt x="113" y="149"/>
                </a:cubicBezTo>
                <a:cubicBezTo>
                  <a:pt x="113" y="182"/>
                  <a:pt x="113" y="235"/>
                  <a:pt x="113" y="309"/>
                </a:cubicBezTo>
                <a:moveTo>
                  <a:pt x="492" y="72"/>
                </a:moveTo>
                <a:lnTo>
                  <a:pt x="492" y="31"/>
                </a:lnTo>
                <a:lnTo>
                  <a:pt x="444" y="31"/>
                </a:lnTo>
                <a:cubicBezTo>
                  <a:pt x="444" y="32"/>
                  <a:pt x="447" y="35"/>
                  <a:pt x="454" y="39"/>
                </a:cubicBezTo>
                <a:cubicBezTo>
                  <a:pt x="461" y="42"/>
                  <a:pt x="469" y="48"/>
                  <a:pt x="478" y="57"/>
                </a:cubicBezTo>
                <a:lnTo>
                  <a:pt x="492" y="72"/>
                </a:lnTo>
                <a:moveTo>
                  <a:pt x="368" y="331"/>
                </a:moveTo>
                <a:lnTo>
                  <a:pt x="368" y="258"/>
                </a:lnTo>
                <a:lnTo>
                  <a:pt x="355" y="270"/>
                </a:lnTo>
                <a:cubicBezTo>
                  <a:pt x="348" y="278"/>
                  <a:pt x="340" y="284"/>
                  <a:pt x="332" y="288"/>
                </a:cubicBezTo>
                <a:lnTo>
                  <a:pt x="319" y="297"/>
                </a:lnTo>
                <a:cubicBezTo>
                  <a:pt x="324" y="300"/>
                  <a:pt x="328" y="302"/>
                  <a:pt x="334" y="305"/>
                </a:cubicBezTo>
                <a:cubicBezTo>
                  <a:pt x="345" y="313"/>
                  <a:pt x="353" y="318"/>
                  <a:pt x="358" y="321"/>
                </a:cubicBezTo>
                <a:lnTo>
                  <a:pt x="368" y="331"/>
                </a:lnTo>
                <a:moveTo>
                  <a:pt x="514" y="562"/>
                </a:moveTo>
                <a:lnTo>
                  <a:pt x="518" y="538"/>
                </a:lnTo>
                <a:cubicBezTo>
                  <a:pt x="517" y="538"/>
                  <a:pt x="516" y="539"/>
                  <a:pt x="514" y="542"/>
                </a:cubicBezTo>
                <a:cubicBezTo>
                  <a:pt x="499" y="555"/>
                  <a:pt x="482" y="567"/>
                  <a:pt x="464" y="576"/>
                </a:cubicBezTo>
                <a:lnTo>
                  <a:pt x="450" y="584"/>
                </a:lnTo>
                <a:lnTo>
                  <a:pt x="478" y="586"/>
                </a:lnTo>
                <a:lnTo>
                  <a:pt x="510" y="586"/>
                </a:lnTo>
                <a:cubicBezTo>
                  <a:pt x="510" y="585"/>
                  <a:pt x="510" y="584"/>
                  <a:pt x="511" y="582"/>
                </a:cubicBezTo>
                <a:cubicBezTo>
                  <a:pt x="511" y="580"/>
                  <a:pt x="512" y="577"/>
                  <a:pt x="512" y="573"/>
                </a:cubicBezTo>
                <a:cubicBezTo>
                  <a:pt x="513" y="569"/>
                  <a:pt x="514" y="565"/>
                  <a:pt x="514" y="56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6653160" y="4847040"/>
            <a:ext cx="99360" cy="102600"/>
          </a:xfrm>
          <a:custGeom>
            <a:avLst/>
            <a:gdLst/>
            <a:ahLst/>
            <a:rect l="0" t="0" r="r" b="b"/>
            <a:pathLst>
              <a:path w="276" h="285">
                <a:moveTo>
                  <a:pt x="10" y="116"/>
                </a:moveTo>
                <a:cubicBezTo>
                  <a:pt x="10" y="116"/>
                  <a:pt x="12" y="97"/>
                  <a:pt x="15" y="61"/>
                </a:cubicBezTo>
                <a:cubicBezTo>
                  <a:pt x="18" y="25"/>
                  <a:pt x="19" y="6"/>
                  <a:pt x="19" y="5"/>
                </a:cubicBezTo>
                <a:lnTo>
                  <a:pt x="19" y="0"/>
                </a:lnTo>
                <a:lnTo>
                  <a:pt x="142" y="0"/>
                </a:lnTo>
                <a:cubicBezTo>
                  <a:pt x="157" y="0"/>
                  <a:pt x="175" y="0"/>
                  <a:pt x="195" y="0"/>
                </a:cubicBezTo>
                <a:cubicBezTo>
                  <a:pt x="215" y="0"/>
                  <a:pt x="228" y="0"/>
                  <a:pt x="232" y="0"/>
                </a:cubicBezTo>
                <a:cubicBezTo>
                  <a:pt x="252" y="0"/>
                  <a:pt x="264" y="1"/>
                  <a:pt x="268" y="2"/>
                </a:cubicBezTo>
                <a:cubicBezTo>
                  <a:pt x="272" y="4"/>
                  <a:pt x="274" y="9"/>
                  <a:pt x="274" y="17"/>
                </a:cubicBezTo>
                <a:cubicBezTo>
                  <a:pt x="274" y="22"/>
                  <a:pt x="273" y="25"/>
                  <a:pt x="273" y="26"/>
                </a:cubicBezTo>
                <a:cubicBezTo>
                  <a:pt x="272" y="28"/>
                  <a:pt x="244" y="65"/>
                  <a:pt x="189" y="138"/>
                </a:cubicBezTo>
                <a:cubicBezTo>
                  <a:pt x="135" y="210"/>
                  <a:pt x="106" y="247"/>
                  <a:pt x="105" y="249"/>
                </a:cubicBezTo>
                <a:lnTo>
                  <a:pt x="132" y="249"/>
                </a:lnTo>
                <a:cubicBezTo>
                  <a:pt x="142" y="248"/>
                  <a:pt x="148" y="248"/>
                  <a:pt x="152" y="248"/>
                </a:cubicBezTo>
                <a:cubicBezTo>
                  <a:pt x="155" y="248"/>
                  <a:pt x="161" y="248"/>
                  <a:pt x="170" y="247"/>
                </a:cubicBezTo>
                <a:cubicBezTo>
                  <a:pt x="179" y="246"/>
                  <a:pt x="185" y="244"/>
                  <a:pt x="188" y="242"/>
                </a:cubicBezTo>
                <a:cubicBezTo>
                  <a:pt x="191" y="240"/>
                  <a:pt x="196" y="238"/>
                  <a:pt x="203" y="235"/>
                </a:cubicBezTo>
                <a:cubicBezTo>
                  <a:pt x="210" y="232"/>
                  <a:pt x="214" y="227"/>
                  <a:pt x="217" y="221"/>
                </a:cubicBezTo>
                <a:cubicBezTo>
                  <a:pt x="219" y="215"/>
                  <a:pt x="222" y="209"/>
                  <a:pt x="226" y="202"/>
                </a:cubicBezTo>
                <a:cubicBezTo>
                  <a:pt x="229" y="195"/>
                  <a:pt x="232" y="186"/>
                  <a:pt x="233" y="175"/>
                </a:cubicBezTo>
                <a:cubicBezTo>
                  <a:pt x="235" y="164"/>
                  <a:pt x="236" y="154"/>
                  <a:pt x="236" y="146"/>
                </a:cubicBezTo>
                <a:cubicBezTo>
                  <a:pt x="236" y="145"/>
                  <a:pt x="243" y="145"/>
                  <a:pt x="256" y="145"/>
                </a:cubicBezTo>
                <a:lnTo>
                  <a:pt x="276" y="145"/>
                </a:lnTo>
                <a:lnTo>
                  <a:pt x="276" y="149"/>
                </a:lnTo>
                <a:cubicBezTo>
                  <a:pt x="275" y="150"/>
                  <a:pt x="273" y="172"/>
                  <a:pt x="270" y="215"/>
                </a:cubicBezTo>
                <a:cubicBezTo>
                  <a:pt x="266" y="257"/>
                  <a:pt x="265" y="280"/>
                  <a:pt x="264" y="281"/>
                </a:cubicBezTo>
                <a:lnTo>
                  <a:pt x="264" y="285"/>
                </a:lnTo>
                <a:lnTo>
                  <a:pt x="137" y="285"/>
                </a:lnTo>
                <a:cubicBezTo>
                  <a:pt x="52" y="285"/>
                  <a:pt x="9" y="284"/>
                  <a:pt x="7" y="283"/>
                </a:cubicBezTo>
                <a:cubicBezTo>
                  <a:pt x="3" y="281"/>
                  <a:pt x="0" y="276"/>
                  <a:pt x="0" y="267"/>
                </a:cubicBezTo>
                <a:lnTo>
                  <a:pt x="0" y="264"/>
                </a:lnTo>
                <a:cubicBezTo>
                  <a:pt x="0" y="259"/>
                  <a:pt x="2" y="255"/>
                  <a:pt x="5" y="250"/>
                </a:cubicBezTo>
                <a:cubicBezTo>
                  <a:pt x="9" y="246"/>
                  <a:pt x="19" y="233"/>
                  <a:pt x="34" y="212"/>
                </a:cubicBezTo>
                <a:cubicBezTo>
                  <a:pt x="54" y="188"/>
                  <a:pt x="71" y="165"/>
                  <a:pt x="85" y="145"/>
                </a:cubicBezTo>
                <a:lnTo>
                  <a:pt x="171" y="33"/>
                </a:lnTo>
                <a:lnTo>
                  <a:pt x="144" y="33"/>
                </a:lnTo>
                <a:cubicBezTo>
                  <a:pt x="116" y="33"/>
                  <a:pt x="96" y="36"/>
                  <a:pt x="86" y="41"/>
                </a:cubicBezTo>
                <a:cubicBezTo>
                  <a:pt x="69" y="50"/>
                  <a:pt x="58" y="66"/>
                  <a:pt x="54" y="90"/>
                </a:cubicBezTo>
                <a:cubicBezTo>
                  <a:pt x="52" y="100"/>
                  <a:pt x="51" y="110"/>
                  <a:pt x="51" y="120"/>
                </a:cubicBezTo>
                <a:cubicBezTo>
                  <a:pt x="51" y="121"/>
                  <a:pt x="44" y="122"/>
                  <a:pt x="31" y="122"/>
                </a:cubicBezTo>
                <a:lnTo>
                  <a:pt x="10" y="122"/>
                </a:lnTo>
                <a:lnTo>
                  <a:pt x="10" y="11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6775920" y="4864680"/>
            <a:ext cx="153720" cy="54360"/>
          </a:xfrm>
          <a:custGeom>
            <a:avLst/>
            <a:gdLst/>
            <a:ahLst/>
            <a:rect l="0" t="0" r="r" b="b"/>
            <a:pathLst>
              <a:path w="427" h="151">
                <a:moveTo>
                  <a:pt x="0" y="130"/>
                </a:moveTo>
                <a:cubicBezTo>
                  <a:pt x="0" y="97"/>
                  <a:pt x="10" y="67"/>
                  <a:pt x="29" y="41"/>
                </a:cubicBezTo>
                <a:cubicBezTo>
                  <a:pt x="49" y="14"/>
                  <a:pt x="75" y="0"/>
                  <a:pt x="108" y="0"/>
                </a:cubicBezTo>
                <a:cubicBezTo>
                  <a:pt x="124" y="0"/>
                  <a:pt x="139" y="4"/>
                  <a:pt x="155" y="12"/>
                </a:cubicBezTo>
                <a:cubicBezTo>
                  <a:pt x="170" y="20"/>
                  <a:pt x="184" y="29"/>
                  <a:pt x="197" y="41"/>
                </a:cubicBezTo>
                <a:cubicBezTo>
                  <a:pt x="210" y="52"/>
                  <a:pt x="222" y="63"/>
                  <a:pt x="235" y="74"/>
                </a:cubicBezTo>
                <a:cubicBezTo>
                  <a:pt x="247" y="84"/>
                  <a:pt x="260" y="94"/>
                  <a:pt x="275" y="102"/>
                </a:cubicBezTo>
                <a:cubicBezTo>
                  <a:pt x="289" y="110"/>
                  <a:pt x="304" y="114"/>
                  <a:pt x="319" y="114"/>
                </a:cubicBezTo>
                <a:cubicBezTo>
                  <a:pt x="346" y="114"/>
                  <a:pt x="367" y="104"/>
                  <a:pt x="384" y="84"/>
                </a:cubicBezTo>
                <a:cubicBezTo>
                  <a:pt x="401" y="64"/>
                  <a:pt x="409" y="42"/>
                  <a:pt x="409" y="19"/>
                </a:cubicBezTo>
                <a:cubicBezTo>
                  <a:pt x="409" y="14"/>
                  <a:pt x="410" y="10"/>
                  <a:pt x="411" y="6"/>
                </a:cubicBezTo>
                <a:cubicBezTo>
                  <a:pt x="413" y="3"/>
                  <a:pt x="415" y="1"/>
                  <a:pt x="418" y="0"/>
                </a:cubicBezTo>
                <a:cubicBezTo>
                  <a:pt x="424" y="0"/>
                  <a:pt x="427" y="7"/>
                  <a:pt x="427" y="22"/>
                </a:cubicBezTo>
                <a:cubicBezTo>
                  <a:pt x="427" y="53"/>
                  <a:pt x="417" y="82"/>
                  <a:pt x="398" y="109"/>
                </a:cubicBezTo>
                <a:cubicBezTo>
                  <a:pt x="379" y="137"/>
                  <a:pt x="354" y="150"/>
                  <a:pt x="325" y="150"/>
                </a:cubicBezTo>
                <a:lnTo>
                  <a:pt x="319" y="150"/>
                </a:lnTo>
                <a:cubicBezTo>
                  <a:pt x="304" y="150"/>
                  <a:pt x="288" y="146"/>
                  <a:pt x="273" y="139"/>
                </a:cubicBezTo>
                <a:cubicBezTo>
                  <a:pt x="258" y="131"/>
                  <a:pt x="243" y="122"/>
                  <a:pt x="230" y="110"/>
                </a:cubicBezTo>
                <a:cubicBezTo>
                  <a:pt x="217" y="99"/>
                  <a:pt x="204" y="87"/>
                  <a:pt x="192" y="76"/>
                </a:cubicBezTo>
                <a:cubicBezTo>
                  <a:pt x="181" y="65"/>
                  <a:pt x="167" y="56"/>
                  <a:pt x="152" y="48"/>
                </a:cubicBezTo>
                <a:cubicBezTo>
                  <a:pt x="137" y="40"/>
                  <a:pt x="123" y="36"/>
                  <a:pt x="108" y="36"/>
                </a:cubicBezTo>
                <a:cubicBezTo>
                  <a:pt x="88" y="36"/>
                  <a:pt x="72" y="42"/>
                  <a:pt x="57" y="52"/>
                </a:cubicBezTo>
                <a:cubicBezTo>
                  <a:pt x="42" y="64"/>
                  <a:pt x="32" y="79"/>
                  <a:pt x="26" y="96"/>
                </a:cubicBezTo>
                <a:cubicBezTo>
                  <a:pt x="21" y="112"/>
                  <a:pt x="17" y="126"/>
                  <a:pt x="16" y="136"/>
                </a:cubicBezTo>
                <a:cubicBezTo>
                  <a:pt x="15" y="146"/>
                  <a:pt x="12" y="151"/>
                  <a:pt x="9" y="151"/>
                </a:cubicBezTo>
                <a:cubicBezTo>
                  <a:pt x="3" y="151"/>
                  <a:pt x="0" y="144"/>
                  <a:pt x="0" y="13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6933240" y="4847400"/>
            <a:ext cx="123480" cy="146160"/>
          </a:xfrm>
          <a:custGeom>
            <a:avLst/>
            <a:gdLst/>
            <a:ahLst/>
            <a:rect l="0" t="0" r="r" b="b"/>
            <a:pathLst>
              <a:path w="343" h="406">
                <a:moveTo>
                  <a:pt x="39" y="99"/>
                </a:moveTo>
                <a:cubicBezTo>
                  <a:pt x="40" y="97"/>
                  <a:pt x="40" y="96"/>
                  <a:pt x="40" y="93"/>
                </a:cubicBezTo>
                <a:cubicBezTo>
                  <a:pt x="41" y="91"/>
                  <a:pt x="42" y="87"/>
                  <a:pt x="44" y="79"/>
                </a:cubicBezTo>
                <a:cubicBezTo>
                  <a:pt x="45" y="72"/>
                  <a:pt x="47" y="66"/>
                  <a:pt x="50" y="60"/>
                </a:cubicBezTo>
                <a:cubicBezTo>
                  <a:pt x="52" y="54"/>
                  <a:pt x="56" y="47"/>
                  <a:pt x="60" y="39"/>
                </a:cubicBezTo>
                <a:cubicBezTo>
                  <a:pt x="63" y="30"/>
                  <a:pt x="69" y="24"/>
                  <a:pt x="73" y="19"/>
                </a:cubicBezTo>
                <a:cubicBezTo>
                  <a:pt x="78" y="15"/>
                  <a:pt x="83" y="10"/>
                  <a:pt x="90" y="5"/>
                </a:cubicBezTo>
                <a:cubicBezTo>
                  <a:pt x="96" y="1"/>
                  <a:pt x="103" y="-1"/>
                  <a:pt x="111" y="0"/>
                </a:cubicBezTo>
                <a:cubicBezTo>
                  <a:pt x="143" y="0"/>
                  <a:pt x="163" y="13"/>
                  <a:pt x="172" y="40"/>
                </a:cubicBezTo>
                <a:lnTo>
                  <a:pt x="179" y="35"/>
                </a:lnTo>
                <a:cubicBezTo>
                  <a:pt x="205" y="11"/>
                  <a:pt x="230" y="0"/>
                  <a:pt x="254" y="0"/>
                </a:cubicBezTo>
                <a:cubicBezTo>
                  <a:pt x="282" y="0"/>
                  <a:pt x="303" y="10"/>
                  <a:pt x="319" y="30"/>
                </a:cubicBezTo>
                <a:cubicBezTo>
                  <a:pt x="335" y="50"/>
                  <a:pt x="343" y="74"/>
                  <a:pt x="343" y="102"/>
                </a:cubicBezTo>
                <a:cubicBezTo>
                  <a:pt x="343" y="149"/>
                  <a:pt x="326" y="192"/>
                  <a:pt x="294" y="230"/>
                </a:cubicBezTo>
                <a:cubicBezTo>
                  <a:pt x="262" y="269"/>
                  <a:pt x="225" y="289"/>
                  <a:pt x="184" y="289"/>
                </a:cubicBezTo>
                <a:cubicBezTo>
                  <a:pt x="175" y="289"/>
                  <a:pt x="167" y="288"/>
                  <a:pt x="159" y="285"/>
                </a:cubicBezTo>
                <a:cubicBezTo>
                  <a:pt x="155" y="283"/>
                  <a:pt x="150" y="280"/>
                  <a:pt x="145" y="276"/>
                </a:cubicBezTo>
                <a:cubicBezTo>
                  <a:pt x="140" y="271"/>
                  <a:pt x="136" y="268"/>
                  <a:pt x="133" y="265"/>
                </a:cubicBezTo>
                <a:lnTo>
                  <a:pt x="128" y="260"/>
                </a:lnTo>
                <a:cubicBezTo>
                  <a:pt x="128" y="260"/>
                  <a:pt x="123" y="279"/>
                  <a:pt x="114" y="315"/>
                </a:cubicBezTo>
                <a:cubicBezTo>
                  <a:pt x="105" y="352"/>
                  <a:pt x="101" y="370"/>
                  <a:pt x="101" y="371"/>
                </a:cubicBezTo>
                <a:cubicBezTo>
                  <a:pt x="101" y="373"/>
                  <a:pt x="102" y="375"/>
                  <a:pt x="106" y="375"/>
                </a:cubicBezTo>
                <a:cubicBezTo>
                  <a:pt x="109" y="376"/>
                  <a:pt x="117" y="376"/>
                  <a:pt x="129" y="377"/>
                </a:cubicBezTo>
                <a:lnTo>
                  <a:pt x="145" y="377"/>
                </a:lnTo>
                <a:cubicBezTo>
                  <a:pt x="148" y="380"/>
                  <a:pt x="149" y="382"/>
                  <a:pt x="149" y="383"/>
                </a:cubicBezTo>
                <a:cubicBezTo>
                  <a:pt x="149" y="384"/>
                  <a:pt x="149" y="388"/>
                  <a:pt x="147" y="394"/>
                </a:cubicBezTo>
                <a:cubicBezTo>
                  <a:pt x="146" y="399"/>
                  <a:pt x="145" y="403"/>
                  <a:pt x="143" y="404"/>
                </a:cubicBezTo>
                <a:cubicBezTo>
                  <a:pt x="142" y="405"/>
                  <a:pt x="139" y="406"/>
                  <a:pt x="135" y="406"/>
                </a:cubicBezTo>
                <a:cubicBezTo>
                  <a:pt x="134" y="406"/>
                  <a:pt x="132" y="406"/>
                  <a:pt x="128" y="406"/>
                </a:cubicBezTo>
                <a:cubicBezTo>
                  <a:pt x="124" y="406"/>
                  <a:pt x="117" y="406"/>
                  <a:pt x="106" y="406"/>
                </a:cubicBezTo>
                <a:cubicBezTo>
                  <a:pt x="96" y="405"/>
                  <a:pt x="83" y="405"/>
                  <a:pt x="67" y="405"/>
                </a:cubicBezTo>
                <a:cubicBezTo>
                  <a:pt x="36" y="405"/>
                  <a:pt x="17" y="406"/>
                  <a:pt x="9" y="406"/>
                </a:cubicBezTo>
                <a:lnTo>
                  <a:pt x="4" y="406"/>
                </a:lnTo>
                <a:cubicBezTo>
                  <a:pt x="1" y="403"/>
                  <a:pt x="0" y="401"/>
                  <a:pt x="0" y="399"/>
                </a:cubicBezTo>
                <a:cubicBezTo>
                  <a:pt x="0" y="388"/>
                  <a:pt x="3" y="381"/>
                  <a:pt x="8" y="377"/>
                </a:cubicBezTo>
                <a:lnTo>
                  <a:pt x="21" y="377"/>
                </a:lnTo>
                <a:cubicBezTo>
                  <a:pt x="35" y="377"/>
                  <a:pt x="43" y="374"/>
                  <a:pt x="45" y="369"/>
                </a:cubicBezTo>
                <a:cubicBezTo>
                  <a:pt x="47" y="367"/>
                  <a:pt x="60" y="316"/>
                  <a:pt x="85" y="217"/>
                </a:cubicBezTo>
                <a:cubicBezTo>
                  <a:pt x="110" y="117"/>
                  <a:pt x="123" y="64"/>
                  <a:pt x="124" y="58"/>
                </a:cubicBezTo>
                <a:cubicBezTo>
                  <a:pt x="125" y="56"/>
                  <a:pt x="125" y="53"/>
                  <a:pt x="125" y="49"/>
                </a:cubicBezTo>
                <a:cubicBezTo>
                  <a:pt x="125" y="32"/>
                  <a:pt x="120" y="23"/>
                  <a:pt x="109" y="23"/>
                </a:cubicBezTo>
                <a:cubicBezTo>
                  <a:pt x="100" y="23"/>
                  <a:pt x="92" y="29"/>
                  <a:pt x="85" y="41"/>
                </a:cubicBezTo>
                <a:cubicBezTo>
                  <a:pt x="79" y="53"/>
                  <a:pt x="74" y="66"/>
                  <a:pt x="71" y="80"/>
                </a:cubicBezTo>
                <a:cubicBezTo>
                  <a:pt x="67" y="94"/>
                  <a:pt x="65" y="102"/>
                  <a:pt x="62" y="103"/>
                </a:cubicBezTo>
                <a:cubicBezTo>
                  <a:pt x="61" y="104"/>
                  <a:pt x="58" y="104"/>
                  <a:pt x="52" y="104"/>
                </a:cubicBezTo>
                <a:lnTo>
                  <a:pt x="43" y="104"/>
                </a:lnTo>
                <a:cubicBezTo>
                  <a:pt x="40" y="102"/>
                  <a:pt x="39" y="100"/>
                  <a:pt x="39" y="99"/>
                </a:cubicBezTo>
                <a:moveTo>
                  <a:pt x="139" y="218"/>
                </a:moveTo>
                <a:cubicBezTo>
                  <a:pt x="148" y="250"/>
                  <a:pt x="164" y="266"/>
                  <a:pt x="186" y="266"/>
                </a:cubicBezTo>
                <a:cubicBezTo>
                  <a:pt x="199" y="266"/>
                  <a:pt x="211" y="261"/>
                  <a:pt x="223" y="251"/>
                </a:cubicBezTo>
                <a:cubicBezTo>
                  <a:pt x="235" y="242"/>
                  <a:pt x="245" y="229"/>
                  <a:pt x="253" y="214"/>
                </a:cubicBezTo>
                <a:cubicBezTo>
                  <a:pt x="260" y="200"/>
                  <a:pt x="268" y="177"/>
                  <a:pt x="276" y="145"/>
                </a:cubicBezTo>
                <a:cubicBezTo>
                  <a:pt x="283" y="113"/>
                  <a:pt x="287" y="90"/>
                  <a:pt x="288" y="74"/>
                </a:cubicBezTo>
                <a:lnTo>
                  <a:pt x="288" y="70"/>
                </a:lnTo>
                <a:cubicBezTo>
                  <a:pt x="288" y="39"/>
                  <a:pt x="275" y="23"/>
                  <a:pt x="249" y="23"/>
                </a:cubicBezTo>
                <a:cubicBezTo>
                  <a:pt x="244" y="23"/>
                  <a:pt x="239" y="24"/>
                  <a:pt x="235" y="25"/>
                </a:cubicBezTo>
                <a:cubicBezTo>
                  <a:pt x="230" y="26"/>
                  <a:pt x="225" y="28"/>
                  <a:pt x="221" y="31"/>
                </a:cubicBezTo>
                <a:cubicBezTo>
                  <a:pt x="216" y="33"/>
                  <a:pt x="212" y="36"/>
                  <a:pt x="208" y="39"/>
                </a:cubicBezTo>
                <a:cubicBezTo>
                  <a:pt x="204" y="42"/>
                  <a:pt x="200" y="45"/>
                  <a:pt x="197" y="49"/>
                </a:cubicBezTo>
                <a:cubicBezTo>
                  <a:pt x="194" y="52"/>
                  <a:pt x="190" y="55"/>
                  <a:pt x="188" y="58"/>
                </a:cubicBezTo>
                <a:cubicBezTo>
                  <a:pt x="185" y="61"/>
                  <a:pt x="182" y="64"/>
                  <a:pt x="180" y="67"/>
                </a:cubicBezTo>
                <a:cubicBezTo>
                  <a:pt x="179" y="70"/>
                  <a:pt x="177" y="72"/>
                  <a:pt x="175" y="74"/>
                </a:cubicBezTo>
                <a:lnTo>
                  <a:pt x="173" y="76"/>
                </a:lnTo>
                <a:cubicBezTo>
                  <a:pt x="173" y="77"/>
                  <a:pt x="173" y="80"/>
                  <a:pt x="172" y="85"/>
                </a:cubicBezTo>
                <a:cubicBezTo>
                  <a:pt x="170" y="91"/>
                  <a:pt x="168" y="100"/>
                  <a:pt x="165" y="113"/>
                </a:cubicBezTo>
                <a:cubicBezTo>
                  <a:pt x="161" y="126"/>
                  <a:pt x="158" y="138"/>
                  <a:pt x="156" y="147"/>
                </a:cubicBezTo>
                <a:cubicBezTo>
                  <a:pt x="145" y="192"/>
                  <a:pt x="139" y="216"/>
                  <a:pt x="139" y="21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7079040" y="4776840"/>
            <a:ext cx="55440" cy="230040"/>
          </a:xfrm>
          <a:custGeom>
            <a:avLst/>
            <a:gdLst/>
            <a:ahLst/>
            <a:rect l="0" t="0" r="r" b="b"/>
            <a:pathLst>
              <a:path w="154" h="639">
                <a:moveTo>
                  <a:pt x="0" y="319"/>
                </a:moveTo>
                <a:cubicBezTo>
                  <a:pt x="0" y="290"/>
                  <a:pt x="3" y="262"/>
                  <a:pt x="7" y="236"/>
                </a:cubicBezTo>
                <a:cubicBezTo>
                  <a:pt x="11" y="209"/>
                  <a:pt x="16" y="186"/>
                  <a:pt x="22" y="167"/>
                </a:cubicBezTo>
                <a:cubicBezTo>
                  <a:pt x="28" y="148"/>
                  <a:pt x="36" y="129"/>
                  <a:pt x="46" y="111"/>
                </a:cubicBezTo>
                <a:cubicBezTo>
                  <a:pt x="56" y="93"/>
                  <a:pt x="64" y="79"/>
                  <a:pt x="70" y="68"/>
                </a:cubicBezTo>
                <a:cubicBezTo>
                  <a:pt x="76" y="58"/>
                  <a:pt x="85" y="47"/>
                  <a:pt x="97" y="35"/>
                </a:cubicBezTo>
                <a:cubicBezTo>
                  <a:pt x="109" y="23"/>
                  <a:pt x="116" y="16"/>
                  <a:pt x="118" y="13"/>
                </a:cubicBezTo>
                <a:cubicBezTo>
                  <a:pt x="120" y="11"/>
                  <a:pt x="126" y="6"/>
                  <a:pt x="134" y="0"/>
                </a:cubicBezTo>
                <a:lnTo>
                  <a:pt x="142" y="0"/>
                </a:lnTo>
                <a:lnTo>
                  <a:pt x="145" y="0"/>
                </a:lnTo>
                <a:cubicBezTo>
                  <a:pt x="151" y="0"/>
                  <a:pt x="154" y="2"/>
                  <a:pt x="154" y="6"/>
                </a:cubicBezTo>
                <a:cubicBezTo>
                  <a:pt x="154" y="7"/>
                  <a:pt x="150" y="12"/>
                  <a:pt x="143" y="19"/>
                </a:cubicBezTo>
                <a:cubicBezTo>
                  <a:pt x="136" y="27"/>
                  <a:pt x="127" y="38"/>
                  <a:pt x="117" y="53"/>
                </a:cubicBezTo>
                <a:cubicBezTo>
                  <a:pt x="107" y="68"/>
                  <a:pt x="96" y="86"/>
                  <a:pt x="86" y="108"/>
                </a:cubicBezTo>
                <a:cubicBezTo>
                  <a:pt x="75" y="130"/>
                  <a:pt x="66" y="159"/>
                  <a:pt x="59" y="196"/>
                </a:cubicBezTo>
                <a:cubicBezTo>
                  <a:pt x="52" y="233"/>
                  <a:pt x="48" y="274"/>
                  <a:pt x="48" y="319"/>
                </a:cubicBezTo>
                <a:cubicBezTo>
                  <a:pt x="48" y="364"/>
                  <a:pt x="52" y="405"/>
                  <a:pt x="59" y="442"/>
                </a:cubicBezTo>
                <a:cubicBezTo>
                  <a:pt x="66" y="479"/>
                  <a:pt x="75" y="509"/>
                  <a:pt x="85" y="531"/>
                </a:cubicBezTo>
                <a:cubicBezTo>
                  <a:pt x="95" y="554"/>
                  <a:pt x="106" y="572"/>
                  <a:pt x="116" y="586"/>
                </a:cubicBezTo>
                <a:cubicBezTo>
                  <a:pt x="127" y="600"/>
                  <a:pt x="136" y="612"/>
                  <a:pt x="143" y="620"/>
                </a:cubicBezTo>
                <a:cubicBezTo>
                  <a:pt x="150" y="629"/>
                  <a:pt x="154" y="633"/>
                  <a:pt x="154" y="633"/>
                </a:cubicBezTo>
                <a:cubicBezTo>
                  <a:pt x="154" y="637"/>
                  <a:pt x="151" y="639"/>
                  <a:pt x="144" y="639"/>
                </a:cubicBezTo>
                <a:lnTo>
                  <a:pt x="142" y="639"/>
                </a:lnTo>
                <a:lnTo>
                  <a:pt x="134" y="639"/>
                </a:lnTo>
                <a:lnTo>
                  <a:pt x="116" y="624"/>
                </a:lnTo>
                <a:cubicBezTo>
                  <a:pt x="76" y="588"/>
                  <a:pt x="47" y="543"/>
                  <a:pt x="29" y="489"/>
                </a:cubicBezTo>
                <a:cubicBezTo>
                  <a:pt x="10" y="434"/>
                  <a:pt x="0" y="377"/>
                  <a:pt x="0" y="31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7154280" y="4847040"/>
            <a:ext cx="99360" cy="102600"/>
          </a:xfrm>
          <a:custGeom>
            <a:avLst/>
            <a:gdLst/>
            <a:ahLst/>
            <a:rect l="0" t="0" r="r" b="b"/>
            <a:pathLst>
              <a:path w="276" h="285">
                <a:moveTo>
                  <a:pt x="10" y="116"/>
                </a:moveTo>
                <a:cubicBezTo>
                  <a:pt x="10" y="116"/>
                  <a:pt x="12" y="97"/>
                  <a:pt x="14" y="61"/>
                </a:cubicBezTo>
                <a:cubicBezTo>
                  <a:pt x="17" y="25"/>
                  <a:pt x="18" y="6"/>
                  <a:pt x="18" y="5"/>
                </a:cubicBezTo>
                <a:lnTo>
                  <a:pt x="18" y="0"/>
                </a:lnTo>
                <a:lnTo>
                  <a:pt x="140" y="0"/>
                </a:lnTo>
                <a:cubicBezTo>
                  <a:pt x="156" y="0"/>
                  <a:pt x="174" y="0"/>
                  <a:pt x="194" y="0"/>
                </a:cubicBezTo>
                <a:cubicBezTo>
                  <a:pt x="214" y="0"/>
                  <a:pt x="226" y="0"/>
                  <a:pt x="231" y="0"/>
                </a:cubicBezTo>
                <a:cubicBezTo>
                  <a:pt x="251" y="0"/>
                  <a:pt x="263" y="1"/>
                  <a:pt x="268" y="2"/>
                </a:cubicBezTo>
                <a:cubicBezTo>
                  <a:pt x="272" y="4"/>
                  <a:pt x="274" y="9"/>
                  <a:pt x="274" y="17"/>
                </a:cubicBezTo>
                <a:cubicBezTo>
                  <a:pt x="274" y="22"/>
                  <a:pt x="273" y="25"/>
                  <a:pt x="273" y="26"/>
                </a:cubicBezTo>
                <a:cubicBezTo>
                  <a:pt x="272" y="28"/>
                  <a:pt x="243" y="65"/>
                  <a:pt x="188" y="138"/>
                </a:cubicBezTo>
                <a:cubicBezTo>
                  <a:pt x="133" y="210"/>
                  <a:pt x="105" y="247"/>
                  <a:pt x="103" y="249"/>
                </a:cubicBezTo>
                <a:lnTo>
                  <a:pt x="131" y="249"/>
                </a:lnTo>
                <a:cubicBezTo>
                  <a:pt x="141" y="248"/>
                  <a:pt x="147" y="248"/>
                  <a:pt x="151" y="248"/>
                </a:cubicBezTo>
                <a:cubicBezTo>
                  <a:pt x="154" y="248"/>
                  <a:pt x="160" y="248"/>
                  <a:pt x="169" y="247"/>
                </a:cubicBezTo>
                <a:cubicBezTo>
                  <a:pt x="178" y="246"/>
                  <a:pt x="184" y="244"/>
                  <a:pt x="187" y="242"/>
                </a:cubicBezTo>
                <a:cubicBezTo>
                  <a:pt x="190" y="240"/>
                  <a:pt x="195" y="238"/>
                  <a:pt x="202" y="235"/>
                </a:cubicBezTo>
                <a:cubicBezTo>
                  <a:pt x="209" y="232"/>
                  <a:pt x="213" y="227"/>
                  <a:pt x="216" y="221"/>
                </a:cubicBezTo>
                <a:cubicBezTo>
                  <a:pt x="218" y="215"/>
                  <a:pt x="221" y="209"/>
                  <a:pt x="225" y="202"/>
                </a:cubicBezTo>
                <a:cubicBezTo>
                  <a:pt x="228" y="195"/>
                  <a:pt x="230" y="186"/>
                  <a:pt x="232" y="175"/>
                </a:cubicBezTo>
                <a:cubicBezTo>
                  <a:pt x="234" y="164"/>
                  <a:pt x="235" y="154"/>
                  <a:pt x="235" y="146"/>
                </a:cubicBezTo>
                <a:cubicBezTo>
                  <a:pt x="235" y="145"/>
                  <a:pt x="242" y="145"/>
                  <a:pt x="255" y="145"/>
                </a:cubicBezTo>
                <a:lnTo>
                  <a:pt x="276" y="145"/>
                </a:lnTo>
                <a:lnTo>
                  <a:pt x="276" y="149"/>
                </a:lnTo>
                <a:cubicBezTo>
                  <a:pt x="275" y="150"/>
                  <a:pt x="273" y="172"/>
                  <a:pt x="270" y="215"/>
                </a:cubicBezTo>
                <a:cubicBezTo>
                  <a:pt x="265" y="257"/>
                  <a:pt x="263" y="280"/>
                  <a:pt x="263" y="281"/>
                </a:cubicBezTo>
                <a:lnTo>
                  <a:pt x="263" y="285"/>
                </a:lnTo>
                <a:lnTo>
                  <a:pt x="136" y="285"/>
                </a:lnTo>
                <a:cubicBezTo>
                  <a:pt x="51" y="285"/>
                  <a:pt x="8" y="284"/>
                  <a:pt x="7" y="283"/>
                </a:cubicBezTo>
                <a:cubicBezTo>
                  <a:pt x="2" y="281"/>
                  <a:pt x="0" y="276"/>
                  <a:pt x="0" y="267"/>
                </a:cubicBezTo>
                <a:lnTo>
                  <a:pt x="0" y="264"/>
                </a:lnTo>
                <a:cubicBezTo>
                  <a:pt x="0" y="259"/>
                  <a:pt x="2" y="255"/>
                  <a:pt x="5" y="250"/>
                </a:cubicBezTo>
                <a:cubicBezTo>
                  <a:pt x="9" y="246"/>
                  <a:pt x="18" y="233"/>
                  <a:pt x="33" y="212"/>
                </a:cubicBezTo>
                <a:cubicBezTo>
                  <a:pt x="52" y="188"/>
                  <a:pt x="69" y="165"/>
                  <a:pt x="84" y="145"/>
                </a:cubicBezTo>
                <a:lnTo>
                  <a:pt x="170" y="33"/>
                </a:lnTo>
                <a:lnTo>
                  <a:pt x="143" y="33"/>
                </a:lnTo>
                <a:cubicBezTo>
                  <a:pt x="115" y="33"/>
                  <a:pt x="95" y="36"/>
                  <a:pt x="85" y="41"/>
                </a:cubicBezTo>
                <a:cubicBezTo>
                  <a:pt x="68" y="50"/>
                  <a:pt x="57" y="66"/>
                  <a:pt x="53" y="90"/>
                </a:cubicBezTo>
                <a:cubicBezTo>
                  <a:pt x="51" y="100"/>
                  <a:pt x="50" y="110"/>
                  <a:pt x="50" y="120"/>
                </a:cubicBezTo>
                <a:cubicBezTo>
                  <a:pt x="50" y="121"/>
                  <a:pt x="43" y="122"/>
                  <a:pt x="30" y="122"/>
                </a:cubicBezTo>
                <a:lnTo>
                  <a:pt x="10" y="122"/>
                </a:lnTo>
                <a:lnTo>
                  <a:pt x="10" y="11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7277040" y="4776840"/>
            <a:ext cx="55080" cy="230040"/>
          </a:xfrm>
          <a:custGeom>
            <a:avLst/>
            <a:gdLst/>
            <a:ahLst/>
            <a:rect l="0" t="0" r="r" b="b"/>
            <a:pathLst>
              <a:path w="153" h="639">
                <a:moveTo>
                  <a:pt x="3" y="1"/>
                </a:moveTo>
                <a:lnTo>
                  <a:pt x="6" y="0"/>
                </a:lnTo>
                <a:cubicBezTo>
                  <a:pt x="8" y="0"/>
                  <a:pt x="10" y="0"/>
                  <a:pt x="12" y="0"/>
                </a:cubicBezTo>
                <a:lnTo>
                  <a:pt x="20" y="0"/>
                </a:lnTo>
                <a:lnTo>
                  <a:pt x="38" y="15"/>
                </a:lnTo>
                <a:cubicBezTo>
                  <a:pt x="79" y="52"/>
                  <a:pt x="108" y="97"/>
                  <a:pt x="126" y="151"/>
                </a:cubicBezTo>
                <a:cubicBezTo>
                  <a:pt x="144" y="205"/>
                  <a:pt x="153" y="261"/>
                  <a:pt x="153" y="319"/>
                </a:cubicBezTo>
                <a:cubicBezTo>
                  <a:pt x="153" y="348"/>
                  <a:pt x="151" y="376"/>
                  <a:pt x="147" y="403"/>
                </a:cubicBezTo>
                <a:cubicBezTo>
                  <a:pt x="143" y="430"/>
                  <a:pt x="138" y="453"/>
                  <a:pt x="132" y="472"/>
                </a:cubicBezTo>
                <a:cubicBezTo>
                  <a:pt x="127" y="491"/>
                  <a:pt x="119" y="509"/>
                  <a:pt x="109" y="528"/>
                </a:cubicBezTo>
                <a:cubicBezTo>
                  <a:pt x="99" y="547"/>
                  <a:pt x="90" y="561"/>
                  <a:pt x="84" y="571"/>
                </a:cubicBezTo>
                <a:cubicBezTo>
                  <a:pt x="78" y="581"/>
                  <a:pt x="69" y="592"/>
                  <a:pt x="57" y="603"/>
                </a:cubicBezTo>
                <a:cubicBezTo>
                  <a:pt x="46" y="615"/>
                  <a:pt x="39" y="622"/>
                  <a:pt x="37" y="625"/>
                </a:cubicBezTo>
                <a:cubicBezTo>
                  <a:pt x="35" y="627"/>
                  <a:pt x="30" y="631"/>
                  <a:pt x="22" y="637"/>
                </a:cubicBezTo>
                <a:cubicBezTo>
                  <a:pt x="21" y="638"/>
                  <a:pt x="20" y="639"/>
                  <a:pt x="20" y="639"/>
                </a:cubicBezTo>
                <a:lnTo>
                  <a:pt x="12" y="639"/>
                </a:lnTo>
                <a:cubicBezTo>
                  <a:pt x="9" y="639"/>
                  <a:pt x="6" y="639"/>
                  <a:pt x="5" y="639"/>
                </a:cubicBezTo>
                <a:cubicBezTo>
                  <a:pt x="4" y="639"/>
                  <a:pt x="3" y="639"/>
                  <a:pt x="2" y="637"/>
                </a:cubicBezTo>
                <a:cubicBezTo>
                  <a:pt x="1" y="636"/>
                  <a:pt x="0" y="634"/>
                  <a:pt x="0" y="632"/>
                </a:cubicBezTo>
                <a:cubicBezTo>
                  <a:pt x="0" y="631"/>
                  <a:pt x="3" y="628"/>
                  <a:pt x="7" y="623"/>
                </a:cubicBezTo>
                <a:cubicBezTo>
                  <a:pt x="73" y="555"/>
                  <a:pt x="107" y="454"/>
                  <a:pt x="107" y="319"/>
                </a:cubicBezTo>
                <a:cubicBezTo>
                  <a:pt x="107" y="186"/>
                  <a:pt x="73" y="84"/>
                  <a:pt x="7" y="16"/>
                </a:cubicBezTo>
                <a:cubicBezTo>
                  <a:pt x="3" y="11"/>
                  <a:pt x="0" y="8"/>
                  <a:pt x="0" y="8"/>
                </a:cubicBezTo>
                <a:cubicBezTo>
                  <a:pt x="0" y="4"/>
                  <a:pt x="1" y="2"/>
                  <a:pt x="3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7462440" y="4647960"/>
            <a:ext cx="45000" cy="325440"/>
          </a:xfrm>
          <a:custGeom>
            <a:avLst/>
            <a:gdLst/>
            <a:ahLst/>
            <a:rect l="0" t="0" r="r" b="b"/>
            <a:pathLst>
              <a:path w="125" h="904">
                <a:moveTo>
                  <a:pt x="0" y="904"/>
                </a:moveTo>
                <a:lnTo>
                  <a:pt x="0" y="0"/>
                </a:lnTo>
                <a:lnTo>
                  <a:pt x="125" y="0"/>
                </a:lnTo>
                <a:lnTo>
                  <a:pt x="125" y="36"/>
                </a:lnTo>
                <a:lnTo>
                  <a:pt x="37" y="36"/>
                </a:lnTo>
                <a:lnTo>
                  <a:pt x="37" y="868"/>
                </a:lnTo>
                <a:lnTo>
                  <a:pt x="125" y="868"/>
                </a:lnTo>
                <a:lnTo>
                  <a:pt x="125" y="904"/>
                </a:lnTo>
                <a:lnTo>
                  <a:pt x="0" y="90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7522920" y="4665960"/>
            <a:ext cx="77400" cy="226080"/>
          </a:xfrm>
          <a:custGeom>
            <a:avLst/>
            <a:gdLst/>
            <a:ahLst/>
            <a:rect l="0" t="0" r="r" b="b"/>
            <a:pathLst>
              <a:path w="215" h="628">
                <a:moveTo>
                  <a:pt x="15" y="587"/>
                </a:moveTo>
                <a:lnTo>
                  <a:pt x="27" y="587"/>
                </a:lnTo>
                <a:cubicBezTo>
                  <a:pt x="51" y="587"/>
                  <a:pt x="65" y="582"/>
                  <a:pt x="70" y="574"/>
                </a:cubicBezTo>
                <a:lnTo>
                  <a:pt x="70" y="567"/>
                </a:lnTo>
                <a:cubicBezTo>
                  <a:pt x="70" y="561"/>
                  <a:pt x="70" y="554"/>
                  <a:pt x="70" y="546"/>
                </a:cubicBezTo>
                <a:cubicBezTo>
                  <a:pt x="70" y="538"/>
                  <a:pt x="70" y="528"/>
                  <a:pt x="70" y="516"/>
                </a:cubicBezTo>
                <a:cubicBezTo>
                  <a:pt x="70" y="505"/>
                  <a:pt x="70" y="491"/>
                  <a:pt x="71" y="476"/>
                </a:cubicBezTo>
                <a:cubicBezTo>
                  <a:pt x="71" y="462"/>
                  <a:pt x="71" y="447"/>
                  <a:pt x="71" y="431"/>
                </a:cubicBezTo>
                <a:cubicBezTo>
                  <a:pt x="70" y="416"/>
                  <a:pt x="70" y="399"/>
                  <a:pt x="71" y="382"/>
                </a:cubicBezTo>
                <a:cubicBezTo>
                  <a:pt x="71" y="364"/>
                  <a:pt x="71" y="347"/>
                  <a:pt x="71" y="330"/>
                </a:cubicBezTo>
                <a:cubicBezTo>
                  <a:pt x="71" y="308"/>
                  <a:pt x="71" y="284"/>
                  <a:pt x="71" y="260"/>
                </a:cubicBezTo>
                <a:cubicBezTo>
                  <a:pt x="71" y="235"/>
                  <a:pt x="71" y="213"/>
                  <a:pt x="71" y="192"/>
                </a:cubicBezTo>
                <a:cubicBezTo>
                  <a:pt x="71" y="172"/>
                  <a:pt x="71" y="154"/>
                  <a:pt x="71" y="138"/>
                </a:cubicBezTo>
                <a:cubicBezTo>
                  <a:pt x="71" y="122"/>
                  <a:pt x="70" y="109"/>
                  <a:pt x="70" y="98"/>
                </a:cubicBezTo>
                <a:cubicBezTo>
                  <a:pt x="69" y="87"/>
                  <a:pt x="69" y="82"/>
                  <a:pt x="70" y="83"/>
                </a:cubicBezTo>
                <a:cubicBezTo>
                  <a:pt x="68" y="71"/>
                  <a:pt x="64" y="64"/>
                  <a:pt x="57" y="60"/>
                </a:cubicBezTo>
                <a:cubicBezTo>
                  <a:pt x="51" y="57"/>
                  <a:pt x="37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8"/>
                  <a:pt x="1" y="11"/>
                  <a:pt x="2" y="11"/>
                </a:cubicBezTo>
                <a:lnTo>
                  <a:pt x="11" y="10"/>
                </a:lnTo>
                <a:cubicBezTo>
                  <a:pt x="17" y="9"/>
                  <a:pt x="26" y="9"/>
                  <a:pt x="37" y="8"/>
                </a:cubicBezTo>
                <a:cubicBezTo>
                  <a:pt x="49" y="7"/>
                  <a:pt x="60" y="7"/>
                  <a:pt x="71" y="6"/>
                </a:cubicBezTo>
                <a:cubicBezTo>
                  <a:pt x="81" y="6"/>
                  <a:pt x="93" y="5"/>
                  <a:pt x="105" y="4"/>
                </a:cubicBezTo>
                <a:cubicBezTo>
                  <a:pt x="117" y="4"/>
                  <a:pt x="126" y="3"/>
                  <a:pt x="132" y="2"/>
                </a:cubicBezTo>
                <a:cubicBezTo>
                  <a:pt x="138" y="0"/>
                  <a:pt x="142" y="0"/>
                  <a:pt x="142" y="1"/>
                </a:cubicBezTo>
                <a:lnTo>
                  <a:pt x="145" y="1"/>
                </a:lnTo>
                <a:lnTo>
                  <a:pt x="145" y="285"/>
                </a:lnTo>
                <a:cubicBezTo>
                  <a:pt x="145" y="476"/>
                  <a:pt x="145" y="573"/>
                  <a:pt x="146" y="574"/>
                </a:cubicBezTo>
                <a:cubicBezTo>
                  <a:pt x="148" y="579"/>
                  <a:pt x="152" y="582"/>
                  <a:pt x="157" y="584"/>
                </a:cubicBezTo>
                <a:cubicBezTo>
                  <a:pt x="169" y="586"/>
                  <a:pt x="184" y="587"/>
                  <a:pt x="201" y="587"/>
                </a:cubicBezTo>
                <a:lnTo>
                  <a:pt x="215" y="587"/>
                </a:lnTo>
                <a:lnTo>
                  <a:pt x="215" y="628"/>
                </a:lnTo>
                <a:lnTo>
                  <a:pt x="208" y="628"/>
                </a:lnTo>
                <a:lnTo>
                  <a:pt x="187" y="627"/>
                </a:lnTo>
                <a:cubicBezTo>
                  <a:pt x="173" y="627"/>
                  <a:pt x="159" y="626"/>
                  <a:pt x="143" y="626"/>
                </a:cubicBezTo>
                <a:cubicBezTo>
                  <a:pt x="127" y="626"/>
                  <a:pt x="116" y="626"/>
                  <a:pt x="109" y="625"/>
                </a:cubicBezTo>
                <a:cubicBezTo>
                  <a:pt x="102" y="625"/>
                  <a:pt x="90" y="625"/>
                  <a:pt x="73" y="625"/>
                </a:cubicBezTo>
                <a:cubicBezTo>
                  <a:pt x="58" y="626"/>
                  <a:pt x="43" y="627"/>
                  <a:pt x="28" y="627"/>
                </a:cubicBezTo>
                <a:lnTo>
                  <a:pt x="8" y="628"/>
                </a:lnTo>
                <a:lnTo>
                  <a:pt x="0" y="628"/>
                </a:lnTo>
                <a:lnTo>
                  <a:pt x="0" y="587"/>
                </a:lnTo>
                <a:lnTo>
                  <a:pt x="15" y="58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7614000" y="4746240"/>
            <a:ext cx="144360" cy="149040"/>
          </a:xfrm>
          <a:custGeom>
            <a:avLst/>
            <a:gdLst/>
            <a:ahLst/>
            <a:rect l="0" t="0" r="r" b="b"/>
            <a:pathLst>
              <a:path w="401" h="414">
                <a:moveTo>
                  <a:pt x="0" y="211"/>
                </a:moveTo>
                <a:cubicBezTo>
                  <a:pt x="0" y="154"/>
                  <a:pt x="20" y="104"/>
                  <a:pt x="59" y="63"/>
                </a:cubicBezTo>
                <a:cubicBezTo>
                  <a:pt x="98" y="21"/>
                  <a:pt x="145" y="0"/>
                  <a:pt x="201" y="0"/>
                </a:cubicBezTo>
                <a:cubicBezTo>
                  <a:pt x="256" y="0"/>
                  <a:pt x="302" y="20"/>
                  <a:pt x="341" y="61"/>
                </a:cubicBezTo>
                <a:cubicBezTo>
                  <a:pt x="381" y="102"/>
                  <a:pt x="400" y="152"/>
                  <a:pt x="401" y="210"/>
                </a:cubicBezTo>
                <a:cubicBezTo>
                  <a:pt x="401" y="268"/>
                  <a:pt x="382" y="316"/>
                  <a:pt x="343" y="356"/>
                </a:cubicBezTo>
                <a:cubicBezTo>
                  <a:pt x="305" y="395"/>
                  <a:pt x="257" y="414"/>
                  <a:pt x="201" y="414"/>
                </a:cubicBezTo>
                <a:cubicBezTo>
                  <a:pt x="142" y="414"/>
                  <a:pt x="94" y="394"/>
                  <a:pt x="57" y="354"/>
                </a:cubicBezTo>
                <a:cubicBezTo>
                  <a:pt x="20" y="313"/>
                  <a:pt x="1" y="266"/>
                  <a:pt x="0" y="211"/>
                </a:cubicBezTo>
                <a:moveTo>
                  <a:pt x="201" y="378"/>
                </a:moveTo>
                <a:cubicBezTo>
                  <a:pt x="275" y="378"/>
                  <a:pt x="312" y="329"/>
                  <a:pt x="312" y="230"/>
                </a:cubicBezTo>
                <a:lnTo>
                  <a:pt x="312" y="201"/>
                </a:lnTo>
                <a:lnTo>
                  <a:pt x="312" y="178"/>
                </a:lnTo>
                <a:cubicBezTo>
                  <a:pt x="312" y="165"/>
                  <a:pt x="311" y="154"/>
                  <a:pt x="311" y="144"/>
                </a:cubicBezTo>
                <a:cubicBezTo>
                  <a:pt x="310" y="135"/>
                  <a:pt x="308" y="123"/>
                  <a:pt x="304" y="110"/>
                </a:cubicBezTo>
                <a:cubicBezTo>
                  <a:pt x="301" y="97"/>
                  <a:pt x="296" y="86"/>
                  <a:pt x="290" y="77"/>
                </a:cubicBezTo>
                <a:cubicBezTo>
                  <a:pt x="284" y="69"/>
                  <a:pt x="275" y="61"/>
                  <a:pt x="262" y="52"/>
                </a:cubicBezTo>
                <a:cubicBezTo>
                  <a:pt x="249" y="44"/>
                  <a:pt x="235" y="38"/>
                  <a:pt x="218" y="34"/>
                </a:cubicBezTo>
                <a:cubicBezTo>
                  <a:pt x="215" y="33"/>
                  <a:pt x="210" y="33"/>
                  <a:pt x="203" y="33"/>
                </a:cubicBezTo>
                <a:cubicBezTo>
                  <a:pt x="184" y="33"/>
                  <a:pt x="167" y="37"/>
                  <a:pt x="151" y="44"/>
                </a:cubicBezTo>
                <a:cubicBezTo>
                  <a:pt x="125" y="57"/>
                  <a:pt x="108" y="76"/>
                  <a:pt x="100" y="99"/>
                </a:cubicBezTo>
                <a:cubicBezTo>
                  <a:pt x="92" y="123"/>
                  <a:pt x="89" y="150"/>
                  <a:pt x="89" y="182"/>
                </a:cubicBezTo>
                <a:lnTo>
                  <a:pt x="89" y="200"/>
                </a:lnTo>
                <a:cubicBezTo>
                  <a:pt x="89" y="259"/>
                  <a:pt x="94" y="300"/>
                  <a:pt x="106" y="323"/>
                </a:cubicBezTo>
                <a:cubicBezTo>
                  <a:pt x="125" y="360"/>
                  <a:pt x="157" y="378"/>
                  <a:pt x="201" y="37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7776720" y="4744440"/>
            <a:ext cx="148680" cy="214560"/>
          </a:xfrm>
          <a:custGeom>
            <a:avLst/>
            <a:gdLst/>
            <a:ahLst/>
            <a:rect l="0" t="0" r="r" b="b"/>
            <a:pathLst>
              <a:path w="413" h="596">
                <a:moveTo>
                  <a:pt x="271" y="40"/>
                </a:moveTo>
                <a:cubicBezTo>
                  <a:pt x="298" y="13"/>
                  <a:pt x="328" y="0"/>
                  <a:pt x="361" y="0"/>
                </a:cubicBezTo>
                <a:cubicBezTo>
                  <a:pt x="379" y="0"/>
                  <a:pt x="393" y="6"/>
                  <a:pt x="401" y="17"/>
                </a:cubicBezTo>
                <a:cubicBezTo>
                  <a:pt x="409" y="29"/>
                  <a:pt x="413" y="40"/>
                  <a:pt x="413" y="52"/>
                </a:cubicBezTo>
                <a:cubicBezTo>
                  <a:pt x="413" y="60"/>
                  <a:pt x="410" y="68"/>
                  <a:pt x="405" y="74"/>
                </a:cubicBezTo>
                <a:cubicBezTo>
                  <a:pt x="399" y="81"/>
                  <a:pt x="391" y="84"/>
                  <a:pt x="379" y="84"/>
                </a:cubicBezTo>
                <a:cubicBezTo>
                  <a:pt x="360" y="84"/>
                  <a:pt x="348" y="75"/>
                  <a:pt x="346" y="57"/>
                </a:cubicBezTo>
                <a:cubicBezTo>
                  <a:pt x="345" y="49"/>
                  <a:pt x="346" y="42"/>
                  <a:pt x="349" y="38"/>
                </a:cubicBezTo>
                <a:cubicBezTo>
                  <a:pt x="349" y="38"/>
                  <a:pt x="349" y="37"/>
                  <a:pt x="350" y="35"/>
                </a:cubicBezTo>
                <a:cubicBezTo>
                  <a:pt x="333" y="36"/>
                  <a:pt x="317" y="43"/>
                  <a:pt x="302" y="54"/>
                </a:cubicBezTo>
                <a:cubicBezTo>
                  <a:pt x="297" y="57"/>
                  <a:pt x="295" y="60"/>
                  <a:pt x="295" y="61"/>
                </a:cubicBezTo>
                <a:cubicBezTo>
                  <a:pt x="295" y="61"/>
                  <a:pt x="296" y="63"/>
                  <a:pt x="298" y="65"/>
                </a:cubicBezTo>
                <a:cubicBezTo>
                  <a:pt x="301" y="68"/>
                  <a:pt x="303" y="71"/>
                  <a:pt x="306" y="76"/>
                </a:cubicBezTo>
                <a:cubicBezTo>
                  <a:pt x="309" y="81"/>
                  <a:pt x="313" y="86"/>
                  <a:pt x="316" y="92"/>
                </a:cubicBezTo>
                <a:cubicBezTo>
                  <a:pt x="320" y="98"/>
                  <a:pt x="323" y="106"/>
                  <a:pt x="324" y="116"/>
                </a:cubicBezTo>
                <a:cubicBezTo>
                  <a:pt x="326" y="125"/>
                  <a:pt x="327" y="135"/>
                  <a:pt x="328" y="146"/>
                </a:cubicBezTo>
                <a:cubicBezTo>
                  <a:pt x="328" y="183"/>
                  <a:pt x="313" y="215"/>
                  <a:pt x="284" y="241"/>
                </a:cubicBezTo>
                <a:cubicBezTo>
                  <a:pt x="254" y="267"/>
                  <a:pt x="218" y="280"/>
                  <a:pt x="175" y="281"/>
                </a:cubicBezTo>
                <a:cubicBezTo>
                  <a:pt x="144" y="281"/>
                  <a:pt x="115" y="273"/>
                  <a:pt x="85" y="256"/>
                </a:cubicBezTo>
                <a:cubicBezTo>
                  <a:pt x="79" y="267"/>
                  <a:pt x="75" y="278"/>
                  <a:pt x="75" y="290"/>
                </a:cubicBezTo>
                <a:cubicBezTo>
                  <a:pt x="75" y="311"/>
                  <a:pt x="83" y="327"/>
                  <a:pt x="99" y="337"/>
                </a:cubicBezTo>
                <a:cubicBezTo>
                  <a:pt x="104" y="341"/>
                  <a:pt x="109" y="342"/>
                  <a:pt x="114" y="342"/>
                </a:cubicBezTo>
                <a:cubicBezTo>
                  <a:pt x="119" y="342"/>
                  <a:pt x="141" y="343"/>
                  <a:pt x="179" y="344"/>
                </a:cubicBezTo>
                <a:cubicBezTo>
                  <a:pt x="230" y="345"/>
                  <a:pt x="262" y="347"/>
                  <a:pt x="277" y="350"/>
                </a:cubicBezTo>
                <a:cubicBezTo>
                  <a:pt x="313" y="355"/>
                  <a:pt x="342" y="367"/>
                  <a:pt x="363" y="387"/>
                </a:cubicBezTo>
                <a:cubicBezTo>
                  <a:pt x="388" y="410"/>
                  <a:pt x="399" y="440"/>
                  <a:pt x="399" y="475"/>
                </a:cubicBezTo>
                <a:cubicBezTo>
                  <a:pt x="399" y="515"/>
                  <a:pt x="375" y="546"/>
                  <a:pt x="328" y="568"/>
                </a:cubicBezTo>
                <a:cubicBezTo>
                  <a:pt x="292" y="587"/>
                  <a:pt x="249" y="596"/>
                  <a:pt x="200" y="596"/>
                </a:cubicBezTo>
                <a:cubicBezTo>
                  <a:pt x="150" y="596"/>
                  <a:pt x="107" y="587"/>
                  <a:pt x="71" y="568"/>
                </a:cubicBezTo>
                <a:cubicBezTo>
                  <a:pt x="24" y="547"/>
                  <a:pt x="0" y="517"/>
                  <a:pt x="0" y="478"/>
                </a:cubicBezTo>
                <a:cubicBezTo>
                  <a:pt x="0" y="456"/>
                  <a:pt x="7" y="438"/>
                  <a:pt x="19" y="424"/>
                </a:cubicBezTo>
                <a:cubicBezTo>
                  <a:pt x="32" y="409"/>
                  <a:pt x="45" y="399"/>
                  <a:pt x="57" y="394"/>
                </a:cubicBezTo>
                <a:lnTo>
                  <a:pt x="67" y="389"/>
                </a:lnTo>
                <a:cubicBezTo>
                  <a:pt x="45" y="370"/>
                  <a:pt x="35" y="345"/>
                  <a:pt x="35" y="313"/>
                </a:cubicBezTo>
                <a:cubicBezTo>
                  <a:pt x="35" y="284"/>
                  <a:pt x="43" y="259"/>
                  <a:pt x="61" y="236"/>
                </a:cubicBezTo>
                <a:cubicBezTo>
                  <a:pt x="34" y="209"/>
                  <a:pt x="21" y="179"/>
                  <a:pt x="21" y="146"/>
                </a:cubicBezTo>
                <a:cubicBezTo>
                  <a:pt x="21" y="108"/>
                  <a:pt x="36" y="76"/>
                  <a:pt x="66" y="50"/>
                </a:cubicBezTo>
                <a:cubicBezTo>
                  <a:pt x="96" y="24"/>
                  <a:pt x="133" y="11"/>
                  <a:pt x="175" y="10"/>
                </a:cubicBezTo>
                <a:cubicBezTo>
                  <a:pt x="206" y="10"/>
                  <a:pt x="235" y="18"/>
                  <a:pt x="261" y="34"/>
                </a:cubicBezTo>
                <a:lnTo>
                  <a:pt x="271" y="40"/>
                </a:lnTo>
                <a:moveTo>
                  <a:pt x="244" y="100"/>
                </a:moveTo>
                <a:cubicBezTo>
                  <a:pt x="241" y="83"/>
                  <a:pt x="233" y="69"/>
                  <a:pt x="221" y="60"/>
                </a:cubicBezTo>
                <a:cubicBezTo>
                  <a:pt x="208" y="50"/>
                  <a:pt x="192" y="45"/>
                  <a:pt x="174" y="44"/>
                </a:cubicBezTo>
                <a:cubicBezTo>
                  <a:pt x="156" y="44"/>
                  <a:pt x="141" y="49"/>
                  <a:pt x="129" y="59"/>
                </a:cubicBezTo>
                <a:cubicBezTo>
                  <a:pt x="116" y="69"/>
                  <a:pt x="108" y="82"/>
                  <a:pt x="105" y="100"/>
                </a:cubicBezTo>
                <a:cubicBezTo>
                  <a:pt x="103" y="110"/>
                  <a:pt x="102" y="125"/>
                  <a:pt x="102" y="146"/>
                </a:cubicBezTo>
                <a:cubicBezTo>
                  <a:pt x="102" y="172"/>
                  <a:pt x="104" y="193"/>
                  <a:pt x="109" y="205"/>
                </a:cubicBezTo>
                <a:cubicBezTo>
                  <a:pt x="113" y="218"/>
                  <a:pt x="122" y="228"/>
                  <a:pt x="136" y="237"/>
                </a:cubicBezTo>
                <a:cubicBezTo>
                  <a:pt x="146" y="243"/>
                  <a:pt x="159" y="246"/>
                  <a:pt x="175" y="246"/>
                </a:cubicBezTo>
                <a:cubicBezTo>
                  <a:pt x="188" y="246"/>
                  <a:pt x="199" y="244"/>
                  <a:pt x="209" y="240"/>
                </a:cubicBezTo>
                <a:cubicBezTo>
                  <a:pt x="218" y="235"/>
                  <a:pt x="225" y="230"/>
                  <a:pt x="230" y="223"/>
                </a:cubicBezTo>
                <a:cubicBezTo>
                  <a:pt x="234" y="217"/>
                  <a:pt x="237" y="211"/>
                  <a:pt x="240" y="205"/>
                </a:cubicBezTo>
                <a:cubicBezTo>
                  <a:pt x="242" y="200"/>
                  <a:pt x="243" y="195"/>
                  <a:pt x="244" y="192"/>
                </a:cubicBezTo>
                <a:cubicBezTo>
                  <a:pt x="246" y="181"/>
                  <a:pt x="247" y="166"/>
                  <a:pt x="247" y="146"/>
                </a:cubicBezTo>
                <a:cubicBezTo>
                  <a:pt x="247" y="125"/>
                  <a:pt x="246" y="110"/>
                  <a:pt x="244" y="100"/>
                </a:cubicBezTo>
                <a:moveTo>
                  <a:pt x="338" y="478"/>
                </a:moveTo>
                <a:cubicBezTo>
                  <a:pt x="338" y="463"/>
                  <a:pt x="334" y="450"/>
                  <a:pt x="325" y="441"/>
                </a:cubicBezTo>
                <a:cubicBezTo>
                  <a:pt x="317" y="431"/>
                  <a:pt x="305" y="424"/>
                  <a:pt x="288" y="420"/>
                </a:cubicBezTo>
                <a:cubicBezTo>
                  <a:pt x="272" y="416"/>
                  <a:pt x="257" y="413"/>
                  <a:pt x="244" y="412"/>
                </a:cubicBezTo>
                <a:cubicBezTo>
                  <a:pt x="231" y="411"/>
                  <a:pt x="215" y="410"/>
                  <a:pt x="195" y="410"/>
                </a:cubicBezTo>
                <a:lnTo>
                  <a:pt x="171" y="410"/>
                </a:lnTo>
                <a:cubicBezTo>
                  <a:pt x="131" y="410"/>
                  <a:pt x="107" y="412"/>
                  <a:pt x="99" y="416"/>
                </a:cubicBezTo>
                <a:cubicBezTo>
                  <a:pt x="87" y="421"/>
                  <a:pt x="77" y="429"/>
                  <a:pt x="71" y="441"/>
                </a:cubicBezTo>
                <a:cubicBezTo>
                  <a:pt x="64" y="452"/>
                  <a:pt x="61" y="464"/>
                  <a:pt x="60" y="477"/>
                </a:cubicBezTo>
                <a:cubicBezTo>
                  <a:pt x="60" y="483"/>
                  <a:pt x="62" y="490"/>
                  <a:pt x="65" y="498"/>
                </a:cubicBezTo>
                <a:cubicBezTo>
                  <a:pt x="69" y="506"/>
                  <a:pt x="75" y="515"/>
                  <a:pt x="84" y="525"/>
                </a:cubicBezTo>
                <a:cubicBezTo>
                  <a:pt x="93" y="535"/>
                  <a:pt x="108" y="543"/>
                  <a:pt x="128" y="550"/>
                </a:cubicBezTo>
                <a:cubicBezTo>
                  <a:pt x="147" y="557"/>
                  <a:pt x="172" y="560"/>
                  <a:pt x="200" y="561"/>
                </a:cubicBezTo>
                <a:cubicBezTo>
                  <a:pt x="241" y="561"/>
                  <a:pt x="275" y="552"/>
                  <a:pt x="300" y="536"/>
                </a:cubicBezTo>
                <a:cubicBezTo>
                  <a:pt x="325" y="519"/>
                  <a:pt x="338" y="500"/>
                  <a:pt x="338" y="47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8014680" y="464796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2"/>
                </a:moveTo>
                <a:cubicBezTo>
                  <a:pt x="0" y="411"/>
                  <a:pt x="3" y="372"/>
                  <a:pt x="9" y="334"/>
                </a:cubicBezTo>
                <a:cubicBezTo>
                  <a:pt x="15" y="297"/>
                  <a:pt x="22" y="265"/>
                  <a:pt x="30" y="238"/>
                </a:cubicBezTo>
                <a:cubicBezTo>
                  <a:pt x="37" y="211"/>
                  <a:pt x="49" y="184"/>
                  <a:pt x="63" y="157"/>
                </a:cubicBezTo>
                <a:cubicBezTo>
                  <a:pt x="77" y="131"/>
                  <a:pt x="89" y="111"/>
                  <a:pt x="97" y="97"/>
                </a:cubicBezTo>
                <a:cubicBezTo>
                  <a:pt x="106" y="82"/>
                  <a:pt x="118" y="67"/>
                  <a:pt x="135" y="50"/>
                </a:cubicBezTo>
                <a:cubicBezTo>
                  <a:pt x="152" y="33"/>
                  <a:pt x="162" y="23"/>
                  <a:pt x="165" y="19"/>
                </a:cubicBezTo>
                <a:cubicBezTo>
                  <a:pt x="168" y="16"/>
                  <a:pt x="176" y="9"/>
                  <a:pt x="188" y="0"/>
                </a:cubicBezTo>
                <a:lnTo>
                  <a:pt x="199" y="0"/>
                </a:lnTo>
                <a:lnTo>
                  <a:pt x="203" y="0"/>
                </a:lnTo>
                <a:cubicBezTo>
                  <a:pt x="212" y="0"/>
                  <a:pt x="217" y="3"/>
                  <a:pt x="217" y="8"/>
                </a:cubicBezTo>
                <a:cubicBezTo>
                  <a:pt x="217" y="10"/>
                  <a:pt x="211" y="16"/>
                  <a:pt x="200" y="27"/>
                </a:cubicBezTo>
                <a:cubicBezTo>
                  <a:pt x="190" y="38"/>
                  <a:pt x="178" y="54"/>
                  <a:pt x="163" y="75"/>
                </a:cubicBezTo>
                <a:cubicBezTo>
                  <a:pt x="149" y="96"/>
                  <a:pt x="134" y="122"/>
                  <a:pt x="119" y="153"/>
                </a:cubicBezTo>
                <a:cubicBezTo>
                  <a:pt x="104" y="184"/>
                  <a:pt x="91" y="226"/>
                  <a:pt x="81" y="278"/>
                </a:cubicBezTo>
                <a:cubicBezTo>
                  <a:pt x="71" y="331"/>
                  <a:pt x="66" y="389"/>
                  <a:pt x="66" y="452"/>
                </a:cubicBezTo>
                <a:cubicBezTo>
                  <a:pt x="66" y="516"/>
                  <a:pt x="71" y="574"/>
                  <a:pt x="81" y="626"/>
                </a:cubicBezTo>
                <a:cubicBezTo>
                  <a:pt x="91" y="678"/>
                  <a:pt x="104" y="719"/>
                  <a:pt x="118" y="751"/>
                </a:cubicBezTo>
                <a:cubicBezTo>
                  <a:pt x="132" y="783"/>
                  <a:pt x="147" y="809"/>
                  <a:pt x="162" y="829"/>
                </a:cubicBezTo>
                <a:cubicBezTo>
                  <a:pt x="177" y="849"/>
                  <a:pt x="190" y="865"/>
                  <a:pt x="200" y="877"/>
                </a:cubicBezTo>
                <a:cubicBezTo>
                  <a:pt x="211" y="889"/>
                  <a:pt x="217" y="895"/>
                  <a:pt x="217" y="896"/>
                </a:cubicBezTo>
                <a:cubicBezTo>
                  <a:pt x="217" y="901"/>
                  <a:pt x="212" y="904"/>
                  <a:pt x="202" y="904"/>
                </a:cubicBezTo>
                <a:lnTo>
                  <a:pt x="199" y="904"/>
                </a:lnTo>
                <a:lnTo>
                  <a:pt x="188" y="904"/>
                </a:lnTo>
                <a:lnTo>
                  <a:pt x="162" y="882"/>
                </a:lnTo>
                <a:cubicBezTo>
                  <a:pt x="106" y="831"/>
                  <a:pt x="64" y="767"/>
                  <a:pt x="39" y="691"/>
                </a:cubicBezTo>
                <a:cubicBezTo>
                  <a:pt x="13" y="614"/>
                  <a:pt x="0" y="535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8137440" y="4675320"/>
            <a:ext cx="112320" cy="216720"/>
          </a:xfrm>
          <a:custGeom>
            <a:avLst/>
            <a:gdLst/>
            <a:ahLst/>
            <a:rect l="0" t="0" r="r" b="b"/>
            <a:pathLst>
              <a:path w="312" h="602">
                <a:moveTo>
                  <a:pt x="117" y="79"/>
                </a:moveTo>
                <a:lnTo>
                  <a:pt x="106" y="84"/>
                </a:lnTo>
                <a:cubicBezTo>
                  <a:pt x="97" y="87"/>
                  <a:pt x="85" y="90"/>
                  <a:pt x="70" y="93"/>
                </a:cubicBezTo>
                <a:cubicBezTo>
                  <a:pt x="54" y="96"/>
                  <a:pt x="36" y="98"/>
                  <a:pt x="17" y="99"/>
                </a:cubicBezTo>
                <a:lnTo>
                  <a:pt x="0" y="99"/>
                </a:lnTo>
                <a:lnTo>
                  <a:pt x="0" y="58"/>
                </a:lnTo>
                <a:lnTo>
                  <a:pt x="17" y="58"/>
                </a:lnTo>
                <a:cubicBezTo>
                  <a:pt x="45" y="57"/>
                  <a:pt x="72" y="52"/>
                  <a:pt x="96" y="44"/>
                </a:cubicBezTo>
                <a:cubicBezTo>
                  <a:pt x="120" y="36"/>
                  <a:pt x="137" y="29"/>
                  <a:pt x="146" y="23"/>
                </a:cubicBezTo>
                <a:cubicBezTo>
                  <a:pt x="156" y="16"/>
                  <a:pt x="164" y="9"/>
                  <a:pt x="172" y="3"/>
                </a:cubicBezTo>
                <a:cubicBezTo>
                  <a:pt x="173" y="1"/>
                  <a:pt x="176" y="0"/>
                  <a:pt x="183" y="0"/>
                </a:cubicBezTo>
                <a:cubicBezTo>
                  <a:pt x="189" y="0"/>
                  <a:pt x="194" y="2"/>
                  <a:pt x="199" y="5"/>
                </a:cubicBezTo>
                <a:lnTo>
                  <a:pt x="199" y="275"/>
                </a:lnTo>
                <a:lnTo>
                  <a:pt x="200" y="547"/>
                </a:lnTo>
                <a:cubicBezTo>
                  <a:pt x="204" y="551"/>
                  <a:pt x="207" y="554"/>
                  <a:pt x="210" y="555"/>
                </a:cubicBezTo>
                <a:cubicBezTo>
                  <a:pt x="213" y="556"/>
                  <a:pt x="221" y="558"/>
                  <a:pt x="232" y="559"/>
                </a:cubicBezTo>
                <a:cubicBezTo>
                  <a:pt x="244" y="560"/>
                  <a:pt x="262" y="561"/>
                  <a:pt x="288" y="561"/>
                </a:cubicBezTo>
                <a:lnTo>
                  <a:pt x="312" y="561"/>
                </a:lnTo>
                <a:lnTo>
                  <a:pt x="312" y="602"/>
                </a:lnTo>
                <a:lnTo>
                  <a:pt x="302" y="602"/>
                </a:lnTo>
                <a:cubicBezTo>
                  <a:pt x="289" y="600"/>
                  <a:pt x="241" y="599"/>
                  <a:pt x="157" y="599"/>
                </a:cubicBezTo>
                <a:cubicBezTo>
                  <a:pt x="75" y="599"/>
                  <a:pt x="28" y="600"/>
                  <a:pt x="15" y="602"/>
                </a:cubicBezTo>
                <a:lnTo>
                  <a:pt x="5" y="602"/>
                </a:lnTo>
                <a:lnTo>
                  <a:pt x="5" y="561"/>
                </a:lnTo>
                <a:lnTo>
                  <a:pt x="28" y="561"/>
                </a:lnTo>
                <a:cubicBezTo>
                  <a:pt x="41" y="561"/>
                  <a:pt x="53" y="561"/>
                  <a:pt x="62" y="561"/>
                </a:cubicBezTo>
                <a:cubicBezTo>
                  <a:pt x="72" y="561"/>
                  <a:pt x="79" y="560"/>
                  <a:pt x="85" y="560"/>
                </a:cubicBezTo>
                <a:cubicBezTo>
                  <a:pt x="90" y="559"/>
                  <a:pt x="95" y="558"/>
                  <a:pt x="99" y="557"/>
                </a:cubicBezTo>
                <a:cubicBezTo>
                  <a:pt x="104" y="556"/>
                  <a:pt x="106" y="555"/>
                  <a:pt x="107" y="555"/>
                </a:cubicBezTo>
                <a:cubicBezTo>
                  <a:pt x="107" y="555"/>
                  <a:pt x="109" y="554"/>
                  <a:pt x="112" y="551"/>
                </a:cubicBezTo>
                <a:cubicBezTo>
                  <a:pt x="115" y="548"/>
                  <a:pt x="117" y="547"/>
                  <a:pt x="117" y="547"/>
                </a:cubicBezTo>
                <a:lnTo>
                  <a:pt x="117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8372520" y="4803840"/>
            <a:ext cx="198360" cy="13680"/>
          </a:xfrm>
          <a:custGeom>
            <a:avLst/>
            <a:gdLst/>
            <a:ahLst/>
            <a:rect l="0" t="0" r="r" b="b"/>
            <a:pathLst>
              <a:path w="551" h="38">
                <a:moveTo>
                  <a:pt x="12" y="0"/>
                </a:moveTo>
                <a:lnTo>
                  <a:pt x="538" y="0"/>
                </a:lnTo>
                <a:cubicBezTo>
                  <a:pt x="547" y="5"/>
                  <a:pt x="551" y="11"/>
                  <a:pt x="551" y="18"/>
                </a:cubicBezTo>
                <a:cubicBezTo>
                  <a:pt x="551" y="26"/>
                  <a:pt x="547" y="33"/>
                  <a:pt x="538" y="38"/>
                </a:cubicBezTo>
                <a:lnTo>
                  <a:pt x="12" y="38"/>
                </a:lnTo>
                <a:cubicBezTo>
                  <a:pt x="4" y="33"/>
                  <a:pt x="0" y="26"/>
                  <a:pt x="0" y="18"/>
                </a:cubicBezTo>
                <a:cubicBezTo>
                  <a:pt x="0" y="11"/>
                  <a:pt x="4" y="5"/>
                  <a:pt x="12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8681040" y="466992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29" y="49"/>
                </a:moveTo>
                <a:cubicBezTo>
                  <a:pt x="229" y="45"/>
                  <a:pt x="212" y="42"/>
                  <a:pt x="177" y="41"/>
                </a:cubicBezTo>
                <a:cubicBezTo>
                  <a:pt x="164" y="41"/>
                  <a:pt x="155" y="41"/>
                  <a:pt x="150" y="40"/>
                </a:cubicBezTo>
                <a:cubicBezTo>
                  <a:pt x="146" y="40"/>
                  <a:pt x="144" y="37"/>
                  <a:pt x="144" y="32"/>
                </a:cubicBezTo>
                <a:cubicBezTo>
                  <a:pt x="144" y="27"/>
                  <a:pt x="145" y="21"/>
                  <a:pt x="148" y="14"/>
                </a:cubicBezTo>
                <a:cubicBezTo>
                  <a:pt x="150" y="7"/>
                  <a:pt x="152" y="2"/>
                  <a:pt x="154" y="1"/>
                </a:cubicBezTo>
                <a:cubicBezTo>
                  <a:pt x="155" y="0"/>
                  <a:pt x="215" y="0"/>
                  <a:pt x="334" y="0"/>
                </a:cubicBezTo>
                <a:cubicBezTo>
                  <a:pt x="434" y="0"/>
                  <a:pt x="490" y="1"/>
                  <a:pt x="502" y="1"/>
                </a:cubicBezTo>
                <a:cubicBezTo>
                  <a:pt x="514" y="1"/>
                  <a:pt x="526" y="2"/>
                  <a:pt x="539" y="6"/>
                </a:cubicBezTo>
                <a:cubicBezTo>
                  <a:pt x="583" y="16"/>
                  <a:pt x="620" y="40"/>
                  <a:pt x="650" y="77"/>
                </a:cubicBezTo>
                <a:cubicBezTo>
                  <a:pt x="680" y="115"/>
                  <a:pt x="695" y="165"/>
                  <a:pt x="696" y="227"/>
                </a:cubicBezTo>
                <a:cubicBezTo>
                  <a:pt x="696" y="322"/>
                  <a:pt x="663" y="406"/>
                  <a:pt x="599" y="481"/>
                </a:cubicBezTo>
                <a:cubicBezTo>
                  <a:pt x="534" y="555"/>
                  <a:pt x="458" y="600"/>
                  <a:pt x="371" y="614"/>
                </a:cubicBezTo>
                <a:lnTo>
                  <a:pt x="358" y="616"/>
                </a:lnTo>
                <a:lnTo>
                  <a:pt x="183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0" y="617"/>
                  <a:pt x="11" y="617"/>
                  <a:pt x="7" y="615"/>
                </a:cubicBezTo>
                <a:cubicBezTo>
                  <a:pt x="3" y="614"/>
                  <a:pt x="0" y="611"/>
                  <a:pt x="0" y="607"/>
                </a:cubicBezTo>
                <a:cubicBezTo>
                  <a:pt x="0" y="606"/>
                  <a:pt x="1" y="602"/>
                  <a:pt x="2" y="595"/>
                </a:cubicBezTo>
                <a:cubicBezTo>
                  <a:pt x="5" y="585"/>
                  <a:pt x="7" y="580"/>
                  <a:pt x="10" y="578"/>
                </a:cubicBezTo>
                <a:cubicBezTo>
                  <a:pt x="12" y="577"/>
                  <a:pt x="19" y="576"/>
                  <a:pt x="30" y="576"/>
                </a:cubicBezTo>
                <a:cubicBezTo>
                  <a:pt x="47" y="576"/>
                  <a:pt x="65" y="575"/>
                  <a:pt x="84" y="573"/>
                </a:cubicBezTo>
                <a:cubicBezTo>
                  <a:pt x="93" y="571"/>
                  <a:pt x="99" y="568"/>
                  <a:pt x="102" y="562"/>
                </a:cubicBezTo>
                <a:cubicBezTo>
                  <a:pt x="103" y="560"/>
                  <a:pt x="125" y="476"/>
                  <a:pt x="167" y="311"/>
                </a:cubicBezTo>
                <a:cubicBezTo>
                  <a:pt x="208" y="145"/>
                  <a:pt x="229" y="58"/>
                  <a:pt x="229" y="49"/>
                </a:cubicBezTo>
                <a:moveTo>
                  <a:pt x="605" y="193"/>
                </a:moveTo>
                <a:cubicBezTo>
                  <a:pt x="605" y="170"/>
                  <a:pt x="602" y="149"/>
                  <a:pt x="595" y="131"/>
                </a:cubicBezTo>
                <a:cubicBezTo>
                  <a:pt x="589" y="113"/>
                  <a:pt x="581" y="99"/>
                  <a:pt x="572" y="89"/>
                </a:cubicBezTo>
                <a:cubicBezTo>
                  <a:pt x="563" y="79"/>
                  <a:pt x="551" y="70"/>
                  <a:pt x="538" y="63"/>
                </a:cubicBezTo>
                <a:cubicBezTo>
                  <a:pt x="524" y="56"/>
                  <a:pt x="513" y="51"/>
                  <a:pt x="502" y="48"/>
                </a:cubicBezTo>
                <a:cubicBezTo>
                  <a:pt x="492" y="46"/>
                  <a:pt x="482" y="44"/>
                  <a:pt x="471" y="42"/>
                </a:cubicBezTo>
                <a:cubicBezTo>
                  <a:pt x="470" y="42"/>
                  <a:pt x="465" y="42"/>
                  <a:pt x="458" y="42"/>
                </a:cubicBezTo>
                <a:cubicBezTo>
                  <a:pt x="451" y="42"/>
                  <a:pt x="442" y="42"/>
                  <a:pt x="432" y="42"/>
                </a:cubicBezTo>
                <a:cubicBezTo>
                  <a:pt x="422" y="42"/>
                  <a:pt x="412" y="42"/>
                  <a:pt x="402" y="41"/>
                </a:cubicBezTo>
                <a:lnTo>
                  <a:pt x="363" y="41"/>
                </a:lnTo>
                <a:cubicBezTo>
                  <a:pt x="337" y="41"/>
                  <a:pt x="322" y="44"/>
                  <a:pt x="318" y="50"/>
                </a:cubicBezTo>
                <a:cubicBezTo>
                  <a:pt x="317" y="53"/>
                  <a:pt x="295" y="139"/>
                  <a:pt x="252" y="311"/>
                </a:cubicBezTo>
                <a:cubicBezTo>
                  <a:pt x="210" y="482"/>
                  <a:pt x="188" y="568"/>
                  <a:pt x="188" y="570"/>
                </a:cubicBezTo>
                <a:cubicBezTo>
                  <a:pt x="188" y="573"/>
                  <a:pt x="192" y="574"/>
                  <a:pt x="198" y="574"/>
                </a:cubicBezTo>
                <a:cubicBezTo>
                  <a:pt x="205" y="574"/>
                  <a:pt x="228" y="574"/>
                  <a:pt x="268" y="575"/>
                </a:cubicBezTo>
                <a:cubicBezTo>
                  <a:pt x="271" y="575"/>
                  <a:pt x="276" y="575"/>
                  <a:pt x="285" y="575"/>
                </a:cubicBezTo>
                <a:cubicBezTo>
                  <a:pt x="293" y="575"/>
                  <a:pt x="301" y="575"/>
                  <a:pt x="307" y="576"/>
                </a:cubicBezTo>
                <a:cubicBezTo>
                  <a:pt x="382" y="576"/>
                  <a:pt x="445" y="551"/>
                  <a:pt x="494" y="502"/>
                </a:cubicBezTo>
                <a:cubicBezTo>
                  <a:pt x="516" y="480"/>
                  <a:pt x="534" y="455"/>
                  <a:pt x="548" y="426"/>
                </a:cubicBezTo>
                <a:cubicBezTo>
                  <a:pt x="562" y="397"/>
                  <a:pt x="575" y="359"/>
                  <a:pt x="587" y="311"/>
                </a:cubicBezTo>
                <a:cubicBezTo>
                  <a:pt x="599" y="263"/>
                  <a:pt x="605" y="224"/>
                  <a:pt x="605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8969760" y="464796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2"/>
                </a:moveTo>
                <a:cubicBezTo>
                  <a:pt x="0" y="411"/>
                  <a:pt x="3" y="372"/>
                  <a:pt x="9" y="334"/>
                </a:cubicBezTo>
                <a:cubicBezTo>
                  <a:pt x="15" y="297"/>
                  <a:pt x="22" y="265"/>
                  <a:pt x="30" y="238"/>
                </a:cubicBezTo>
                <a:cubicBezTo>
                  <a:pt x="38" y="211"/>
                  <a:pt x="49" y="184"/>
                  <a:pt x="63" y="157"/>
                </a:cubicBezTo>
                <a:cubicBezTo>
                  <a:pt x="78" y="131"/>
                  <a:pt x="89" y="111"/>
                  <a:pt x="98" y="97"/>
                </a:cubicBezTo>
                <a:cubicBezTo>
                  <a:pt x="106" y="82"/>
                  <a:pt x="119" y="67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6"/>
                  <a:pt x="177" y="9"/>
                  <a:pt x="189" y="0"/>
                </a:cubicBezTo>
                <a:lnTo>
                  <a:pt x="201" y="0"/>
                </a:lnTo>
                <a:lnTo>
                  <a:pt x="204" y="0"/>
                </a:lnTo>
                <a:cubicBezTo>
                  <a:pt x="213" y="0"/>
                  <a:pt x="217" y="3"/>
                  <a:pt x="217" y="8"/>
                </a:cubicBezTo>
                <a:cubicBezTo>
                  <a:pt x="217" y="10"/>
                  <a:pt x="212" y="16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50" y="96"/>
                  <a:pt x="135" y="122"/>
                  <a:pt x="119" y="153"/>
                </a:cubicBezTo>
                <a:cubicBezTo>
                  <a:pt x="104" y="184"/>
                  <a:pt x="92" y="226"/>
                  <a:pt x="81" y="278"/>
                </a:cubicBezTo>
                <a:cubicBezTo>
                  <a:pt x="71" y="331"/>
                  <a:pt x="66" y="389"/>
                  <a:pt x="66" y="452"/>
                </a:cubicBezTo>
                <a:cubicBezTo>
                  <a:pt x="66" y="516"/>
                  <a:pt x="71" y="574"/>
                  <a:pt x="81" y="626"/>
                </a:cubicBezTo>
                <a:cubicBezTo>
                  <a:pt x="92" y="678"/>
                  <a:pt x="104" y="719"/>
                  <a:pt x="118" y="751"/>
                </a:cubicBezTo>
                <a:cubicBezTo>
                  <a:pt x="134" y="783"/>
                  <a:pt x="149" y="809"/>
                  <a:pt x="164" y="829"/>
                </a:cubicBezTo>
                <a:cubicBezTo>
                  <a:pt x="179" y="849"/>
                  <a:pt x="191" y="865"/>
                  <a:pt x="201" y="877"/>
                </a:cubicBezTo>
                <a:cubicBezTo>
                  <a:pt x="212" y="889"/>
                  <a:pt x="217" y="895"/>
                  <a:pt x="217" y="896"/>
                </a:cubicBezTo>
                <a:cubicBezTo>
                  <a:pt x="217" y="901"/>
                  <a:pt x="212" y="904"/>
                  <a:pt x="203" y="904"/>
                </a:cubicBezTo>
                <a:lnTo>
                  <a:pt x="201" y="904"/>
                </a:lnTo>
                <a:lnTo>
                  <a:pt x="189" y="904"/>
                </a:lnTo>
                <a:lnTo>
                  <a:pt x="164" y="882"/>
                </a:lnTo>
                <a:cubicBezTo>
                  <a:pt x="106" y="831"/>
                  <a:pt x="65" y="767"/>
                  <a:pt x="39" y="691"/>
                </a:cubicBezTo>
                <a:cubicBezTo>
                  <a:pt x="13" y="614"/>
                  <a:pt x="0" y="535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9082080" y="4662720"/>
            <a:ext cx="230760" cy="236520"/>
          </a:xfrm>
          <a:custGeom>
            <a:avLst/>
            <a:gdLst/>
            <a:ahLst/>
            <a:rect l="0" t="0" r="r" b="b"/>
            <a:pathLst>
              <a:path w="641" h="657">
                <a:moveTo>
                  <a:pt x="0" y="409"/>
                </a:moveTo>
                <a:cubicBezTo>
                  <a:pt x="0" y="339"/>
                  <a:pt x="20" y="273"/>
                  <a:pt x="61" y="209"/>
                </a:cubicBezTo>
                <a:cubicBezTo>
                  <a:pt x="101" y="145"/>
                  <a:pt x="152" y="95"/>
                  <a:pt x="214" y="58"/>
                </a:cubicBezTo>
                <a:cubicBezTo>
                  <a:pt x="275" y="20"/>
                  <a:pt x="336" y="1"/>
                  <a:pt x="398" y="1"/>
                </a:cubicBezTo>
                <a:cubicBezTo>
                  <a:pt x="452" y="1"/>
                  <a:pt x="495" y="16"/>
                  <a:pt x="527" y="47"/>
                </a:cubicBezTo>
                <a:cubicBezTo>
                  <a:pt x="532" y="53"/>
                  <a:pt x="537" y="58"/>
                  <a:pt x="540" y="62"/>
                </a:cubicBezTo>
                <a:cubicBezTo>
                  <a:pt x="544" y="66"/>
                  <a:pt x="546" y="69"/>
                  <a:pt x="548" y="71"/>
                </a:cubicBezTo>
                <a:lnTo>
                  <a:pt x="548" y="74"/>
                </a:lnTo>
                <a:cubicBezTo>
                  <a:pt x="550" y="74"/>
                  <a:pt x="558" y="66"/>
                  <a:pt x="573" y="50"/>
                </a:cubicBezTo>
                <a:cubicBezTo>
                  <a:pt x="577" y="47"/>
                  <a:pt x="582" y="43"/>
                  <a:pt x="586" y="38"/>
                </a:cubicBezTo>
                <a:cubicBezTo>
                  <a:pt x="591" y="33"/>
                  <a:pt x="596" y="28"/>
                  <a:pt x="601" y="23"/>
                </a:cubicBezTo>
                <a:cubicBezTo>
                  <a:pt x="606" y="18"/>
                  <a:pt x="609" y="15"/>
                  <a:pt x="610" y="13"/>
                </a:cubicBezTo>
                <a:lnTo>
                  <a:pt x="623" y="0"/>
                </a:lnTo>
                <a:lnTo>
                  <a:pt x="629" y="0"/>
                </a:lnTo>
                <a:cubicBezTo>
                  <a:pt x="637" y="0"/>
                  <a:pt x="641" y="2"/>
                  <a:pt x="641" y="6"/>
                </a:cubicBezTo>
                <a:cubicBezTo>
                  <a:pt x="641" y="9"/>
                  <a:pt x="632" y="50"/>
                  <a:pt x="613" y="130"/>
                </a:cubicBezTo>
                <a:cubicBezTo>
                  <a:pt x="591" y="213"/>
                  <a:pt x="580" y="256"/>
                  <a:pt x="580" y="256"/>
                </a:cubicBezTo>
                <a:cubicBezTo>
                  <a:pt x="579" y="259"/>
                  <a:pt x="577" y="261"/>
                  <a:pt x="576" y="262"/>
                </a:cubicBezTo>
                <a:cubicBezTo>
                  <a:pt x="574" y="262"/>
                  <a:pt x="568" y="263"/>
                  <a:pt x="559" y="263"/>
                </a:cubicBezTo>
                <a:lnTo>
                  <a:pt x="545" y="263"/>
                </a:lnTo>
                <a:cubicBezTo>
                  <a:pt x="541" y="260"/>
                  <a:pt x="539" y="257"/>
                  <a:pt x="539" y="255"/>
                </a:cubicBezTo>
                <a:cubicBezTo>
                  <a:pt x="539" y="255"/>
                  <a:pt x="540" y="253"/>
                  <a:pt x="540" y="249"/>
                </a:cubicBezTo>
                <a:cubicBezTo>
                  <a:pt x="541" y="245"/>
                  <a:pt x="542" y="239"/>
                  <a:pt x="542" y="231"/>
                </a:cubicBezTo>
                <a:cubicBezTo>
                  <a:pt x="543" y="222"/>
                  <a:pt x="543" y="213"/>
                  <a:pt x="543" y="202"/>
                </a:cubicBezTo>
                <a:cubicBezTo>
                  <a:pt x="543" y="159"/>
                  <a:pt x="533" y="122"/>
                  <a:pt x="514" y="90"/>
                </a:cubicBezTo>
                <a:cubicBezTo>
                  <a:pt x="495" y="58"/>
                  <a:pt x="462" y="42"/>
                  <a:pt x="416" y="41"/>
                </a:cubicBezTo>
                <a:cubicBezTo>
                  <a:pt x="405" y="41"/>
                  <a:pt x="393" y="42"/>
                  <a:pt x="381" y="44"/>
                </a:cubicBezTo>
                <a:cubicBezTo>
                  <a:pt x="368" y="46"/>
                  <a:pt x="352" y="50"/>
                  <a:pt x="333" y="56"/>
                </a:cubicBezTo>
                <a:cubicBezTo>
                  <a:pt x="313" y="62"/>
                  <a:pt x="295" y="70"/>
                  <a:pt x="278" y="81"/>
                </a:cubicBezTo>
                <a:cubicBezTo>
                  <a:pt x="260" y="92"/>
                  <a:pt x="241" y="106"/>
                  <a:pt x="221" y="124"/>
                </a:cubicBezTo>
                <a:cubicBezTo>
                  <a:pt x="200" y="142"/>
                  <a:pt x="183" y="164"/>
                  <a:pt x="168" y="188"/>
                </a:cubicBezTo>
                <a:cubicBezTo>
                  <a:pt x="154" y="213"/>
                  <a:pt x="140" y="244"/>
                  <a:pt x="126" y="281"/>
                </a:cubicBezTo>
                <a:cubicBezTo>
                  <a:pt x="112" y="317"/>
                  <a:pt x="103" y="358"/>
                  <a:pt x="98" y="401"/>
                </a:cubicBezTo>
                <a:cubicBezTo>
                  <a:pt x="97" y="412"/>
                  <a:pt x="96" y="424"/>
                  <a:pt x="96" y="437"/>
                </a:cubicBezTo>
                <a:cubicBezTo>
                  <a:pt x="96" y="466"/>
                  <a:pt x="100" y="491"/>
                  <a:pt x="109" y="514"/>
                </a:cubicBezTo>
                <a:cubicBezTo>
                  <a:pt x="117" y="537"/>
                  <a:pt x="128" y="554"/>
                  <a:pt x="141" y="566"/>
                </a:cubicBezTo>
                <a:cubicBezTo>
                  <a:pt x="155" y="578"/>
                  <a:pt x="170" y="588"/>
                  <a:pt x="186" y="597"/>
                </a:cubicBezTo>
                <a:cubicBezTo>
                  <a:pt x="203" y="605"/>
                  <a:pt x="219" y="610"/>
                  <a:pt x="233" y="612"/>
                </a:cubicBezTo>
                <a:cubicBezTo>
                  <a:pt x="248" y="614"/>
                  <a:pt x="261" y="615"/>
                  <a:pt x="274" y="616"/>
                </a:cubicBezTo>
                <a:cubicBezTo>
                  <a:pt x="307" y="616"/>
                  <a:pt x="336" y="609"/>
                  <a:pt x="363" y="595"/>
                </a:cubicBezTo>
                <a:cubicBezTo>
                  <a:pt x="390" y="581"/>
                  <a:pt x="409" y="563"/>
                  <a:pt x="419" y="541"/>
                </a:cubicBezTo>
                <a:cubicBezTo>
                  <a:pt x="421" y="537"/>
                  <a:pt x="426" y="520"/>
                  <a:pt x="433" y="491"/>
                </a:cubicBezTo>
                <a:cubicBezTo>
                  <a:pt x="440" y="463"/>
                  <a:pt x="444" y="447"/>
                  <a:pt x="444" y="443"/>
                </a:cubicBezTo>
                <a:cubicBezTo>
                  <a:pt x="444" y="438"/>
                  <a:pt x="440" y="435"/>
                  <a:pt x="432" y="434"/>
                </a:cubicBezTo>
                <a:cubicBezTo>
                  <a:pt x="424" y="433"/>
                  <a:pt x="406" y="432"/>
                  <a:pt x="378" y="431"/>
                </a:cubicBezTo>
                <a:lnTo>
                  <a:pt x="344" y="431"/>
                </a:lnTo>
                <a:cubicBezTo>
                  <a:pt x="341" y="428"/>
                  <a:pt x="339" y="425"/>
                  <a:pt x="339" y="424"/>
                </a:cubicBezTo>
                <a:cubicBezTo>
                  <a:pt x="339" y="423"/>
                  <a:pt x="340" y="417"/>
                  <a:pt x="341" y="407"/>
                </a:cubicBezTo>
                <a:cubicBezTo>
                  <a:pt x="343" y="399"/>
                  <a:pt x="346" y="393"/>
                  <a:pt x="350" y="390"/>
                </a:cubicBezTo>
                <a:lnTo>
                  <a:pt x="365" y="390"/>
                </a:lnTo>
                <a:cubicBezTo>
                  <a:pt x="389" y="391"/>
                  <a:pt x="431" y="392"/>
                  <a:pt x="492" y="392"/>
                </a:cubicBezTo>
                <a:cubicBezTo>
                  <a:pt x="516" y="392"/>
                  <a:pt x="535" y="392"/>
                  <a:pt x="550" y="392"/>
                </a:cubicBezTo>
                <a:cubicBezTo>
                  <a:pt x="565" y="392"/>
                  <a:pt x="576" y="391"/>
                  <a:pt x="583" y="391"/>
                </a:cubicBezTo>
                <a:cubicBezTo>
                  <a:pt x="589" y="390"/>
                  <a:pt x="593" y="390"/>
                  <a:pt x="594" y="391"/>
                </a:cubicBezTo>
                <a:cubicBezTo>
                  <a:pt x="602" y="391"/>
                  <a:pt x="606" y="393"/>
                  <a:pt x="606" y="399"/>
                </a:cubicBezTo>
                <a:cubicBezTo>
                  <a:pt x="606" y="400"/>
                  <a:pt x="606" y="404"/>
                  <a:pt x="604" y="411"/>
                </a:cubicBezTo>
                <a:cubicBezTo>
                  <a:pt x="601" y="423"/>
                  <a:pt x="598" y="429"/>
                  <a:pt x="595" y="430"/>
                </a:cubicBezTo>
                <a:cubicBezTo>
                  <a:pt x="594" y="431"/>
                  <a:pt x="589" y="431"/>
                  <a:pt x="582" y="431"/>
                </a:cubicBezTo>
                <a:cubicBezTo>
                  <a:pt x="570" y="431"/>
                  <a:pt x="557" y="432"/>
                  <a:pt x="545" y="434"/>
                </a:cubicBezTo>
                <a:cubicBezTo>
                  <a:pt x="541" y="436"/>
                  <a:pt x="538" y="438"/>
                  <a:pt x="536" y="442"/>
                </a:cubicBezTo>
                <a:cubicBezTo>
                  <a:pt x="534" y="446"/>
                  <a:pt x="530" y="461"/>
                  <a:pt x="523" y="488"/>
                </a:cubicBezTo>
                <a:cubicBezTo>
                  <a:pt x="518" y="509"/>
                  <a:pt x="513" y="526"/>
                  <a:pt x="510" y="540"/>
                </a:cubicBezTo>
                <a:cubicBezTo>
                  <a:pt x="495" y="601"/>
                  <a:pt x="486" y="633"/>
                  <a:pt x="484" y="634"/>
                </a:cubicBezTo>
                <a:cubicBezTo>
                  <a:pt x="483" y="636"/>
                  <a:pt x="482" y="636"/>
                  <a:pt x="480" y="636"/>
                </a:cubicBezTo>
                <a:cubicBezTo>
                  <a:pt x="474" y="636"/>
                  <a:pt x="465" y="630"/>
                  <a:pt x="455" y="618"/>
                </a:cubicBezTo>
                <a:cubicBezTo>
                  <a:pt x="444" y="606"/>
                  <a:pt x="437" y="597"/>
                  <a:pt x="434" y="590"/>
                </a:cubicBezTo>
                <a:cubicBezTo>
                  <a:pt x="434" y="590"/>
                  <a:pt x="433" y="590"/>
                  <a:pt x="432" y="590"/>
                </a:cubicBezTo>
                <a:cubicBezTo>
                  <a:pt x="431" y="591"/>
                  <a:pt x="429" y="592"/>
                  <a:pt x="427" y="595"/>
                </a:cubicBezTo>
                <a:cubicBezTo>
                  <a:pt x="382" y="636"/>
                  <a:pt x="322" y="657"/>
                  <a:pt x="246" y="657"/>
                </a:cubicBezTo>
                <a:cubicBezTo>
                  <a:pt x="173" y="657"/>
                  <a:pt x="114" y="634"/>
                  <a:pt x="69" y="588"/>
                </a:cubicBezTo>
                <a:cubicBezTo>
                  <a:pt x="23" y="541"/>
                  <a:pt x="0" y="481"/>
                  <a:pt x="0" y="4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9351720" y="464796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0" y="452"/>
                </a:moveTo>
                <a:cubicBezTo>
                  <a:pt x="0" y="411"/>
                  <a:pt x="3" y="372"/>
                  <a:pt x="9" y="334"/>
                </a:cubicBezTo>
                <a:cubicBezTo>
                  <a:pt x="15" y="297"/>
                  <a:pt x="22" y="265"/>
                  <a:pt x="30" y="238"/>
                </a:cubicBezTo>
                <a:cubicBezTo>
                  <a:pt x="37" y="211"/>
                  <a:pt x="48" y="184"/>
                  <a:pt x="63" y="157"/>
                </a:cubicBezTo>
                <a:cubicBezTo>
                  <a:pt x="77" y="131"/>
                  <a:pt x="89" y="111"/>
                  <a:pt x="97" y="97"/>
                </a:cubicBezTo>
                <a:cubicBezTo>
                  <a:pt x="106" y="82"/>
                  <a:pt x="118" y="67"/>
                  <a:pt x="135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6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3"/>
                  <a:pt x="216" y="8"/>
                </a:cubicBezTo>
                <a:cubicBezTo>
                  <a:pt x="216" y="10"/>
                  <a:pt x="211" y="16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50" y="96"/>
                  <a:pt x="134" y="122"/>
                  <a:pt x="119" y="153"/>
                </a:cubicBezTo>
                <a:cubicBezTo>
                  <a:pt x="104" y="184"/>
                  <a:pt x="91" y="226"/>
                  <a:pt x="81" y="278"/>
                </a:cubicBezTo>
                <a:cubicBezTo>
                  <a:pt x="71" y="331"/>
                  <a:pt x="66" y="389"/>
                  <a:pt x="66" y="452"/>
                </a:cubicBezTo>
                <a:cubicBezTo>
                  <a:pt x="66" y="516"/>
                  <a:pt x="71" y="574"/>
                  <a:pt x="81" y="626"/>
                </a:cubicBezTo>
                <a:cubicBezTo>
                  <a:pt x="91" y="678"/>
                  <a:pt x="104" y="719"/>
                  <a:pt x="118" y="751"/>
                </a:cubicBezTo>
                <a:cubicBezTo>
                  <a:pt x="132" y="783"/>
                  <a:pt x="148" y="809"/>
                  <a:pt x="163" y="829"/>
                </a:cubicBezTo>
                <a:cubicBezTo>
                  <a:pt x="178" y="849"/>
                  <a:pt x="191" y="865"/>
                  <a:pt x="201" y="877"/>
                </a:cubicBezTo>
                <a:cubicBezTo>
                  <a:pt x="211" y="889"/>
                  <a:pt x="216" y="895"/>
                  <a:pt x="216" y="896"/>
                </a:cubicBezTo>
                <a:cubicBezTo>
                  <a:pt x="216" y="901"/>
                  <a:pt x="212" y="904"/>
                  <a:pt x="203" y="904"/>
                </a:cubicBezTo>
                <a:lnTo>
                  <a:pt x="200" y="904"/>
                </a:lnTo>
                <a:lnTo>
                  <a:pt x="188" y="904"/>
                </a:lnTo>
                <a:lnTo>
                  <a:pt x="163" y="882"/>
                </a:lnTo>
                <a:cubicBezTo>
                  <a:pt x="106" y="831"/>
                  <a:pt x="64" y="767"/>
                  <a:pt x="39" y="691"/>
                </a:cubicBezTo>
                <a:cubicBezTo>
                  <a:pt x="13" y="614"/>
                  <a:pt x="0" y="535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9457920" y="4746960"/>
            <a:ext cx="140040" cy="145080"/>
          </a:xfrm>
          <a:custGeom>
            <a:avLst/>
            <a:gdLst/>
            <a:ahLst/>
            <a:rect l="0" t="0" r="r" b="b"/>
            <a:pathLst>
              <a:path w="389" h="403">
                <a:moveTo>
                  <a:pt x="14" y="166"/>
                </a:moveTo>
                <a:cubicBezTo>
                  <a:pt x="14" y="164"/>
                  <a:pt x="16" y="138"/>
                  <a:pt x="20" y="87"/>
                </a:cubicBezTo>
                <a:cubicBezTo>
                  <a:pt x="23" y="36"/>
                  <a:pt x="25" y="10"/>
                  <a:pt x="25" y="9"/>
                </a:cubicBezTo>
                <a:lnTo>
                  <a:pt x="25" y="1"/>
                </a:lnTo>
                <a:lnTo>
                  <a:pt x="198" y="1"/>
                </a:lnTo>
                <a:cubicBezTo>
                  <a:pt x="221" y="1"/>
                  <a:pt x="246" y="1"/>
                  <a:pt x="274" y="1"/>
                </a:cubicBezTo>
                <a:cubicBezTo>
                  <a:pt x="303" y="1"/>
                  <a:pt x="321" y="1"/>
                  <a:pt x="328" y="0"/>
                </a:cubicBezTo>
                <a:cubicBezTo>
                  <a:pt x="356" y="0"/>
                  <a:pt x="373" y="2"/>
                  <a:pt x="378" y="4"/>
                </a:cubicBezTo>
                <a:cubicBezTo>
                  <a:pt x="384" y="6"/>
                  <a:pt x="386" y="13"/>
                  <a:pt x="386" y="25"/>
                </a:cubicBezTo>
                <a:cubicBezTo>
                  <a:pt x="386" y="32"/>
                  <a:pt x="386" y="36"/>
                  <a:pt x="385" y="37"/>
                </a:cubicBezTo>
                <a:cubicBezTo>
                  <a:pt x="384" y="40"/>
                  <a:pt x="345" y="93"/>
                  <a:pt x="266" y="195"/>
                </a:cubicBezTo>
                <a:cubicBezTo>
                  <a:pt x="189" y="299"/>
                  <a:pt x="149" y="351"/>
                  <a:pt x="146" y="354"/>
                </a:cubicBezTo>
                <a:lnTo>
                  <a:pt x="185" y="354"/>
                </a:lnTo>
                <a:cubicBezTo>
                  <a:pt x="199" y="353"/>
                  <a:pt x="208" y="353"/>
                  <a:pt x="213" y="353"/>
                </a:cubicBezTo>
                <a:cubicBezTo>
                  <a:pt x="218" y="353"/>
                  <a:pt x="226" y="352"/>
                  <a:pt x="239" y="351"/>
                </a:cubicBezTo>
                <a:cubicBezTo>
                  <a:pt x="252" y="350"/>
                  <a:pt x="260" y="348"/>
                  <a:pt x="264" y="344"/>
                </a:cubicBezTo>
                <a:cubicBezTo>
                  <a:pt x="269" y="341"/>
                  <a:pt x="276" y="338"/>
                  <a:pt x="285" y="334"/>
                </a:cubicBezTo>
                <a:cubicBezTo>
                  <a:pt x="295" y="329"/>
                  <a:pt x="301" y="323"/>
                  <a:pt x="305" y="315"/>
                </a:cubicBezTo>
                <a:cubicBezTo>
                  <a:pt x="310" y="306"/>
                  <a:pt x="314" y="297"/>
                  <a:pt x="319" y="288"/>
                </a:cubicBezTo>
                <a:cubicBezTo>
                  <a:pt x="323" y="278"/>
                  <a:pt x="327" y="265"/>
                  <a:pt x="329" y="250"/>
                </a:cubicBezTo>
                <a:cubicBezTo>
                  <a:pt x="332" y="232"/>
                  <a:pt x="333" y="219"/>
                  <a:pt x="333" y="207"/>
                </a:cubicBezTo>
                <a:cubicBezTo>
                  <a:pt x="333" y="207"/>
                  <a:pt x="342" y="206"/>
                  <a:pt x="361" y="206"/>
                </a:cubicBezTo>
                <a:lnTo>
                  <a:pt x="389" y="206"/>
                </a:lnTo>
                <a:lnTo>
                  <a:pt x="389" y="212"/>
                </a:lnTo>
                <a:cubicBezTo>
                  <a:pt x="388" y="214"/>
                  <a:pt x="386" y="244"/>
                  <a:pt x="381" y="306"/>
                </a:cubicBezTo>
                <a:cubicBezTo>
                  <a:pt x="376" y="366"/>
                  <a:pt x="373" y="397"/>
                  <a:pt x="373" y="398"/>
                </a:cubicBezTo>
                <a:lnTo>
                  <a:pt x="373" y="403"/>
                </a:lnTo>
                <a:lnTo>
                  <a:pt x="192" y="403"/>
                </a:lnTo>
                <a:cubicBezTo>
                  <a:pt x="72" y="403"/>
                  <a:pt x="12" y="403"/>
                  <a:pt x="10" y="401"/>
                </a:cubicBezTo>
                <a:cubicBezTo>
                  <a:pt x="3" y="398"/>
                  <a:pt x="0" y="391"/>
                  <a:pt x="0" y="378"/>
                </a:cubicBezTo>
                <a:lnTo>
                  <a:pt x="0" y="373"/>
                </a:lnTo>
                <a:cubicBezTo>
                  <a:pt x="0" y="369"/>
                  <a:pt x="2" y="363"/>
                  <a:pt x="7" y="356"/>
                </a:cubicBezTo>
                <a:cubicBezTo>
                  <a:pt x="12" y="350"/>
                  <a:pt x="25" y="332"/>
                  <a:pt x="47" y="302"/>
                </a:cubicBezTo>
                <a:cubicBezTo>
                  <a:pt x="74" y="267"/>
                  <a:pt x="98" y="235"/>
                  <a:pt x="119" y="206"/>
                </a:cubicBezTo>
                <a:lnTo>
                  <a:pt x="240" y="47"/>
                </a:lnTo>
                <a:lnTo>
                  <a:pt x="202" y="47"/>
                </a:lnTo>
                <a:cubicBezTo>
                  <a:pt x="162" y="48"/>
                  <a:pt x="134" y="52"/>
                  <a:pt x="120" y="59"/>
                </a:cubicBezTo>
                <a:cubicBezTo>
                  <a:pt x="95" y="71"/>
                  <a:pt x="80" y="94"/>
                  <a:pt x="75" y="129"/>
                </a:cubicBezTo>
                <a:cubicBezTo>
                  <a:pt x="72" y="142"/>
                  <a:pt x="70" y="157"/>
                  <a:pt x="70" y="171"/>
                </a:cubicBezTo>
                <a:cubicBezTo>
                  <a:pt x="70" y="172"/>
                  <a:pt x="61" y="173"/>
                  <a:pt x="42" y="173"/>
                </a:cubicBezTo>
                <a:lnTo>
                  <a:pt x="14" y="173"/>
                </a:lnTo>
                <a:lnTo>
                  <a:pt x="14" y="16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9639000" y="4852440"/>
            <a:ext cx="43200" cy="102600"/>
          </a:xfrm>
          <a:custGeom>
            <a:avLst/>
            <a:gdLst/>
            <a:ahLst/>
            <a:rect l="0" t="0" r="r" b="b"/>
            <a:pathLst>
              <a:path w="120" h="285">
                <a:moveTo>
                  <a:pt x="0" y="79"/>
                </a:moveTo>
                <a:cubicBezTo>
                  <a:pt x="0" y="79"/>
                  <a:pt x="0" y="71"/>
                  <a:pt x="0" y="56"/>
                </a:cubicBezTo>
                <a:cubicBezTo>
                  <a:pt x="0" y="41"/>
                  <a:pt x="4" y="28"/>
                  <a:pt x="14" y="17"/>
                </a:cubicBezTo>
                <a:cubicBezTo>
                  <a:pt x="24" y="5"/>
                  <a:pt x="37" y="0"/>
                  <a:pt x="53" y="0"/>
                </a:cubicBezTo>
                <a:cubicBezTo>
                  <a:pt x="71" y="0"/>
                  <a:pt x="86" y="7"/>
                  <a:pt x="99" y="24"/>
                </a:cubicBezTo>
                <a:cubicBezTo>
                  <a:pt x="112" y="39"/>
                  <a:pt x="119" y="65"/>
                  <a:pt x="120" y="103"/>
                </a:cubicBezTo>
                <a:cubicBezTo>
                  <a:pt x="120" y="124"/>
                  <a:pt x="117" y="144"/>
                  <a:pt x="112" y="164"/>
                </a:cubicBezTo>
                <a:cubicBezTo>
                  <a:pt x="106" y="184"/>
                  <a:pt x="100" y="201"/>
                  <a:pt x="93" y="216"/>
                </a:cubicBezTo>
                <a:cubicBezTo>
                  <a:pt x="86" y="230"/>
                  <a:pt x="78" y="243"/>
                  <a:pt x="69" y="253"/>
                </a:cubicBezTo>
                <a:cubicBezTo>
                  <a:pt x="61" y="263"/>
                  <a:pt x="53" y="271"/>
                  <a:pt x="47" y="277"/>
                </a:cubicBezTo>
                <a:cubicBezTo>
                  <a:pt x="41" y="283"/>
                  <a:pt x="37" y="286"/>
                  <a:pt x="35" y="285"/>
                </a:cubicBezTo>
                <a:cubicBezTo>
                  <a:pt x="32" y="285"/>
                  <a:pt x="29" y="283"/>
                  <a:pt x="23" y="277"/>
                </a:cubicBezTo>
                <a:cubicBezTo>
                  <a:pt x="18" y="272"/>
                  <a:pt x="15" y="268"/>
                  <a:pt x="15" y="265"/>
                </a:cubicBezTo>
                <a:cubicBezTo>
                  <a:pt x="15" y="263"/>
                  <a:pt x="18" y="258"/>
                  <a:pt x="25" y="251"/>
                </a:cubicBezTo>
                <a:cubicBezTo>
                  <a:pt x="32" y="244"/>
                  <a:pt x="39" y="235"/>
                  <a:pt x="48" y="224"/>
                </a:cubicBezTo>
                <a:cubicBezTo>
                  <a:pt x="56" y="213"/>
                  <a:pt x="65" y="198"/>
                  <a:pt x="72" y="179"/>
                </a:cubicBezTo>
                <a:cubicBezTo>
                  <a:pt x="79" y="160"/>
                  <a:pt x="84" y="138"/>
                  <a:pt x="86" y="113"/>
                </a:cubicBezTo>
                <a:lnTo>
                  <a:pt x="86" y="102"/>
                </a:lnTo>
                <a:lnTo>
                  <a:pt x="86" y="103"/>
                </a:lnTo>
                <a:cubicBezTo>
                  <a:pt x="84" y="104"/>
                  <a:pt x="83" y="104"/>
                  <a:pt x="81" y="105"/>
                </a:cubicBezTo>
                <a:cubicBezTo>
                  <a:pt x="79" y="105"/>
                  <a:pt x="77" y="106"/>
                  <a:pt x="76" y="107"/>
                </a:cubicBezTo>
                <a:cubicBezTo>
                  <a:pt x="74" y="109"/>
                  <a:pt x="71" y="109"/>
                  <a:pt x="67" y="109"/>
                </a:cubicBezTo>
                <a:cubicBezTo>
                  <a:pt x="64" y="109"/>
                  <a:pt x="59" y="110"/>
                  <a:pt x="56" y="110"/>
                </a:cubicBezTo>
                <a:cubicBezTo>
                  <a:pt x="39" y="110"/>
                  <a:pt x="26" y="105"/>
                  <a:pt x="16" y="95"/>
                </a:cubicBezTo>
                <a:lnTo>
                  <a:pt x="0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9765360" y="4747320"/>
            <a:ext cx="181440" cy="209880"/>
          </a:xfrm>
          <a:custGeom>
            <a:avLst/>
            <a:gdLst/>
            <a:ahLst/>
            <a:rect l="0" t="0" r="r" b="b"/>
            <a:pathLst>
              <a:path w="504" h="583">
                <a:moveTo>
                  <a:pt x="56" y="494"/>
                </a:moveTo>
                <a:cubicBezTo>
                  <a:pt x="56" y="499"/>
                  <a:pt x="56" y="504"/>
                  <a:pt x="58" y="510"/>
                </a:cubicBezTo>
                <a:cubicBezTo>
                  <a:pt x="60" y="515"/>
                  <a:pt x="65" y="521"/>
                  <a:pt x="72" y="527"/>
                </a:cubicBezTo>
                <a:cubicBezTo>
                  <a:pt x="79" y="533"/>
                  <a:pt x="88" y="536"/>
                  <a:pt x="100" y="537"/>
                </a:cubicBezTo>
                <a:cubicBezTo>
                  <a:pt x="109" y="536"/>
                  <a:pt x="117" y="534"/>
                  <a:pt x="126" y="531"/>
                </a:cubicBezTo>
                <a:cubicBezTo>
                  <a:pt x="134" y="528"/>
                  <a:pt x="142" y="525"/>
                  <a:pt x="148" y="520"/>
                </a:cubicBezTo>
                <a:cubicBezTo>
                  <a:pt x="154" y="516"/>
                  <a:pt x="160" y="511"/>
                  <a:pt x="166" y="505"/>
                </a:cubicBezTo>
                <a:cubicBezTo>
                  <a:pt x="172" y="499"/>
                  <a:pt x="176" y="493"/>
                  <a:pt x="180" y="488"/>
                </a:cubicBezTo>
                <a:cubicBezTo>
                  <a:pt x="184" y="483"/>
                  <a:pt x="187" y="477"/>
                  <a:pt x="191" y="471"/>
                </a:cubicBezTo>
                <a:cubicBezTo>
                  <a:pt x="195" y="464"/>
                  <a:pt x="197" y="459"/>
                  <a:pt x="199" y="454"/>
                </a:cubicBezTo>
                <a:cubicBezTo>
                  <a:pt x="201" y="450"/>
                  <a:pt x="203" y="446"/>
                  <a:pt x="204" y="442"/>
                </a:cubicBezTo>
                <a:cubicBezTo>
                  <a:pt x="206" y="438"/>
                  <a:pt x="207" y="435"/>
                  <a:pt x="207" y="435"/>
                </a:cubicBezTo>
                <a:lnTo>
                  <a:pt x="223" y="401"/>
                </a:lnTo>
                <a:lnTo>
                  <a:pt x="66" y="56"/>
                </a:lnTo>
                <a:lnTo>
                  <a:pt x="3" y="56"/>
                </a:lnTo>
                <a:lnTo>
                  <a:pt x="3" y="0"/>
                </a:lnTo>
                <a:lnTo>
                  <a:pt x="10" y="0"/>
                </a:lnTo>
                <a:cubicBezTo>
                  <a:pt x="19" y="2"/>
                  <a:pt x="53" y="3"/>
                  <a:pt x="111" y="3"/>
                </a:cubicBezTo>
                <a:cubicBezTo>
                  <a:pt x="175" y="3"/>
                  <a:pt x="213" y="2"/>
                  <a:pt x="223" y="0"/>
                </a:cubicBezTo>
                <a:lnTo>
                  <a:pt x="232" y="0"/>
                </a:lnTo>
                <a:lnTo>
                  <a:pt x="232" y="56"/>
                </a:lnTo>
                <a:lnTo>
                  <a:pt x="210" y="56"/>
                </a:lnTo>
                <a:cubicBezTo>
                  <a:pt x="196" y="56"/>
                  <a:pt x="189" y="57"/>
                  <a:pt x="189" y="58"/>
                </a:cubicBezTo>
                <a:lnTo>
                  <a:pt x="285" y="265"/>
                </a:lnTo>
                <a:lnTo>
                  <a:pt x="380" y="56"/>
                </a:lnTo>
                <a:lnTo>
                  <a:pt x="336" y="56"/>
                </a:lnTo>
                <a:lnTo>
                  <a:pt x="336" y="0"/>
                </a:lnTo>
                <a:lnTo>
                  <a:pt x="343" y="0"/>
                </a:lnTo>
                <a:cubicBezTo>
                  <a:pt x="350" y="2"/>
                  <a:pt x="378" y="3"/>
                  <a:pt x="428" y="3"/>
                </a:cubicBezTo>
                <a:cubicBezTo>
                  <a:pt x="471" y="3"/>
                  <a:pt x="495" y="2"/>
                  <a:pt x="499" y="0"/>
                </a:cubicBezTo>
                <a:lnTo>
                  <a:pt x="504" y="0"/>
                </a:lnTo>
                <a:lnTo>
                  <a:pt x="504" y="56"/>
                </a:lnTo>
                <a:lnTo>
                  <a:pt x="441" y="56"/>
                </a:lnTo>
                <a:lnTo>
                  <a:pt x="347" y="264"/>
                </a:lnTo>
                <a:cubicBezTo>
                  <a:pt x="282" y="406"/>
                  <a:pt x="249" y="479"/>
                  <a:pt x="249" y="481"/>
                </a:cubicBezTo>
                <a:cubicBezTo>
                  <a:pt x="231" y="512"/>
                  <a:pt x="209" y="537"/>
                  <a:pt x="183" y="555"/>
                </a:cubicBezTo>
                <a:cubicBezTo>
                  <a:pt x="156" y="573"/>
                  <a:pt x="128" y="582"/>
                  <a:pt x="98" y="583"/>
                </a:cubicBezTo>
                <a:cubicBezTo>
                  <a:pt x="70" y="583"/>
                  <a:pt x="47" y="574"/>
                  <a:pt x="28" y="557"/>
                </a:cubicBezTo>
                <a:cubicBezTo>
                  <a:pt x="10" y="541"/>
                  <a:pt x="0" y="519"/>
                  <a:pt x="0" y="492"/>
                </a:cubicBezTo>
                <a:cubicBezTo>
                  <a:pt x="0" y="471"/>
                  <a:pt x="7" y="455"/>
                  <a:pt x="19" y="446"/>
                </a:cubicBezTo>
                <a:cubicBezTo>
                  <a:pt x="32" y="438"/>
                  <a:pt x="45" y="433"/>
                  <a:pt x="58" y="433"/>
                </a:cubicBezTo>
                <a:cubicBezTo>
                  <a:pt x="73" y="433"/>
                  <a:pt x="86" y="437"/>
                  <a:pt x="97" y="446"/>
                </a:cubicBezTo>
                <a:cubicBezTo>
                  <a:pt x="108" y="455"/>
                  <a:pt x="115" y="469"/>
                  <a:pt x="117" y="485"/>
                </a:cubicBezTo>
                <a:lnTo>
                  <a:pt x="117" y="492"/>
                </a:lnTo>
                <a:lnTo>
                  <a:pt x="56" y="492"/>
                </a:lnTo>
                <a:lnTo>
                  <a:pt x="56" y="49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9973080" y="464796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0" y="73"/>
                  <a:pt x="152" y="137"/>
                  <a:pt x="178" y="214"/>
                </a:cubicBezTo>
                <a:cubicBezTo>
                  <a:pt x="204" y="291"/>
                  <a:pt x="217" y="370"/>
                  <a:pt x="217" y="452"/>
                </a:cubicBezTo>
                <a:cubicBezTo>
                  <a:pt x="217" y="493"/>
                  <a:pt x="214" y="533"/>
                  <a:pt x="208" y="571"/>
                </a:cubicBezTo>
                <a:cubicBezTo>
                  <a:pt x="202" y="609"/>
                  <a:pt x="195" y="641"/>
                  <a:pt x="187" y="667"/>
                </a:cubicBezTo>
                <a:cubicBezTo>
                  <a:pt x="179" y="694"/>
                  <a:pt x="168" y="720"/>
                  <a:pt x="154" y="747"/>
                </a:cubicBezTo>
                <a:cubicBezTo>
                  <a:pt x="138" y="773"/>
                  <a:pt x="127" y="793"/>
                  <a:pt x="119" y="807"/>
                </a:cubicBezTo>
                <a:cubicBezTo>
                  <a:pt x="110" y="821"/>
                  <a:pt x="98" y="836"/>
                  <a:pt x="81" y="853"/>
                </a:cubicBezTo>
                <a:cubicBezTo>
                  <a:pt x="65" y="870"/>
                  <a:pt x="56" y="880"/>
                  <a:pt x="53" y="883"/>
                </a:cubicBezTo>
                <a:cubicBezTo>
                  <a:pt x="50" y="886"/>
                  <a:pt x="43" y="892"/>
                  <a:pt x="32" y="900"/>
                </a:cubicBezTo>
                <a:cubicBezTo>
                  <a:pt x="30" y="902"/>
                  <a:pt x="29" y="903"/>
                  <a:pt x="28" y="904"/>
                </a:cubicBezTo>
                <a:lnTo>
                  <a:pt x="17" y="904"/>
                </a:lnTo>
                <a:cubicBezTo>
                  <a:pt x="13" y="904"/>
                  <a:pt x="9" y="904"/>
                  <a:pt x="7" y="904"/>
                </a:cubicBezTo>
                <a:cubicBezTo>
                  <a:pt x="6" y="904"/>
                  <a:pt x="4" y="903"/>
                  <a:pt x="3" y="901"/>
                </a:cubicBezTo>
                <a:cubicBezTo>
                  <a:pt x="2" y="899"/>
                  <a:pt x="1" y="897"/>
                  <a:pt x="0" y="893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3" y="784"/>
                  <a:pt x="151" y="641"/>
                  <a:pt x="151" y="452"/>
                </a:cubicBezTo>
                <a:cubicBezTo>
                  <a:pt x="151" y="264"/>
                  <a:pt x="103" y="120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10107000" y="4852440"/>
            <a:ext cx="43200" cy="102600"/>
          </a:xfrm>
          <a:custGeom>
            <a:avLst/>
            <a:gdLst/>
            <a:ahLst/>
            <a:rect l="0" t="0" r="r" b="b"/>
            <a:pathLst>
              <a:path w="120" h="285">
                <a:moveTo>
                  <a:pt x="0" y="79"/>
                </a:moveTo>
                <a:cubicBezTo>
                  <a:pt x="0" y="79"/>
                  <a:pt x="0" y="71"/>
                  <a:pt x="0" y="56"/>
                </a:cubicBezTo>
                <a:cubicBezTo>
                  <a:pt x="0" y="41"/>
                  <a:pt x="5" y="28"/>
                  <a:pt x="15" y="17"/>
                </a:cubicBezTo>
                <a:cubicBezTo>
                  <a:pt x="24" y="5"/>
                  <a:pt x="37" y="0"/>
                  <a:pt x="53" y="0"/>
                </a:cubicBezTo>
                <a:cubicBezTo>
                  <a:pt x="71" y="0"/>
                  <a:pt x="86" y="7"/>
                  <a:pt x="100" y="24"/>
                </a:cubicBezTo>
                <a:cubicBezTo>
                  <a:pt x="113" y="39"/>
                  <a:pt x="120" y="65"/>
                  <a:pt x="120" y="103"/>
                </a:cubicBezTo>
                <a:cubicBezTo>
                  <a:pt x="120" y="124"/>
                  <a:pt x="118" y="144"/>
                  <a:pt x="112" y="164"/>
                </a:cubicBezTo>
                <a:cubicBezTo>
                  <a:pt x="107" y="184"/>
                  <a:pt x="100" y="201"/>
                  <a:pt x="93" y="216"/>
                </a:cubicBezTo>
                <a:cubicBezTo>
                  <a:pt x="86" y="230"/>
                  <a:pt x="78" y="243"/>
                  <a:pt x="70" y="253"/>
                </a:cubicBezTo>
                <a:cubicBezTo>
                  <a:pt x="60" y="263"/>
                  <a:pt x="53" y="271"/>
                  <a:pt x="47" y="277"/>
                </a:cubicBezTo>
                <a:cubicBezTo>
                  <a:pt x="41" y="283"/>
                  <a:pt x="37" y="286"/>
                  <a:pt x="35" y="285"/>
                </a:cubicBezTo>
                <a:cubicBezTo>
                  <a:pt x="33" y="285"/>
                  <a:pt x="29" y="283"/>
                  <a:pt x="24" y="277"/>
                </a:cubicBezTo>
                <a:cubicBezTo>
                  <a:pt x="18" y="272"/>
                  <a:pt x="15" y="268"/>
                  <a:pt x="15" y="265"/>
                </a:cubicBezTo>
                <a:cubicBezTo>
                  <a:pt x="15" y="263"/>
                  <a:pt x="19" y="258"/>
                  <a:pt x="25" y="251"/>
                </a:cubicBezTo>
                <a:cubicBezTo>
                  <a:pt x="32" y="244"/>
                  <a:pt x="40" y="235"/>
                  <a:pt x="48" y="224"/>
                </a:cubicBezTo>
                <a:cubicBezTo>
                  <a:pt x="56" y="213"/>
                  <a:pt x="64" y="198"/>
                  <a:pt x="72" y="179"/>
                </a:cubicBezTo>
                <a:cubicBezTo>
                  <a:pt x="80" y="160"/>
                  <a:pt x="84" y="138"/>
                  <a:pt x="87" y="113"/>
                </a:cubicBezTo>
                <a:lnTo>
                  <a:pt x="87" y="102"/>
                </a:lnTo>
                <a:lnTo>
                  <a:pt x="86" y="103"/>
                </a:lnTo>
                <a:cubicBezTo>
                  <a:pt x="85" y="104"/>
                  <a:pt x="83" y="104"/>
                  <a:pt x="81" y="105"/>
                </a:cubicBezTo>
                <a:cubicBezTo>
                  <a:pt x="80" y="105"/>
                  <a:pt x="78" y="106"/>
                  <a:pt x="76" y="107"/>
                </a:cubicBezTo>
                <a:cubicBezTo>
                  <a:pt x="74" y="109"/>
                  <a:pt x="72" y="109"/>
                  <a:pt x="67" y="109"/>
                </a:cubicBezTo>
                <a:cubicBezTo>
                  <a:pt x="63" y="109"/>
                  <a:pt x="60" y="110"/>
                  <a:pt x="56" y="110"/>
                </a:cubicBezTo>
                <a:cubicBezTo>
                  <a:pt x="40" y="110"/>
                  <a:pt x="27" y="105"/>
                  <a:pt x="16" y="95"/>
                </a:cubicBezTo>
                <a:lnTo>
                  <a:pt x="0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10233720" y="4747320"/>
            <a:ext cx="181440" cy="209880"/>
          </a:xfrm>
          <a:custGeom>
            <a:avLst/>
            <a:gdLst/>
            <a:ahLst/>
            <a:rect l="0" t="0" r="r" b="b"/>
            <a:pathLst>
              <a:path w="504" h="583">
                <a:moveTo>
                  <a:pt x="55" y="494"/>
                </a:moveTo>
                <a:cubicBezTo>
                  <a:pt x="55" y="499"/>
                  <a:pt x="56" y="504"/>
                  <a:pt x="58" y="510"/>
                </a:cubicBezTo>
                <a:cubicBezTo>
                  <a:pt x="59" y="515"/>
                  <a:pt x="64" y="521"/>
                  <a:pt x="71" y="527"/>
                </a:cubicBezTo>
                <a:cubicBezTo>
                  <a:pt x="78" y="533"/>
                  <a:pt x="88" y="536"/>
                  <a:pt x="99" y="537"/>
                </a:cubicBezTo>
                <a:cubicBezTo>
                  <a:pt x="108" y="536"/>
                  <a:pt x="117" y="534"/>
                  <a:pt x="125" y="531"/>
                </a:cubicBezTo>
                <a:cubicBezTo>
                  <a:pt x="134" y="528"/>
                  <a:pt x="141" y="525"/>
                  <a:pt x="147" y="520"/>
                </a:cubicBezTo>
                <a:cubicBezTo>
                  <a:pt x="153" y="516"/>
                  <a:pt x="159" y="511"/>
                  <a:pt x="165" y="505"/>
                </a:cubicBezTo>
                <a:cubicBezTo>
                  <a:pt x="171" y="499"/>
                  <a:pt x="176" y="493"/>
                  <a:pt x="180" y="488"/>
                </a:cubicBezTo>
                <a:cubicBezTo>
                  <a:pt x="183" y="483"/>
                  <a:pt x="187" y="477"/>
                  <a:pt x="190" y="471"/>
                </a:cubicBezTo>
                <a:cubicBezTo>
                  <a:pt x="194" y="464"/>
                  <a:pt x="197" y="459"/>
                  <a:pt x="199" y="454"/>
                </a:cubicBezTo>
                <a:cubicBezTo>
                  <a:pt x="200" y="450"/>
                  <a:pt x="202" y="446"/>
                  <a:pt x="204" y="442"/>
                </a:cubicBezTo>
                <a:cubicBezTo>
                  <a:pt x="206" y="438"/>
                  <a:pt x="207" y="435"/>
                  <a:pt x="207" y="435"/>
                </a:cubicBezTo>
                <a:lnTo>
                  <a:pt x="222" y="401"/>
                </a:lnTo>
                <a:lnTo>
                  <a:pt x="66" y="56"/>
                </a:lnTo>
                <a:lnTo>
                  <a:pt x="3" y="56"/>
                </a:lnTo>
                <a:lnTo>
                  <a:pt x="3" y="0"/>
                </a:lnTo>
                <a:lnTo>
                  <a:pt x="10" y="0"/>
                </a:lnTo>
                <a:cubicBezTo>
                  <a:pt x="19" y="2"/>
                  <a:pt x="53" y="3"/>
                  <a:pt x="111" y="3"/>
                </a:cubicBezTo>
                <a:cubicBezTo>
                  <a:pt x="175" y="3"/>
                  <a:pt x="212" y="2"/>
                  <a:pt x="223" y="0"/>
                </a:cubicBezTo>
                <a:lnTo>
                  <a:pt x="231" y="0"/>
                </a:lnTo>
                <a:lnTo>
                  <a:pt x="231" y="56"/>
                </a:lnTo>
                <a:lnTo>
                  <a:pt x="209" y="56"/>
                </a:lnTo>
                <a:cubicBezTo>
                  <a:pt x="195" y="56"/>
                  <a:pt x="189" y="57"/>
                  <a:pt x="189" y="58"/>
                </a:cubicBezTo>
                <a:lnTo>
                  <a:pt x="283" y="265"/>
                </a:lnTo>
                <a:lnTo>
                  <a:pt x="378" y="56"/>
                </a:lnTo>
                <a:lnTo>
                  <a:pt x="335" y="56"/>
                </a:lnTo>
                <a:lnTo>
                  <a:pt x="335" y="0"/>
                </a:lnTo>
                <a:lnTo>
                  <a:pt x="341" y="0"/>
                </a:lnTo>
                <a:cubicBezTo>
                  <a:pt x="348" y="2"/>
                  <a:pt x="377" y="3"/>
                  <a:pt x="426" y="3"/>
                </a:cubicBezTo>
                <a:cubicBezTo>
                  <a:pt x="471" y="3"/>
                  <a:pt x="495" y="2"/>
                  <a:pt x="498" y="0"/>
                </a:cubicBezTo>
                <a:lnTo>
                  <a:pt x="504" y="0"/>
                </a:lnTo>
                <a:lnTo>
                  <a:pt x="504" y="56"/>
                </a:lnTo>
                <a:lnTo>
                  <a:pt x="441" y="56"/>
                </a:lnTo>
                <a:lnTo>
                  <a:pt x="346" y="264"/>
                </a:lnTo>
                <a:cubicBezTo>
                  <a:pt x="281" y="406"/>
                  <a:pt x="248" y="479"/>
                  <a:pt x="247" y="481"/>
                </a:cubicBezTo>
                <a:cubicBezTo>
                  <a:pt x="230" y="512"/>
                  <a:pt x="209" y="537"/>
                  <a:pt x="182" y="555"/>
                </a:cubicBezTo>
                <a:cubicBezTo>
                  <a:pt x="156" y="573"/>
                  <a:pt x="127" y="582"/>
                  <a:pt x="97" y="583"/>
                </a:cubicBezTo>
                <a:cubicBezTo>
                  <a:pt x="70" y="583"/>
                  <a:pt x="47" y="574"/>
                  <a:pt x="28" y="557"/>
                </a:cubicBezTo>
                <a:cubicBezTo>
                  <a:pt x="9" y="541"/>
                  <a:pt x="0" y="519"/>
                  <a:pt x="0" y="492"/>
                </a:cubicBezTo>
                <a:cubicBezTo>
                  <a:pt x="0" y="471"/>
                  <a:pt x="6" y="455"/>
                  <a:pt x="19" y="446"/>
                </a:cubicBezTo>
                <a:cubicBezTo>
                  <a:pt x="32" y="438"/>
                  <a:pt x="44" y="433"/>
                  <a:pt x="58" y="433"/>
                </a:cubicBezTo>
                <a:cubicBezTo>
                  <a:pt x="72" y="433"/>
                  <a:pt x="85" y="437"/>
                  <a:pt x="97" y="446"/>
                </a:cubicBezTo>
                <a:cubicBezTo>
                  <a:pt x="108" y="455"/>
                  <a:pt x="115" y="469"/>
                  <a:pt x="116" y="485"/>
                </a:cubicBezTo>
                <a:lnTo>
                  <a:pt x="116" y="492"/>
                </a:lnTo>
                <a:lnTo>
                  <a:pt x="55" y="492"/>
                </a:lnTo>
                <a:lnTo>
                  <a:pt x="55" y="49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10441440" y="464796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3"/>
                  <a:pt x="152" y="137"/>
                  <a:pt x="178" y="214"/>
                </a:cubicBezTo>
                <a:cubicBezTo>
                  <a:pt x="204" y="291"/>
                  <a:pt x="216" y="370"/>
                  <a:pt x="216" y="452"/>
                </a:cubicBezTo>
                <a:cubicBezTo>
                  <a:pt x="216" y="493"/>
                  <a:pt x="213" y="533"/>
                  <a:pt x="207" y="571"/>
                </a:cubicBezTo>
                <a:cubicBezTo>
                  <a:pt x="201" y="609"/>
                  <a:pt x="194" y="641"/>
                  <a:pt x="187" y="667"/>
                </a:cubicBezTo>
                <a:cubicBezTo>
                  <a:pt x="179" y="694"/>
                  <a:pt x="168" y="720"/>
                  <a:pt x="153" y="747"/>
                </a:cubicBezTo>
                <a:cubicBezTo>
                  <a:pt x="139" y="773"/>
                  <a:pt x="126" y="793"/>
                  <a:pt x="118" y="807"/>
                </a:cubicBezTo>
                <a:cubicBezTo>
                  <a:pt x="110" y="821"/>
                  <a:pt x="97" y="836"/>
                  <a:pt x="81" y="853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1" y="900"/>
                </a:cubicBezTo>
                <a:cubicBezTo>
                  <a:pt x="30" y="902"/>
                  <a:pt x="28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2" y="901"/>
                </a:cubicBezTo>
                <a:cubicBezTo>
                  <a:pt x="1" y="899"/>
                  <a:pt x="0" y="897"/>
                  <a:pt x="0" y="893"/>
                </a:cubicBezTo>
                <a:cubicBezTo>
                  <a:pt x="0" y="892"/>
                  <a:pt x="4" y="888"/>
                  <a:pt x="10" y="881"/>
                </a:cubicBezTo>
                <a:cubicBezTo>
                  <a:pt x="103" y="784"/>
                  <a:pt x="151" y="641"/>
                  <a:pt x="151" y="452"/>
                </a:cubicBezTo>
                <a:cubicBezTo>
                  <a:pt x="151" y="264"/>
                  <a:pt x="103" y="120"/>
                  <a:pt x="10" y="23"/>
                </a:cubicBezTo>
                <a:cubicBezTo>
                  <a:pt x="4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10567800" y="464796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3"/>
                  <a:pt x="151" y="137"/>
                  <a:pt x="177" y="214"/>
                </a:cubicBezTo>
                <a:cubicBezTo>
                  <a:pt x="203" y="291"/>
                  <a:pt x="217" y="370"/>
                  <a:pt x="217" y="452"/>
                </a:cubicBezTo>
                <a:cubicBezTo>
                  <a:pt x="217" y="493"/>
                  <a:pt x="214" y="533"/>
                  <a:pt x="207" y="571"/>
                </a:cubicBezTo>
                <a:cubicBezTo>
                  <a:pt x="201" y="609"/>
                  <a:pt x="194" y="641"/>
                  <a:pt x="186" y="667"/>
                </a:cubicBezTo>
                <a:cubicBezTo>
                  <a:pt x="178" y="694"/>
                  <a:pt x="167" y="720"/>
                  <a:pt x="152" y="747"/>
                </a:cubicBezTo>
                <a:cubicBezTo>
                  <a:pt x="138" y="773"/>
                  <a:pt x="127" y="793"/>
                  <a:pt x="118" y="807"/>
                </a:cubicBezTo>
                <a:cubicBezTo>
                  <a:pt x="110" y="821"/>
                  <a:pt x="97" y="836"/>
                  <a:pt x="81" y="853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1" y="900"/>
                </a:cubicBezTo>
                <a:cubicBezTo>
                  <a:pt x="30" y="902"/>
                  <a:pt x="28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3" y="901"/>
                </a:cubicBezTo>
                <a:cubicBezTo>
                  <a:pt x="1" y="899"/>
                  <a:pt x="0" y="897"/>
                  <a:pt x="0" y="893"/>
                </a:cubicBezTo>
                <a:cubicBezTo>
                  <a:pt x="0" y="892"/>
                  <a:pt x="4" y="888"/>
                  <a:pt x="10" y="881"/>
                </a:cubicBezTo>
                <a:cubicBezTo>
                  <a:pt x="103" y="784"/>
                  <a:pt x="150" y="641"/>
                  <a:pt x="150" y="452"/>
                </a:cubicBezTo>
                <a:cubicBezTo>
                  <a:pt x="150" y="264"/>
                  <a:pt x="103" y="120"/>
                  <a:pt x="10" y="23"/>
                </a:cubicBezTo>
                <a:cubicBezTo>
                  <a:pt x="4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10683360" y="4647960"/>
            <a:ext cx="45000" cy="325440"/>
          </a:xfrm>
          <a:custGeom>
            <a:avLst/>
            <a:gdLst/>
            <a:ahLst/>
            <a:rect l="0" t="0" r="r" b="b"/>
            <a:pathLst>
              <a:path w="125" h="904">
                <a:moveTo>
                  <a:pt x="0" y="36"/>
                </a:moveTo>
                <a:lnTo>
                  <a:pt x="0" y="0"/>
                </a:lnTo>
                <a:lnTo>
                  <a:pt x="125" y="0"/>
                </a:lnTo>
                <a:lnTo>
                  <a:pt x="125" y="904"/>
                </a:lnTo>
                <a:lnTo>
                  <a:pt x="0" y="904"/>
                </a:lnTo>
                <a:lnTo>
                  <a:pt x="0" y="868"/>
                </a:lnTo>
                <a:lnTo>
                  <a:pt x="89" y="868"/>
                </a:lnTo>
                <a:lnTo>
                  <a:pt x="89" y="36"/>
                </a:lnTo>
                <a:lnTo>
                  <a:pt x="0" y="3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11057040" y="464796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2"/>
                </a:moveTo>
                <a:cubicBezTo>
                  <a:pt x="0" y="411"/>
                  <a:pt x="3" y="372"/>
                  <a:pt x="9" y="334"/>
                </a:cubicBezTo>
                <a:cubicBezTo>
                  <a:pt x="15" y="297"/>
                  <a:pt x="22" y="265"/>
                  <a:pt x="30" y="238"/>
                </a:cubicBezTo>
                <a:cubicBezTo>
                  <a:pt x="38" y="211"/>
                  <a:pt x="49" y="184"/>
                  <a:pt x="64" y="157"/>
                </a:cubicBezTo>
                <a:cubicBezTo>
                  <a:pt x="78" y="131"/>
                  <a:pt x="90" y="111"/>
                  <a:pt x="98" y="97"/>
                </a:cubicBezTo>
                <a:cubicBezTo>
                  <a:pt x="106" y="82"/>
                  <a:pt x="119" y="67"/>
                  <a:pt x="136" y="50"/>
                </a:cubicBezTo>
                <a:cubicBezTo>
                  <a:pt x="154" y="33"/>
                  <a:pt x="164" y="23"/>
                  <a:pt x="167" y="19"/>
                </a:cubicBezTo>
                <a:cubicBezTo>
                  <a:pt x="170" y="16"/>
                  <a:pt x="177" y="9"/>
                  <a:pt x="189" y="0"/>
                </a:cubicBezTo>
                <a:lnTo>
                  <a:pt x="201" y="0"/>
                </a:lnTo>
                <a:lnTo>
                  <a:pt x="205" y="0"/>
                </a:lnTo>
                <a:cubicBezTo>
                  <a:pt x="213" y="0"/>
                  <a:pt x="217" y="3"/>
                  <a:pt x="217" y="8"/>
                </a:cubicBezTo>
                <a:cubicBezTo>
                  <a:pt x="217" y="10"/>
                  <a:pt x="212" y="16"/>
                  <a:pt x="202" y="27"/>
                </a:cubicBezTo>
                <a:cubicBezTo>
                  <a:pt x="192" y="38"/>
                  <a:pt x="179" y="54"/>
                  <a:pt x="165" y="75"/>
                </a:cubicBezTo>
                <a:cubicBezTo>
                  <a:pt x="150" y="96"/>
                  <a:pt x="135" y="122"/>
                  <a:pt x="120" y="153"/>
                </a:cubicBezTo>
                <a:cubicBezTo>
                  <a:pt x="105" y="184"/>
                  <a:pt x="92" y="226"/>
                  <a:pt x="82" y="278"/>
                </a:cubicBezTo>
                <a:cubicBezTo>
                  <a:pt x="71" y="331"/>
                  <a:pt x="66" y="389"/>
                  <a:pt x="66" y="452"/>
                </a:cubicBezTo>
                <a:cubicBezTo>
                  <a:pt x="66" y="516"/>
                  <a:pt x="71" y="574"/>
                  <a:pt x="82" y="626"/>
                </a:cubicBezTo>
                <a:cubicBezTo>
                  <a:pt x="92" y="678"/>
                  <a:pt x="104" y="719"/>
                  <a:pt x="119" y="751"/>
                </a:cubicBezTo>
                <a:cubicBezTo>
                  <a:pt x="133" y="783"/>
                  <a:pt x="149" y="809"/>
                  <a:pt x="164" y="829"/>
                </a:cubicBezTo>
                <a:cubicBezTo>
                  <a:pt x="179" y="849"/>
                  <a:pt x="192" y="865"/>
                  <a:pt x="202" y="877"/>
                </a:cubicBezTo>
                <a:cubicBezTo>
                  <a:pt x="212" y="889"/>
                  <a:pt x="217" y="895"/>
                  <a:pt x="217" y="896"/>
                </a:cubicBezTo>
                <a:cubicBezTo>
                  <a:pt x="217" y="901"/>
                  <a:pt x="213" y="904"/>
                  <a:pt x="204" y="904"/>
                </a:cubicBezTo>
                <a:lnTo>
                  <a:pt x="201" y="904"/>
                </a:lnTo>
                <a:lnTo>
                  <a:pt x="189" y="904"/>
                </a:lnTo>
                <a:lnTo>
                  <a:pt x="164" y="882"/>
                </a:lnTo>
                <a:cubicBezTo>
                  <a:pt x="106" y="831"/>
                  <a:pt x="65" y="767"/>
                  <a:pt x="39" y="691"/>
                </a:cubicBezTo>
                <a:cubicBezTo>
                  <a:pt x="13" y="614"/>
                  <a:pt x="0" y="535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11180160" y="4675320"/>
            <a:ext cx="111960" cy="216720"/>
          </a:xfrm>
          <a:custGeom>
            <a:avLst/>
            <a:gdLst/>
            <a:ahLst/>
            <a:rect l="0" t="0" r="r" b="b"/>
            <a:pathLst>
              <a:path w="311" h="602">
                <a:moveTo>
                  <a:pt x="118" y="79"/>
                </a:moveTo>
                <a:lnTo>
                  <a:pt x="106" y="84"/>
                </a:lnTo>
                <a:cubicBezTo>
                  <a:pt x="97" y="87"/>
                  <a:pt x="85" y="90"/>
                  <a:pt x="69" y="93"/>
                </a:cubicBezTo>
                <a:cubicBezTo>
                  <a:pt x="54" y="96"/>
                  <a:pt x="36" y="98"/>
                  <a:pt x="17" y="99"/>
                </a:cubicBezTo>
                <a:lnTo>
                  <a:pt x="0" y="99"/>
                </a:lnTo>
                <a:lnTo>
                  <a:pt x="0" y="58"/>
                </a:lnTo>
                <a:lnTo>
                  <a:pt x="17" y="58"/>
                </a:lnTo>
                <a:cubicBezTo>
                  <a:pt x="45" y="57"/>
                  <a:pt x="71" y="52"/>
                  <a:pt x="95" y="44"/>
                </a:cubicBezTo>
                <a:cubicBezTo>
                  <a:pt x="120" y="36"/>
                  <a:pt x="137" y="29"/>
                  <a:pt x="147" y="23"/>
                </a:cubicBezTo>
                <a:cubicBezTo>
                  <a:pt x="157" y="16"/>
                  <a:pt x="165" y="9"/>
                  <a:pt x="172" y="3"/>
                </a:cubicBezTo>
                <a:cubicBezTo>
                  <a:pt x="173" y="1"/>
                  <a:pt x="177" y="0"/>
                  <a:pt x="183" y="0"/>
                </a:cubicBezTo>
                <a:cubicBezTo>
                  <a:pt x="188" y="0"/>
                  <a:pt x="194" y="2"/>
                  <a:pt x="198" y="5"/>
                </a:cubicBezTo>
                <a:lnTo>
                  <a:pt x="198" y="275"/>
                </a:lnTo>
                <a:lnTo>
                  <a:pt x="199" y="547"/>
                </a:lnTo>
                <a:cubicBezTo>
                  <a:pt x="203" y="551"/>
                  <a:pt x="207" y="554"/>
                  <a:pt x="210" y="555"/>
                </a:cubicBezTo>
                <a:cubicBezTo>
                  <a:pt x="213" y="556"/>
                  <a:pt x="220" y="558"/>
                  <a:pt x="232" y="559"/>
                </a:cubicBezTo>
                <a:cubicBezTo>
                  <a:pt x="243" y="560"/>
                  <a:pt x="262" y="561"/>
                  <a:pt x="288" y="561"/>
                </a:cubicBezTo>
                <a:lnTo>
                  <a:pt x="311" y="561"/>
                </a:lnTo>
                <a:lnTo>
                  <a:pt x="311" y="602"/>
                </a:lnTo>
                <a:lnTo>
                  <a:pt x="301" y="602"/>
                </a:lnTo>
                <a:cubicBezTo>
                  <a:pt x="289" y="600"/>
                  <a:pt x="241" y="599"/>
                  <a:pt x="158" y="599"/>
                </a:cubicBezTo>
                <a:cubicBezTo>
                  <a:pt x="75" y="599"/>
                  <a:pt x="28" y="600"/>
                  <a:pt x="15" y="602"/>
                </a:cubicBezTo>
                <a:lnTo>
                  <a:pt x="4" y="602"/>
                </a:lnTo>
                <a:lnTo>
                  <a:pt x="4" y="561"/>
                </a:lnTo>
                <a:lnTo>
                  <a:pt x="28" y="561"/>
                </a:lnTo>
                <a:cubicBezTo>
                  <a:pt x="41" y="561"/>
                  <a:pt x="52" y="561"/>
                  <a:pt x="62" y="561"/>
                </a:cubicBezTo>
                <a:cubicBezTo>
                  <a:pt x="72" y="561"/>
                  <a:pt x="79" y="560"/>
                  <a:pt x="85" y="560"/>
                </a:cubicBezTo>
                <a:cubicBezTo>
                  <a:pt x="90" y="559"/>
                  <a:pt x="95" y="558"/>
                  <a:pt x="100" y="557"/>
                </a:cubicBezTo>
                <a:cubicBezTo>
                  <a:pt x="104" y="556"/>
                  <a:pt x="107" y="555"/>
                  <a:pt x="107" y="555"/>
                </a:cubicBezTo>
                <a:cubicBezTo>
                  <a:pt x="108" y="555"/>
                  <a:pt x="110" y="554"/>
                  <a:pt x="113" y="551"/>
                </a:cubicBezTo>
                <a:cubicBezTo>
                  <a:pt x="116" y="548"/>
                  <a:pt x="117" y="547"/>
                  <a:pt x="118" y="547"/>
                </a:cubicBezTo>
                <a:lnTo>
                  <a:pt x="118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11331720" y="4675320"/>
            <a:ext cx="129960" cy="216720"/>
          </a:xfrm>
          <a:custGeom>
            <a:avLst/>
            <a:gdLst/>
            <a:ahLst/>
            <a:rect l="0" t="0" r="r" b="b"/>
            <a:pathLst>
              <a:path w="361" h="602">
                <a:moveTo>
                  <a:pt x="54" y="214"/>
                </a:moveTo>
                <a:cubicBezTo>
                  <a:pt x="38" y="214"/>
                  <a:pt x="25" y="209"/>
                  <a:pt x="15" y="198"/>
                </a:cubicBezTo>
                <a:cubicBezTo>
                  <a:pt x="5" y="187"/>
                  <a:pt x="0" y="174"/>
                  <a:pt x="0" y="158"/>
                </a:cubicBezTo>
                <a:cubicBezTo>
                  <a:pt x="0" y="115"/>
                  <a:pt x="16" y="78"/>
                  <a:pt x="49" y="47"/>
                </a:cubicBezTo>
                <a:cubicBezTo>
                  <a:pt x="81" y="16"/>
                  <a:pt x="121" y="0"/>
                  <a:pt x="168" y="0"/>
                </a:cubicBezTo>
                <a:cubicBezTo>
                  <a:pt x="223" y="0"/>
                  <a:pt x="269" y="17"/>
                  <a:pt x="305" y="51"/>
                </a:cubicBezTo>
                <a:cubicBezTo>
                  <a:pt x="342" y="84"/>
                  <a:pt x="361" y="128"/>
                  <a:pt x="361" y="181"/>
                </a:cubicBezTo>
                <a:cubicBezTo>
                  <a:pt x="361" y="207"/>
                  <a:pt x="355" y="232"/>
                  <a:pt x="343" y="255"/>
                </a:cubicBezTo>
                <a:cubicBezTo>
                  <a:pt x="331" y="279"/>
                  <a:pt x="317" y="299"/>
                  <a:pt x="300" y="317"/>
                </a:cubicBezTo>
                <a:cubicBezTo>
                  <a:pt x="283" y="334"/>
                  <a:pt x="259" y="357"/>
                  <a:pt x="228" y="384"/>
                </a:cubicBezTo>
                <a:cubicBezTo>
                  <a:pt x="206" y="402"/>
                  <a:pt x="176" y="430"/>
                  <a:pt x="138" y="467"/>
                </a:cubicBezTo>
                <a:lnTo>
                  <a:pt x="84" y="517"/>
                </a:lnTo>
                <a:lnTo>
                  <a:pt x="153" y="518"/>
                </a:lnTo>
                <a:cubicBezTo>
                  <a:pt x="247" y="518"/>
                  <a:pt x="298" y="517"/>
                  <a:pt x="304" y="514"/>
                </a:cubicBezTo>
                <a:cubicBezTo>
                  <a:pt x="308" y="512"/>
                  <a:pt x="315" y="486"/>
                  <a:pt x="325" y="433"/>
                </a:cubicBezTo>
                <a:lnTo>
                  <a:pt x="325" y="431"/>
                </a:lnTo>
                <a:lnTo>
                  <a:pt x="361" y="431"/>
                </a:lnTo>
                <a:lnTo>
                  <a:pt x="361" y="433"/>
                </a:lnTo>
                <a:cubicBezTo>
                  <a:pt x="361" y="435"/>
                  <a:pt x="357" y="462"/>
                  <a:pt x="350" y="515"/>
                </a:cubicBezTo>
                <a:cubicBezTo>
                  <a:pt x="342" y="569"/>
                  <a:pt x="338" y="597"/>
                  <a:pt x="336" y="599"/>
                </a:cubicBezTo>
                <a:lnTo>
                  <a:pt x="336" y="602"/>
                </a:lnTo>
                <a:lnTo>
                  <a:pt x="0" y="602"/>
                </a:lnTo>
                <a:lnTo>
                  <a:pt x="0" y="585"/>
                </a:lnTo>
                <a:lnTo>
                  <a:pt x="0" y="574"/>
                </a:lnTo>
                <a:cubicBezTo>
                  <a:pt x="0" y="570"/>
                  <a:pt x="2" y="565"/>
                  <a:pt x="6" y="561"/>
                </a:cubicBezTo>
                <a:cubicBezTo>
                  <a:pt x="9" y="556"/>
                  <a:pt x="18" y="545"/>
                  <a:pt x="34" y="528"/>
                </a:cubicBezTo>
                <a:cubicBezTo>
                  <a:pt x="51" y="509"/>
                  <a:pt x="66" y="492"/>
                  <a:pt x="79" y="477"/>
                </a:cubicBezTo>
                <a:cubicBezTo>
                  <a:pt x="84" y="471"/>
                  <a:pt x="94" y="460"/>
                  <a:pt x="110" y="444"/>
                </a:cubicBezTo>
                <a:cubicBezTo>
                  <a:pt x="125" y="428"/>
                  <a:pt x="135" y="417"/>
                  <a:pt x="140" y="411"/>
                </a:cubicBezTo>
                <a:cubicBezTo>
                  <a:pt x="146" y="405"/>
                  <a:pt x="154" y="395"/>
                  <a:pt x="166" y="381"/>
                </a:cubicBezTo>
                <a:cubicBezTo>
                  <a:pt x="178" y="367"/>
                  <a:pt x="187" y="357"/>
                  <a:pt x="192" y="350"/>
                </a:cubicBezTo>
                <a:cubicBezTo>
                  <a:pt x="196" y="344"/>
                  <a:pt x="203" y="335"/>
                  <a:pt x="212" y="323"/>
                </a:cubicBezTo>
                <a:cubicBezTo>
                  <a:pt x="221" y="312"/>
                  <a:pt x="228" y="302"/>
                  <a:pt x="231" y="294"/>
                </a:cubicBezTo>
                <a:cubicBezTo>
                  <a:pt x="235" y="286"/>
                  <a:pt x="240" y="278"/>
                  <a:pt x="245" y="268"/>
                </a:cubicBezTo>
                <a:cubicBezTo>
                  <a:pt x="250" y="258"/>
                  <a:pt x="254" y="249"/>
                  <a:pt x="257" y="239"/>
                </a:cubicBezTo>
                <a:cubicBezTo>
                  <a:pt x="259" y="230"/>
                  <a:pt x="261" y="221"/>
                  <a:pt x="263" y="212"/>
                </a:cubicBezTo>
                <a:cubicBezTo>
                  <a:pt x="265" y="204"/>
                  <a:pt x="266" y="194"/>
                  <a:pt x="266" y="182"/>
                </a:cubicBezTo>
                <a:cubicBezTo>
                  <a:pt x="266" y="144"/>
                  <a:pt x="255" y="112"/>
                  <a:pt x="235" y="84"/>
                </a:cubicBezTo>
                <a:cubicBezTo>
                  <a:pt x="215" y="56"/>
                  <a:pt x="185" y="42"/>
                  <a:pt x="147" y="42"/>
                </a:cubicBezTo>
                <a:cubicBezTo>
                  <a:pt x="128" y="42"/>
                  <a:pt x="110" y="48"/>
                  <a:pt x="95" y="58"/>
                </a:cubicBezTo>
                <a:cubicBezTo>
                  <a:pt x="80" y="68"/>
                  <a:pt x="70" y="78"/>
                  <a:pt x="63" y="88"/>
                </a:cubicBezTo>
                <a:cubicBezTo>
                  <a:pt x="57" y="97"/>
                  <a:pt x="54" y="103"/>
                  <a:pt x="54" y="105"/>
                </a:cubicBezTo>
                <a:cubicBezTo>
                  <a:pt x="54" y="105"/>
                  <a:pt x="56" y="106"/>
                  <a:pt x="59" y="106"/>
                </a:cubicBezTo>
                <a:cubicBezTo>
                  <a:pt x="70" y="106"/>
                  <a:pt x="81" y="110"/>
                  <a:pt x="92" y="118"/>
                </a:cubicBezTo>
                <a:cubicBezTo>
                  <a:pt x="104" y="127"/>
                  <a:pt x="110" y="141"/>
                  <a:pt x="110" y="160"/>
                </a:cubicBezTo>
                <a:cubicBezTo>
                  <a:pt x="110" y="175"/>
                  <a:pt x="105" y="187"/>
                  <a:pt x="95" y="198"/>
                </a:cubicBezTo>
                <a:cubicBezTo>
                  <a:pt x="85" y="208"/>
                  <a:pt x="72" y="213"/>
                  <a:pt x="54" y="21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11503440" y="4852800"/>
            <a:ext cx="39600" cy="39240"/>
          </a:xfrm>
          <a:custGeom>
            <a:avLst/>
            <a:gdLst/>
            <a:ahLst/>
            <a:rect l="0" t="0" r="r" b="b"/>
            <a:pathLst>
              <a:path w="110" h="109">
                <a:moveTo>
                  <a:pt x="0" y="54"/>
                </a:moveTo>
                <a:cubicBezTo>
                  <a:pt x="0" y="40"/>
                  <a:pt x="5" y="27"/>
                  <a:pt x="15" y="16"/>
                </a:cubicBezTo>
                <a:cubicBezTo>
                  <a:pt x="25" y="5"/>
                  <a:pt x="39" y="0"/>
                  <a:pt x="55" y="0"/>
                </a:cubicBezTo>
                <a:cubicBezTo>
                  <a:pt x="69" y="0"/>
                  <a:pt x="82" y="5"/>
                  <a:pt x="93" y="14"/>
                </a:cubicBezTo>
                <a:cubicBezTo>
                  <a:pt x="104" y="24"/>
                  <a:pt x="109" y="37"/>
                  <a:pt x="110" y="53"/>
                </a:cubicBezTo>
                <a:cubicBezTo>
                  <a:pt x="110" y="68"/>
                  <a:pt x="105" y="82"/>
                  <a:pt x="95" y="93"/>
                </a:cubicBezTo>
                <a:cubicBezTo>
                  <a:pt x="84" y="104"/>
                  <a:pt x="72" y="109"/>
                  <a:pt x="56" y="109"/>
                </a:cubicBezTo>
                <a:cubicBezTo>
                  <a:pt x="40" y="109"/>
                  <a:pt x="26" y="104"/>
                  <a:pt x="16" y="94"/>
                </a:cubicBezTo>
                <a:cubicBezTo>
                  <a:pt x="6" y="84"/>
                  <a:pt x="0" y="70"/>
                  <a:pt x="0" y="5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11581920" y="4675680"/>
            <a:ext cx="135360" cy="223560"/>
          </a:xfrm>
          <a:custGeom>
            <a:avLst/>
            <a:gdLst/>
            <a:ahLst/>
            <a:rect l="0" t="0" r="r" b="b"/>
            <a:pathLst>
              <a:path w="376" h="621">
                <a:moveTo>
                  <a:pt x="77" y="182"/>
                </a:moveTo>
                <a:cubicBezTo>
                  <a:pt x="61" y="182"/>
                  <a:pt x="48" y="177"/>
                  <a:pt x="39" y="167"/>
                </a:cubicBezTo>
                <a:cubicBezTo>
                  <a:pt x="30" y="157"/>
                  <a:pt x="25" y="143"/>
                  <a:pt x="25" y="127"/>
                </a:cubicBezTo>
                <a:cubicBezTo>
                  <a:pt x="25" y="94"/>
                  <a:pt x="39" y="65"/>
                  <a:pt x="68" y="39"/>
                </a:cubicBezTo>
                <a:cubicBezTo>
                  <a:pt x="97" y="13"/>
                  <a:pt x="132" y="0"/>
                  <a:pt x="173" y="0"/>
                </a:cubicBezTo>
                <a:cubicBezTo>
                  <a:pt x="195" y="0"/>
                  <a:pt x="208" y="0"/>
                  <a:pt x="213" y="1"/>
                </a:cubicBezTo>
                <a:cubicBezTo>
                  <a:pt x="258" y="8"/>
                  <a:pt x="292" y="24"/>
                  <a:pt x="315" y="49"/>
                </a:cubicBezTo>
                <a:cubicBezTo>
                  <a:pt x="339" y="73"/>
                  <a:pt x="351" y="100"/>
                  <a:pt x="351" y="129"/>
                </a:cubicBezTo>
                <a:cubicBezTo>
                  <a:pt x="351" y="160"/>
                  <a:pt x="341" y="191"/>
                  <a:pt x="321" y="220"/>
                </a:cubicBezTo>
                <a:cubicBezTo>
                  <a:pt x="300" y="250"/>
                  <a:pt x="272" y="271"/>
                  <a:pt x="236" y="284"/>
                </a:cubicBezTo>
                <a:lnTo>
                  <a:pt x="233" y="286"/>
                </a:lnTo>
                <a:cubicBezTo>
                  <a:pt x="233" y="287"/>
                  <a:pt x="236" y="288"/>
                  <a:pt x="241" y="289"/>
                </a:cubicBezTo>
                <a:cubicBezTo>
                  <a:pt x="247" y="290"/>
                  <a:pt x="256" y="293"/>
                  <a:pt x="268" y="297"/>
                </a:cubicBezTo>
                <a:cubicBezTo>
                  <a:pt x="280" y="301"/>
                  <a:pt x="291" y="307"/>
                  <a:pt x="302" y="316"/>
                </a:cubicBezTo>
                <a:cubicBezTo>
                  <a:pt x="351" y="349"/>
                  <a:pt x="376" y="391"/>
                  <a:pt x="376" y="443"/>
                </a:cubicBezTo>
                <a:cubicBezTo>
                  <a:pt x="376" y="491"/>
                  <a:pt x="357" y="532"/>
                  <a:pt x="320" y="568"/>
                </a:cubicBezTo>
                <a:cubicBezTo>
                  <a:pt x="283" y="603"/>
                  <a:pt x="235" y="621"/>
                  <a:pt x="177" y="621"/>
                </a:cubicBezTo>
                <a:cubicBezTo>
                  <a:pt x="129" y="621"/>
                  <a:pt x="88" y="608"/>
                  <a:pt x="53" y="582"/>
                </a:cubicBezTo>
                <a:cubicBezTo>
                  <a:pt x="18" y="556"/>
                  <a:pt x="0" y="524"/>
                  <a:pt x="0" y="484"/>
                </a:cubicBezTo>
                <a:cubicBezTo>
                  <a:pt x="0" y="467"/>
                  <a:pt x="6" y="453"/>
                  <a:pt x="17" y="443"/>
                </a:cubicBezTo>
                <a:cubicBezTo>
                  <a:pt x="27" y="433"/>
                  <a:pt x="41" y="428"/>
                  <a:pt x="57" y="427"/>
                </a:cubicBezTo>
                <a:cubicBezTo>
                  <a:pt x="74" y="427"/>
                  <a:pt x="88" y="432"/>
                  <a:pt x="99" y="443"/>
                </a:cubicBezTo>
                <a:cubicBezTo>
                  <a:pt x="109" y="454"/>
                  <a:pt x="115" y="468"/>
                  <a:pt x="115" y="484"/>
                </a:cubicBezTo>
                <a:cubicBezTo>
                  <a:pt x="115" y="490"/>
                  <a:pt x="114" y="496"/>
                  <a:pt x="112" y="502"/>
                </a:cubicBezTo>
                <a:cubicBezTo>
                  <a:pt x="110" y="507"/>
                  <a:pt x="108" y="512"/>
                  <a:pt x="106" y="516"/>
                </a:cubicBezTo>
                <a:cubicBezTo>
                  <a:pt x="103" y="521"/>
                  <a:pt x="100" y="524"/>
                  <a:pt x="96" y="527"/>
                </a:cubicBezTo>
                <a:cubicBezTo>
                  <a:pt x="92" y="530"/>
                  <a:pt x="88" y="533"/>
                  <a:pt x="85" y="534"/>
                </a:cubicBezTo>
                <a:cubicBezTo>
                  <a:pt x="82" y="536"/>
                  <a:pt x="79" y="537"/>
                  <a:pt x="76" y="538"/>
                </a:cubicBezTo>
                <a:cubicBezTo>
                  <a:pt x="73" y="539"/>
                  <a:pt x="71" y="539"/>
                  <a:pt x="69" y="541"/>
                </a:cubicBezTo>
                <a:lnTo>
                  <a:pt x="65" y="542"/>
                </a:lnTo>
                <a:cubicBezTo>
                  <a:pt x="96" y="569"/>
                  <a:pt x="133" y="582"/>
                  <a:pt x="177" y="582"/>
                </a:cubicBezTo>
                <a:cubicBezTo>
                  <a:pt x="211" y="582"/>
                  <a:pt x="236" y="566"/>
                  <a:pt x="253" y="534"/>
                </a:cubicBezTo>
                <a:cubicBezTo>
                  <a:pt x="263" y="515"/>
                  <a:pt x="268" y="484"/>
                  <a:pt x="268" y="443"/>
                </a:cubicBezTo>
                <a:lnTo>
                  <a:pt x="268" y="425"/>
                </a:lnTo>
                <a:cubicBezTo>
                  <a:pt x="268" y="368"/>
                  <a:pt x="249" y="329"/>
                  <a:pt x="211" y="310"/>
                </a:cubicBezTo>
                <a:cubicBezTo>
                  <a:pt x="202" y="306"/>
                  <a:pt x="183" y="304"/>
                  <a:pt x="155" y="303"/>
                </a:cubicBezTo>
                <a:lnTo>
                  <a:pt x="117" y="302"/>
                </a:lnTo>
                <a:lnTo>
                  <a:pt x="114" y="300"/>
                </a:lnTo>
                <a:cubicBezTo>
                  <a:pt x="113" y="299"/>
                  <a:pt x="112" y="294"/>
                  <a:pt x="112" y="286"/>
                </a:cubicBezTo>
                <a:cubicBezTo>
                  <a:pt x="112" y="275"/>
                  <a:pt x="115" y="270"/>
                  <a:pt x="119" y="270"/>
                </a:cubicBezTo>
                <a:cubicBezTo>
                  <a:pt x="136" y="270"/>
                  <a:pt x="154" y="268"/>
                  <a:pt x="172" y="265"/>
                </a:cubicBezTo>
                <a:cubicBezTo>
                  <a:pt x="193" y="262"/>
                  <a:pt x="212" y="250"/>
                  <a:pt x="229" y="227"/>
                </a:cubicBezTo>
                <a:cubicBezTo>
                  <a:pt x="246" y="205"/>
                  <a:pt x="254" y="171"/>
                  <a:pt x="254" y="126"/>
                </a:cubicBezTo>
                <a:lnTo>
                  <a:pt x="254" y="119"/>
                </a:lnTo>
                <a:cubicBezTo>
                  <a:pt x="254" y="85"/>
                  <a:pt x="243" y="61"/>
                  <a:pt x="222" y="48"/>
                </a:cubicBezTo>
                <a:cubicBezTo>
                  <a:pt x="209" y="39"/>
                  <a:pt x="195" y="35"/>
                  <a:pt x="180" y="35"/>
                </a:cubicBezTo>
                <a:cubicBezTo>
                  <a:pt x="160" y="35"/>
                  <a:pt x="142" y="38"/>
                  <a:pt x="126" y="45"/>
                </a:cubicBezTo>
                <a:cubicBezTo>
                  <a:pt x="109" y="52"/>
                  <a:pt x="98" y="59"/>
                  <a:pt x="91" y="66"/>
                </a:cubicBezTo>
                <a:cubicBezTo>
                  <a:pt x="85" y="73"/>
                  <a:pt x="81" y="77"/>
                  <a:pt x="81" y="77"/>
                </a:cubicBezTo>
                <a:lnTo>
                  <a:pt x="84" y="77"/>
                </a:lnTo>
                <a:cubicBezTo>
                  <a:pt x="86" y="77"/>
                  <a:pt x="88" y="78"/>
                  <a:pt x="91" y="78"/>
                </a:cubicBezTo>
                <a:cubicBezTo>
                  <a:pt x="94" y="79"/>
                  <a:pt x="97" y="81"/>
                  <a:pt x="100" y="83"/>
                </a:cubicBezTo>
                <a:cubicBezTo>
                  <a:pt x="103" y="85"/>
                  <a:pt x="107" y="87"/>
                  <a:pt x="111" y="89"/>
                </a:cubicBezTo>
                <a:cubicBezTo>
                  <a:pt x="115" y="91"/>
                  <a:pt x="119" y="94"/>
                  <a:pt x="120" y="99"/>
                </a:cubicBezTo>
                <a:cubicBezTo>
                  <a:pt x="122" y="104"/>
                  <a:pt x="125" y="109"/>
                  <a:pt x="128" y="113"/>
                </a:cubicBezTo>
                <a:cubicBezTo>
                  <a:pt x="131" y="117"/>
                  <a:pt x="131" y="123"/>
                  <a:pt x="130" y="131"/>
                </a:cubicBezTo>
                <a:cubicBezTo>
                  <a:pt x="130" y="144"/>
                  <a:pt x="126" y="156"/>
                  <a:pt x="118" y="166"/>
                </a:cubicBezTo>
                <a:cubicBezTo>
                  <a:pt x="109" y="176"/>
                  <a:pt x="96" y="182"/>
                  <a:pt x="77" y="18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11743560" y="4675320"/>
            <a:ext cx="137160" cy="223920"/>
          </a:xfrm>
          <a:custGeom>
            <a:avLst/>
            <a:gdLst/>
            <a:ahLst/>
            <a:rect l="0" t="0" r="r" b="b"/>
            <a:pathLst>
              <a:path w="381" h="622">
                <a:moveTo>
                  <a:pt x="51" y="73"/>
                </a:moveTo>
                <a:cubicBezTo>
                  <a:pt x="85" y="24"/>
                  <a:pt x="131" y="0"/>
                  <a:pt x="189" y="0"/>
                </a:cubicBezTo>
                <a:cubicBezTo>
                  <a:pt x="218" y="0"/>
                  <a:pt x="247" y="8"/>
                  <a:pt x="277" y="23"/>
                </a:cubicBezTo>
                <a:cubicBezTo>
                  <a:pt x="306" y="39"/>
                  <a:pt x="329" y="67"/>
                  <a:pt x="348" y="107"/>
                </a:cubicBezTo>
                <a:cubicBezTo>
                  <a:pt x="370" y="156"/>
                  <a:pt x="381" y="225"/>
                  <a:pt x="381" y="312"/>
                </a:cubicBezTo>
                <a:cubicBezTo>
                  <a:pt x="381" y="407"/>
                  <a:pt x="368" y="478"/>
                  <a:pt x="342" y="527"/>
                </a:cubicBezTo>
                <a:cubicBezTo>
                  <a:pt x="330" y="553"/>
                  <a:pt x="314" y="573"/>
                  <a:pt x="292" y="588"/>
                </a:cubicBezTo>
                <a:cubicBezTo>
                  <a:pt x="271" y="603"/>
                  <a:pt x="253" y="612"/>
                  <a:pt x="236" y="616"/>
                </a:cubicBezTo>
                <a:cubicBezTo>
                  <a:pt x="221" y="619"/>
                  <a:pt x="205" y="621"/>
                  <a:pt x="190" y="622"/>
                </a:cubicBezTo>
                <a:cubicBezTo>
                  <a:pt x="175" y="622"/>
                  <a:pt x="159" y="620"/>
                  <a:pt x="143" y="617"/>
                </a:cubicBezTo>
                <a:cubicBezTo>
                  <a:pt x="128" y="613"/>
                  <a:pt x="109" y="603"/>
                  <a:pt x="88" y="588"/>
                </a:cubicBezTo>
                <a:cubicBezTo>
                  <a:pt x="67" y="572"/>
                  <a:pt x="51" y="552"/>
                  <a:pt x="39" y="527"/>
                </a:cubicBezTo>
                <a:cubicBezTo>
                  <a:pt x="13" y="478"/>
                  <a:pt x="0" y="407"/>
                  <a:pt x="0" y="312"/>
                </a:cubicBezTo>
                <a:cubicBezTo>
                  <a:pt x="0" y="208"/>
                  <a:pt x="17" y="128"/>
                  <a:pt x="51" y="73"/>
                </a:cubicBezTo>
                <a:moveTo>
                  <a:pt x="255" y="62"/>
                </a:moveTo>
                <a:cubicBezTo>
                  <a:pt x="236" y="43"/>
                  <a:pt x="215" y="33"/>
                  <a:pt x="190" y="33"/>
                </a:cubicBezTo>
                <a:cubicBezTo>
                  <a:pt x="165" y="33"/>
                  <a:pt x="143" y="43"/>
                  <a:pt x="125" y="62"/>
                </a:cubicBezTo>
                <a:cubicBezTo>
                  <a:pt x="110" y="78"/>
                  <a:pt x="100" y="100"/>
                  <a:pt x="96" y="127"/>
                </a:cubicBezTo>
                <a:cubicBezTo>
                  <a:pt x="91" y="155"/>
                  <a:pt x="88" y="213"/>
                  <a:pt x="88" y="301"/>
                </a:cubicBezTo>
                <a:cubicBezTo>
                  <a:pt x="88" y="397"/>
                  <a:pt x="91" y="459"/>
                  <a:pt x="96" y="489"/>
                </a:cubicBezTo>
                <a:cubicBezTo>
                  <a:pt x="100" y="519"/>
                  <a:pt x="111" y="543"/>
                  <a:pt x="128" y="561"/>
                </a:cubicBezTo>
                <a:cubicBezTo>
                  <a:pt x="145" y="579"/>
                  <a:pt x="166" y="588"/>
                  <a:pt x="190" y="588"/>
                </a:cubicBezTo>
                <a:cubicBezTo>
                  <a:pt x="214" y="588"/>
                  <a:pt x="235" y="579"/>
                  <a:pt x="253" y="561"/>
                </a:cubicBezTo>
                <a:cubicBezTo>
                  <a:pt x="270" y="543"/>
                  <a:pt x="281" y="517"/>
                  <a:pt x="285" y="485"/>
                </a:cubicBezTo>
                <a:cubicBezTo>
                  <a:pt x="289" y="452"/>
                  <a:pt x="292" y="391"/>
                  <a:pt x="292" y="301"/>
                </a:cubicBezTo>
                <a:cubicBezTo>
                  <a:pt x="292" y="213"/>
                  <a:pt x="290" y="156"/>
                  <a:pt x="285" y="128"/>
                </a:cubicBezTo>
                <a:cubicBezTo>
                  <a:pt x="280" y="100"/>
                  <a:pt x="270" y="79"/>
                  <a:pt x="255" y="6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11911320" y="464796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09" y="73"/>
                  <a:pt x="152" y="137"/>
                  <a:pt x="178" y="214"/>
                </a:cubicBezTo>
                <a:cubicBezTo>
                  <a:pt x="203" y="291"/>
                  <a:pt x="216" y="370"/>
                  <a:pt x="216" y="452"/>
                </a:cubicBezTo>
                <a:cubicBezTo>
                  <a:pt x="216" y="493"/>
                  <a:pt x="213" y="533"/>
                  <a:pt x="207" y="571"/>
                </a:cubicBezTo>
                <a:cubicBezTo>
                  <a:pt x="201" y="609"/>
                  <a:pt x="194" y="641"/>
                  <a:pt x="187" y="667"/>
                </a:cubicBezTo>
                <a:cubicBezTo>
                  <a:pt x="179" y="694"/>
                  <a:pt x="168" y="720"/>
                  <a:pt x="153" y="747"/>
                </a:cubicBezTo>
                <a:cubicBezTo>
                  <a:pt x="139" y="773"/>
                  <a:pt x="126" y="793"/>
                  <a:pt x="118" y="807"/>
                </a:cubicBezTo>
                <a:cubicBezTo>
                  <a:pt x="109" y="821"/>
                  <a:pt x="97" y="836"/>
                  <a:pt x="81" y="853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1" y="900"/>
                </a:cubicBezTo>
                <a:cubicBezTo>
                  <a:pt x="29" y="902"/>
                  <a:pt x="28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2" y="901"/>
                </a:cubicBezTo>
                <a:cubicBezTo>
                  <a:pt x="1" y="899"/>
                  <a:pt x="0" y="897"/>
                  <a:pt x="0" y="893"/>
                </a:cubicBezTo>
                <a:cubicBezTo>
                  <a:pt x="0" y="892"/>
                  <a:pt x="4" y="888"/>
                  <a:pt x="10" y="881"/>
                </a:cubicBezTo>
                <a:cubicBezTo>
                  <a:pt x="103" y="784"/>
                  <a:pt x="150" y="641"/>
                  <a:pt x="150" y="452"/>
                </a:cubicBezTo>
                <a:cubicBezTo>
                  <a:pt x="150" y="264"/>
                  <a:pt x="103" y="120"/>
                  <a:pt x="10" y="23"/>
                </a:cubicBezTo>
                <a:cubicBezTo>
                  <a:pt x="4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747720" y="4105440"/>
            <a:ext cx="1655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学習の定式化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762840" y="203832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30" y="49"/>
                </a:moveTo>
                <a:cubicBezTo>
                  <a:pt x="230" y="45"/>
                  <a:pt x="213" y="42"/>
                  <a:pt x="178" y="41"/>
                </a:cubicBezTo>
                <a:cubicBezTo>
                  <a:pt x="164" y="41"/>
                  <a:pt x="155" y="41"/>
                  <a:pt x="151" y="40"/>
                </a:cubicBezTo>
                <a:cubicBezTo>
                  <a:pt x="147" y="40"/>
                  <a:pt x="145" y="37"/>
                  <a:pt x="145" y="32"/>
                </a:cubicBezTo>
                <a:cubicBezTo>
                  <a:pt x="145" y="27"/>
                  <a:pt x="146" y="21"/>
                  <a:pt x="148" y="14"/>
                </a:cubicBezTo>
                <a:cubicBezTo>
                  <a:pt x="151" y="7"/>
                  <a:pt x="153" y="2"/>
                  <a:pt x="155" y="1"/>
                </a:cubicBezTo>
                <a:cubicBezTo>
                  <a:pt x="156" y="0"/>
                  <a:pt x="216" y="0"/>
                  <a:pt x="335" y="0"/>
                </a:cubicBezTo>
                <a:cubicBezTo>
                  <a:pt x="436" y="0"/>
                  <a:pt x="492" y="1"/>
                  <a:pt x="504" y="1"/>
                </a:cubicBezTo>
                <a:cubicBezTo>
                  <a:pt x="516" y="1"/>
                  <a:pt x="528" y="2"/>
                  <a:pt x="540" y="6"/>
                </a:cubicBezTo>
                <a:cubicBezTo>
                  <a:pt x="583" y="16"/>
                  <a:pt x="620" y="40"/>
                  <a:pt x="650" y="77"/>
                </a:cubicBezTo>
                <a:cubicBezTo>
                  <a:pt x="680" y="115"/>
                  <a:pt x="696" y="164"/>
                  <a:pt x="696" y="228"/>
                </a:cubicBezTo>
                <a:cubicBezTo>
                  <a:pt x="696" y="322"/>
                  <a:pt x="664" y="406"/>
                  <a:pt x="600" y="481"/>
                </a:cubicBezTo>
                <a:cubicBezTo>
                  <a:pt x="535" y="555"/>
                  <a:pt x="460" y="600"/>
                  <a:pt x="372" y="614"/>
                </a:cubicBezTo>
                <a:lnTo>
                  <a:pt x="360" y="616"/>
                </a:lnTo>
                <a:lnTo>
                  <a:pt x="184" y="617"/>
                </a:lnTo>
                <a:lnTo>
                  <a:pt x="83" y="617"/>
                </a:lnTo>
                <a:lnTo>
                  <a:pt x="36" y="617"/>
                </a:lnTo>
                <a:cubicBezTo>
                  <a:pt x="21" y="617"/>
                  <a:pt x="12" y="616"/>
                  <a:pt x="8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2"/>
                  <a:pt x="3" y="594"/>
                </a:cubicBezTo>
                <a:cubicBezTo>
                  <a:pt x="6" y="585"/>
                  <a:pt x="8" y="579"/>
                  <a:pt x="10" y="578"/>
                </a:cubicBezTo>
                <a:cubicBezTo>
                  <a:pt x="13" y="577"/>
                  <a:pt x="20" y="576"/>
                  <a:pt x="31" y="575"/>
                </a:cubicBezTo>
                <a:cubicBezTo>
                  <a:pt x="47" y="575"/>
                  <a:pt x="65" y="574"/>
                  <a:pt x="85" y="573"/>
                </a:cubicBezTo>
                <a:cubicBezTo>
                  <a:pt x="94" y="571"/>
                  <a:pt x="99" y="567"/>
                  <a:pt x="102" y="562"/>
                </a:cubicBezTo>
                <a:cubicBezTo>
                  <a:pt x="104" y="559"/>
                  <a:pt x="126" y="476"/>
                  <a:pt x="167" y="311"/>
                </a:cubicBezTo>
                <a:cubicBezTo>
                  <a:pt x="209" y="145"/>
                  <a:pt x="230" y="58"/>
                  <a:pt x="230" y="49"/>
                </a:cubicBezTo>
                <a:moveTo>
                  <a:pt x="606" y="194"/>
                </a:moveTo>
                <a:cubicBezTo>
                  <a:pt x="606" y="170"/>
                  <a:pt x="603" y="149"/>
                  <a:pt x="596" y="131"/>
                </a:cubicBezTo>
                <a:cubicBezTo>
                  <a:pt x="589" y="113"/>
                  <a:pt x="582" y="99"/>
                  <a:pt x="573" y="89"/>
                </a:cubicBezTo>
                <a:cubicBezTo>
                  <a:pt x="564" y="79"/>
                  <a:pt x="552" y="70"/>
                  <a:pt x="539" y="63"/>
                </a:cubicBezTo>
                <a:cubicBezTo>
                  <a:pt x="526" y="56"/>
                  <a:pt x="514" y="51"/>
                  <a:pt x="504" y="48"/>
                </a:cubicBezTo>
                <a:cubicBezTo>
                  <a:pt x="494" y="46"/>
                  <a:pt x="483" y="44"/>
                  <a:pt x="472" y="42"/>
                </a:cubicBezTo>
                <a:cubicBezTo>
                  <a:pt x="471" y="42"/>
                  <a:pt x="467" y="42"/>
                  <a:pt x="460" y="42"/>
                </a:cubicBezTo>
                <a:cubicBezTo>
                  <a:pt x="453" y="42"/>
                  <a:pt x="444" y="42"/>
                  <a:pt x="434" y="42"/>
                </a:cubicBezTo>
                <a:cubicBezTo>
                  <a:pt x="423" y="42"/>
                  <a:pt x="413" y="42"/>
                  <a:pt x="404" y="41"/>
                </a:cubicBezTo>
                <a:lnTo>
                  <a:pt x="365" y="41"/>
                </a:lnTo>
                <a:cubicBezTo>
                  <a:pt x="339" y="41"/>
                  <a:pt x="324" y="44"/>
                  <a:pt x="320" y="50"/>
                </a:cubicBezTo>
                <a:cubicBezTo>
                  <a:pt x="319" y="53"/>
                  <a:pt x="296" y="139"/>
                  <a:pt x="253" y="311"/>
                </a:cubicBezTo>
                <a:cubicBezTo>
                  <a:pt x="210" y="482"/>
                  <a:pt x="189" y="568"/>
                  <a:pt x="189" y="570"/>
                </a:cubicBezTo>
                <a:cubicBezTo>
                  <a:pt x="189" y="572"/>
                  <a:pt x="192" y="574"/>
                  <a:pt x="199" y="574"/>
                </a:cubicBezTo>
                <a:cubicBezTo>
                  <a:pt x="206" y="574"/>
                  <a:pt x="229" y="574"/>
                  <a:pt x="268" y="574"/>
                </a:cubicBezTo>
                <a:cubicBezTo>
                  <a:pt x="271" y="574"/>
                  <a:pt x="277" y="574"/>
                  <a:pt x="286" y="574"/>
                </a:cubicBezTo>
                <a:cubicBezTo>
                  <a:pt x="294" y="574"/>
                  <a:pt x="301" y="575"/>
                  <a:pt x="307" y="575"/>
                </a:cubicBezTo>
                <a:cubicBezTo>
                  <a:pt x="384" y="575"/>
                  <a:pt x="447" y="551"/>
                  <a:pt x="496" y="501"/>
                </a:cubicBezTo>
                <a:cubicBezTo>
                  <a:pt x="518" y="480"/>
                  <a:pt x="535" y="454"/>
                  <a:pt x="549" y="426"/>
                </a:cubicBezTo>
                <a:cubicBezTo>
                  <a:pt x="563" y="397"/>
                  <a:pt x="576" y="359"/>
                  <a:pt x="588" y="311"/>
                </a:cubicBezTo>
                <a:cubicBezTo>
                  <a:pt x="600" y="264"/>
                  <a:pt x="606" y="224"/>
                  <a:pt x="606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747720" y="1414080"/>
            <a:ext cx="530892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8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AC-GAN (auxiliary classifier GAN)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2835720" y="2114280"/>
            <a:ext cx="183600" cy="144720"/>
          </a:xfrm>
          <a:custGeom>
            <a:avLst/>
            <a:gdLst/>
            <a:ahLst/>
            <a:rect l="0" t="0" r="r" b="b"/>
            <a:pathLst>
              <a:path w="510" h="402">
                <a:moveTo>
                  <a:pt x="186" y="402"/>
                </a:moveTo>
                <a:cubicBezTo>
                  <a:pt x="177" y="400"/>
                  <a:pt x="146" y="399"/>
                  <a:pt x="91" y="399"/>
                </a:cubicBezTo>
                <a:cubicBezTo>
                  <a:pt x="42" y="399"/>
                  <a:pt x="14" y="400"/>
                  <a:pt x="6" y="402"/>
                </a:cubicBezTo>
                <a:lnTo>
                  <a:pt x="0" y="402"/>
                </a:lnTo>
                <a:lnTo>
                  <a:pt x="0" y="346"/>
                </a:lnTo>
                <a:lnTo>
                  <a:pt x="87" y="346"/>
                </a:lnTo>
                <a:lnTo>
                  <a:pt x="203" y="209"/>
                </a:lnTo>
                <a:lnTo>
                  <a:pt x="80" y="56"/>
                </a:lnTo>
                <a:lnTo>
                  <a:pt x="4" y="56"/>
                </a:lnTo>
                <a:lnTo>
                  <a:pt x="4" y="0"/>
                </a:lnTo>
                <a:lnTo>
                  <a:pt x="11" y="0"/>
                </a:lnTo>
                <a:cubicBezTo>
                  <a:pt x="21" y="2"/>
                  <a:pt x="54" y="3"/>
                  <a:pt x="111" y="3"/>
                </a:cubicBezTo>
                <a:cubicBezTo>
                  <a:pt x="173" y="3"/>
                  <a:pt x="210" y="2"/>
                  <a:pt x="221" y="0"/>
                </a:cubicBezTo>
                <a:lnTo>
                  <a:pt x="229" y="0"/>
                </a:lnTo>
                <a:lnTo>
                  <a:pt x="229" y="56"/>
                </a:lnTo>
                <a:lnTo>
                  <a:pt x="204" y="56"/>
                </a:lnTo>
                <a:lnTo>
                  <a:pt x="235" y="95"/>
                </a:lnTo>
                <a:cubicBezTo>
                  <a:pt x="256" y="120"/>
                  <a:pt x="266" y="133"/>
                  <a:pt x="267" y="133"/>
                </a:cubicBezTo>
                <a:cubicBezTo>
                  <a:pt x="269" y="133"/>
                  <a:pt x="281" y="120"/>
                  <a:pt x="301" y="93"/>
                </a:cubicBezTo>
                <a:lnTo>
                  <a:pt x="333" y="56"/>
                </a:lnTo>
                <a:lnTo>
                  <a:pt x="299" y="56"/>
                </a:lnTo>
                <a:lnTo>
                  <a:pt x="299" y="0"/>
                </a:lnTo>
                <a:lnTo>
                  <a:pt x="306" y="0"/>
                </a:lnTo>
                <a:cubicBezTo>
                  <a:pt x="316" y="2"/>
                  <a:pt x="347" y="3"/>
                  <a:pt x="402" y="3"/>
                </a:cubicBezTo>
                <a:cubicBezTo>
                  <a:pt x="451" y="3"/>
                  <a:pt x="479" y="2"/>
                  <a:pt x="486" y="0"/>
                </a:cubicBezTo>
                <a:lnTo>
                  <a:pt x="492" y="0"/>
                </a:lnTo>
                <a:lnTo>
                  <a:pt x="492" y="56"/>
                </a:lnTo>
                <a:lnTo>
                  <a:pt x="407" y="56"/>
                </a:lnTo>
                <a:lnTo>
                  <a:pt x="302" y="179"/>
                </a:lnTo>
                <a:lnTo>
                  <a:pt x="436" y="345"/>
                </a:lnTo>
                <a:lnTo>
                  <a:pt x="473" y="346"/>
                </a:lnTo>
                <a:lnTo>
                  <a:pt x="510" y="346"/>
                </a:lnTo>
                <a:lnTo>
                  <a:pt x="510" y="402"/>
                </a:lnTo>
                <a:lnTo>
                  <a:pt x="503" y="402"/>
                </a:lnTo>
                <a:cubicBezTo>
                  <a:pt x="494" y="400"/>
                  <a:pt x="461" y="399"/>
                  <a:pt x="405" y="399"/>
                </a:cubicBezTo>
                <a:cubicBezTo>
                  <a:pt x="342" y="399"/>
                  <a:pt x="306" y="400"/>
                  <a:pt x="295" y="402"/>
                </a:cubicBezTo>
                <a:lnTo>
                  <a:pt x="287" y="402"/>
                </a:lnTo>
                <a:lnTo>
                  <a:pt x="287" y="346"/>
                </a:lnTo>
                <a:lnTo>
                  <a:pt x="312" y="346"/>
                </a:lnTo>
                <a:cubicBezTo>
                  <a:pt x="312" y="345"/>
                  <a:pt x="300" y="330"/>
                  <a:pt x="276" y="300"/>
                </a:cubicBezTo>
                <a:cubicBezTo>
                  <a:pt x="252" y="270"/>
                  <a:pt x="239" y="255"/>
                  <a:pt x="239" y="254"/>
                </a:cubicBezTo>
                <a:lnTo>
                  <a:pt x="160" y="345"/>
                </a:lnTo>
                <a:lnTo>
                  <a:pt x="177" y="346"/>
                </a:lnTo>
                <a:lnTo>
                  <a:pt x="194" y="346"/>
                </a:lnTo>
                <a:lnTo>
                  <a:pt x="194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1016640" y="1971720"/>
            <a:ext cx="1931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は真贋判定と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762840" y="245736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30" y="49"/>
                </a:moveTo>
                <a:cubicBezTo>
                  <a:pt x="230" y="45"/>
                  <a:pt x="213" y="43"/>
                  <a:pt x="178" y="41"/>
                </a:cubicBezTo>
                <a:cubicBezTo>
                  <a:pt x="164" y="41"/>
                  <a:pt x="155" y="41"/>
                  <a:pt x="151" y="40"/>
                </a:cubicBezTo>
                <a:cubicBezTo>
                  <a:pt x="147" y="40"/>
                  <a:pt x="145" y="37"/>
                  <a:pt x="145" y="32"/>
                </a:cubicBezTo>
                <a:cubicBezTo>
                  <a:pt x="145" y="28"/>
                  <a:pt x="146" y="21"/>
                  <a:pt x="148" y="14"/>
                </a:cubicBezTo>
                <a:cubicBezTo>
                  <a:pt x="151" y="7"/>
                  <a:pt x="153" y="3"/>
                  <a:pt x="155" y="1"/>
                </a:cubicBezTo>
                <a:cubicBezTo>
                  <a:pt x="156" y="0"/>
                  <a:pt x="216" y="0"/>
                  <a:pt x="335" y="0"/>
                </a:cubicBezTo>
                <a:cubicBezTo>
                  <a:pt x="436" y="0"/>
                  <a:pt x="492" y="1"/>
                  <a:pt x="504" y="1"/>
                </a:cubicBezTo>
                <a:cubicBezTo>
                  <a:pt x="516" y="1"/>
                  <a:pt x="528" y="3"/>
                  <a:pt x="540" y="6"/>
                </a:cubicBezTo>
                <a:cubicBezTo>
                  <a:pt x="583" y="16"/>
                  <a:pt x="620" y="40"/>
                  <a:pt x="650" y="77"/>
                </a:cubicBezTo>
                <a:cubicBezTo>
                  <a:pt x="680" y="115"/>
                  <a:pt x="696" y="165"/>
                  <a:pt x="696" y="227"/>
                </a:cubicBezTo>
                <a:cubicBezTo>
                  <a:pt x="696" y="322"/>
                  <a:pt x="664" y="406"/>
                  <a:pt x="600" y="481"/>
                </a:cubicBezTo>
                <a:cubicBezTo>
                  <a:pt x="535" y="555"/>
                  <a:pt x="460" y="600"/>
                  <a:pt x="372" y="614"/>
                </a:cubicBezTo>
                <a:lnTo>
                  <a:pt x="360" y="616"/>
                </a:lnTo>
                <a:lnTo>
                  <a:pt x="184" y="617"/>
                </a:lnTo>
                <a:lnTo>
                  <a:pt x="83" y="617"/>
                </a:lnTo>
                <a:lnTo>
                  <a:pt x="36" y="617"/>
                </a:lnTo>
                <a:cubicBezTo>
                  <a:pt x="21" y="617"/>
                  <a:pt x="12" y="616"/>
                  <a:pt x="8" y="615"/>
                </a:cubicBezTo>
                <a:cubicBezTo>
                  <a:pt x="3" y="614"/>
                  <a:pt x="1" y="611"/>
                  <a:pt x="0" y="607"/>
                </a:cubicBezTo>
                <a:cubicBezTo>
                  <a:pt x="0" y="606"/>
                  <a:pt x="1" y="602"/>
                  <a:pt x="3" y="594"/>
                </a:cubicBezTo>
                <a:cubicBezTo>
                  <a:pt x="6" y="585"/>
                  <a:pt x="8" y="579"/>
                  <a:pt x="10" y="578"/>
                </a:cubicBezTo>
                <a:cubicBezTo>
                  <a:pt x="13" y="577"/>
                  <a:pt x="20" y="576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4" y="571"/>
                  <a:pt x="99" y="567"/>
                  <a:pt x="102" y="562"/>
                </a:cubicBezTo>
                <a:cubicBezTo>
                  <a:pt x="104" y="560"/>
                  <a:pt x="126" y="476"/>
                  <a:pt x="167" y="311"/>
                </a:cubicBezTo>
                <a:cubicBezTo>
                  <a:pt x="209" y="145"/>
                  <a:pt x="230" y="58"/>
                  <a:pt x="230" y="49"/>
                </a:cubicBezTo>
                <a:moveTo>
                  <a:pt x="606" y="193"/>
                </a:moveTo>
                <a:cubicBezTo>
                  <a:pt x="606" y="170"/>
                  <a:pt x="603" y="150"/>
                  <a:pt x="596" y="132"/>
                </a:cubicBezTo>
                <a:cubicBezTo>
                  <a:pt x="589" y="114"/>
                  <a:pt x="582" y="99"/>
                  <a:pt x="573" y="89"/>
                </a:cubicBezTo>
                <a:cubicBezTo>
                  <a:pt x="564" y="79"/>
                  <a:pt x="552" y="70"/>
                  <a:pt x="539" y="63"/>
                </a:cubicBezTo>
                <a:cubicBezTo>
                  <a:pt x="526" y="56"/>
                  <a:pt x="514" y="51"/>
                  <a:pt x="504" y="49"/>
                </a:cubicBezTo>
                <a:cubicBezTo>
                  <a:pt x="494" y="46"/>
                  <a:pt x="483" y="44"/>
                  <a:pt x="472" y="42"/>
                </a:cubicBezTo>
                <a:cubicBezTo>
                  <a:pt x="471" y="42"/>
                  <a:pt x="467" y="42"/>
                  <a:pt x="460" y="42"/>
                </a:cubicBezTo>
                <a:cubicBezTo>
                  <a:pt x="453" y="42"/>
                  <a:pt x="444" y="42"/>
                  <a:pt x="434" y="42"/>
                </a:cubicBezTo>
                <a:cubicBezTo>
                  <a:pt x="423" y="42"/>
                  <a:pt x="413" y="42"/>
                  <a:pt x="404" y="41"/>
                </a:cubicBezTo>
                <a:lnTo>
                  <a:pt x="365" y="41"/>
                </a:lnTo>
                <a:cubicBezTo>
                  <a:pt x="339" y="41"/>
                  <a:pt x="324" y="44"/>
                  <a:pt x="320" y="50"/>
                </a:cubicBezTo>
                <a:cubicBezTo>
                  <a:pt x="319" y="53"/>
                  <a:pt x="296" y="139"/>
                  <a:pt x="253" y="311"/>
                </a:cubicBezTo>
                <a:cubicBezTo>
                  <a:pt x="210" y="482"/>
                  <a:pt x="189" y="568"/>
                  <a:pt x="189" y="570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6" y="574"/>
                  <a:pt x="229" y="574"/>
                  <a:pt x="268" y="575"/>
                </a:cubicBezTo>
                <a:cubicBezTo>
                  <a:pt x="271" y="575"/>
                  <a:pt x="277" y="575"/>
                  <a:pt x="286" y="575"/>
                </a:cubicBezTo>
                <a:cubicBezTo>
                  <a:pt x="294" y="575"/>
                  <a:pt x="301" y="575"/>
                  <a:pt x="307" y="576"/>
                </a:cubicBezTo>
                <a:cubicBezTo>
                  <a:pt x="384" y="576"/>
                  <a:pt x="447" y="551"/>
                  <a:pt x="496" y="502"/>
                </a:cubicBezTo>
                <a:cubicBezTo>
                  <a:pt x="518" y="480"/>
                  <a:pt x="535" y="455"/>
                  <a:pt x="549" y="426"/>
                </a:cubicBezTo>
                <a:cubicBezTo>
                  <a:pt x="563" y="397"/>
                  <a:pt x="576" y="359"/>
                  <a:pt x="588" y="311"/>
                </a:cubicBezTo>
                <a:cubicBezTo>
                  <a:pt x="600" y="264"/>
                  <a:pt x="606" y="224"/>
                  <a:pt x="606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3029760" y="1971720"/>
            <a:ext cx="34488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のクラス分類を同時に行う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1028520" y="30952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4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2" y="285"/>
                  <a:pt x="183" y="288"/>
                  <a:pt x="174" y="290"/>
                </a:cubicBezTo>
                <a:cubicBezTo>
                  <a:pt x="165" y="292"/>
                  <a:pt x="155" y="292"/>
                  <a:pt x="146" y="292"/>
                </a:cubicBezTo>
                <a:cubicBezTo>
                  <a:pt x="136" y="292"/>
                  <a:pt x="127" y="292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2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5"/>
                  <a:pt x="192" y="8"/>
                  <a:pt x="202" y="12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8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1016640" y="2381400"/>
            <a:ext cx="414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2216520" y="309528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0" y="399"/>
                </a:cubicBezTo>
                <a:cubicBezTo>
                  <a:pt x="41" y="399"/>
                  <a:pt x="13" y="400"/>
                  <a:pt x="6" y="402"/>
                </a:cubicBezTo>
                <a:lnTo>
                  <a:pt x="0" y="402"/>
                </a:lnTo>
                <a:lnTo>
                  <a:pt x="0" y="346"/>
                </a:lnTo>
                <a:lnTo>
                  <a:pt x="86" y="346"/>
                </a:lnTo>
                <a:lnTo>
                  <a:pt x="202" y="210"/>
                </a:lnTo>
                <a:lnTo>
                  <a:pt x="79" y="57"/>
                </a:lnTo>
                <a:lnTo>
                  <a:pt x="4" y="57"/>
                </a:lnTo>
                <a:lnTo>
                  <a:pt x="4" y="0"/>
                </a:lnTo>
                <a:lnTo>
                  <a:pt x="12" y="0"/>
                </a:lnTo>
                <a:cubicBezTo>
                  <a:pt x="21" y="2"/>
                  <a:pt x="53" y="4"/>
                  <a:pt x="110" y="4"/>
                </a:cubicBezTo>
                <a:cubicBezTo>
                  <a:pt x="172" y="4"/>
                  <a:pt x="210" y="2"/>
                  <a:pt x="221" y="0"/>
                </a:cubicBezTo>
                <a:lnTo>
                  <a:pt x="229" y="0"/>
                </a:lnTo>
                <a:lnTo>
                  <a:pt x="229" y="57"/>
                </a:lnTo>
                <a:lnTo>
                  <a:pt x="203" y="57"/>
                </a:lnTo>
                <a:lnTo>
                  <a:pt x="235" y="96"/>
                </a:lnTo>
                <a:cubicBezTo>
                  <a:pt x="256" y="121"/>
                  <a:pt x="266" y="134"/>
                  <a:pt x="267" y="134"/>
                </a:cubicBezTo>
                <a:cubicBezTo>
                  <a:pt x="269" y="134"/>
                  <a:pt x="281" y="121"/>
                  <a:pt x="301" y="94"/>
                </a:cubicBezTo>
                <a:lnTo>
                  <a:pt x="333" y="57"/>
                </a:lnTo>
                <a:lnTo>
                  <a:pt x="299" y="57"/>
                </a:lnTo>
                <a:lnTo>
                  <a:pt x="299" y="0"/>
                </a:lnTo>
                <a:lnTo>
                  <a:pt x="307" y="0"/>
                </a:lnTo>
                <a:cubicBezTo>
                  <a:pt x="316" y="2"/>
                  <a:pt x="348" y="4"/>
                  <a:pt x="402" y="4"/>
                </a:cubicBezTo>
                <a:cubicBezTo>
                  <a:pt x="451" y="4"/>
                  <a:pt x="479" y="2"/>
                  <a:pt x="486" y="0"/>
                </a:cubicBezTo>
                <a:lnTo>
                  <a:pt x="493" y="0"/>
                </a:lnTo>
                <a:lnTo>
                  <a:pt x="493" y="57"/>
                </a:lnTo>
                <a:lnTo>
                  <a:pt x="407" y="57"/>
                </a:lnTo>
                <a:lnTo>
                  <a:pt x="302" y="180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3" y="402"/>
                </a:lnTo>
                <a:cubicBezTo>
                  <a:pt x="494" y="400"/>
                  <a:pt x="462" y="399"/>
                  <a:pt x="405" y="399"/>
                </a:cubicBezTo>
                <a:cubicBezTo>
                  <a:pt x="342" y="399"/>
                  <a:pt x="306" y="400"/>
                  <a:pt x="295" y="402"/>
                </a:cubicBezTo>
                <a:lnTo>
                  <a:pt x="287" y="402"/>
                </a:lnTo>
                <a:lnTo>
                  <a:pt x="287" y="346"/>
                </a:lnTo>
                <a:lnTo>
                  <a:pt x="312" y="346"/>
                </a:lnTo>
                <a:cubicBezTo>
                  <a:pt x="312" y="346"/>
                  <a:pt x="300" y="330"/>
                  <a:pt x="276" y="301"/>
                </a:cubicBezTo>
                <a:cubicBezTo>
                  <a:pt x="252" y="272"/>
                  <a:pt x="240" y="256"/>
                  <a:pt x="239" y="255"/>
                </a:cubicBezTo>
                <a:lnTo>
                  <a:pt x="160" y="345"/>
                </a:lnTo>
                <a:lnTo>
                  <a:pt x="177" y="346"/>
                </a:lnTo>
                <a:lnTo>
                  <a:pt x="193" y="346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1028520" y="35715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2" y="285"/>
                  <a:pt x="183" y="288"/>
                  <a:pt x="174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7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5"/>
                  <a:pt x="192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1300320" y="2952720"/>
            <a:ext cx="966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入力：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2216520" y="3581280"/>
            <a:ext cx="183960" cy="144360"/>
          </a:xfrm>
          <a:custGeom>
            <a:avLst/>
            <a:gdLst/>
            <a:ahLst/>
            <a:rect l="0" t="0" r="r" b="b"/>
            <a:pathLst>
              <a:path w="511" h="401">
                <a:moveTo>
                  <a:pt x="186" y="401"/>
                </a:moveTo>
                <a:cubicBezTo>
                  <a:pt x="177" y="400"/>
                  <a:pt x="145" y="399"/>
                  <a:pt x="90" y="399"/>
                </a:cubicBezTo>
                <a:cubicBezTo>
                  <a:pt x="41" y="399"/>
                  <a:pt x="13" y="400"/>
                  <a:pt x="6" y="401"/>
                </a:cubicBezTo>
                <a:lnTo>
                  <a:pt x="0" y="401"/>
                </a:lnTo>
                <a:lnTo>
                  <a:pt x="0" y="345"/>
                </a:lnTo>
                <a:lnTo>
                  <a:pt x="86" y="345"/>
                </a:lnTo>
                <a:lnTo>
                  <a:pt x="202" y="208"/>
                </a:lnTo>
                <a:lnTo>
                  <a:pt x="79" y="56"/>
                </a:lnTo>
                <a:lnTo>
                  <a:pt x="4" y="56"/>
                </a:lnTo>
                <a:lnTo>
                  <a:pt x="4" y="0"/>
                </a:lnTo>
                <a:lnTo>
                  <a:pt x="12" y="0"/>
                </a:lnTo>
                <a:cubicBezTo>
                  <a:pt x="21" y="2"/>
                  <a:pt x="53" y="3"/>
                  <a:pt x="110" y="3"/>
                </a:cubicBezTo>
                <a:cubicBezTo>
                  <a:pt x="172" y="3"/>
                  <a:pt x="210" y="2"/>
                  <a:pt x="221" y="0"/>
                </a:cubicBezTo>
                <a:lnTo>
                  <a:pt x="229" y="0"/>
                </a:lnTo>
                <a:lnTo>
                  <a:pt x="229" y="56"/>
                </a:lnTo>
                <a:lnTo>
                  <a:pt x="203" y="56"/>
                </a:lnTo>
                <a:lnTo>
                  <a:pt x="235" y="95"/>
                </a:lnTo>
                <a:cubicBezTo>
                  <a:pt x="256" y="120"/>
                  <a:pt x="266" y="132"/>
                  <a:pt x="267" y="132"/>
                </a:cubicBezTo>
                <a:cubicBezTo>
                  <a:pt x="269" y="132"/>
                  <a:pt x="281" y="119"/>
                  <a:pt x="301" y="93"/>
                </a:cubicBezTo>
                <a:lnTo>
                  <a:pt x="333" y="56"/>
                </a:lnTo>
                <a:lnTo>
                  <a:pt x="299" y="56"/>
                </a:lnTo>
                <a:lnTo>
                  <a:pt x="299" y="0"/>
                </a:lnTo>
                <a:lnTo>
                  <a:pt x="307" y="0"/>
                </a:lnTo>
                <a:cubicBezTo>
                  <a:pt x="316" y="2"/>
                  <a:pt x="348" y="3"/>
                  <a:pt x="402" y="3"/>
                </a:cubicBezTo>
                <a:cubicBezTo>
                  <a:pt x="451" y="3"/>
                  <a:pt x="479" y="2"/>
                  <a:pt x="486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2" y="178"/>
                </a:lnTo>
                <a:lnTo>
                  <a:pt x="437" y="345"/>
                </a:lnTo>
                <a:lnTo>
                  <a:pt x="474" y="345"/>
                </a:lnTo>
                <a:lnTo>
                  <a:pt x="511" y="345"/>
                </a:lnTo>
                <a:lnTo>
                  <a:pt x="511" y="401"/>
                </a:lnTo>
                <a:lnTo>
                  <a:pt x="503" y="401"/>
                </a:lnTo>
                <a:cubicBezTo>
                  <a:pt x="494" y="400"/>
                  <a:pt x="462" y="399"/>
                  <a:pt x="405" y="399"/>
                </a:cubicBezTo>
                <a:cubicBezTo>
                  <a:pt x="342" y="399"/>
                  <a:pt x="306" y="400"/>
                  <a:pt x="295" y="401"/>
                </a:cubicBezTo>
                <a:lnTo>
                  <a:pt x="287" y="401"/>
                </a:lnTo>
                <a:lnTo>
                  <a:pt x="287" y="345"/>
                </a:lnTo>
                <a:lnTo>
                  <a:pt x="312" y="345"/>
                </a:lnTo>
                <a:cubicBezTo>
                  <a:pt x="312" y="345"/>
                  <a:pt x="300" y="330"/>
                  <a:pt x="276" y="300"/>
                </a:cubicBezTo>
                <a:cubicBezTo>
                  <a:pt x="252" y="271"/>
                  <a:pt x="240" y="256"/>
                  <a:pt x="239" y="254"/>
                </a:cubicBezTo>
                <a:lnTo>
                  <a:pt x="160" y="345"/>
                </a:lnTo>
                <a:lnTo>
                  <a:pt x="177" y="345"/>
                </a:lnTo>
                <a:lnTo>
                  <a:pt x="193" y="345"/>
                </a:lnTo>
                <a:lnTo>
                  <a:pt x="193" y="401"/>
                </a:lnTo>
                <a:lnTo>
                  <a:pt x="186" y="4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1300320" y="3429000"/>
            <a:ext cx="966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出力：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5054760" y="3581280"/>
            <a:ext cx="183960" cy="144360"/>
          </a:xfrm>
          <a:custGeom>
            <a:avLst/>
            <a:gdLst/>
            <a:ahLst/>
            <a:rect l="0" t="0" r="r" b="b"/>
            <a:pathLst>
              <a:path w="511" h="401">
                <a:moveTo>
                  <a:pt x="186" y="401"/>
                </a:moveTo>
                <a:cubicBezTo>
                  <a:pt x="177" y="400"/>
                  <a:pt x="145" y="399"/>
                  <a:pt x="91" y="399"/>
                </a:cubicBezTo>
                <a:cubicBezTo>
                  <a:pt x="42" y="399"/>
                  <a:pt x="14" y="400"/>
                  <a:pt x="7" y="401"/>
                </a:cubicBezTo>
                <a:lnTo>
                  <a:pt x="0" y="401"/>
                </a:lnTo>
                <a:lnTo>
                  <a:pt x="0" y="345"/>
                </a:lnTo>
                <a:lnTo>
                  <a:pt x="87" y="345"/>
                </a:lnTo>
                <a:lnTo>
                  <a:pt x="203" y="208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0" y="3"/>
                </a:cubicBezTo>
                <a:cubicBezTo>
                  <a:pt x="173" y="3"/>
                  <a:pt x="210" y="2"/>
                  <a:pt x="221" y="0"/>
                </a:cubicBezTo>
                <a:lnTo>
                  <a:pt x="229" y="0"/>
                </a:lnTo>
                <a:lnTo>
                  <a:pt x="229" y="56"/>
                </a:lnTo>
                <a:lnTo>
                  <a:pt x="203" y="56"/>
                </a:lnTo>
                <a:lnTo>
                  <a:pt x="235" y="95"/>
                </a:lnTo>
                <a:cubicBezTo>
                  <a:pt x="255" y="120"/>
                  <a:pt x="266" y="132"/>
                  <a:pt x="267" y="132"/>
                </a:cubicBezTo>
                <a:cubicBezTo>
                  <a:pt x="269" y="132"/>
                  <a:pt x="280" y="119"/>
                  <a:pt x="301" y="93"/>
                </a:cubicBezTo>
                <a:lnTo>
                  <a:pt x="332" y="56"/>
                </a:lnTo>
                <a:lnTo>
                  <a:pt x="299" y="56"/>
                </a:lnTo>
                <a:lnTo>
                  <a:pt x="299" y="0"/>
                </a:lnTo>
                <a:lnTo>
                  <a:pt x="306" y="0"/>
                </a:lnTo>
                <a:cubicBezTo>
                  <a:pt x="315" y="2"/>
                  <a:pt x="347" y="3"/>
                  <a:pt x="402" y="3"/>
                </a:cubicBezTo>
                <a:cubicBezTo>
                  <a:pt x="451" y="3"/>
                  <a:pt x="480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6" y="56"/>
                </a:lnTo>
                <a:lnTo>
                  <a:pt x="302" y="178"/>
                </a:lnTo>
                <a:lnTo>
                  <a:pt x="436" y="345"/>
                </a:lnTo>
                <a:lnTo>
                  <a:pt x="474" y="345"/>
                </a:lnTo>
                <a:lnTo>
                  <a:pt x="511" y="345"/>
                </a:lnTo>
                <a:lnTo>
                  <a:pt x="511" y="401"/>
                </a:lnTo>
                <a:lnTo>
                  <a:pt x="504" y="401"/>
                </a:lnTo>
                <a:cubicBezTo>
                  <a:pt x="495" y="400"/>
                  <a:pt x="461" y="399"/>
                  <a:pt x="405" y="399"/>
                </a:cubicBezTo>
                <a:cubicBezTo>
                  <a:pt x="342" y="399"/>
                  <a:pt x="305" y="400"/>
                  <a:pt x="295" y="401"/>
                </a:cubicBezTo>
                <a:lnTo>
                  <a:pt x="286" y="401"/>
                </a:lnTo>
                <a:lnTo>
                  <a:pt x="286" y="345"/>
                </a:lnTo>
                <a:lnTo>
                  <a:pt x="312" y="345"/>
                </a:lnTo>
                <a:cubicBezTo>
                  <a:pt x="312" y="345"/>
                  <a:pt x="300" y="330"/>
                  <a:pt x="276" y="300"/>
                </a:cubicBezTo>
                <a:cubicBezTo>
                  <a:pt x="252" y="271"/>
                  <a:pt x="239" y="256"/>
                  <a:pt x="239" y="254"/>
                </a:cubicBezTo>
                <a:lnTo>
                  <a:pt x="160" y="345"/>
                </a:lnTo>
                <a:lnTo>
                  <a:pt x="177" y="345"/>
                </a:lnTo>
                <a:lnTo>
                  <a:pt x="193" y="345"/>
                </a:lnTo>
                <a:lnTo>
                  <a:pt x="193" y="401"/>
                </a:lnTo>
                <a:lnTo>
                  <a:pt x="186" y="4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2405520" y="3429000"/>
            <a:ext cx="2759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が本物である確率と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7883640" y="3585960"/>
            <a:ext cx="174600" cy="207000"/>
          </a:xfrm>
          <a:custGeom>
            <a:avLst/>
            <a:gdLst/>
            <a:ahLst/>
            <a:rect l="0" t="0" r="r" b="b"/>
            <a:pathLst>
              <a:path w="485" h="575">
                <a:moveTo>
                  <a:pt x="56" y="141"/>
                </a:moveTo>
                <a:cubicBezTo>
                  <a:pt x="57" y="139"/>
                  <a:pt x="57" y="137"/>
                  <a:pt x="58" y="134"/>
                </a:cubicBezTo>
                <a:cubicBezTo>
                  <a:pt x="58" y="131"/>
                  <a:pt x="60" y="124"/>
                  <a:pt x="62" y="114"/>
                </a:cubicBezTo>
                <a:cubicBezTo>
                  <a:pt x="65" y="104"/>
                  <a:pt x="68" y="94"/>
                  <a:pt x="71" y="86"/>
                </a:cubicBezTo>
                <a:cubicBezTo>
                  <a:pt x="75" y="77"/>
                  <a:pt x="80" y="67"/>
                  <a:pt x="86" y="55"/>
                </a:cubicBezTo>
                <a:cubicBezTo>
                  <a:pt x="91" y="44"/>
                  <a:pt x="97" y="35"/>
                  <a:pt x="104" y="28"/>
                </a:cubicBezTo>
                <a:cubicBezTo>
                  <a:pt x="111" y="22"/>
                  <a:pt x="118" y="15"/>
                  <a:pt x="127" y="8"/>
                </a:cubicBezTo>
                <a:cubicBezTo>
                  <a:pt x="136" y="2"/>
                  <a:pt x="146" y="-1"/>
                  <a:pt x="157" y="0"/>
                </a:cubicBezTo>
                <a:cubicBezTo>
                  <a:pt x="202" y="0"/>
                  <a:pt x="231" y="19"/>
                  <a:pt x="244" y="58"/>
                </a:cubicBezTo>
                <a:lnTo>
                  <a:pt x="253" y="50"/>
                </a:lnTo>
                <a:cubicBezTo>
                  <a:pt x="290" y="17"/>
                  <a:pt x="326" y="0"/>
                  <a:pt x="359" y="0"/>
                </a:cubicBezTo>
                <a:cubicBezTo>
                  <a:pt x="398" y="0"/>
                  <a:pt x="429" y="14"/>
                  <a:pt x="451" y="43"/>
                </a:cubicBezTo>
                <a:cubicBezTo>
                  <a:pt x="474" y="71"/>
                  <a:pt x="485" y="106"/>
                  <a:pt x="485" y="147"/>
                </a:cubicBezTo>
                <a:cubicBezTo>
                  <a:pt x="485" y="211"/>
                  <a:pt x="462" y="271"/>
                  <a:pt x="416" y="326"/>
                </a:cubicBezTo>
                <a:cubicBezTo>
                  <a:pt x="370" y="381"/>
                  <a:pt x="319" y="409"/>
                  <a:pt x="261" y="409"/>
                </a:cubicBezTo>
                <a:cubicBezTo>
                  <a:pt x="248" y="409"/>
                  <a:pt x="236" y="407"/>
                  <a:pt x="226" y="404"/>
                </a:cubicBezTo>
                <a:cubicBezTo>
                  <a:pt x="219" y="401"/>
                  <a:pt x="212" y="396"/>
                  <a:pt x="205" y="390"/>
                </a:cubicBezTo>
                <a:cubicBezTo>
                  <a:pt x="198" y="384"/>
                  <a:pt x="192" y="379"/>
                  <a:pt x="188" y="375"/>
                </a:cubicBezTo>
                <a:lnTo>
                  <a:pt x="182" y="368"/>
                </a:lnTo>
                <a:cubicBezTo>
                  <a:pt x="181" y="368"/>
                  <a:pt x="174" y="394"/>
                  <a:pt x="162" y="446"/>
                </a:cubicBezTo>
                <a:cubicBezTo>
                  <a:pt x="149" y="498"/>
                  <a:pt x="143" y="524"/>
                  <a:pt x="143" y="525"/>
                </a:cubicBezTo>
                <a:cubicBezTo>
                  <a:pt x="143" y="528"/>
                  <a:pt x="145" y="530"/>
                  <a:pt x="150" y="531"/>
                </a:cubicBezTo>
                <a:cubicBezTo>
                  <a:pt x="155" y="532"/>
                  <a:pt x="166" y="532"/>
                  <a:pt x="183" y="534"/>
                </a:cubicBezTo>
                <a:lnTo>
                  <a:pt x="206" y="534"/>
                </a:lnTo>
                <a:cubicBezTo>
                  <a:pt x="210" y="538"/>
                  <a:pt x="211" y="541"/>
                  <a:pt x="211" y="542"/>
                </a:cubicBezTo>
                <a:cubicBezTo>
                  <a:pt x="211" y="543"/>
                  <a:pt x="210" y="548"/>
                  <a:pt x="209" y="558"/>
                </a:cubicBezTo>
                <a:cubicBezTo>
                  <a:pt x="207" y="565"/>
                  <a:pt x="205" y="570"/>
                  <a:pt x="203" y="572"/>
                </a:cubicBezTo>
                <a:cubicBezTo>
                  <a:pt x="201" y="573"/>
                  <a:pt x="198" y="575"/>
                  <a:pt x="191" y="575"/>
                </a:cubicBezTo>
                <a:cubicBezTo>
                  <a:pt x="190" y="575"/>
                  <a:pt x="187" y="575"/>
                  <a:pt x="182" y="575"/>
                </a:cubicBezTo>
                <a:cubicBezTo>
                  <a:pt x="176" y="575"/>
                  <a:pt x="166" y="575"/>
                  <a:pt x="151" y="574"/>
                </a:cubicBezTo>
                <a:cubicBezTo>
                  <a:pt x="136" y="574"/>
                  <a:pt x="117" y="573"/>
                  <a:pt x="95" y="573"/>
                </a:cubicBezTo>
                <a:cubicBezTo>
                  <a:pt x="52" y="573"/>
                  <a:pt x="25" y="574"/>
                  <a:pt x="14" y="575"/>
                </a:cubicBezTo>
                <a:lnTo>
                  <a:pt x="6" y="575"/>
                </a:lnTo>
                <a:cubicBezTo>
                  <a:pt x="2" y="571"/>
                  <a:pt x="0" y="568"/>
                  <a:pt x="0" y="565"/>
                </a:cubicBezTo>
                <a:cubicBezTo>
                  <a:pt x="1" y="549"/>
                  <a:pt x="5" y="538"/>
                  <a:pt x="12" y="534"/>
                </a:cubicBezTo>
                <a:lnTo>
                  <a:pt x="30" y="534"/>
                </a:lnTo>
                <a:cubicBezTo>
                  <a:pt x="50" y="533"/>
                  <a:pt x="62" y="529"/>
                  <a:pt x="65" y="523"/>
                </a:cubicBezTo>
                <a:cubicBezTo>
                  <a:pt x="67" y="519"/>
                  <a:pt x="86" y="447"/>
                  <a:pt x="121" y="307"/>
                </a:cubicBezTo>
                <a:cubicBezTo>
                  <a:pt x="156" y="167"/>
                  <a:pt x="174" y="93"/>
                  <a:pt x="176" y="83"/>
                </a:cubicBezTo>
                <a:cubicBezTo>
                  <a:pt x="177" y="80"/>
                  <a:pt x="177" y="76"/>
                  <a:pt x="177" y="71"/>
                </a:cubicBezTo>
                <a:cubicBezTo>
                  <a:pt x="177" y="46"/>
                  <a:pt x="170" y="34"/>
                  <a:pt x="154" y="34"/>
                </a:cubicBezTo>
                <a:cubicBezTo>
                  <a:pt x="141" y="34"/>
                  <a:pt x="130" y="42"/>
                  <a:pt x="121" y="59"/>
                </a:cubicBezTo>
                <a:cubicBezTo>
                  <a:pt x="112" y="76"/>
                  <a:pt x="105" y="95"/>
                  <a:pt x="100" y="115"/>
                </a:cubicBezTo>
                <a:cubicBezTo>
                  <a:pt x="96" y="135"/>
                  <a:pt x="92" y="146"/>
                  <a:pt x="90" y="147"/>
                </a:cubicBezTo>
                <a:cubicBezTo>
                  <a:pt x="88" y="149"/>
                  <a:pt x="83" y="149"/>
                  <a:pt x="74" y="149"/>
                </a:cubicBezTo>
                <a:lnTo>
                  <a:pt x="61" y="149"/>
                </a:lnTo>
                <a:cubicBezTo>
                  <a:pt x="58" y="146"/>
                  <a:pt x="56" y="143"/>
                  <a:pt x="56" y="141"/>
                </a:cubicBezTo>
                <a:moveTo>
                  <a:pt x="197" y="308"/>
                </a:moveTo>
                <a:cubicBezTo>
                  <a:pt x="210" y="354"/>
                  <a:pt x="232" y="377"/>
                  <a:pt x="264" y="377"/>
                </a:cubicBezTo>
                <a:cubicBezTo>
                  <a:pt x="282" y="377"/>
                  <a:pt x="299" y="370"/>
                  <a:pt x="316" y="356"/>
                </a:cubicBezTo>
                <a:cubicBezTo>
                  <a:pt x="333" y="342"/>
                  <a:pt x="347" y="325"/>
                  <a:pt x="358" y="304"/>
                </a:cubicBezTo>
                <a:cubicBezTo>
                  <a:pt x="368" y="283"/>
                  <a:pt x="379" y="251"/>
                  <a:pt x="390" y="206"/>
                </a:cubicBezTo>
                <a:cubicBezTo>
                  <a:pt x="401" y="162"/>
                  <a:pt x="407" y="128"/>
                  <a:pt x="407" y="107"/>
                </a:cubicBezTo>
                <a:lnTo>
                  <a:pt x="407" y="101"/>
                </a:lnTo>
                <a:cubicBezTo>
                  <a:pt x="407" y="56"/>
                  <a:pt x="389" y="34"/>
                  <a:pt x="352" y="34"/>
                </a:cubicBezTo>
                <a:cubicBezTo>
                  <a:pt x="346" y="34"/>
                  <a:pt x="339" y="35"/>
                  <a:pt x="332" y="36"/>
                </a:cubicBezTo>
                <a:cubicBezTo>
                  <a:pt x="326" y="38"/>
                  <a:pt x="319" y="41"/>
                  <a:pt x="312" y="44"/>
                </a:cubicBezTo>
                <a:cubicBezTo>
                  <a:pt x="306" y="48"/>
                  <a:pt x="300" y="52"/>
                  <a:pt x="294" y="56"/>
                </a:cubicBezTo>
                <a:cubicBezTo>
                  <a:pt x="289" y="60"/>
                  <a:pt x="284" y="65"/>
                  <a:pt x="279" y="70"/>
                </a:cubicBezTo>
                <a:cubicBezTo>
                  <a:pt x="274" y="75"/>
                  <a:pt x="270" y="79"/>
                  <a:pt x="265" y="83"/>
                </a:cubicBezTo>
                <a:cubicBezTo>
                  <a:pt x="261" y="88"/>
                  <a:pt x="258" y="93"/>
                  <a:pt x="256" y="97"/>
                </a:cubicBezTo>
                <a:cubicBezTo>
                  <a:pt x="253" y="101"/>
                  <a:pt x="251" y="104"/>
                  <a:pt x="248" y="106"/>
                </a:cubicBezTo>
                <a:lnTo>
                  <a:pt x="246" y="110"/>
                </a:lnTo>
                <a:cubicBezTo>
                  <a:pt x="246" y="110"/>
                  <a:pt x="245" y="114"/>
                  <a:pt x="243" y="122"/>
                </a:cubicBezTo>
                <a:cubicBezTo>
                  <a:pt x="241" y="130"/>
                  <a:pt x="238" y="143"/>
                  <a:pt x="233" y="162"/>
                </a:cubicBezTo>
                <a:cubicBezTo>
                  <a:pt x="228" y="181"/>
                  <a:pt x="224" y="196"/>
                  <a:pt x="220" y="209"/>
                </a:cubicBezTo>
                <a:cubicBezTo>
                  <a:pt x="205" y="273"/>
                  <a:pt x="197" y="306"/>
                  <a:pt x="197" y="30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8090280" y="348588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1"/>
                </a:moveTo>
                <a:cubicBezTo>
                  <a:pt x="0" y="410"/>
                  <a:pt x="3" y="371"/>
                  <a:pt x="9" y="333"/>
                </a:cubicBezTo>
                <a:cubicBezTo>
                  <a:pt x="15" y="296"/>
                  <a:pt x="22" y="264"/>
                  <a:pt x="30" y="237"/>
                </a:cubicBezTo>
                <a:cubicBezTo>
                  <a:pt x="38" y="210"/>
                  <a:pt x="49" y="183"/>
                  <a:pt x="63" y="157"/>
                </a:cubicBezTo>
                <a:cubicBezTo>
                  <a:pt x="78" y="131"/>
                  <a:pt x="89" y="111"/>
                  <a:pt x="98" y="97"/>
                </a:cubicBezTo>
                <a:cubicBezTo>
                  <a:pt x="106" y="82"/>
                  <a:pt x="119" y="67"/>
                  <a:pt x="135" y="50"/>
                </a:cubicBezTo>
                <a:cubicBezTo>
                  <a:pt x="152" y="33"/>
                  <a:pt x="162" y="23"/>
                  <a:pt x="165" y="19"/>
                </a:cubicBezTo>
                <a:cubicBezTo>
                  <a:pt x="168" y="16"/>
                  <a:pt x="176" y="9"/>
                  <a:pt x="188" y="0"/>
                </a:cubicBezTo>
                <a:lnTo>
                  <a:pt x="199" y="0"/>
                </a:lnTo>
                <a:lnTo>
                  <a:pt x="203" y="0"/>
                </a:lnTo>
                <a:cubicBezTo>
                  <a:pt x="213" y="0"/>
                  <a:pt x="217" y="3"/>
                  <a:pt x="217" y="8"/>
                </a:cubicBezTo>
                <a:cubicBezTo>
                  <a:pt x="217" y="10"/>
                  <a:pt x="212" y="16"/>
                  <a:pt x="200" y="27"/>
                </a:cubicBezTo>
                <a:cubicBezTo>
                  <a:pt x="190" y="38"/>
                  <a:pt x="178" y="54"/>
                  <a:pt x="163" y="75"/>
                </a:cubicBezTo>
                <a:cubicBezTo>
                  <a:pt x="149" y="96"/>
                  <a:pt x="134" y="122"/>
                  <a:pt x="119" y="153"/>
                </a:cubicBezTo>
                <a:cubicBezTo>
                  <a:pt x="104" y="183"/>
                  <a:pt x="91" y="225"/>
                  <a:pt x="81" y="277"/>
                </a:cubicBezTo>
                <a:cubicBezTo>
                  <a:pt x="71" y="330"/>
                  <a:pt x="66" y="388"/>
                  <a:pt x="66" y="451"/>
                </a:cubicBezTo>
                <a:cubicBezTo>
                  <a:pt x="66" y="515"/>
                  <a:pt x="71" y="573"/>
                  <a:pt x="81" y="625"/>
                </a:cubicBezTo>
                <a:cubicBezTo>
                  <a:pt x="91" y="677"/>
                  <a:pt x="104" y="719"/>
                  <a:pt x="118" y="751"/>
                </a:cubicBezTo>
                <a:cubicBezTo>
                  <a:pt x="133" y="783"/>
                  <a:pt x="147" y="809"/>
                  <a:pt x="162" y="829"/>
                </a:cubicBezTo>
                <a:cubicBezTo>
                  <a:pt x="178" y="849"/>
                  <a:pt x="190" y="865"/>
                  <a:pt x="200" y="877"/>
                </a:cubicBezTo>
                <a:cubicBezTo>
                  <a:pt x="212" y="889"/>
                  <a:pt x="217" y="895"/>
                  <a:pt x="217" y="896"/>
                </a:cubicBezTo>
                <a:cubicBezTo>
                  <a:pt x="217" y="901"/>
                  <a:pt x="212" y="904"/>
                  <a:pt x="202" y="904"/>
                </a:cubicBezTo>
                <a:lnTo>
                  <a:pt x="199" y="904"/>
                </a:lnTo>
                <a:lnTo>
                  <a:pt x="188" y="904"/>
                </a:lnTo>
                <a:lnTo>
                  <a:pt x="162" y="882"/>
                </a:lnTo>
                <a:cubicBezTo>
                  <a:pt x="106" y="831"/>
                  <a:pt x="65" y="767"/>
                  <a:pt x="39" y="691"/>
                </a:cubicBezTo>
                <a:cubicBezTo>
                  <a:pt x="13" y="613"/>
                  <a:pt x="0" y="534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8190000" y="3500640"/>
            <a:ext cx="169560" cy="237600"/>
          </a:xfrm>
          <a:custGeom>
            <a:avLst/>
            <a:gdLst/>
            <a:ahLst/>
            <a:rect l="0" t="0" r="r" b="b"/>
            <a:pathLst>
              <a:path w="471" h="660">
                <a:moveTo>
                  <a:pt x="172" y="660"/>
                </a:moveTo>
                <a:cubicBezTo>
                  <a:pt x="151" y="660"/>
                  <a:pt x="132" y="656"/>
                  <a:pt x="113" y="650"/>
                </a:cubicBezTo>
                <a:cubicBezTo>
                  <a:pt x="94" y="643"/>
                  <a:pt x="76" y="632"/>
                  <a:pt x="58" y="616"/>
                </a:cubicBezTo>
                <a:cubicBezTo>
                  <a:pt x="39" y="601"/>
                  <a:pt x="25" y="579"/>
                  <a:pt x="15" y="552"/>
                </a:cubicBezTo>
                <a:cubicBezTo>
                  <a:pt x="6" y="525"/>
                  <a:pt x="1" y="493"/>
                  <a:pt x="0" y="454"/>
                </a:cubicBezTo>
                <a:cubicBezTo>
                  <a:pt x="0" y="401"/>
                  <a:pt x="12" y="343"/>
                  <a:pt x="34" y="281"/>
                </a:cubicBezTo>
                <a:cubicBezTo>
                  <a:pt x="58" y="218"/>
                  <a:pt x="92" y="164"/>
                  <a:pt x="136" y="118"/>
                </a:cubicBezTo>
                <a:cubicBezTo>
                  <a:pt x="175" y="77"/>
                  <a:pt x="218" y="47"/>
                  <a:pt x="264" y="29"/>
                </a:cubicBezTo>
                <a:cubicBezTo>
                  <a:pt x="309" y="10"/>
                  <a:pt x="349" y="1"/>
                  <a:pt x="381" y="1"/>
                </a:cubicBezTo>
                <a:cubicBezTo>
                  <a:pt x="382" y="0"/>
                  <a:pt x="389" y="0"/>
                  <a:pt x="403" y="0"/>
                </a:cubicBezTo>
                <a:cubicBezTo>
                  <a:pt x="448" y="2"/>
                  <a:pt x="471" y="22"/>
                  <a:pt x="471" y="59"/>
                </a:cubicBezTo>
                <a:cubicBezTo>
                  <a:pt x="471" y="79"/>
                  <a:pt x="463" y="107"/>
                  <a:pt x="448" y="142"/>
                </a:cubicBezTo>
                <a:cubicBezTo>
                  <a:pt x="432" y="176"/>
                  <a:pt x="419" y="199"/>
                  <a:pt x="409" y="208"/>
                </a:cubicBezTo>
                <a:cubicBezTo>
                  <a:pt x="389" y="226"/>
                  <a:pt x="369" y="235"/>
                  <a:pt x="348" y="235"/>
                </a:cubicBezTo>
                <a:cubicBezTo>
                  <a:pt x="339" y="235"/>
                  <a:pt x="334" y="233"/>
                  <a:pt x="334" y="227"/>
                </a:cubicBezTo>
                <a:cubicBezTo>
                  <a:pt x="334" y="224"/>
                  <a:pt x="336" y="218"/>
                  <a:pt x="340" y="209"/>
                </a:cubicBezTo>
                <a:cubicBezTo>
                  <a:pt x="345" y="201"/>
                  <a:pt x="350" y="189"/>
                  <a:pt x="358" y="173"/>
                </a:cubicBezTo>
                <a:cubicBezTo>
                  <a:pt x="365" y="157"/>
                  <a:pt x="371" y="142"/>
                  <a:pt x="377" y="128"/>
                </a:cubicBezTo>
                <a:cubicBezTo>
                  <a:pt x="380" y="118"/>
                  <a:pt x="381" y="108"/>
                  <a:pt x="381" y="100"/>
                </a:cubicBezTo>
                <a:cubicBezTo>
                  <a:pt x="381" y="75"/>
                  <a:pt x="365" y="62"/>
                  <a:pt x="334" y="62"/>
                </a:cubicBezTo>
                <a:cubicBezTo>
                  <a:pt x="294" y="62"/>
                  <a:pt x="257" y="75"/>
                  <a:pt x="225" y="100"/>
                </a:cubicBezTo>
                <a:cubicBezTo>
                  <a:pt x="192" y="125"/>
                  <a:pt x="167" y="157"/>
                  <a:pt x="148" y="195"/>
                </a:cubicBezTo>
                <a:cubicBezTo>
                  <a:pt x="130" y="233"/>
                  <a:pt x="115" y="271"/>
                  <a:pt x="106" y="309"/>
                </a:cubicBezTo>
                <a:cubicBezTo>
                  <a:pt x="96" y="346"/>
                  <a:pt x="91" y="381"/>
                  <a:pt x="91" y="413"/>
                </a:cubicBezTo>
                <a:cubicBezTo>
                  <a:pt x="91" y="467"/>
                  <a:pt x="104" y="512"/>
                  <a:pt x="128" y="546"/>
                </a:cubicBezTo>
                <a:cubicBezTo>
                  <a:pt x="153" y="580"/>
                  <a:pt x="189" y="597"/>
                  <a:pt x="237" y="597"/>
                </a:cubicBezTo>
                <a:cubicBezTo>
                  <a:pt x="281" y="597"/>
                  <a:pt x="319" y="574"/>
                  <a:pt x="349" y="528"/>
                </a:cubicBezTo>
                <a:cubicBezTo>
                  <a:pt x="358" y="514"/>
                  <a:pt x="370" y="503"/>
                  <a:pt x="385" y="495"/>
                </a:cubicBezTo>
                <a:cubicBezTo>
                  <a:pt x="399" y="488"/>
                  <a:pt x="412" y="483"/>
                  <a:pt x="424" y="483"/>
                </a:cubicBezTo>
                <a:cubicBezTo>
                  <a:pt x="433" y="483"/>
                  <a:pt x="438" y="486"/>
                  <a:pt x="438" y="493"/>
                </a:cubicBezTo>
                <a:cubicBezTo>
                  <a:pt x="438" y="499"/>
                  <a:pt x="432" y="510"/>
                  <a:pt x="420" y="526"/>
                </a:cubicBezTo>
                <a:cubicBezTo>
                  <a:pt x="390" y="566"/>
                  <a:pt x="352" y="599"/>
                  <a:pt x="306" y="623"/>
                </a:cubicBezTo>
                <a:cubicBezTo>
                  <a:pt x="260" y="647"/>
                  <a:pt x="216" y="659"/>
                  <a:pt x="172" y="66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8379000" y="3619080"/>
            <a:ext cx="105120" cy="162000"/>
          </a:xfrm>
          <a:custGeom>
            <a:avLst/>
            <a:gdLst/>
            <a:ahLst/>
            <a:rect l="0" t="0" r="r" b="b"/>
            <a:pathLst>
              <a:path w="292" h="450">
                <a:moveTo>
                  <a:pt x="47" y="30"/>
                </a:moveTo>
                <a:cubicBezTo>
                  <a:pt x="47" y="25"/>
                  <a:pt x="48" y="21"/>
                  <a:pt x="49" y="15"/>
                </a:cubicBezTo>
                <a:cubicBezTo>
                  <a:pt x="51" y="9"/>
                  <a:pt x="54" y="7"/>
                  <a:pt x="57" y="7"/>
                </a:cubicBezTo>
                <a:cubicBezTo>
                  <a:pt x="57" y="7"/>
                  <a:pt x="74" y="6"/>
                  <a:pt x="104" y="3"/>
                </a:cubicBezTo>
                <a:cubicBezTo>
                  <a:pt x="134" y="1"/>
                  <a:pt x="150" y="0"/>
                  <a:pt x="151" y="0"/>
                </a:cubicBezTo>
                <a:cubicBezTo>
                  <a:pt x="156" y="0"/>
                  <a:pt x="158" y="1"/>
                  <a:pt x="158" y="5"/>
                </a:cubicBezTo>
                <a:cubicBezTo>
                  <a:pt x="158" y="8"/>
                  <a:pt x="148" y="53"/>
                  <a:pt x="126" y="139"/>
                </a:cubicBezTo>
                <a:cubicBezTo>
                  <a:pt x="105" y="223"/>
                  <a:pt x="94" y="267"/>
                  <a:pt x="94" y="270"/>
                </a:cubicBezTo>
                <a:cubicBezTo>
                  <a:pt x="103" y="266"/>
                  <a:pt x="109" y="262"/>
                  <a:pt x="113" y="258"/>
                </a:cubicBezTo>
                <a:cubicBezTo>
                  <a:pt x="123" y="250"/>
                  <a:pt x="138" y="237"/>
                  <a:pt x="157" y="218"/>
                </a:cubicBezTo>
                <a:cubicBezTo>
                  <a:pt x="176" y="198"/>
                  <a:pt x="191" y="185"/>
                  <a:pt x="202" y="179"/>
                </a:cubicBezTo>
                <a:cubicBezTo>
                  <a:pt x="219" y="167"/>
                  <a:pt x="235" y="161"/>
                  <a:pt x="250" y="161"/>
                </a:cubicBezTo>
                <a:cubicBezTo>
                  <a:pt x="263" y="161"/>
                  <a:pt x="273" y="166"/>
                  <a:pt x="280" y="174"/>
                </a:cubicBezTo>
                <a:cubicBezTo>
                  <a:pt x="287" y="182"/>
                  <a:pt x="291" y="193"/>
                  <a:pt x="292" y="208"/>
                </a:cubicBezTo>
                <a:cubicBezTo>
                  <a:pt x="292" y="219"/>
                  <a:pt x="290" y="228"/>
                  <a:pt x="287" y="235"/>
                </a:cubicBezTo>
                <a:cubicBezTo>
                  <a:pt x="284" y="242"/>
                  <a:pt x="280" y="247"/>
                  <a:pt x="275" y="251"/>
                </a:cubicBezTo>
                <a:cubicBezTo>
                  <a:pt x="270" y="254"/>
                  <a:pt x="265" y="257"/>
                  <a:pt x="262" y="258"/>
                </a:cubicBezTo>
                <a:cubicBezTo>
                  <a:pt x="258" y="259"/>
                  <a:pt x="254" y="260"/>
                  <a:pt x="250" y="260"/>
                </a:cubicBezTo>
                <a:cubicBezTo>
                  <a:pt x="242" y="260"/>
                  <a:pt x="235" y="257"/>
                  <a:pt x="230" y="253"/>
                </a:cubicBezTo>
                <a:cubicBezTo>
                  <a:pt x="225" y="248"/>
                  <a:pt x="222" y="242"/>
                  <a:pt x="222" y="234"/>
                </a:cubicBezTo>
                <a:cubicBezTo>
                  <a:pt x="222" y="224"/>
                  <a:pt x="225" y="215"/>
                  <a:pt x="232" y="208"/>
                </a:cubicBezTo>
                <a:cubicBezTo>
                  <a:pt x="239" y="201"/>
                  <a:pt x="246" y="197"/>
                  <a:pt x="253" y="195"/>
                </a:cubicBezTo>
                <a:lnTo>
                  <a:pt x="263" y="193"/>
                </a:lnTo>
                <a:cubicBezTo>
                  <a:pt x="258" y="188"/>
                  <a:pt x="253" y="185"/>
                  <a:pt x="248" y="185"/>
                </a:cubicBezTo>
                <a:lnTo>
                  <a:pt x="245" y="185"/>
                </a:lnTo>
                <a:cubicBezTo>
                  <a:pt x="231" y="186"/>
                  <a:pt x="218" y="192"/>
                  <a:pt x="205" y="201"/>
                </a:cubicBezTo>
                <a:cubicBezTo>
                  <a:pt x="192" y="210"/>
                  <a:pt x="176" y="224"/>
                  <a:pt x="158" y="242"/>
                </a:cubicBezTo>
                <a:cubicBezTo>
                  <a:pt x="140" y="260"/>
                  <a:pt x="126" y="273"/>
                  <a:pt x="116" y="281"/>
                </a:cubicBezTo>
                <a:cubicBezTo>
                  <a:pt x="117" y="281"/>
                  <a:pt x="120" y="282"/>
                  <a:pt x="126" y="283"/>
                </a:cubicBezTo>
                <a:cubicBezTo>
                  <a:pt x="131" y="284"/>
                  <a:pt x="136" y="285"/>
                  <a:pt x="141" y="287"/>
                </a:cubicBezTo>
                <a:cubicBezTo>
                  <a:pt x="146" y="288"/>
                  <a:pt x="151" y="290"/>
                  <a:pt x="158" y="292"/>
                </a:cubicBezTo>
                <a:cubicBezTo>
                  <a:pt x="164" y="293"/>
                  <a:pt x="170" y="296"/>
                  <a:pt x="175" y="301"/>
                </a:cubicBezTo>
                <a:cubicBezTo>
                  <a:pt x="180" y="305"/>
                  <a:pt x="185" y="309"/>
                  <a:pt x="189" y="312"/>
                </a:cubicBezTo>
                <a:cubicBezTo>
                  <a:pt x="193" y="315"/>
                  <a:pt x="197" y="321"/>
                  <a:pt x="200" y="329"/>
                </a:cubicBezTo>
                <a:cubicBezTo>
                  <a:pt x="203" y="336"/>
                  <a:pt x="204" y="343"/>
                  <a:pt x="204" y="350"/>
                </a:cubicBezTo>
                <a:cubicBezTo>
                  <a:pt x="204" y="357"/>
                  <a:pt x="202" y="366"/>
                  <a:pt x="200" y="376"/>
                </a:cubicBezTo>
                <a:cubicBezTo>
                  <a:pt x="198" y="386"/>
                  <a:pt x="197" y="395"/>
                  <a:pt x="197" y="401"/>
                </a:cubicBezTo>
                <a:cubicBezTo>
                  <a:pt x="197" y="418"/>
                  <a:pt x="202" y="427"/>
                  <a:pt x="214" y="427"/>
                </a:cubicBezTo>
                <a:cubicBezTo>
                  <a:pt x="234" y="427"/>
                  <a:pt x="251" y="402"/>
                  <a:pt x="264" y="351"/>
                </a:cubicBezTo>
                <a:cubicBezTo>
                  <a:pt x="264" y="348"/>
                  <a:pt x="269" y="346"/>
                  <a:pt x="276" y="346"/>
                </a:cubicBezTo>
                <a:lnTo>
                  <a:pt x="279" y="346"/>
                </a:lnTo>
                <a:cubicBezTo>
                  <a:pt x="286" y="346"/>
                  <a:pt x="289" y="348"/>
                  <a:pt x="289" y="352"/>
                </a:cubicBezTo>
                <a:cubicBezTo>
                  <a:pt x="289" y="354"/>
                  <a:pt x="288" y="357"/>
                  <a:pt x="287" y="361"/>
                </a:cubicBezTo>
                <a:cubicBezTo>
                  <a:pt x="270" y="421"/>
                  <a:pt x="245" y="450"/>
                  <a:pt x="212" y="450"/>
                </a:cubicBezTo>
                <a:cubicBezTo>
                  <a:pt x="193" y="450"/>
                  <a:pt x="177" y="445"/>
                  <a:pt x="165" y="434"/>
                </a:cubicBezTo>
                <a:cubicBezTo>
                  <a:pt x="153" y="423"/>
                  <a:pt x="147" y="407"/>
                  <a:pt x="147" y="386"/>
                </a:cubicBezTo>
                <a:cubicBezTo>
                  <a:pt x="147" y="378"/>
                  <a:pt x="148" y="372"/>
                  <a:pt x="149" y="366"/>
                </a:cubicBezTo>
                <a:cubicBezTo>
                  <a:pt x="151" y="361"/>
                  <a:pt x="151" y="356"/>
                  <a:pt x="151" y="351"/>
                </a:cubicBezTo>
                <a:cubicBezTo>
                  <a:pt x="151" y="342"/>
                  <a:pt x="148" y="334"/>
                  <a:pt x="142" y="327"/>
                </a:cubicBezTo>
                <a:cubicBezTo>
                  <a:pt x="136" y="320"/>
                  <a:pt x="129" y="315"/>
                  <a:pt x="120" y="312"/>
                </a:cubicBezTo>
                <a:cubicBezTo>
                  <a:pt x="111" y="309"/>
                  <a:pt x="104" y="307"/>
                  <a:pt x="98" y="305"/>
                </a:cubicBezTo>
                <a:cubicBezTo>
                  <a:pt x="93" y="303"/>
                  <a:pt x="89" y="303"/>
                  <a:pt x="87" y="303"/>
                </a:cubicBezTo>
                <a:lnTo>
                  <a:pt x="86" y="303"/>
                </a:lnTo>
                <a:cubicBezTo>
                  <a:pt x="80" y="321"/>
                  <a:pt x="76" y="338"/>
                  <a:pt x="72" y="355"/>
                </a:cubicBezTo>
                <a:cubicBezTo>
                  <a:pt x="67" y="371"/>
                  <a:pt x="64" y="384"/>
                  <a:pt x="62" y="392"/>
                </a:cubicBezTo>
                <a:cubicBezTo>
                  <a:pt x="60" y="400"/>
                  <a:pt x="58" y="408"/>
                  <a:pt x="56" y="415"/>
                </a:cubicBezTo>
                <a:cubicBezTo>
                  <a:pt x="55" y="423"/>
                  <a:pt x="53" y="428"/>
                  <a:pt x="52" y="431"/>
                </a:cubicBezTo>
                <a:cubicBezTo>
                  <a:pt x="51" y="433"/>
                  <a:pt x="49" y="436"/>
                  <a:pt x="48" y="439"/>
                </a:cubicBezTo>
                <a:cubicBezTo>
                  <a:pt x="46" y="442"/>
                  <a:pt x="43" y="444"/>
                  <a:pt x="40" y="445"/>
                </a:cubicBezTo>
                <a:cubicBezTo>
                  <a:pt x="35" y="449"/>
                  <a:pt x="29" y="450"/>
                  <a:pt x="23" y="450"/>
                </a:cubicBezTo>
                <a:cubicBezTo>
                  <a:pt x="15" y="450"/>
                  <a:pt x="10" y="448"/>
                  <a:pt x="6" y="444"/>
                </a:cubicBezTo>
                <a:cubicBezTo>
                  <a:pt x="2" y="440"/>
                  <a:pt x="0" y="436"/>
                  <a:pt x="0" y="433"/>
                </a:cubicBezTo>
                <a:cubicBezTo>
                  <a:pt x="0" y="429"/>
                  <a:pt x="8" y="395"/>
                  <a:pt x="24" y="331"/>
                </a:cubicBezTo>
                <a:cubicBezTo>
                  <a:pt x="40" y="267"/>
                  <a:pt x="55" y="205"/>
                  <a:pt x="70" y="143"/>
                </a:cubicBezTo>
                <a:lnTo>
                  <a:pt x="95" y="49"/>
                </a:lnTo>
                <a:cubicBezTo>
                  <a:pt x="96" y="44"/>
                  <a:pt x="94" y="41"/>
                  <a:pt x="91" y="39"/>
                </a:cubicBezTo>
                <a:cubicBezTo>
                  <a:pt x="87" y="38"/>
                  <a:pt x="79" y="37"/>
                  <a:pt x="65" y="36"/>
                </a:cubicBezTo>
                <a:lnTo>
                  <a:pt x="62" y="36"/>
                </a:lnTo>
                <a:cubicBezTo>
                  <a:pt x="57" y="36"/>
                  <a:pt x="55" y="36"/>
                  <a:pt x="53" y="36"/>
                </a:cubicBezTo>
                <a:cubicBezTo>
                  <a:pt x="52" y="36"/>
                  <a:pt x="50" y="35"/>
                  <a:pt x="49" y="34"/>
                </a:cubicBezTo>
                <a:cubicBezTo>
                  <a:pt x="47" y="33"/>
                  <a:pt x="46" y="31"/>
                  <a:pt x="47" y="3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8542800" y="3486240"/>
            <a:ext cx="13320" cy="324720"/>
          </a:xfrm>
          <a:custGeom>
            <a:avLst/>
            <a:gdLst/>
            <a:ahLst/>
            <a:rect l="0" t="0" r="r" b="b"/>
            <a:pathLst>
              <a:path w="37" h="902">
                <a:moveTo>
                  <a:pt x="19" y="902"/>
                </a:moveTo>
                <a:lnTo>
                  <a:pt x="17" y="902"/>
                </a:lnTo>
                <a:cubicBezTo>
                  <a:pt x="9" y="902"/>
                  <a:pt x="3" y="898"/>
                  <a:pt x="0" y="890"/>
                </a:cubicBezTo>
                <a:lnTo>
                  <a:pt x="0" y="450"/>
                </a:lnTo>
                <a:lnTo>
                  <a:pt x="1" y="11"/>
                </a:lnTo>
                <a:cubicBezTo>
                  <a:pt x="7" y="4"/>
                  <a:pt x="12" y="0"/>
                  <a:pt x="19" y="0"/>
                </a:cubicBezTo>
                <a:cubicBezTo>
                  <a:pt x="27" y="0"/>
                  <a:pt x="33" y="4"/>
                  <a:pt x="37" y="13"/>
                </a:cubicBezTo>
                <a:lnTo>
                  <a:pt x="37" y="890"/>
                </a:lnTo>
                <a:cubicBezTo>
                  <a:pt x="32" y="898"/>
                  <a:pt x="27" y="902"/>
                  <a:pt x="21" y="902"/>
                </a:cubicBezTo>
                <a:lnTo>
                  <a:pt x="19" y="9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8601120" y="358524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0" y="399"/>
                </a:cubicBezTo>
                <a:cubicBezTo>
                  <a:pt x="42" y="399"/>
                  <a:pt x="14" y="400"/>
                  <a:pt x="6" y="402"/>
                </a:cubicBezTo>
                <a:lnTo>
                  <a:pt x="0" y="402"/>
                </a:lnTo>
                <a:lnTo>
                  <a:pt x="0" y="346"/>
                </a:lnTo>
                <a:lnTo>
                  <a:pt x="87" y="346"/>
                </a:lnTo>
                <a:lnTo>
                  <a:pt x="202" y="209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0" y="3"/>
                </a:cubicBezTo>
                <a:cubicBezTo>
                  <a:pt x="173" y="3"/>
                  <a:pt x="209" y="2"/>
                  <a:pt x="220" y="0"/>
                </a:cubicBezTo>
                <a:lnTo>
                  <a:pt x="228" y="0"/>
                </a:lnTo>
                <a:lnTo>
                  <a:pt x="228" y="56"/>
                </a:lnTo>
                <a:lnTo>
                  <a:pt x="203" y="56"/>
                </a:lnTo>
                <a:lnTo>
                  <a:pt x="235" y="95"/>
                </a:lnTo>
                <a:cubicBezTo>
                  <a:pt x="255" y="120"/>
                  <a:pt x="266" y="133"/>
                  <a:pt x="266" y="133"/>
                </a:cubicBezTo>
                <a:cubicBezTo>
                  <a:pt x="269" y="133"/>
                  <a:pt x="280" y="120"/>
                  <a:pt x="302" y="93"/>
                </a:cubicBezTo>
                <a:lnTo>
                  <a:pt x="333" y="56"/>
                </a:lnTo>
                <a:lnTo>
                  <a:pt x="300" y="56"/>
                </a:lnTo>
                <a:lnTo>
                  <a:pt x="300" y="0"/>
                </a:lnTo>
                <a:lnTo>
                  <a:pt x="307" y="0"/>
                </a:lnTo>
                <a:cubicBezTo>
                  <a:pt x="316" y="2"/>
                  <a:pt x="348" y="3"/>
                  <a:pt x="403" y="3"/>
                </a:cubicBezTo>
                <a:cubicBezTo>
                  <a:pt x="451" y="3"/>
                  <a:pt x="479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3" y="179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5" y="399"/>
                </a:cubicBezTo>
                <a:cubicBezTo>
                  <a:pt x="343" y="399"/>
                  <a:pt x="306" y="400"/>
                  <a:pt x="295" y="402"/>
                </a:cubicBezTo>
                <a:lnTo>
                  <a:pt x="287" y="402"/>
                </a:lnTo>
                <a:lnTo>
                  <a:pt x="287" y="346"/>
                </a:lnTo>
                <a:lnTo>
                  <a:pt x="312" y="346"/>
                </a:lnTo>
                <a:cubicBezTo>
                  <a:pt x="312" y="346"/>
                  <a:pt x="300" y="331"/>
                  <a:pt x="275" y="301"/>
                </a:cubicBezTo>
                <a:cubicBezTo>
                  <a:pt x="251" y="272"/>
                  <a:pt x="239" y="256"/>
                  <a:pt x="238" y="255"/>
                </a:cubicBezTo>
                <a:lnTo>
                  <a:pt x="160" y="345"/>
                </a:lnTo>
                <a:lnTo>
                  <a:pt x="177" y="346"/>
                </a:lnTo>
                <a:lnTo>
                  <a:pt x="193" y="346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8809560" y="348588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09" y="73"/>
                  <a:pt x="152" y="137"/>
                  <a:pt x="177" y="213"/>
                </a:cubicBezTo>
                <a:cubicBezTo>
                  <a:pt x="203" y="290"/>
                  <a:pt x="216" y="369"/>
                  <a:pt x="216" y="451"/>
                </a:cubicBezTo>
                <a:cubicBezTo>
                  <a:pt x="216" y="492"/>
                  <a:pt x="213" y="532"/>
                  <a:pt x="207" y="570"/>
                </a:cubicBezTo>
                <a:cubicBezTo>
                  <a:pt x="201" y="608"/>
                  <a:pt x="194" y="640"/>
                  <a:pt x="186" y="666"/>
                </a:cubicBezTo>
                <a:cubicBezTo>
                  <a:pt x="179" y="694"/>
                  <a:pt x="168" y="720"/>
                  <a:pt x="153" y="747"/>
                </a:cubicBezTo>
                <a:cubicBezTo>
                  <a:pt x="138" y="773"/>
                  <a:pt x="126" y="793"/>
                  <a:pt x="118" y="807"/>
                </a:cubicBezTo>
                <a:cubicBezTo>
                  <a:pt x="109" y="821"/>
                  <a:pt x="97" y="836"/>
                  <a:pt x="81" y="853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1" y="900"/>
                </a:cubicBezTo>
                <a:cubicBezTo>
                  <a:pt x="29" y="902"/>
                  <a:pt x="28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3" y="903"/>
                  <a:pt x="2" y="901"/>
                </a:cubicBezTo>
                <a:cubicBezTo>
                  <a:pt x="1" y="899"/>
                  <a:pt x="0" y="897"/>
                  <a:pt x="0" y="893"/>
                </a:cubicBezTo>
                <a:cubicBezTo>
                  <a:pt x="0" y="892"/>
                  <a:pt x="3" y="888"/>
                  <a:pt x="10" y="881"/>
                </a:cubicBezTo>
                <a:cubicBezTo>
                  <a:pt x="103" y="784"/>
                  <a:pt x="150" y="640"/>
                  <a:pt x="150" y="451"/>
                </a:cubicBezTo>
                <a:cubicBezTo>
                  <a:pt x="150" y="263"/>
                  <a:pt x="103" y="120"/>
                  <a:pt x="10" y="23"/>
                </a:cubicBezTo>
                <a:cubicBezTo>
                  <a:pt x="3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8948520" y="348588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1"/>
                </a:moveTo>
                <a:cubicBezTo>
                  <a:pt x="0" y="410"/>
                  <a:pt x="3" y="371"/>
                  <a:pt x="9" y="333"/>
                </a:cubicBezTo>
                <a:cubicBezTo>
                  <a:pt x="15" y="296"/>
                  <a:pt x="22" y="264"/>
                  <a:pt x="30" y="237"/>
                </a:cubicBezTo>
                <a:cubicBezTo>
                  <a:pt x="37" y="210"/>
                  <a:pt x="49" y="183"/>
                  <a:pt x="63" y="157"/>
                </a:cubicBezTo>
                <a:cubicBezTo>
                  <a:pt x="77" y="131"/>
                  <a:pt x="89" y="111"/>
                  <a:pt x="97" y="97"/>
                </a:cubicBezTo>
                <a:cubicBezTo>
                  <a:pt x="106" y="82"/>
                  <a:pt x="118" y="67"/>
                  <a:pt x="135" y="50"/>
                </a:cubicBezTo>
                <a:cubicBezTo>
                  <a:pt x="152" y="33"/>
                  <a:pt x="162" y="23"/>
                  <a:pt x="165" y="19"/>
                </a:cubicBezTo>
                <a:cubicBezTo>
                  <a:pt x="168" y="16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7" y="3"/>
                  <a:pt x="217" y="8"/>
                </a:cubicBezTo>
                <a:cubicBezTo>
                  <a:pt x="217" y="10"/>
                  <a:pt x="211" y="16"/>
                  <a:pt x="201" y="27"/>
                </a:cubicBezTo>
                <a:cubicBezTo>
                  <a:pt x="190" y="38"/>
                  <a:pt x="178" y="54"/>
                  <a:pt x="163" y="75"/>
                </a:cubicBezTo>
                <a:cubicBezTo>
                  <a:pt x="149" y="96"/>
                  <a:pt x="134" y="122"/>
                  <a:pt x="119" y="153"/>
                </a:cubicBezTo>
                <a:cubicBezTo>
                  <a:pt x="104" y="183"/>
                  <a:pt x="91" y="225"/>
                  <a:pt x="81" y="277"/>
                </a:cubicBezTo>
                <a:cubicBezTo>
                  <a:pt x="71" y="330"/>
                  <a:pt x="66" y="388"/>
                  <a:pt x="66" y="451"/>
                </a:cubicBezTo>
                <a:cubicBezTo>
                  <a:pt x="66" y="515"/>
                  <a:pt x="71" y="573"/>
                  <a:pt x="81" y="625"/>
                </a:cubicBezTo>
                <a:cubicBezTo>
                  <a:pt x="91" y="677"/>
                  <a:pt x="104" y="719"/>
                  <a:pt x="118" y="751"/>
                </a:cubicBezTo>
                <a:cubicBezTo>
                  <a:pt x="133" y="783"/>
                  <a:pt x="147" y="809"/>
                  <a:pt x="162" y="829"/>
                </a:cubicBezTo>
                <a:cubicBezTo>
                  <a:pt x="177" y="849"/>
                  <a:pt x="190" y="865"/>
                  <a:pt x="201" y="877"/>
                </a:cubicBezTo>
                <a:cubicBezTo>
                  <a:pt x="211" y="889"/>
                  <a:pt x="217" y="895"/>
                  <a:pt x="217" y="896"/>
                </a:cubicBezTo>
                <a:cubicBezTo>
                  <a:pt x="217" y="901"/>
                  <a:pt x="212" y="904"/>
                  <a:pt x="203" y="904"/>
                </a:cubicBezTo>
                <a:lnTo>
                  <a:pt x="200" y="904"/>
                </a:lnTo>
                <a:lnTo>
                  <a:pt x="188" y="904"/>
                </a:lnTo>
                <a:lnTo>
                  <a:pt x="162" y="882"/>
                </a:lnTo>
                <a:cubicBezTo>
                  <a:pt x="106" y="831"/>
                  <a:pt x="65" y="767"/>
                  <a:pt x="39" y="691"/>
                </a:cubicBezTo>
                <a:cubicBezTo>
                  <a:pt x="13" y="613"/>
                  <a:pt x="0" y="534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9059760" y="3504240"/>
            <a:ext cx="148320" cy="229320"/>
          </a:xfrm>
          <a:custGeom>
            <a:avLst/>
            <a:gdLst/>
            <a:ahLst/>
            <a:rect l="0" t="0" r="r" b="b"/>
            <a:pathLst>
              <a:path w="412" h="637">
                <a:moveTo>
                  <a:pt x="67" y="42"/>
                </a:moveTo>
                <a:cubicBezTo>
                  <a:pt x="67" y="36"/>
                  <a:pt x="68" y="29"/>
                  <a:pt x="71" y="21"/>
                </a:cubicBezTo>
                <a:cubicBezTo>
                  <a:pt x="73" y="14"/>
                  <a:pt x="77" y="10"/>
                  <a:pt x="82" y="10"/>
                </a:cubicBezTo>
                <a:cubicBezTo>
                  <a:pt x="82" y="10"/>
                  <a:pt x="104" y="8"/>
                  <a:pt x="147" y="5"/>
                </a:cubicBezTo>
                <a:cubicBezTo>
                  <a:pt x="189" y="2"/>
                  <a:pt x="211" y="0"/>
                  <a:pt x="213" y="0"/>
                </a:cubicBezTo>
                <a:cubicBezTo>
                  <a:pt x="220" y="0"/>
                  <a:pt x="223" y="2"/>
                  <a:pt x="223" y="7"/>
                </a:cubicBezTo>
                <a:cubicBezTo>
                  <a:pt x="223" y="11"/>
                  <a:pt x="208" y="74"/>
                  <a:pt x="178" y="197"/>
                </a:cubicBezTo>
                <a:cubicBezTo>
                  <a:pt x="148" y="316"/>
                  <a:pt x="133" y="377"/>
                  <a:pt x="133" y="382"/>
                </a:cubicBezTo>
                <a:cubicBezTo>
                  <a:pt x="145" y="376"/>
                  <a:pt x="153" y="370"/>
                  <a:pt x="159" y="364"/>
                </a:cubicBezTo>
                <a:cubicBezTo>
                  <a:pt x="174" y="354"/>
                  <a:pt x="195" y="335"/>
                  <a:pt x="222" y="308"/>
                </a:cubicBezTo>
                <a:cubicBezTo>
                  <a:pt x="249" y="281"/>
                  <a:pt x="270" y="262"/>
                  <a:pt x="285" y="253"/>
                </a:cubicBezTo>
                <a:cubicBezTo>
                  <a:pt x="309" y="236"/>
                  <a:pt x="332" y="228"/>
                  <a:pt x="353" y="228"/>
                </a:cubicBezTo>
                <a:cubicBezTo>
                  <a:pt x="371" y="228"/>
                  <a:pt x="386" y="234"/>
                  <a:pt x="396" y="245"/>
                </a:cubicBezTo>
                <a:cubicBezTo>
                  <a:pt x="406" y="257"/>
                  <a:pt x="411" y="273"/>
                  <a:pt x="412" y="294"/>
                </a:cubicBezTo>
                <a:cubicBezTo>
                  <a:pt x="412" y="309"/>
                  <a:pt x="410" y="322"/>
                  <a:pt x="406" y="332"/>
                </a:cubicBezTo>
                <a:cubicBezTo>
                  <a:pt x="401" y="342"/>
                  <a:pt x="396" y="350"/>
                  <a:pt x="389" y="355"/>
                </a:cubicBezTo>
                <a:cubicBezTo>
                  <a:pt x="381" y="359"/>
                  <a:pt x="375" y="363"/>
                  <a:pt x="370" y="364"/>
                </a:cubicBezTo>
                <a:cubicBezTo>
                  <a:pt x="364" y="366"/>
                  <a:pt x="359" y="367"/>
                  <a:pt x="353" y="367"/>
                </a:cubicBezTo>
                <a:cubicBezTo>
                  <a:pt x="341" y="367"/>
                  <a:pt x="332" y="364"/>
                  <a:pt x="324" y="357"/>
                </a:cubicBezTo>
                <a:cubicBezTo>
                  <a:pt x="317" y="351"/>
                  <a:pt x="314" y="342"/>
                  <a:pt x="314" y="331"/>
                </a:cubicBezTo>
                <a:cubicBezTo>
                  <a:pt x="314" y="316"/>
                  <a:pt x="318" y="304"/>
                  <a:pt x="328" y="294"/>
                </a:cubicBezTo>
                <a:cubicBezTo>
                  <a:pt x="338" y="284"/>
                  <a:pt x="347" y="278"/>
                  <a:pt x="357" y="275"/>
                </a:cubicBezTo>
                <a:lnTo>
                  <a:pt x="371" y="272"/>
                </a:lnTo>
                <a:cubicBezTo>
                  <a:pt x="364" y="265"/>
                  <a:pt x="357" y="262"/>
                  <a:pt x="350" y="262"/>
                </a:cubicBezTo>
                <a:lnTo>
                  <a:pt x="346" y="262"/>
                </a:lnTo>
                <a:cubicBezTo>
                  <a:pt x="327" y="263"/>
                  <a:pt x="308" y="271"/>
                  <a:pt x="289" y="284"/>
                </a:cubicBezTo>
                <a:cubicBezTo>
                  <a:pt x="271" y="297"/>
                  <a:pt x="249" y="317"/>
                  <a:pt x="223" y="342"/>
                </a:cubicBezTo>
                <a:cubicBezTo>
                  <a:pt x="198" y="367"/>
                  <a:pt x="178" y="386"/>
                  <a:pt x="164" y="397"/>
                </a:cubicBezTo>
                <a:cubicBezTo>
                  <a:pt x="165" y="398"/>
                  <a:pt x="170" y="398"/>
                  <a:pt x="177" y="400"/>
                </a:cubicBezTo>
                <a:cubicBezTo>
                  <a:pt x="185" y="401"/>
                  <a:pt x="192" y="403"/>
                  <a:pt x="199" y="405"/>
                </a:cubicBezTo>
                <a:cubicBezTo>
                  <a:pt x="206" y="408"/>
                  <a:pt x="213" y="410"/>
                  <a:pt x="223" y="412"/>
                </a:cubicBezTo>
                <a:cubicBezTo>
                  <a:pt x="232" y="415"/>
                  <a:pt x="240" y="419"/>
                  <a:pt x="247" y="425"/>
                </a:cubicBezTo>
                <a:cubicBezTo>
                  <a:pt x="254" y="431"/>
                  <a:pt x="261" y="436"/>
                  <a:pt x="267" y="441"/>
                </a:cubicBezTo>
                <a:cubicBezTo>
                  <a:pt x="273" y="446"/>
                  <a:pt x="278" y="454"/>
                  <a:pt x="282" y="465"/>
                </a:cubicBezTo>
                <a:cubicBezTo>
                  <a:pt x="286" y="475"/>
                  <a:pt x="288" y="485"/>
                  <a:pt x="287" y="494"/>
                </a:cubicBezTo>
                <a:cubicBezTo>
                  <a:pt x="287" y="505"/>
                  <a:pt x="286" y="517"/>
                  <a:pt x="283" y="531"/>
                </a:cubicBezTo>
                <a:cubicBezTo>
                  <a:pt x="280" y="546"/>
                  <a:pt x="278" y="558"/>
                  <a:pt x="278" y="568"/>
                </a:cubicBezTo>
                <a:cubicBezTo>
                  <a:pt x="278" y="592"/>
                  <a:pt x="286" y="604"/>
                  <a:pt x="302" y="604"/>
                </a:cubicBezTo>
                <a:cubicBezTo>
                  <a:pt x="331" y="604"/>
                  <a:pt x="354" y="568"/>
                  <a:pt x="372" y="496"/>
                </a:cubicBezTo>
                <a:cubicBezTo>
                  <a:pt x="374" y="491"/>
                  <a:pt x="380" y="489"/>
                  <a:pt x="390" y="489"/>
                </a:cubicBezTo>
                <a:lnTo>
                  <a:pt x="394" y="489"/>
                </a:lnTo>
                <a:cubicBezTo>
                  <a:pt x="404" y="489"/>
                  <a:pt x="408" y="492"/>
                  <a:pt x="408" y="497"/>
                </a:cubicBezTo>
                <a:cubicBezTo>
                  <a:pt x="408" y="500"/>
                  <a:pt x="408" y="504"/>
                  <a:pt x="406" y="510"/>
                </a:cubicBezTo>
                <a:cubicBezTo>
                  <a:pt x="381" y="595"/>
                  <a:pt x="346" y="637"/>
                  <a:pt x="299" y="637"/>
                </a:cubicBezTo>
                <a:cubicBezTo>
                  <a:pt x="272" y="637"/>
                  <a:pt x="250" y="629"/>
                  <a:pt x="233" y="614"/>
                </a:cubicBezTo>
                <a:cubicBezTo>
                  <a:pt x="216" y="598"/>
                  <a:pt x="208" y="575"/>
                  <a:pt x="208" y="546"/>
                </a:cubicBezTo>
                <a:cubicBezTo>
                  <a:pt x="208" y="535"/>
                  <a:pt x="209" y="526"/>
                  <a:pt x="211" y="518"/>
                </a:cubicBezTo>
                <a:cubicBezTo>
                  <a:pt x="213" y="510"/>
                  <a:pt x="213" y="503"/>
                  <a:pt x="213" y="496"/>
                </a:cubicBezTo>
                <a:cubicBezTo>
                  <a:pt x="213" y="483"/>
                  <a:pt x="209" y="472"/>
                  <a:pt x="201" y="462"/>
                </a:cubicBezTo>
                <a:cubicBezTo>
                  <a:pt x="192" y="452"/>
                  <a:pt x="182" y="445"/>
                  <a:pt x="169" y="441"/>
                </a:cubicBezTo>
                <a:cubicBezTo>
                  <a:pt x="157" y="437"/>
                  <a:pt x="146" y="434"/>
                  <a:pt x="139" y="431"/>
                </a:cubicBezTo>
                <a:cubicBezTo>
                  <a:pt x="131" y="429"/>
                  <a:pt x="125" y="428"/>
                  <a:pt x="122" y="429"/>
                </a:cubicBezTo>
                <a:lnTo>
                  <a:pt x="121" y="429"/>
                </a:lnTo>
                <a:cubicBezTo>
                  <a:pt x="113" y="454"/>
                  <a:pt x="107" y="478"/>
                  <a:pt x="102" y="502"/>
                </a:cubicBezTo>
                <a:cubicBezTo>
                  <a:pt x="96" y="525"/>
                  <a:pt x="92" y="543"/>
                  <a:pt x="89" y="554"/>
                </a:cubicBezTo>
                <a:cubicBezTo>
                  <a:pt x="86" y="565"/>
                  <a:pt x="83" y="577"/>
                  <a:pt x="81" y="587"/>
                </a:cubicBezTo>
                <a:cubicBezTo>
                  <a:pt x="78" y="598"/>
                  <a:pt x="76" y="605"/>
                  <a:pt x="74" y="609"/>
                </a:cubicBezTo>
                <a:cubicBezTo>
                  <a:pt x="73" y="613"/>
                  <a:pt x="71" y="617"/>
                  <a:pt x="68" y="621"/>
                </a:cubicBezTo>
                <a:cubicBezTo>
                  <a:pt x="66" y="625"/>
                  <a:pt x="62" y="628"/>
                  <a:pt x="58" y="629"/>
                </a:cubicBezTo>
                <a:cubicBezTo>
                  <a:pt x="50" y="634"/>
                  <a:pt x="41" y="637"/>
                  <a:pt x="32" y="637"/>
                </a:cubicBezTo>
                <a:cubicBezTo>
                  <a:pt x="22" y="637"/>
                  <a:pt x="14" y="634"/>
                  <a:pt x="9" y="628"/>
                </a:cubicBezTo>
                <a:cubicBezTo>
                  <a:pt x="3" y="622"/>
                  <a:pt x="0" y="617"/>
                  <a:pt x="0" y="613"/>
                </a:cubicBezTo>
                <a:cubicBezTo>
                  <a:pt x="0" y="607"/>
                  <a:pt x="12" y="559"/>
                  <a:pt x="34" y="468"/>
                </a:cubicBezTo>
                <a:cubicBezTo>
                  <a:pt x="57" y="378"/>
                  <a:pt x="79" y="289"/>
                  <a:pt x="101" y="202"/>
                </a:cubicBezTo>
                <a:lnTo>
                  <a:pt x="134" y="70"/>
                </a:lnTo>
                <a:cubicBezTo>
                  <a:pt x="135" y="62"/>
                  <a:pt x="133" y="58"/>
                  <a:pt x="128" y="56"/>
                </a:cubicBezTo>
                <a:cubicBezTo>
                  <a:pt x="123" y="54"/>
                  <a:pt x="111" y="52"/>
                  <a:pt x="93" y="51"/>
                </a:cubicBezTo>
                <a:lnTo>
                  <a:pt x="88" y="51"/>
                </a:lnTo>
                <a:cubicBezTo>
                  <a:pt x="82" y="51"/>
                  <a:pt x="78" y="51"/>
                  <a:pt x="76" y="51"/>
                </a:cubicBezTo>
                <a:cubicBezTo>
                  <a:pt x="74" y="51"/>
                  <a:pt x="72" y="50"/>
                  <a:pt x="70" y="49"/>
                </a:cubicBezTo>
                <a:cubicBezTo>
                  <a:pt x="68" y="47"/>
                  <a:pt x="67" y="45"/>
                  <a:pt x="67" y="4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9322200" y="3610440"/>
            <a:ext cx="216720" cy="76320"/>
          </a:xfrm>
          <a:custGeom>
            <a:avLst/>
            <a:gdLst/>
            <a:ahLst/>
            <a:rect l="0" t="0" r="r" b="b"/>
            <a:pathLst>
              <a:path w="602" h="212">
                <a:moveTo>
                  <a:pt x="0" y="18"/>
                </a:moveTo>
                <a:cubicBezTo>
                  <a:pt x="0" y="10"/>
                  <a:pt x="4" y="4"/>
                  <a:pt x="12" y="0"/>
                </a:cubicBezTo>
                <a:lnTo>
                  <a:pt x="588" y="0"/>
                </a:lnTo>
                <a:cubicBezTo>
                  <a:pt x="597" y="5"/>
                  <a:pt x="602" y="11"/>
                  <a:pt x="602" y="18"/>
                </a:cubicBezTo>
                <a:cubicBezTo>
                  <a:pt x="602" y="25"/>
                  <a:pt x="597" y="30"/>
                  <a:pt x="589" y="35"/>
                </a:cubicBezTo>
                <a:lnTo>
                  <a:pt x="302" y="36"/>
                </a:lnTo>
                <a:lnTo>
                  <a:pt x="14" y="36"/>
                </a:lnTo>
                <a:cubicBezTo>
                  <a:pt x="4" y="33"/>
                  <a:pt x="0" y="27"/>
                  <a:pt x="0" y="18"/>
                </a:cubicBezTo>
                <a:moveTo>
                  <a:pt x="0" y="193"/>
                </a:moveTo>
                <a:cubicBezTo>
                  <a:pt x="0" y="184"/>
                  <a:pt x="4" y="178"/>
                  <a:pt x="14" y="175"/>
                </a:cubicBezTo>
                <a:lnTo>
                  <a:pt x="589" y="175"/>
                </a:lnTo>
                <a:cubicBezTo>
                  <a:pt x="597" y="181"/>
                  <a:pt x="602" y="187"/>
                  <a:pt x="602" y="193"/>
                </a:cubicBezTo>
                <a:cubicBezTo>
                  <a:pt x="602" y="201"/>
                  <a:pt x="597" y="208"/>
                  <a:pt x="588" y="212"/>
                </a:cubicBezTo>
                <a:lnTo>
                  <a:pt x="12" y="212"/>
                </a:lnTo>
                <a:cubicBezTo>
                  <a:pt x="4" y="208"/>
                  <a:pt x="0" y="201"/>
                  <a:pt x="0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9673920" y="3513240"/>
            <a:ext cx="111960" cy="216720"/>
          </a:xfrm>
          <a:custGeom>
            <a:avLst/>
            <a:gdLst/>
            <a:ahLst/>
            <a:rect l="0" t="0" r="r" b="b"/>
            <a:pathLst>
              <a:path w="311" h="602">
                <a:moveTo>
                  <a:pt x="117" y="79"/>
                </a:moveTo>
                <a:lnTo>
                  <a:pt x="105" y="84"/>
                </a:lnTo>
                <a:cubicBezTo>
                  <a:pt x="97" y="87"/>
                  <a:pt x="85" y="90"/>
                  <a:pt x="69" y="93"/>
                </a:cubicBezTo>
                <a:cubicBezTo>
                  <a:pt x="54" y="96"/>
                  <a:pt x="36" y="98"/>
                  <a:pt x="17" y="99"/>
                </a:cubicBezTo>
                <a:lnTo>
                  <a:pt x="0" y="99"/>
                </a:lnTo>
                <a:lnTo>
                  <a:pt x="0" y="58"/>
                </a:lnTo>
                <a:lnTo>
                  <a:pt x="17" y="58"/>
                </a:lnTo>
                <a:cubicBezTo>
                  <a:pt x="45" y="57"/>
                  <a:pt x="71" y="52"/>
                  <a:pt x="95" y="44"/>
                </a:cubicBezTo>
                <a:cubicBezTo>
                  <a:pt x="119" y="36"/>
                  <a:pt x="136" y="29"/>
                  <a:pt x="146" y="23"/>
                </a:cubicBezTo>
                <a:cubicBezTo>
                  <a:pt x="156" y="16"/>
                  <a:pt x="164" y="9"/>
                  <a:pt x="171" y="3"/>
                </a:cubicBezTo>
                <a:cubicBezTo>
                  <a:pt x="172" y="1"/>
                  <a:pt x="176" y="0"/>
                  <a:pt x="182" y="0"/>
                </a:cubicBezTo>
                <a:cubicBezTo>
                  <a:pt x="187" y="0"/>
                  <a:pt x="193" y="2"/>
                  <a:pt x="197" y="5"/>
                </a:cubicBezTo>
                <a:lnTo>
                  <a:pt x="197" y="276"/>
                </a:lnTo>
                <a:lnTo>
                  <a:pt x="198" y="547"/>
                </a:lnTo>
                <a:cubicBezTo>
                  <a:pt x="202" y="551"/>
                  <a:pt x="206" y="554"/>
                  <a:pt x="209" y="555"/>
                </a:cubicBezTo>
                <a:cubicBezTo>
                  <a:pt x="212" y="556"/>
                  <a:pt x="219" y="558"/>
                  <a:pt x="231" y="559"/>
                </a:cubicBezTo>
                <a:cubicBezTo>
                  <a:pt x="242" y="560"/>
                  <a:pt x="262" y="561"/>
                  <a:pt x="288" y="561"/>
                </a:cubicBezTo>
                <a:lnTo>
                  <a:pt x="311" y="561"/>
                </a:lnTo>
                <a:lnTo>
                  <a:pt x="311" y="602"/>
                </a:lnTo>
                <a:lnTo>
                  <a:pt x="301" y="602"/>
                </a:lnTo>
                <a:cubicBezTo>
                  <a:pt x="289" y="600"/>
                  <a:pt x="240" y="599"/>
                  <a:pt x="157" y="599"/>
                </a:cubicBezTo>
                <a:cubicBezTo>
                  <a:pt x="75" y="599"/>
                  <a:pt x="28" y="600"/>
                  <a:pt x="15" y="602"/>
                </a:cubicBezTo>
                <a:lnTo>
                  <a:pt x="4" y="602"/>
                </a:lnTo>
                <a:lnTo>
                  <a:pt x="4" y="561"/>
                </a:lnTo>
                <a:lnTo>
                  <a:pt x="28" y="561"/>
                </a:lnTo>
                <a:cubicBezTo>
                  <a:pt x="41" y="561"/>
                  <a:pt x="52" y="561"/>
                  <a:pt x="62" y="561"/>
                </a:cubicBezTo>
                <a:cubicBezTo>
                  <a:pt x="72" y="561"/>
                  <a:pt x="79" y="560"/>
                  <a:pt x="85" y="560"/>
                </a:cubicBezTo>
                <a:cubicBezTo>
                  <a:pt x="90" y="559"/>
                  <a:pt x="95" y="558"/>
                  <a:pt x="99" y="557"/>
                </a:cubicBezTo>
                <a:cubicBezTo>
                  <a:pt x="103" y="556"/>
                  <a:pt x="106" y="555"/>
                  <a:pt x="106" y="555"/>
                </a:cubicBezTo>
                <a:cubicBezTo>
                  <a:pt x="107" y="555"/>
                  <a:pt x="109" y="554"/>
                  <a:pt x="112" y="551"/>
                </a:cubicBezTo>
                <a:cubicBezTo>
                  <a:pt x="115" y="548"/>
                  <a:pt x="116" y="546"/>
                  <a:pt x="117" y="547"/>
                </a:cubicBezTo>
                <a:lnTo>
                  <a:pt x="117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9834480" y="3690360"/>
            <a:ext cx="43560" cy="102600"/>
          </a:xfrm>
          <a:custGeom>
            <a:avLst/>
            <a:gdLst/>
            <a:ahLst/>
            <a:rect l="0" t="0" r="r" b="b"/>
            <a:pathLst>
              <a:path w="121" h="285">
                <a:moveTo>
                  <a:pt x="0" y="78"/>
                </a:moveTo>
                <a:cubicBezTo>
                  <a:pt x="0" y="78"/>
                  <a:pt x="0" y="70"/>
                  <a:pt x="0" y="55"/>
                </a:cubicBezTo>
                <a:cubicBezTo>
                  <a:pt x="0" y="40"/>
                  <a:pt x="5" y="27"/>
                  <a:pt x="15" y="16"/>
                </a:cubicBezTo>
                <a:cubicBezTo>
                  <a:pt x="25" y="5"/>
                  <a:pt x="37" y="0"/>
                  <a:pt x="54" y="0"/>
                </a:cubicBezTo>
                <a:cubicBezTo>
                  <a:pt x="71" y="0"/>
                  <a:pt x="86" y="7"/>
                  <a:pt x="99" y="22"/>
                </a:cubicBezTo>
                <a:cubicBezTo>
                  <a:pt x="113" y="38"/>
                  <a:pt x="120" y="64"/>
                  <a:pt x="121" y="102"/>
                </a:cubicBezTo>
                <a:cubicBezTo>
                  <a:pt x="121" y="124"/>
                  <a:pt x="118" y="144"/>
                  <a:pt x="111" y="164"/>
                </a:cubicBezTo>
                <a:cubicBezTo>
                  <a:pt x="106" y="184"/>
                  <a:pt x="100" y="201"/>
                  <a:pt x="92" y="216"/>
                </a:cubicBezTo>
                <a:cubicBezTo>
                  <a:pt x="85" y="230"/>
                  <a:pt x="77" y="242"/>
                  <a:pt x="69" y="253"/>
                </a:cubicBezTo>
                <a:cubicBezTo>
                  <a:pt x="61" y="263"/>
                  <a:pt x="53" y="271"/>
                  <a:pt x="47" y="277"/>
                </a:cubicBezTo>
                <a:cubicBezTo>
                  <a:pt x="41" y="283"/>
                  <a:pt x="37" y="286"/>
                  <a:pt x="36" y="285"/>
                </a:cubicBezTo>
                <a:cubicBezTo>
                  <a:pt x="33" y="285"/>
                  <a:pt x="29" y="282"/>
                  <a:pt x="24" y="277"/>
                </a:cubicBezTo>
                <a:cubicBezTo>
                  <a:pt x="18" y="272"/>
                  <a:pt x="16" y="268"/>
                  <a:pt x="16" y="265"/>
                </a:cubicBezTo>
                <a:cubicBezTo>
                  <a:pt x="16" y="263"/>
                  <a:pt x="19" y="258"/>
                  <a:pt x="26" y="251"/>
                </a:cubicBezTo>
                <a:cubicBezTo>
                  <a:pt x="32" y="244"/>
                  <a:pt x="40" y="235"/>
                  <a:pt x="48" y="224"/>
                </a:cubicBezTo>
                <a:cubicBezTo>
                  <a:pt x="57" y="213"/>
                  <a:pt x="65" y="198"/>
                  <a:pt x="72" y="179"/>
                </a:cubicBezTo>
                <a:cubicBezTo>
                  <a:pt x="79" y="159"/>
                  <a:pt x="84" y="137"/>
                  <a:pt x="86" y="112"/>
                </a:cubicBezTo>
                <a:lnTo>
                  <a:pt x="86" y="101"/>
                </a:lnTo>
                <a:lnTo>
                  <a:pt x="85" y="102"/>
                </a:lnTo>
                <a:cubicBezTo>
                  <a:pt x="84" y="102"/>
                  <a:pt x="83" y="103"/>
                  <a:pt x="81" y="104"/>
                </a:cubicBezTo>
                <a:cubicBezTo>
                  <a:pt x="79" y="104"/>
                  <a:pt x="77" y="105"/>
                  <a:pt x="75" y="106"/>
                </a:cubicBezTo>
                <a:cubicBezTo>
                  <a:pt x="74" y="108"/>
                  <a:pt x="71" y="108"/>
                  <a:pt x="67" y="108"/>
                </a:cubicBezTo>
                <a:cubicBezTo>
                  <a:pt x="64" y="108"/>
                  <a:pt x="60" y="109"/>
                  <a:pt x="56" y="109"/>
                </a:cubicBezTo>
                <a:cubicBezTo>
                  <a:pt x="40" y="109"/>
                  <a:pt x="27" y="104"/>
                  <a:pt x="17" y="94"/>
                </a:cubicBezTo>
                <a:lnTo>
                  <a:pt x="0" y="7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9979200" y="3628800"/>
            <a:ext cx="330120" cy="39600"/>
          </a:xfrm>
          <a:custGeom>
            <a:avLst/>
            <a:gdLst/>
            <a:ahLst/>
            <a:rect l="0" t="0" r="r" b="b"/>
            <a:pathLst>
              <a:path w="917" h="110">
                <a:moveTo>
                  <a:pt x="0" y="55"/>
                </a:moveTo>
                <a:cubicBezTo>
                  <a:pt x="0" y="41"/>
                  <a:pt x="5" y="28"/>
                  <a:pt x="15" y="17"/>
                </a:cubicBezTo>
                <a:cubicBezTo>
                  <a:pt x="25" y="6"/>
                  <a:pt x="38" y="0"/>
                  <a:pt x="54" y="0"/>
                </a:cubicBezTo>
                <a:cubicBezTo>
                  <a:pt x="68" y="0"/>
                  <a:pt x="81" y="5"/>
                  <a:pt x="92" y="15"/>
                </a:cubicBezTo>
                <a:cubicBezTo>
                  <a:pt x="103" y="25"/>
                  <a:pt x="108" y="38"/>
                  <a:pt x="109" y="55"/>
                </a:cubicBezTo>
                <a:cubicBezTo>
                  <a:pt x="109" y="70"/>
                  <a:pt x="104" y="83"/>
                  <a:pt x="94" y="93"/>
                </a:cubicBezTo>
                <a:cubicBezTo>
                  <a:pt x="83" y="104"/>
                  <a:pt x="70" y="110"/>
                  <a:pt x="55" y="110"/>
                </a:cubicBezTo>
                <a:cubicBezTo>
                  <a:pt x="39" y="110"/>
                  <a:pt x="26" y="105"/>
                  <a:pt x="16" y="94"/>
                </a:cubicBezTo>
                <a:cubicBezTo>
                  <a:pt x="6" y="84"/>
                  <a:pt x="0" y="71"/>
                  <a:pt x="0" y="55"/>
                </a:cubicBezTo>
                <a:moveTo>
                  <a:pt x="404" y="55"/>
                </a:moveTo>
                <a:cubicBezTo>
                  <a:pt x="404" y="41"/>
                  <a:pt x="409" y="28"/>
                  <a:pt x="419" y="17"/>
                </a:cubicBezTo>
                <a:cubicBezTo>
                  <a:pt x="430" y="6"/>
                  <a:pt x="443" y="0"/>
                  <a:pt x="458" y="0"/>
                </a:cubicBezTo>
                <a:cubicBezTo>
                  <a:pt x="473" y="0"/>
                  <a:pt x="485" y="5"/>
                  <a:pt x="496" y="15"/>
                </a:cubicBezTo>
                <a:cubicBezTo>
                  <a:pt x="507" y="25"/>
                  <a:pt x="513" y="38"/>
                  <a:pt x="513" y="55"/>
                </a:cubicBezTo>
                <a:cubicBezTo>
                  <a:pt x="513" y="70"/>
                  <a:pt x="508" y="83"/>
                  <a:pt x="498" y="93"/>
                </a:cubicBezTo>
                <a:cubicBezTo>
                  <a:pt x="488" y="104"/>
                  <a:pt x="475" y="110"/>
                  <a:pt x="459" y="110"/>
                </a:cubicBezTo>
                <a:cubicBezTo>
                  <a:pt x="443" y="110"/>
                  <a:pt x="431" y="105"/>
                  <a:pt x="420" y="94"/>
                </a:cubicBezTo>
                <a:cubicBezTo>
                  <a:pt x="410" y="84"/>
                  <a:pt x="405" y="71"/>
                  <a:pt x="404" y="55"/>
                </a:cubicBezTo>
                <a:moveTo>
                  <a:pt x="807" y="55"/>
                </a:moveTo>
                <a:cubicBezTo>
                  <a:pt x="807" y="41"/>
                  <a:pt x="813" y="28"/>
                  <a:pt x="823" y="17"/>
                </a:cubicBezTo>
                <a:cubicBezTo>
                  <a:pt x="833" y="6"/>
                  <a:pt x="846" y="0"/>
                  <a:pt x="862" y="0"/>
                </a:cubicBezTo>
                <a:cubicBezTo>
                  <a:pt x="876" y="0"/>
                  <a:pt x="889" y="5"/>
                  <a:pt x="900" y="15"/>
                </a:cubicBezTo>
                <a:cubicBezTo>
                  <a:pt x="910" y="25"/>
                  <a:pt x="916" y="38"/>
                  <a:pt x="917" y="55"/>
                </a:cubicBezTo>
                <a:cubicBezTo>
                  <a:pt x="917" y="70"/>
                  <a:pt x="912" y="83"/>
                  <a:pt x="901" y="93"/>
                </a:cubicBezTo>
                <a:cubicBezTo>
                  <a:pt x="891" y="104"/>
                  <a:pt x="878" y="110"/>
                  <a:pt x="863" y="110"/>
                </a:cubicBezTo>
                <a:cubicBezTo>
                  <a:pt x="847" y="110"/>
                  <a:pt x="834" y="105"/>
                  <a:pt x="824" y="94"/>
                </a:cubicBezTo>
                <a:cubicBezTo>
                  <a:pt x="814" y="84"/>
                  <a:pt x="808" y="71"/>
                  <a:pt x="807" y="5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10414080" y="3690360"/>
            <a:ext cx="43200" cy="102600"/>
          </a:xfrm>
          <a:custGeom>
            <a:avLst/>
            <a:gdLst/>
            <a:ahLst/>
            <a:rect l="0" t="0" r="r" b="b"/>
            <a:pathLst>
              <a:path w="120" h="285">
                <a:moveTo>
                  <a:pt x="0" y="78"/>
                </a:moveTo>
                <a:cubicBezTo>
                  <a:pt x="0" y="78"/>
                  <a:pt x="0" y="70"/>
                  <a:pt x="0" y="55"/>
                </a:cubicBezTo>
                <a:cubicBezTo>
                  <a:pt x="0" y="40"/>
                  <a:pt x="5" y="27"/>
                  <a:pt x="14" y="16"/>
                </a:cubicBezTo>
                <a:cubicBezTo>
                  <a:pt x="24" y="5"/>
                  <a:pt x="37" y="0"/>
                  <a:pt x="54" y="0"/>
                </a:cubicBezTo>
                <a:cubicBezTo>
                  <a:pt x="71" y="0"/>
                  <a:pt x="86" y="7"/>
                  <a:pt x="99" y="22"/>
                </a:cubicBezTo>
                <a:cubicBezTo>
                  <a:pt x="112" y="38"/>
                  <a:pt x="119" y="64"/>
                  <a:pt x="120" y="102"/>
                </a:cubicBezTo>
                <a:cubicBezTo>
                  <a:pt x="120" y="124"/>
                  <a:pt x="117" y="144"/>
                  <a:pt x="112" y="164"/>
                </a:cubicBezTo>
                <a:cubicBezTo>
                  <a:pt x="106" y="184"/>
                  <a:pt x="100" y="201"/>
                  <a:pt x="93" y="216"/>
                </a:cubicBezTo>
                <a:cubicBezTo>
                  <a:pt x="86" y="230"/>
                  <a:pt x="78" y="242"/>
                  <a:pt x="69" y="253"/>
                </a:cubicBezTo>
                <a:cubicBezTo>
                  <a:pt x="61" y="263"/>
                  <a:pt x="54" y="271"/>
                  <a:pt x="47" y="277"/>
                </a:cubicBezTo>
                <a:cubicBezTo>
                  <a:pt x="41" y="283"/>
                  <a:pt x="37" y="286"/>
                  <a:pt x="35" y="285"/>
                </a:cubicBezTo>
                <a:cubicBezTo>
                  <a:pt x="33" y="285"/>
                  <a:pt x="29" y="282"/>
                  <a:pt x="23" y="277"/>
                </a:cubicBezTo>
                <a:cubicBezTo>
                  <a:pt x="18" y="272"/>
                  <a:pt x="15" y="268"/>
                  <a:pt x="15" y="265"/>
                </a:cubicBezTo>
                <a:cubicBezTo>
                  <a:pt x="15" y="263"/>
                  <a:pt x="18" y="258"/>
                  <a:pt x="25" y="251"/>
                </a:cubicBezTo>
                <a:cubicBezTo>
                  <a:pt x="32" y="244"/>
                  <a:pt x="39" y="235"/>
                  <a:pt x="48" y="224"/>
                </a:cubicBezTo>
                <a:cubicBezTo>
                  <a:pt x="57" y="213"/>
                  <a:pt x="65" y="198"/>
                  <a:pt x="72" y="179"/>
                </a:cubicBezTo>
                <a:cubicBezTo>
                  <a:pt x="79" y="159"/>
                  <a:pt x="84" y="137"/>
                  <a:pt x="87" y="112"/>
                </a:cubicBezTo>
                <a:lnTo>
                  <a:pt x="87" y="101"/>
                </a:lnTo>
                <a:lnTo>
                  <a:pt x="86" y="102"/>
                </a:lnTo>
                <a:cubicBezTo>
                  <a:pt x="84" y="102"/>
                  <a:pt x="83" y="103"/>
                  <a:pt x="81" y="104"/>
                </a:cubicBezTo>
                <a:cubicBezTo>
                  <a:pt x="79" y="104"/>
                  <a:pt x="78" y="105"/>
                  <a:pt x="76" y="106"/>
                </a:cubicBezTo>
                <a:cubicBezTo>
                  <a:pt x="74" y="108"/>
                  <a:pt x="71" y="108"/>
                  <a:pt x="68" y="108"/>
                </a:cubicBezTo>
                <a:cubicBezTo>
                  <a:pt x="64" y="108"/>
                  <a:pt x="60" y="109"/>
                  <a:pt x="57" y="109"/>
                </a:cubicBezTo>
                <a:cubicBezTo>
                  <a:pt x="40" y="109"/>
                  <a:pt x="26" y="104"/>
                  <a:pt x="16" y="94"/>
                </a:cubicBezTo>
                <a:lnTo>
                  <a:pt x="0" y="7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10543320" y="3507840"/>
            <a:ext cx="279000" cy="222120"/>
          </a:xfrm>
          <a:custGeom>
            <a:avLst/>
            <a:gdLst/>
            <a:ahLst/>
            <a:rect l="0" t="0" r="r" b="b"/>
            <a:pathLst>
              <a:path w="775" h="617">
                <a:moveTo>
                  <a:pt x="229" y="49"/>
                </a:moveTo>
                <a:cubicBezTo>
                  <a:pt x="229" y="45"/>
                  <a:pt x="212" y="42"/>
                  <a:pt x="178" y="41"/>
                </a:cubicBezTo>
                <a:cubicBezTo>
                  <a:pt x="164" y="41"/>
                  <a:pt x="155" y="41"/>
                  <a:pt x="150" y="40"/>
                </a:cubicBezTo>
                <a:cubicBezTo>
                  <a:pt x="146" y="40"/>
                  <a:pt x="144" y="37"/>
                  <a:pt x="144" y="32"/>
                </a:cubicBezTo>
                <a:cubicBezTo>
                  <a:pt x="144" y="31"/>
                  <a:pt x="145" y="27"/>
                  <a:pt x="146" y="20"/>
                </a:cubicBezTo>
                <a:cubicBezTo>
                  <a:pt x="150" y="8"/>
                  <a:pt x="153" y="1"/>
                  <a:pt x="155" y="1"/>
                </a:cubicBezTo>
                <a:cubicBezTo>
                  <a:pt x="156" y="0"/>
                  <a:pt x="159" y="0"/>
                  <a:pt x="165" y="0"/>
                </a:cubicBezTo>
                <a:lnTo>
                  <a:pt x="169" y="0"/>
                </a:lnTo>
                <a:cubicBezTo>
                  <a:pt x="194" y="1"/>
                  <a:pt x="235" y="2"/>
                  <a:pt x="292" y="2"/>
                </a:cubicBezTo>
                <a:cubicBezTo>
                  <a:pt x="313" y="2"/>
                  <a:pt x="332" y="2"/>
                  <a:pt x="349" y="2"/>
                </a:cubicBezTo>
                <a:cubicBezTo>
                  <a:pt x="366" y="2"/>
                  <a:pt x="380" y="1"/>
                  <a:pt x="390" y="1"/>
                </a:cubicBezTo>
                <a:cubicBezTo>
                  <a:pt x="399" y="0"/>
                  <a:pt x="405" y="0"/>
                  <a:pt x="408" y="1"/>
                </a:cubicBezTo>
                <a:cubicBezTo>
                  <a:pt x="418" y="1"/>
                  <a:pt x="423" y="3"/>
                  <a:pt x="423" y="8"/>
                </a:cubicBezTo>
                <a:cubicBezTo>
                  <a:pt x="423" y="11"/>
                  <a:pt x="422" y="15"/>
                  <a:pt x="420" y="20"/>
                </a:cubicBezTo>
                <a:cubicBezTo>
                  <a:pt x="420" y="22"/>
                  <a:pt x="419" y="23"/>
                  <a:pt x="419" y="26"/>
                </a:cubicBezTo>
                <a:cubicBezTo>
                  <a:pt x="419" y="28"/>
                  <a:pt x="419" y="30"/>
                  <a:pt x="418" y="31"/>
                </a:cubicBezTo>
                <a:cubicBezTo>
                  <a:pt x="418" y="33"/>
                  <a:pt x="417" y="34"/>
                  <a:pt x="417" y="35"/>
                </a:cubicBezTo>
                <a:cubicBezTo>
                  <a:pt x="416" y="36"/>
                  <a:pt x="415" y="37"/>
                  <a:pt x="414" y="38"/>
                </a:cubicBezTo>
                <a:cubicBezTo>
                  <a:pt x="413" y="38"/>
                  <a:pt x="412" y="39"/>
                  <a:pt x="410" y="39"/>
                </a:cubicBezTo>
                <a:cubicBezTo>
                  <a:pt x="409" y="40"/>
                  <a:pt x="407" y="40"/>
                  <a:pt x="404" y="40"/>
                </a:cubicBezTo>
                <a:cubicBezTo>
                  <a:pt x="401" y="40"/>
                  <a:pt x="398" y="41"/>
                  <a:pt x="396" y="41"/>
                </a:cubicBezTo>
                <a:cubicBezTo>
                  <a:pt x="394" y="42"/>
                  <a:pt x="389" y="42"/>
                  <a:pt x="383" y="41"/>
                </a:cubicBezTo>
                <a:cubicBezTo>
                  <a:pt x="359" y="42"/>
                  <a:pt x="344" y="43"/>
                  <a:pt x="337" y="44"/>
                </a:cubicBezTo>
                <a:cubicBezTo>
                  <a:pt x="331" y="45"/>
                  <a:pt x="325" y="48"/>
                  <a:pt x="321" y="54"/>
                </a:cubicBezTo>
                <a:lnTo>
                  <a:pt x="248" y="341"/>
                </a:lnTo>
                <a:cubicBezTo>
                  <a:pt x="249" y="341"/>
                  <a:pt x="304" y="298"/>
                  <a:pt x="414" y="211"/>
                </a:cubicBezTo>
                <a:cubicBezTo>
                  <a:pt x="525" y="124"/>
                  <a:pt x="582" y="80"/>
                  <a:pt x="585" y="77"/>
                </a:cubicBezTo>
                <a:cubicBezTo>
                  <a:pt x="593" y="69"/>
                  <a:pt x="597" y="62"/>
                  <a:pt x="597" y="57"/>
                </a:cubicBezTo>
                <a:cubicBezTo>
                  <a:pt x="597" y="48"/>
                  <a:pt x="590" y="42"/>
                  <a:pt x="575" y="41"/>
                </a:cubicBezTo>
                <a:cubicBezTo>
                  <a:pt x="565" y="41"/>
                  <a:pt x="560" y="38"/>
                  <a:pt x="560" y="31"/>
                </a:cubicBezTo>
                <a:cubicBezTo>
                  <a:pt x="560" y="30"/>
                  <a:pt x="561" y="26"/>
                  <a:pt x="563" y="19"/>
                </a:cubicBezTo>
                <a:cubicBezTo>
                  <a:pt x="565" y="11"/>
                  <a:pt x="566" y="7"/>
                  <a:pt x="568" y="5"/>
                </a:cubicBezTo>
                <a:cubicBezTo>
                  <a:pt x="569" y="2"/>
                  <a:pt x="574" y="1"/>
                  <a:pt x="583" y="1"/>
                </a:cubicBezTo>
                <a:cubicBezTo>
                  <a:pt x="585" y="1"/>
                  <a:pt x="596" y="1"/>
                  <a:pt x="614" y="2"/>
                </a:cubicBezTo>
                <a:cubicBezTo>
                  <a:pt x="633" y="2"/>
                  <a:pt x="657" y="2"/>
                  <a:pt x="687" y="2"/>
                </a:cubicBezTo>
                <a:cubicBezTo>
                  <a:pt x="700" y="2"/>
                  <a:pt x="715" y="2"/>
                  <a:pt x="730" y="2"/>
                </a:cubicBezTo>
                <a:cubicBezTo>
                  <a:pt x="745" y="1"/>
                  <a:pt x="754" y="1"/>
                  <a:pt x="757" y="1"/>
                </a:cubicBezTo>
                <a:cubicBezTo>
                  <a:pt x="769" y="1"/>
                  <a:pt x="775" y="4"/>
                  <a:pt x="775" y="10"/>
                </a:cubicBezTo>
                <a:cubicBezTo>
                  <a:pt x="775" y="23"/>
                  <a:pt x="773" y="32"/>
                  <a:pt x="768" y="37"/>
                </a:cubicBezTo>
                <a:cubicBezTo>
                  <a:pt x="766" y="40"/>
                  <a:pt x="760" y="41"/>
                  <a:pt x="751" y="41"/>
                </a:cubicBezTo>
                <a:cubicBezTo>
                  <a:pt x="706" y="44"/>
                  <a:pt x="665" y="60"/>
                  <a:pt x="628" y="87"/>
                </a:cubicBezTo>
                <a:cubicBezTo>
                  <a:pt x="618" y="93"/>
                  <a:pt x="597" y="109"/>
                  <a:pt x="565" y="134"/>
                </a:cubicBezTo>
                <a:cubicBezTo>
                  <a:pt x="532" y="159"/>
                  <a:pt x="501" y="183"/>
                  <a:pt x="474" y="205"/>
                </a:cubicBezTo>
                <a:lnTo>
                  <a:pt x="431" y="239"/>
                </a:lnTo>
                <a:lnTo>
                  <a:pt x="439" y="259"/>
                </a:lnTo>
                <a:cubicBezTo>
                  <a:pt x="445" y="272"/>
                  <a:pt x="453" y="292"/>
                  <a:pt x="465" y="319"/>
                </a:cubicBezTo>
                <a:cubicBezTo>
                  <a:pt x="476" y="346"/>
                  <a:pt x="486" y="372"/>
                  <a:pt x="496" y="396"/>
                </a:cubicBezTo>
                <a:cubicBezTo>
                  <a:pt x="542" y="503"/>
                  <a:pt x="566" y="558"/>
                  <a:pt x="569" y="562"/>
                </a:cubicBezTo>
                <a:cubicBezTo>
                  <a:pt x="571" y="563"/>
                  <a:pt x="572" y="564"/>
                  <a:pt x="574" y="566"/>
                </a:cubicBezTo>
                <a:cubicBezTo>
                  <a:pt x="582" y="572"/>
                  <a:pt x="598" y="575"/>
                  <a:pt x="620" y="576"/>
                </a:cubicBezTo>
                <a:lnTo>
                  <a:pt x="639" y="576"/>
                </a:lnTo>
                <a:cubicBezTo>
                  <a:pt x="642" y="580"/>
                  <a:pt x="644" y="583"/>
                  <a:pt x="644" y="584"/>
                </a:cubicBezTo>
                <a:cubicBezTo>
                  <a:pt x="644" y="584"/>
                  <a:pt x="643" y="590"/>
                  <a:pt x="642" y="600"/>
                </a:cubicBezTo>
                <a:cubicBezTo>
                  <a:pt x="639" y="608"/>
                  <a:pt x="636" y="613"/>
                  <a:pt x="632" y="617"/>
                </a:cubicBezTo>
                <a:lnTo>
                  <a:pt x="623" y="617"/>
                </a:lnTo>
                <a:cubicBezTo>
                  <a:pt x="598" y="615"/>
                  <a:pt x="570" y="614"/>
                  <a:pt x="537" y="614"/>
                </a:cubicBezTo>
                <a:cubicBezTo>
                  <a:pt x="462" y="614"/>
                  <a:pt x="421" y="615"/>
                  <a:pt x="412" y="617"/>
                </a:cubicBezTo>
                <a:lnTo>
                  <a:pt x="403" y="617"/>
                </a:lnTo>
                <a:cubicBezTo>
                  <a:pt x="400" y="613"/>
                  <a:pt x="398" y="611"/>
                  <a:pt x="398" y="609"/>
                </a:cubicBezTo>
                <a:cubicBezTo>
                  <a:pt x="398" y="607"/>
                  <a:pt x="398" y="602"/>
                  <a:pt x="400" y="593"/>
                </a:cubicBezTo>
                <a:cubicBezTo>
                  <a:pt x="402" y="585"/>
                  <a:pt x="404" y="580"/>
                  <a:pt x="405" y="578"/>
                </a:cubicBezTo>
                <a:cubicBezTo>
                  <a:pt x="406" y="576"/>
                  <a:pt x="409" y="576"/>
                  <a:pt x="415" y="576"/>
                </a:cubicBezTo>
                <a:lnTo>
                  <a:pt x="418" y="576"/>
                </a:lnTo>
                <a:cubicBezTo>
                  <a:pt x="448" y="576"/>
                  <a:pt x="463" y="568"/>
                  <a:pt x="463" y="553"/>
                </a:cubicBezTo>
                <a:cubicBezTo>
                  <a:pt x="463" y="551"/>
                  <a:pt x="455" y="530"/>
                  <a:pt x="438" y="490"/>
                </a:cubicBezTo>
                <a:cubicBezTo>
                  <a:pt x="422" y="450"/>
                  <a:pt x="412" y="428"/>
                  <a:pt x="409" y="422"/>
                </a:cubicBezTo>
                <a:lnTo>
                  <a:pt x="357" y="297"/>
                </a:lnTo>
                <a:lnTo>
                  <a:pt x="296" y="344"/>
                </a:lnTo>
                <a:lnTo>
                  <a:pt x="234" y="392"/>
                </a:lnTo>
                <a:lnTo>
                  <a:pt x="214" y="477"/>
                </a:lnTo>
                <a:cubicBezTo>
                  <a:pt x="200" y="533"/>
                  <a:pt x="193" y="562"/>
                  <a:pt x="193" y="565"/>
                </a:cubicBezTo>
                <a:cubicBezTo>
                  <a:pt x="193" y="569"/>
                  <a:pt x="195" y="572"/>
                  <a:pt x="200" y="573"/>
                </a:cubicBezTo>
                <a:cubicBezTo>
                  <a:pt x="205" y="574"/>
                  <a:pt x="220" y="575"/>
                  <a:pt x="245" y="576"/>
                </a:cubicBezTo>
                <a:lnTo>
                  <a:pt x="273" y="576"/>
                </a:lnTo>
                <a:cubicBezTo>
                  <a:pt x="277" y="581"/>
                  <a:pt x="279" y="584"/>
                  <a:pt x="279" y="586"/>
                </a:cubicBezTo>
                <a:cubicBezTo>
                  <a:pt x="279" y="595"/>
                  <a:pt x="277" y="604"/>
                  <a:pt x="272" y="613"/>
                </a:cubicBezTo>
                <a:cubicBezTo>
                  <a:pt x="269" y="616"/>
                  <a:pt x="264" y="617"/>
                  <a:pt x="258" y="617"/>
                </a:cubicBezTo>
                <a:cubicBezTo>
                  <a:pt x="256" y="617"/>
                  <a:pt x="245" y="617"/>
                  <a:pt x="224" y="616"/>
                </a:cubicBezTo>
                <a:cubicBezTo>
                  <a:pt x="204" y="616"/>
                  <a:pt x="174" y="615"/>
                  <a:pt x="134" y="615"/>
                </a:cubicBezTo>
                <a:cubicBezTo>
                  <a:pt x="97" y="615"/>
                  <a:pt x="68" y="615"/>
                  <a:pt x="48" y="615"/>
                </a:cubicBezTo>
                <a:cubicBezTo>
                  <a:pt x="29" y="615"/>
                  <a:pt x="18" y="616"/>
                  <a:pt x="16" y="616"/>
                </a:cubicBezTo>
                <a:cubicBezTo>
                  <a:pt x="5" y="616"/>
                  <a:pt x="0" y="613"/>
                  <a:pt x="0" y="607"/>
                </a:cubicBezTo>
                <a:cubicBezTo>
                  <a:pt x="0" y="606"/>
                  <a:pt x="1" y="602"/>
                  <a:pt x="2" y="595"/>
                </a:cubicBezTo>
                <a:cubicBezTo>
                  <a:pt x="5" y="585"/>
                  <a:pt x="7" y="580"/>
                  <a:pt x="10" y="578"/>
                </a:cubicBezTo>
                <a:cubicBezTo>
                  <a:pt x="12" y="577"/>
                  <a:pt x="19" y="576"/>
                  <a:pt x="30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1"/>
                  <a:pt x="99" y="567"/>
                  <a:pt x="102" y="562"/>
                </a:cubicBezTo>
                <a:cubicBezTo>
                  <a:pt x="104" y="560"/>
                  <a:pt x="125" y="476"/>
                  <a:pt x="167" y="310"/>
                </a:cubicBezTo>
                <a:cubicBezTo>
                  <a:pt x="208" y="145"/>
                  <a:pt x="229" y="58"/>
                  <a:pt x="229" y="4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10839960" y="3485880"/>
            <a:ext cx="77760" cy="325440"/>
          </a:xfrm>
          <a:custGeom>
            <a:avLst/>
            <a:gdLst/>
            <a:ahLst/>
            <a:rect l="0" t="0" r="r" b="b"/>
            <a:pathLst>
              <a:path w="216" h="904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1" y="73"/>
                  <a:pt x="152" y="137"/>
                  <a:pt x="178" y="213"/>
                </a:cubicBezTo>
                <a:cubicBezTo>
                  <a:pt x="203" y="290"/>
                  <a:pt x="216" y="369"/>
                  <a:pt x="216" y="451"/>
                </a:cubicBezTo>
                <a:cubicBezTo>
                  <a:pt x="216" y="492"/>
                  <a:pt x="213" y="532"/>
                  <a:pt x="207" y="570"/>
                </a:cubicBezTo>
                <a:cubicBezTo>
                  <a:pt x="201" y="608"/>
                  <a:pt x="194" y="640"/>
                  <a:pt x="187" y="666"/>
                </a:cubicBezTo>
                <a:cubicBezTo>
                  <a:pt x="179" y="694"/>
                  <a:pt x="168" y="720"/>
                  <a:pt x="153" y="747"/>
                </a:cubicBezTo>
                <a:cubicBezTo>
                  <a:pt x="139" y="773"/>
                  <a:pt x="127" y="793"/>
                  <a:pt x="119" y="807"/>
                </a:cubicBezTo>
                <a:cubicBezTo>
                  <a:pt x="111" y="821"/>
                  <a:pt x="98" y="836"/>
                  <a:pt x="81" y="853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1" y="900"/>
                </a:cubicBezTo>
                <a:cubicBezTo>
                  <a:pt x="29" y="902"/>
                  <a:pt x="28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2" y="901"/>
                </a:cubicBezTo>
                <a:cubicBezTo>
                  <a:pt x="1" y="899"/>
                  <a:pt x="0" y="897"/>
                  <a:pt x="0" y="893"/>
                </a:cubicBezTo>
                <a:cubicBezTo>
                  <a:pt x="0" y="892"/>
                  <a:pt x="4" y="888"/>
                  <a:pt x="10" y="881"/>
                </a:cubicBezTo>
                <a:cubicBezTo>
                  <a:pt x="104" y="784"/>
                  <a:pt x="151" y="640"/>
                  <a:pt x="151" y="451"/>
                </a:cubicBezTo>
                <a:cubicBezTo>
                  <a:pt x="151" y="263"/>
                  <a:pt x="104" y="120"/>
                  <a:pt x="10" y="23"/>
                </a:cubicBezTo>
                <a:cubicBezTo>
                  <a:pt x="4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768600" y="4066920"/>
            <a:ext cx="230760" cy="236520"/>
          </a:xfrm>
          <a:custGeom>
            <a:avLst/>
            <a:gdLst/>
            <a:ahLst/>
            <a:rect l="0" t="0" r="r" b="b"/>
            <a:pathLst>
              <a:path w="641" h="657">
                <a:moveTo>
                  <a:pt x="0" y="410"/>
                </a:moveTo>
                <a:cubicBezTo>
                  <a:pt x="0" y="341"/>
                  <a:pt x="20" y="274"/>
                  <a:pt x="60" y="211"/>
                </a:cubicBezTo>
                <a:cubicBezTo>
                  <a:pt x="101" y="146"/>
                  <a:pt x="152" y="95"/>
                  <a:pt x="214" y="58"/>
                </a:cubicBezTo>
                <a:cubicBezTo>
                  <a:pt x="275" y="21"/>
                  <a:pt x="336" y="2"/>
                  <a:pt x="398" y="1"/>
                </a:cubicBezTo>
                <a:cubicBezTo>
                  <a:pt x="452" y="1"/>
                  <a:pt x="495" y="17"/>
                  <a:pt x="527" y="47"/>
                </a:cubicBezTo>
                <a:cubicBezTo>
                  <a:pt x="532" y="53"/>
                  <a:pt x="537" y="58"/>
                  <a:pt x="540" y="63"/>
                </a:cubicBezTo>
                <a:cubicBezTo>
                  <a:pt x="544" y="67"/>
                  <a:pt x="546" y="70"/>
                  <a:pt x="547" y="72"/>
                </a:cubicBezTo>
                <a:lnTo>
                  <a:pt x="548" y="74"/>
                </a:lnTo>
                <a:cubicBezTo>
                  <a:pt x="550" y="74"/>
                  <a:pt x="558" y="67"/>
                  <a:pt x="573" y="51"/>
                </a:cubicBezTo>
                <a:cubicBezTo>
                  <a:pt x="577" y="47"/>
                  <a:pt x="581" y="43"/>
                  <a:pt x="586" y="38"/>
                </a:cubicBezTo>
                <a:cubicBezTo>
                  <a:pt x="591" y="33"/>
                  <a:pt x="596" y="29"/>
                  <a:pt x="601" y="24"/>
                </a:cubicBezTo>
                <a:cubicBezTo>
                  <a:pt x="605" y="19"/>
                  <a:pt x="608" y="16"/>
                  <a:pt x="610" y="14"/>
                </a:cubicBezTo>
                <a:lnTo>
                  <a:pt x="623" y="0"/>
                </a:lnTo>
                <a:lnTo>
                  <a:pt x="629" y="0"/>
                </a:lnTo>
                <a:cubicBezTo>
                  <a:pt x="637" y="0"/>
                  <a:pt x="641" y="2"/>
                  <a:pt x="641" y="7"/>
                </a:cubicBezTo>
                <a:cubicBezTo>
                  <a:pt x="641" y="9"/>
                  <a:pt x="632" y="50"/>
                  <a:pt x="612" y="130"/>
                </a:cubicBezTo>
                <a:cubicBezTo>
                  <a:pt x="591" y="215"/>
                  <a:pt x="580" y="257"/>
                  <a:pt x="580" y="258"/>
                </a:cubicBezTo>
                <a:cubicBezTo>
                  <a:pt x="579" y="261"/>
                  <a:pt x="577" y="262"/>
                  <a:pt x="575" y="263"/>
                </a:cubicBezTo>
                <a:cubicBezTo>
                  <a:pt x="574" y="264"/>
                  <a:pt x="568" y="264"/>
                  <a:pt x="559" y="265"/>
                </a:cubicBezTo>
                <a:lnTo>
                  <a:pt x="545" y="265"/>
                </a:lnTo>
                <a:cubicBezTo>
                  <a:pt x="541" y="261"/>
                  <a:pt x="539" y="258"/>
                  <a:pt x="539" y="257"/>
                </a:cubicBezTo>
                <a:cubicBezTo>
                  <a:pt x="539" y="256"/>
                  <a:pt x="540" y="254"/>
                  <a:pt x="540" y="250"/>
                </a:cubicBezTo>
                <a:cubicBezTo>
                  <a:pt x="541" y="247"/>
                  <a:pt x="541" y="241"/>
                  <a:pt x="542" y="232"/>
                </a:cubicBezTo>
                <a:cubicBezTo>
                  <a:pt x="543" y="224"/>
                  <a:pt x="543" y="214"/>
                  <a:pt x="543" y="203"/>
                </a:cubicBezTo>
                <a:cubicBezTo>
                  <a:pt x="543" y="160"/>
                  <a:pt x="533" y="122"/>
                  <a:pt x="514" y="91"/>
                </a:cubicBezTo>
                <a:cubicBezTo>
                  <a:pt x="495" y="59"/>
                  <a:pt x="462" y="42"/>
                  <a:pt x="416" y="42"/>
                </a:cubicBezTo>
                <a:cubicBezTo>
                  <a:pt x="405" y="42"/>
                  <a:pt x="393" y="43"/>
                  <a:pt x="381" y="45"/>
                </a:cubicBezTo>
                <a:cubicBezTo>
                  <a:pt x="368" y="46"/>
                  <a:pt x="352" y="50"/>
                  <a:pt x="333" y="56"/>
                </a:cubicBezTo>
                <a:cubicBezTo>
                  <a:pt x="314" y="62"/>
                  <a:pt x="295" y="71"/>
                  <a:pt x="278" y="82"/>
                </a:cubicBezTo>
                <a:cubicBezTo>
                  <a:pt x="260" y="92"/>
                  <a:pt x="241" y="107"/>
                  <a:pt x="221" y="125"/>
                </a:cubicBezTo>
                <a:cubicBezTo>
                  <a:pt x="200" y="143"/>
                  <a:pt x="183" y="164"/>
                  <a:pt x="169" y="190"/>
                </a:cubicBezTo>
                <a:cubicBezTo>
                  <a:pt x="154" y="215"/>
                  <a:pt x="140" y="245"/>
                  <a:pt x="126" y="282"/>
                </a:cubicBezTo>
                <a:cubicBezTo>
                  <a:pt x="112" y="319"/>
                  <a:pt x="102" y="359"/>
                  <a:pt x="97" y="403"/>
                </a:cubicBezTo>
                <a:cubicBezTo>
                  <a:pt x="96" y="414"/>
                  <a:pt x="95" y="425"/>
                  <a:pt x="95" y="438"/>
                </a:cubicBezTo>
                <a:cubicBezTo>
                  <a:pt x="95" y="467"/>
                  <a:pt x="100" y="492"/>
                  <a:pt x="109" y="515"/>
                </a:cubicBezTo>
                <a:cubicBezTo>
                  <a:pt x="117" y="537"/>
                  <a:pt x="128" y="554"/>
                  <a:pt x="142" y="566"/>
                </a:cubicBezTo>
                <a:cubicBezTo>
                  <a:pt x="155" y="578"/>
                  <a:pt x="170" y="588"/>
                  <a:pt x="187" y="597"/>
                </a:cubicBezTo>
                <a:cubicBezTo>
                  <a:pt x="203" y="605"/>
                  <a:pt x="219" y="610"/>
                  <a:pt x="234" y="612"/>
                </a:cubicBezTo>
                <a:cubicBezTo>
                  <a:pt x="248" y="614"/>
                  <a:pt x="261" y="615"/>
                  <a:pt x="274" y="616"/>
                </a:cubicBezTo>
                <a:cubicBezTo>
                  <a:pt x="307" y="616"/>
                  <a:pt x="336" y="609"/>
                  <a:pt x="363" y="595"/>
                </a:cubicBezTo>
                <a:cubicBezTo>
                  <a:pt x="390" y="581"/>
                  <a:pt x="409" y="563"/>
                  <a:pt x="419" y="542"/>
                </a:cubicBezTo>
                <a:cubicBezTo>
                  <a:pt x="421" y="537"/>
                  <a:pt x="426" y="520"/>
                  <a:pt x="433" y="492"/>
                </a:cubicBezTo>
                <a:cubicBezTo>
                  <a:pt x="440" y="464"/>
                  <a:pt x="444" y="448"/>
                  <a:pt x="444" y="444"/>
                </a:cubicBezTo>
                <a:cubicBezTo>
                  <a:pt x="444" y="439"/>
                  <a:pt x="440" y="436"/>
                  <a:pt x="432" y="435"/>
                </a:cubicBezTo>
                <a:cubicBezTo>
                  <a:pt x="424" y="434"/>
                  <a:pt x="406" y="433"/>
                  <a:pt x="378" y="433"/>
                </a:cubicBezTo>
                <a:lnTo>
                  <a:pt x="344" y="433"/>
                </a:lnTo>
                <a:cubicBezTo>
                  <a:pt x="341" y="429"/>
                  <a:pt x="339" y="427"/>
                  <a:pt x="339" y="425"/>
                </a:cubicBezTo>
                <a:cubicBezTo>
                  <a:pt x="339" y="424"/>
                  <a:pt x="340" y="418"/>
                  <a:pt x="341" y="408"/>
                </a:cubicBezTo>
                <a:cubicBezTo>
                  <a:pt x="343" y="400"/>
                  <a:pt x="346" y="395"/>
                  <a:pt x="350" y="391"/>
                </a:cubicBezTo>
                <a:lnTo>
                  <a:pt x="365" y="391"/>
                </a:lnTo>
                <a:cubicBezTo>
                  <a:pt x="389" y="392"/>
                  <a:pt x="431" y="393"/>
                  <a:pt x="492" y="393"/>
                </a:cubicBezTo>
                <a:cubicBezTo>
                  <a:pt x="516" y="393"/>
                  <a:pt x="535" y="393"/>
                  <a:pt x="550" y="393"/>
                </a:cubicBezTo>
                <a:cubicBezTo>
                  <a:pt x="565" y="393"/>
                  <a:pt x="576" y="393"/>
                  <a:pt x="583" y="392"/>
                </a:cubicBezTo>
                <a:cubicBezTo>
                  <a:pt x="589" y="391"/>
                  <a:pt x="593" y="391"/>
                  <a:pt x="593" y="392"/>
                </a:cubicBezTo>
                <a:cubicBezTo>
                  <a:pt x="602" y="392"/>
                  <a:pt x="606" y="395"/>
                  <a:pt x="606" y="400"/>
                </a:cubicBezTo>
                <a:cubicBezTo>
                  <a:pt x="606" y="401"/>
                  <a:pt x="605" y="405"/>
                  <a:pt x="604" y="413"/>
                </a:cubicBezTo>
                <a:cubicBezTo>
                  <a:pt x="601" y="424"/>
                  <a:pt x="598" y="430"/>
                  <a:pt x="595" y="432"/>
                </a:cubicBezTo>
                <a:cubicBezTo>
                  <a:pt x="593" y="432"/>
                  <a:pt x="589" y="433"/>
                  <a:pt x="582" y="433"/>
                </a:cubicBezTo>
                <a:cubicBezTo>
                  <a:pt x="570" y="433"/>
                  <a:pt x="557" y="433"/>
                  <a:pt x="545" y="435"/>
                </a:cubicBezTo>
                <a:cubicBezTo>
                  <a:pt x="541" y="437"/>
                  <a:pt x="538" y="440"/>
                  <a:pt x="536" y="443"/>
                </a:cubicBezTo>
                <a:cubicBezTo>
                  <a:pt x="534" y="447"/>
                  <a:pt x="530" y="462"/>
                  <a:pt x="523" y="489"/>
                </a:cubicBezTo>
                <a:cubicBezTo>
                  <a:pt x="518" y="509"/>
                  <a:pt x="513" y="526"/>
                  <a:pt x="510" y="540"/>
                </a:cubicBezTo>
                <a:cubicBezTo>
                  <a:pt x="495" y="601"/>
                  <a:pt x="486" y="633"/>
                  <a:pt x="484" y="635"/>
                </a:cubicBezTo>
                <a:cubicBezTo>
                  <a:pt x="483" y="636"/>
                  <a:pt x="482" y="636"/>
                  <a:pt x="480" y="636"/>
                </a:cubicBezTo>
                <a:cubicBezTo>
                  <a:pt x="474" y="636"/>
                  <a:pt x="465" y="630"/>
                  <a:pt x="455" y="618"/>
                </a:cubicBezTo>
                <a:cubicBezTo>
                  <a:pt x="444" y="606"/>
                  <a:pt x="437" y="597"/>
                  <a:pt x="434" y="590"/>
                </a:cubicBezTo>
                <a:cubicBezTo>
                  <a:pt x="434" y="590"/>
                  <a:pt x="433" y="590"/>
                  <a:pt x="432" y="590"/>
                </a:cubicBezTo>
                <a:cubicBezTo>
                  <a:pt x="431" y="591"/>
                  <a:pt x="429" y="592"/>
                  <a:pt x="427" y="595"/>
                </a:cubicBezTo>
                <a:cubicBezTo>
                  <a:pt x="382" y="636"/>
                  <a:pt x="322" y="657"/>
                  <a:pt x="246" y="657"/>
                </a:cubicBezTo>
                <a:cubicBezTo>
                  <a:pt x="173" y="657"/>
                  <a:pt x="114" y="634"/>
                  <a:pt x="68" y="588"/>
                </a:cubicBezTo>
                <a:cubicBezTo>
                  <a:pt x="23" y="541"/>
                  <a:pt x="0" y="482"/>
                  <a:pt x="0" y="41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5247000" y="3429000"/>
            <a:ext cx="2759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の各クラスのスコア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1028520" y="4705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2" y="285"/>
                  <a:pt x="183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5"/>
                  <a:pt x="192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1002960" y="4000320"/>
            <a:ext cx="414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2220120" y="4714560"/>
            <a:ext cx="140040" cy="144720"/>
          </a:xfrm>
          <a:custGeom>
            <a:avLst/>
            <a:gdLst/>
            <a:ahLst/>
            <a:rect l="0" t="0" r="r" b="b"/>
            <a:pathLst>
              <a:path w="389" h="402">
                <a:moveTo>
                  <a:pt x="14" y="165"/>
                </a:moveTo>
                <a:cubicBezTo>
                  <a:pt x="14" y="163"/>
                  <a:pt x="16" y="137"/>
                  <a:pt x="20" y="86"/>
                </a:cubicBezTo>
                <a:cubicBezTo>
                  <a:pt x="23" y="35"/>
                  <a:pt x="25" y="9"/>
                  <a:pt x="25" y="8"/>
                </a:cubicBezTo>
                <a:lnTo>
                  <a:pt x="25" y="0"/>
                </a:lnTo>
                <a:lnTo>
                  <a:pt x="198" y="0"/>
                </a:lnTo>
                <a:cubicBezTo>
                  <a:pt x="221" y="0"/>
                  <a:pt x="247" y="0"/>
                  <a:pt x="275" y="0"/>
                </a:cubicBezTo>
                <a:cubicBezTo>
                  <a:pt x="303" y="0"/>
                  <a:pt x="321" y="0"/>
                  <a:pt x="327" y="0"/>
                </a:cubicBezTo>
                <a:cubicBezTo>
                  <a:pt x="356" y="0"/>
                  <a:pt x="372" y="1"/>
                  <a:pt x="378" y="3"/>
                </a:cubicBezTo>
                <a:cubicBezTo>
                  <a:pt x="383" y="6"/>
                  <a:pt x="386" y="12"/>
                  <a:pt x="386" y="24"/>
                </a:cubicBezTo>
                <a:cubicBezTo>
                  <a:pt x="386" y="31"/>
                  <a:pt x="386" y="35"/>
                  <a:pt x="385" y="36"/>
                </a:cubicBezTo>
                <a:cubicBezTo>
                  <a:pt x="384" y="40"/>
                  <a:pt x="344" y="92"/>
                  <a:pt x="267" y="194"/>
                </a:cubicBezTo>
                <a:cubicBezTo>
                  <a:pt x="188" y="297"/>
                  <a:pt x="148" y="350"/>
                  <a:pt x="146" y="352"/>
                </a:cubicBezTo>
                <a:lnTo>
                  <a:pt x="185" y="352"/>
                </a:lnTo>
                <a:cubicBezTo>
                  <a:pt x="198" y="352"/>
                  <a:pt x="208" y="351"/>
                  <a:pt x="213" y="351"/>
                </a:cubicBezTo>
                <a:cubicBezTo>
                  <a:pt x="217" y="351"/>
                  <a:pt x="227" y="351"/>
                  <a:pt x="240" y="350"/>
                </a:cubicBezTo>
                <a:cubicBezTo>
                  <a:pt x="252" y="348"/>
                  <a:pt x="261" y="346"/>
                  <a:pt x="265" y="343"/>
                </a:cubicBezTo>
                <a:cubicBezTo>
                  <a:pt x="269" y="340"/>
                  <a:pt x="276" y="336"/>
                  <a:pt x="286" y="331"/>
                </a:cubicBezTo>
                <a:cubicBezTo>
                  <a:pt x="295" y="327"/>
                  <a:pt x="302" y="321"/>
                  <a:pt x="306" y="313"/>
                </a:cubicBezTo>
                <a:cubicBezTo>
                  <a:pt x="309" y="304"/>
                  <a:pt x="313" y="295"/>
                  <a:pt x="318" y="285"/>
                </a:cubicBezTo>
                <a:cubicBezTo>
                  <a:pt x="323" y="276"/>
                  <a:pt x="326" y="263"/>
                  <a:pt x="328" y="248"/>
                </a:cubicBezTo>
                <a:cubicBezTo>
                  <a:pt x="331" y="231"/>
                  <a:pt x="333" y="218"/>
                  <a:pt x="333" y="206"/>
                </a:cubicBezTo>
                <a:cubicBezTo>
                  <a:pt x="333" y="205"/>
                  <a:pt x="342" y="205"/>
                  <a:pt x="361" y="205"/>
                </a:cubicBezTo>
                <a:lnTo>
                  <a:pt x="389" y="205"/>
                </a:lnTo>
                <a:lnTo>
                  <a:pt x="389" y="211"/>
                </a:lnTo>
                <a:cubicBezTo>
                  <a:pt x="388" y="212"/>
                  <a:pt x="385" y="243"/>
                  <a:pt x="380" y="304"/>
                </a:cubicBezTo>
                <a:cubicBezTo>
                  <a:pt x="376" y="365"/>
                  <a:pt x="373" y="395"/>
                  <a:pt x="372" y="397"/>
                </a:cubicBezTo>
                <a:lnTo>
                  <a:pt x="372" y="402"/>
                </a:lnTo>
                <a:lnTo>
                  <a:pt x="192" y="402"/>
                </a:lnTo>
                <a:cubicBezTo>
                  <a:pt x="72" y="402"/>
                  <a:pt x="11" y="401"/>
                  <a:pt x="10" y="400"/>
                </a:cubicBezTo>
                <a:cubicBezTo>
                  <a:pt x="3" y="397"/>
                  <a:pt x="0" y="389"/>
                  <a:pt x="0" y="377"/>
                </a:cubicBezTo>
                <a:lnTo>
                  <a:pt x="0" y="372"/>
                </a:lnTo>
                <a:cubicBezTo>
                  <a:pt x="0" y="367"/>
                  <a:pt x="2" y="362"/>
                  <a:pt x="7" y="355"/>
                </a:cubicBezTo>
                <a:cubicBezTo>
                  <a:pt x="12" y="348"/>
                  <a:pt x="25" y="329"/>
                  <a:pt x="47" y="300"/>
                </a:cubicBezTo>
                <a:cubicBezTo>
                  <a:pt x="74" y="265"/>
                  <a:pt x="98" y="233"/>
                  <a:pt x="119" y="205"/>
                </a:cubicBezTo>
                <a:lnTo>
                  <a:pt x="241" y="46"/>
                </a:lnTo>
                <a:lnTo>
                  <a:pt x="202" y="46"/>
                </a:lnTo>
                <a:cubicBezTo>
                  <a:pt x="161" y="47"/>
                  <a:pt x="134" y="51"/>
                  <a:pt x="120" y="58"/>
                </a:cubicBezTo>
                <a:cubicBezTo>
                  <a:pt x="95" y="70"/>
                  <a:pt x="80" y="93"/>
                  <a:pt x="75" y="128"/>
                </a:cubicBezTo>
                <a:cubicBezTo>
                  <a:pt x="72" y="141"/>
                  <a:pt x="70" y="156"/>
                  <a:pt x="70" y="170"/>
                </a:cubicBezTo>
                <a:cubicBezTo>
                  <a:pt x="70" y="171"/>
                  <a:pt x="61" y="172"/>
                  <a:pt x="42" y="172"/>
                </a:cubicBezTo>
                <a:lnTo>
                  <a:pt x="14" y="172"/>
                </a:lnTo>
                <a:lnTo>
                  <a:pt x="14" y="16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1300320" y="4562640"/>
            <a:ext cx="966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ノイズ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6179400" y="4714560"/>
            <a:ext cx="181440" cy="209880"/>
          </a:xfrm>
          <a:custGeom>
            <a:avLst/>
            <a:gdLst/>
            <a:ahLst/>
            <a:rect l="0" t="0" r="r" b="b"/>
            <a:pathLst>
              <a:path w="504" h="583">
                <a:moveTo>
                  <a:pt x="55" y="493"/>
                </a:moveTo>
                <a:cubicBezTo>
                  <a:pt x="55" y="498"/>
                  <a:pt x="56" y="503"/>
                  <a:pt x="58" y="508"/>
                </a:cubicBezTo>
                <a:cubicBezTo>
                  <a:pt x="60" y="514"/>
                  <a:pt x="64" y="520"/>
                  <a:pt x="72" y="526"/>
                </a:cubicBezTo>
                <a:cubicBezTo>
                  <a:pt x="79" y="532"/>
                  <a:pt x="88" y="535"/>
                  <a:pt x="100" y="536"/>
                </a:cubicBezTo>
                <a:cubicBezTo>
                  <a:pt x="109" y="535"/>
                  <a:pt x="117" y="533"/>
                  <a:pt x="126" y="530"/>
                </a:cubicBezTo>
                <a:cubicBezTo>
                  <a:pt x="134" y="527"/>
                  <a:pt x="141" y="524"/>
                  <a:pt x="147" y="519"/>
                </a:cubicBezTo>
                <a:cubicBezTo>
                  <a:pt x="153" y="515"/>
                  <a:pt x="160" y="510"/>
                  <a:pt x="166" y="504"/>
                </a:cubicBezTo>
                <a:cubicBezTo>
                  <a:pt x="172" y="498"/>
                  <a:pt x="177" y="492"/>
                  <a:pt x="181" y="487"/>
                </a:cubicBezTo>
                <a:cubicBezTo>
                  <a:pt x="184" y="481"/>
                  <a:pt x="188" y="476"/>
                  <a:pt x="192" y="470"/>
                </a:cubicBezTo>
                <a:cubicBezTo>
                  <a:pt x="195" y="464"/>
                  <a:pt x="198" y="459"/>
                  <a:pt x="200" y="454"/>
                </a:cubicBezTo>
                <a:cubicBezTo>
                  <a:pt x="202" y="450"/>
                  <a:pt x="203" y="446"/>
                  <a:pt x="205" y="442"/>
                </a:cubicBezTo>
                <a:cubicBezTo>
                  <a:pt x="207" y="437"/>
                  <a:pt x="208" y="435"/>
                  <a:pt x="208" y="434"/>
                </a:cubicBezTo>
                <a:lnTo>
                  <a:pt x="223" y="401"/>
                </a:lnTo>
                <a:lnTo>
                  <a:pt x="66" y="56"/>
                </a:lnTo>
                <a:lnTo>
                  <a:pt x="3" y="56"/>
                </a:lnTo>
                <a:lnTo>
                  <a:pt x="3" y="0"/>
                </a:lnTo>
                <a:lnTo>
                  <a:pt x="10" y="0"/>
                </a:lnTo>
                <a:cubicBezTo>
                  <a:pt x="19" y="2"/>
                  <a:pt x="53" y="3"/>
                  <a:pt x="111" y="3"/>
                </a:cubicBezTo>
                <a:cubicBezTo>
                  <a:pt x="176" y="3"/>
                  <a:pt x="213" y="2"/>
                  <a:pt x="224" y="0"/>
                </a:cubicBezTo>
                <a:lnTo>
                  <a:pt x="232" y="0"/>
                </a:lnTo>
                <a:lnTo>
                  <a:pt x="232" y="56"/>
                </a:lnTo>
                <a:lnTo>
                  <a:pt x="211" y="56"/>
                </a:lnTo>
                <a:cubicBezTo>
                  <a:pt x="197" y="56"/>
                  <a:pt x="190" y="57"/>
                  <a:pt x="190" y="58"/>
                </a:cubicBezTo>
                <a:lnTo>
                  <a:pt x="285" y="265"/>
                </a:lnTo>
                <a:lnTo>
                  <a:pt x="379" y="56"/>
                </a:lnTo>
                <a:lnTo>
                  <a:pt x="336" y="56"/>
                </a:lnTo>
                <a:lnTo>
                  <a:pt x="336" y="0"/>
                </a:lnTo>
                <a:lnTo>
                  <a:pt x="342" y="0"/>
                </a:lnTo>
                <a:cubicBezTo>
                  <a:pt x="350" y="2"/>
                  <a:pt x="378" y="3"/>
                  <a:pt x="427" y="3"/>
                </a:cubicBezTo>
                <a:cubicBezTo>
                  <a:pt x="471" y="3"/>
                  <a:pt x="495" y="2"/>
                  <a:pt x="498" y="0"/>
                </a:cubicBezTo>
                <a:lnTo>
                  <a:pt x="504" y="0"/>
                </a:lnTo>
                <a:lnTo>
                  <a:pt x="504" y="56"/>
                </a:lnTo>
                <a:lnTo>
                  <a:pt x="441" y="56"/>
                </a:lnTo>
                <a:lnTo>
                  <a:pt x="347" y="264"/>
                </a:lnTo>
                <a:cubicBezTo>
                  <a:pt x="282" y="406"/>
                  <a:pt x="249" y="478"/>
                  <a:pt x="249" y="480"/>
                </a:cubicBezTo>
                <a:cubicBezTo>
                  <a:pt x="232" y="511"/>
                  <a:pt x="210" y="536"/>
                  <a:pt x="184" y="554"/>
                </a:cubicBezTo>
                <a:cubicBezTo>
                  <a:pt x="157" y="573"/>
                  <a:pt x="128" y="582"/>
                  <a:pt x="98" y="583"/>
                </a:cubicBezTo>
                <a:cubicBezTo>
                  <a:pt x="70" y="583"/>
                  <a:pt x="47" y="574"/>
                  <a:pt x="28" y="556"/>
                </a:cubicBezTo>
                <a:cubicBezTo>
                  <a:pt x="10" y="539"/>
                  <a:pt x="0" y="518"/>
                  <a:pt x="0" y="491"/>
                </a:cubicBezTo>
                <a:cubicBezTo>
                  <a:pt x="0" y="470"/>
                  <a:pt x="7" y="455"/>
                  <a:pt x="19" y="446"/>
                </a:cubicBezTo>
                <a:cubicBezTo>
                  <a:pt x="32" y="438"/>
                  <a:pt x="45" y="433"/>
                  <a:pt x="58" y="433"/>
                </a:cubicBezTo>
                <a:cubicBezTo>
                  <a:pt x="72" y="433"/>
                  <a:pt x="85" y="437"/>
                  <a:pt x="97" y="446"/>
                </a:cubicBezTo>
                <a:cubicBezTo>
                  <a:pt x="108" y="455"/>
                  <a:pt x="115" y="468"/>
                  <a:pt x="117" y="484"/>
                </a:cubicBezTo>
                <a:lnTo>
                  <a:pt x="117" y="491"/>
                </a:lnTo>
                <a:lnTo>
                  <a:pt x="55" y="491"/>
                </a:lnTo>
                <a:lnTo>
                  <a:pt x="55" y="49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2374200" y="4562640"/>
            <a:ext cx="39150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とクラスラベルの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1-of-K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符号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1028520" y="5190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5"/>
                  <a:pt x="235" y="261"/>
                  <a:pt x="227" y="267"/>
                </a:cubicBezTo>
                <a:cubicBezTo>
                  <a:pt x="219" y="272"/>
                  <a:pt x="211" y="278"/>
                  <a:pt x="202" y="281"/>
                </a:cubicBezTo>
                <a:cubicBezTo>
                  <a:pt x="192" y="285"/>
                  <a:pt x="183" y="288"/>
                  <a:pt x="174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2"/>
                  <a:pt x="65" y="267"/>
                </a:cubicBezTo>
                <a:cubicBezTo>
                  <a:pt x="57" y="261"/>
                  <a:pt x="49" y="255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5"/>
                  <a:pt x="192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6368400" y="4562640"/>
            <a:ext cx="966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を入力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2216520" y="5200560"/>
            <a:ext cx="183960" cy="144360"/>
          </a:xfrm>
          <a:custGeom>
            <a:avLst/>
            <a:gdLst/>
            <a:ahLst/>
            <a:rect l="0" t="0" r="r" b="b"/>
            <a:pathLst>
              <a:path w="511" h="401">
                <a:moveTo>
                  <a:pt x="186" y="401"/>
                </a:moveTo>
                <a:cubicBezTo>
                  <a:pt x="177" y="400"/>
                  <a:pt x="145" y="399"/>
                  <a:pt x="90" y="399"/>
                </a:cubicBezTo>
                <a:cubicBezTo>
                  <a:pt x="41" y="399"/>
                  <a:pt x="13" y="400"/>
                  <a:pt x="6" y="401"/>
                </a:cubicBezTo>
                <a:lnTo>
                  <a:pt x="0" y="401"/>
                </a:lnTo>
                <a:lnTo>
                  <a:pt x="0" y="345"/>
                </a:lnTo>
                <a:lnTo>
                  <a:pt x="86" y="345"/>
                </a:lnTo>
                <a:lnTo>
                  <a:pt x="202" y="209"/>
                </a:lnTo>
                <a:lnTo>
                  <a:pt x="79" y="56"/>
                </a:lnTo>
                <a:lnTo>
                  <a:pt x="4" y="56"/>
                </a:lnTo>
                <a:lnTo>
                  <a:pt x="4" y="0"/>
                </a:lnTo>
                <a:lnTo>
                  <a:pt x="12" y="0"/>
                </a:lnTo>
                <a:cubicBezTo>
                  <a:pt x="21" y="2"/>
                  <a:pt x="53" y="2"/>
                  <a:pt x="110" y="2"/>
                </a:cubicBezTo>
                <a:cubicBezTo>
                  <a:pt x="172" y="2"/>
                  <a:pt x="210" y="2"/>
                  <a:pt x="221" y="0"/>
                </a:cubicBezTo>
                <a:lnTo>
                  <a:pt x="229" y="0"/>
                </a:lnTo>
                <a:lnTo>
                  <a:pt x="229" y="56"/>
                </a:lnTo>
                <a:lnTo>
                  <a:pt x="203" y="56"/>
                </a:lnTo>
                <a:lnTo>
                  <a:pt x="235" y="94"/>
                </a:lnTo>
                <a:cubicBezTo>
                  <a:pt x="256" y="120"/>
                  <a:pt x="266" y="132"/>
                  <a:pt x="267" y="132"/>
                </a:cubicBezTo>
                <a:cubicBezTo>
                  <a:pt x="269" y="132"/>
                  <a:pt x="281" y="119"/>
                  <a:pt x="301" y="93"/>
                </a:cubicBezTo>
                <a:lnTo>
                  <a:pt x="333" y="56"/>
                </a:lnTo>
                <a:lnTo>
                  <a:pt x="299" y="56"/>
                </a:lnTo>
                <a:lnTo>
                  <a:pt x="299" y="0"/>
                </a:lnTo>
                <a:lnTo>
                  <a:pt x="307" y="0"/>
                </a:lnTo>
                <a:cubicBezTo>
                  <a:pt x="316" y="2"/>
                  <a:pt x="348" y="2"/>
                  <a:pt x="402" y="2"/>
                </a:cubicBezTo>
                <a:cubicBezTo>
                  <a:pt x="451" y="2"/>
                  <a:pt x="479" y="2"/>
                  <a:pt x="486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2" y="179"/>
                </a:lnTo>
                <a:lnTo>
                  <a:pt x="437" y="345"/>
                </a:lnTo>
                <a:lnTo>
                  <a:pt x="474" y="345"/>
                </a:lnTo>
                <a:lnTo>
                  <a:pt x="511" y="345"/>
                </a:lnTo>
                <a:lnTo>
                  <a:pt x="511" y="401"/>
                </a:lnTo>
                <a:lnTo>
                  <a:pt x="503" y="401"/>
                </a:lnTo>
                <a:cubicBezTo>
                  <a:pt x="494" y="400"/>
                  <a:pt x="462" y="399"/>
                  <a:pt x="405" y="399"/>
                </a:cubicBezTo>
                <a:cubicBezTo>
                  <a:pt x="342" y="399"/>
                  <a:pt x="306" y="400"/>
                  <a:pt x="295" y="401"/>
                </a:cubicBezTo>
                <a:lnTo>
                  <a:pt x="287" y="401"/>
                </a:lnTo>
                <a:lnTo>
                  <a:pt x="287" y="345"/>
                </a:lnTo>
                <a:lnTo>
                  <a:pt x="312" y="345"/>
                </a:lnTo>
                <a:cubicBezTo>
                  <a:pt x="312" y="345"/>
                  <a:pt x="300" y="330"/>
                  <a:pt x="276" y="300"/>
                </a:cubicBezTo>
                <a:cubicBezTo>
                  <a:pt x="252" y="271"/>
                  <a:pt x="240" y="255"/>
                  <a:pt x="239" y="254"/>
                </a:cubicBezTo>
                <a:lnTo>
                  <a:pt x="160" y="345"/>
                </a:lnTo>
                <a:lnTo>
                  <a:pt x="177" y="345"/>
                </a:lnTo>
                <a:lnTo>
                  <a:pt x="193" y="345"/>
                </a:lnTo>
                <a:lnTo>
                  <a:pt x="193" y="401"/>
                </a:lnTo>
                <a:lnTo>
                  <a:pt x="186" y="4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1300320" y="5048280"/>
            <a:ext cx="966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出力：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747720" y="1718640"/>
            <a:ext cx="57996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28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学習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2556000" y="2824200"/>
            <a:ext cx="203040" cy="236520"/>
          </a:xfrm>
          <a:custGeom>
            <a:avLst/>
            <a:gdLst/>
            <a:ahLst/>
            <a:rect l="0" t="0" r="r" b="b"/>
            <a:pathLst>
              <a:path w="564" h="657">
                <a:moveTo>
                  <a:pt x="27" y="657"/>
                </a:moveTo>
                <a:cubicBezTo>
                  <a:pt x="27" y="657"/>
                  <a:pt x="23" y="657"/>
                  <a:pt x="14" y="657"/>
                </a:cubicBezTo>
                <a:cubicBezTo>
                  <a:pt x="5" y="657"/>
                  <a:pt x="0" y="654"/>
                  <a:pt x="0" y="648"/>
                </a:cubicBezTo>
                <a:cubicBezTo>
                  <a:pt x="0" y="642"/>
                  <a:pt x="7" y="631"/>
                  <a:pt x="22" y="616"/>
                </a:cubicBezTo>
                <a:cubicBezTo>
                  <a:pt x="36" y="601"/>
                  <a:pt x="44" y="592"/>
                  <a:pt x="46" y="588"/>
                </a:cubicBezTo>
                <a:cubicBezTo>
                  <a:pt x="64" y="563"/>
                  <a:pt x="81" y="528"/>
                  <a:pt x="96" y="482"/>
                </a:cubicBezTo>
                <a:cubicBezTo>
                  <a:pt x="111" y="437"/>
                  <a:pt x="123" y="392"/>
                  <a:pt x="134" y="348"/>
                </a:cubicBezTo>
                <a:cubicBezTo>
                  <a:pt x="144" y="304"/>
                  <a:pt x="160" y="258"/>
                  <a:pt x="182" y="210"/>
                </a:cubicBezTo>
                <a:cubicBezTo>
                  <a:pt x="205" y="161"/>
                  <a:pt x="231" y="120"/>
                  <a:pt x="263" y="87"/>
                </a:cubicBezTo>
                <a:cubicBezTo>
                  <a:pt x="287" y="63"/>
                  <a:pt x="316" y="42"/>
                  <a:pt x="349" y="26"/>
                </a:cubicBezTo>
                <a:cubicBezTo>
                  <a:pt x="382" y="9"/>
                  <a:pt x="416" y="0"/>
                  <a:pt x="450" y="0"/>
                </a:cubicBezTo>
                <a:cubicBezTo>
                  <a:pt x="467" y="0"/>
                  <a:pt x="481" y="3"/>
                  <a:pt x="493" y="8"/>
                </a:cubicBezTo>
                <a:cubicBezTo>
                  <a:pt x="505" y="14"/>
                  <a:pt x="513" y="21"/>
                  <a:pt x="517" y="31"/>
                </a:cubicBezTo>
                <a:cubicBezTo>
                  <a:pt x="521" y="41"/>
                  <a:pt x="525" y="48"/>
                  <a:pt x="527" y="54"/>
                </a:cubicBezTo>
                <a:cubicBezTo>
                  <a:pt x="530" y="60"/>
                  <a:pt x="530" y="67"/>
                  <a:pt x="530" y="74"/>
                </a:cubicBezTo>
                <a:lnTo>
                  <a:pt x="530" y="85"/>
                </a:lnTo>
                <a:cubicBezTo>
                  <a:pt x="530" y="103"/>
                  <a:pt x="529" y="115"/>
                  <a:pt x="527" y="121"/>
                </a:cubicBezTo>
                <a:cubicBezTo>
                  <a:pt x="525" y="128"/>
                  <a:pt x="520" y="135"/>
                  <a:pt x="512" y="142"/>
                </a:cubicBezTo>
                <a:cubicBezTo>
                  <a:pt x="502" y="152"/>
                  <a:pt x="489" y="161"/>
                  <a:pt x="475" y="167"/>
                </a:cubicBezTo>
                <a:cubicBezTo>
                  <a:pt x="461" y="174"/>
                  <a:pt x="449" y="177"/>
                  <a:pt x="439" y="177"/>
                </a:cubicBezTo>
                <a:cubicBezTo>
                  <a:pt x="430" y="177"/>
                  <a:pt x="425" y="174"/>
                  <a:pt x="425" y="167"/>
                </a:cubicBezTo>
                <a:cubicBezTo>
                  <a:pt x="425" y="165"/>
                  <a:pt x="426" y="161"/>
                  <a:pt x="427" y="153"/>
                </a:cubicBezTo>
                <a:cubicBezTo>
                  <a:pt x="428" y="145"/>
                  <a:pt x="429" y="138"/>
                  <a:pt x="429" y="131"/>
                </a:cubicBezTo>
                <a:cubicBezTo>
                  <a:pt x="429" y="113"/>
                  <a:pt x="425" y="98"/>
                  <a:pt x="417" y="86"/>
                </a:cubicBezTo>
                <a:cubicBezTo>
                  <a:pt x="409" y="74"/>
                  <a:pt x="397" y="68"/>
                  <a:pt x="379" y="68"/>
                </a:cubicBezTo>
                <a:cubicBezTo>
                  <a:pt x="362" y="68"/>
                  <a:pt x="349" y="72"/>
                  <a:pt x="341" y="80"/>
                </a:cubicBezTo>
                <a:cubicBezTo>
                  <a:pt x="315" y="103"/>
                  <a:pt x="292" y="141"/>
                  <a:pt x="272" y="193"/>
                </a:cubicBezTo>
                <a:cubicBezTo>
                  <a:pt x="251" y="244"/>
                  <a:pt x="233" y="302"/>
                  <a:pt x="216" y="366"/>
                </a:cubicBezTo>
                <a:cubicBezTo>
                  <a:pt x="199" y="429"/>
                  <a:pt x="187" y="469"/>
                  <a:pt x="181" y="484"/>
                </a:cubicBezTo>
                <a:cubicBezTo>
                  <a:pt x="168" y="512"/>
                  <a:pt x="159" y="530"/>
                  <a:pt x="155" y="537"/>
                </a:cubicBezTo>
                <a:lnTo>
                  <a:pt x="150" y="545"/>
                </a:lnTo>
                <a:lnTo>
                  <a:pt x="173" y="546"/>
                </a:lnTo>
                <a:cubicBezTo>
                  <a:pt x="208" y="546"/>
                  <a:pt x="251" y="552"/>
                  <a:pt x="304" y="566"/>
                </a:cubicBezTo>
                <a:cubicBezTo>
                  <a:pt x="357" y="580"/>
                  <a:pt x="399" y="588"/>
                  <a:pt x="431" y="591"/>
                </a:cubicBezTo>
                <a:lnTo>
                  <a:pt x="443" y="591"/>
                </a:lnTo>
                <a:cubicBezTo>
                  <a:pt x="450" y="583"/>
                  <a:pt x="457" y="573"/>
                  <a:pt x="462" y="559"/>
                </a:cubicBezTo>
                <a:cubicBezTo>
                  <a:pt x="468" y="545"/>
                  <a:pt x="478" y="533"/>
                  <a:pt x="494" y="522"/>
                </a:cubicBezTo>
                <a:cubicBezTo>
                  <a:pt x="517" y="508"/>
                  <a:pt x="536" y="500"/>
                  <a:pt x="551" y="500"/>
                </a:cubicBezTo>
                <a:cubicBezTo>
                  <a:pt x="560" y="500"/>
                  <a:pt x="564" y="503"/>
                  <a:pt x="564" y="509"/>
                </a:cubicBezTo>
                <a:cubicBezTo>
                  <a:pt x="564" y="534"/>
                  <a:pt x="544" y="565"/>
                  <a:pt x="503" y="601"/>
                </a:cubicBezTo>
                <a:cubicBezTo>
                  <a:pt x="461" y="638"/>
                  <a:pt x="414" y="657"/>
                  <a:pt x="362" y="657"/>
                </a:cubicBezTo>
                <a:cubicBezTo>
                  <a:pt x="331" y="657"/>
                  <a:pt x="287" y="651"/>
                  <a:pt x="232" y="637"/>
                </a:cubicBezTo>
                <a:cubicBezTo>
                  <a:pt x="177" y="623"/>
                  <a:pt x="137" y="615"/>
                  <a:pt x="112" y="612"/>
                </a:cubicBezTo>
                <a:lnTo>
                  <a:pt x="98" y="611"/>
                </a:lnTo>
                <a:lnTo>
                  <a:pt x="89" y="620"/>
                </a:lnTo>
                <a:cubicBezTo>
                  <a:pt x="77" y="632"/>
                  <a:pt x="64" y="641"/>
                  <a:pt x="50" y="648"/>
                </a:cubicBezTo>
                <a:lnTo>
                  <a:pt x="27" y="65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2792520" y="3000600"/>
            <a:ext cx="84600" cy="104040"/>
          </a:xfrm>
          <a:custGeom>
            <a:avLst/>
            <a:gdLst/>
            <a:ahLst/>
            <a:rect l="0" t="0" r="r" b="b"/>
            <a:pathLst>
              <a:path w="235" h="289">
                <a:moveTo>
                  <a:pt x="51" y="98"/>
                </a:moveTo>
                <a:cubicBezTo>
                  <a:pt x="51" y="84"/>
                  <a:pt x="55" y="70"/>
                  <a:pt x="61" y="56"/>
                </a:cubicBezTo>
                <a:cubicBezTo>
                  <a:pt x="68" y="42"/>
                  <a:pt x="80" y="29"/>
                  <a:pt x="97" y="17"/>
                </a:cubicBezTo>
                <a:cubicBezTo>
                  <a:pt x="114" y="5"/>
                  <a:pt x="135" y="0"/>
                  <a:pt x="159" y="0"/>
                </a:cubicBezTo>
                <a:cubicBezTo>
                  <a:pt x="185" y="0"/>
                  <a:pt x="205" y="6"/>
                  <a:pt x="217" y="17"/>
                </a:cubicBezTo>
                <a:cubicBezTo>
                  <a:pt x="228" y="29"/>
                  <a:pt x="235" y="41"/>
                  <a:pt x="235" y="55"/>
                </a:cubicBezTo>
                <a:cubicBezTo>
                  <a:pt x="235" y="69"/>
                  <a:pt x="231" y="79"/>
                  <a:pt x="224" y="85"/>
                </a:cubicBezTo>
                <a:cubicBezTo>
                  <a:pt x="217" y="92"/>
                  <a:pt x="209" y="95"/>
                  <a:pt x="200" y="96"/>
                </a:cubicBezTo>
                <a:cubicBezTo>
                  <a:pt x="194" y="96"/>
                  <a:pt x="189" y="94"/>
                  <a:pt x="185" y="91"/>
                </a:cubicBezTo>
                <a:cubicBezTo>
                  <a:pt x="180" y="87"/>
                  <a:pt x="177" y="82"/>
                  <a:pt x="177" y="74"/>
                </a:cubicBezTo>
                <a:cubicBezTo>
                  <a:pt x="177" y="67"/>
                  <a:pt x="179" y="61"/>
                  <a:pt x="183" y="56"/>
                </a:cubicBezTo>
                <a:cubicBezTo>
                  <a:pt x="187" y="51"/>
                  <a:pt x="190" y="47"/>
                  <a:pt x="194" y="45"/>
                </a:cubicBezTo>
                <a:cubicBezTo>
                  <a:pt x="197" y="42"/>
                  <a:pt x="200" y="41"/>
                  <a:pt x="202" y="41"/>
                </a:cubicBezTo>
                <a:lnTo>
                  <a:pt x="202" y="40"/>
                </a:lnTo>
                <a:cubicBezTo>
                  <a:pt x="202" y="39"/>
                  <a:pt x="201" y="37"/>
                  <a:pt x="198" y="34"/>
                </a:cubicBezTo>
                <a:cubicBezTo>
                  <a:pt x="195" y="32"/>
                  <a:pt x="190" y="30"/>
                  <a:pt x="182" y="27"/>
                </a:cubicBezTo>
                <a:cubicBezTo>
                  <a:pt x="174" y="25"/>
                  <a:pt x="166" y="24"/>
                  <a:pt x="157" y="24"/>
                </a:cubicBezTo>
                <a:cubicBezTo>
                  <a:pt x="137" y="24"/>
                  <a:pt x="122" y="29"/>
                  <a:pt x="112" y="40"/>
                </a:cubicBezTo>
                <a:cubicBezTo>
                  <a:pt x="103" y="51"/>
                  <a:pt x="98" y="62"/>
                  <a:pt x="98" y="74"/>
                </a:cubicBezTo>
                <a:cubicBezTo>
                  <a:pt x="98" y="85"/>
                  <a:pt x="102" y="92"/>
                  <a:pt x="110" y="96"/>
                </a:cubicBezTo>
                <a:cubicBezTo>
                  <a:pt x="118" y="101"/>
                  <a:pt x="130" y="104"/>
                  <a:pt x="145" y="107"/>
                </a:cubicBezTo>
                <a:cubicBezTo>
                  <a:pt x="160" y="110"/>
                  <a:pt x="171" y="113"/>
                  <a:pt x="178" y="117"/>
                </a:cubicBezTo>
                <a:cubicBezTo>
                  <a:pt x="206" y="129"/>
                  <a:pt x="220" y="149"/>
                  <a:pt x="220" y="179"/>
                </a:cubicBezTo>
                <a:cubicBezTo>
                  <a:pt x="220" y="191"/>
                  <a:pt x="218" y="203"/>
                  <a:pt x="213" y="215"/>
                </a:cubicBezTo>
                <a:cubicBezTo>
                  <a:pt x="209" y="227"/>
                  <a:pt x="202" y="239"/>
                  <a:pt x="192" y="250"/>
                </a:cubicBezTo>
                <a:cubicBezTo>
                  <a:pt x="183" y="262"/>
                  <a:pt x="169" y="272"/>
                  <a:pt x="152" y="279"/>
                </a:cubicBezTo>
                <a:cubicBezTo>
                  <a:pt x="135" y="285"/>
                  <a:pt x="115" y="289"/>
                  <a:pt x="92" y="289"/>
                </a:cubicBezTo>
                <a:cubicBezTo>
                  <a:pt x="59" y="289"/>
                  <a:pt x="35" y="283"/>
                  <a:pt x="22" y="271"/>
                </a:cubicBezTo>
                <a:cubicBezTo>
                  <a:pt x="8" y="259"/>
                  <a:pt x="1" y="244"/>
                  <a:pt x="0" y="227"/>
                </a:cubicBezTo>
                <a:cubicBezTo>
                  <a:pt x="0" y="211"/>
                  <a:pt x="5" y="199"/>
                  <a:pt x="14" y="192"/>
                </a:cubicBezTo>
                <a:cubicBezTo>
                  <a:pt x="23" y="185"/>
                  <a:pt x="32" y="181"/>
                  <a:pt x="42" y="181"/>
                </a:cubicBezTo>
                <a:cubicBezTo>
                  <a:pt x="48" y="181"/>
                  <a:pt x="55" y="183"/>
                  <a:pt x="61" y="187"/>
                </a:cubicBezTo>
                <a:cubicBezTo>
                  <a:pt x="66" y="190"/>
                  <a:pt x="69" y="197"/>
                  <a:pt x="70" y="206"/>
                </a:cubicBezTo>
                <a:cubicBezTo>
                  <a:pt x="70" y="217"/>
                  <a:pt x="66" y="227"/>
                  <a:pt x="58" y="234"/>
                </a:cubicBezTo>
                <a:cubicBezTo>
                  <a:pt x="51" y="242"/>
                  <a:pt x="43" y="246"/>
                  <a:pt x="37" y="246"/>
                </a:cubicBezTo>
                <a:lnTo>
                  <a:pt x="36" y="247"/>
                </a:lnTo>
                <a:cubicBezTo>
                  <a:pt x="35" y="247"/>
                  <a:pt x="35" y="247"/>
                  <a:pt x="35" y="248"/>
                </a:cubicBezTo>
                <a:cubicBezTo>
                  <a:pt x="35" y="249"/>
                  <a:pt x="37" y="251"/>
                  <a:pt x="40" y="253"/>
                </a:cubicBezTo>
                <a:cubicBezTo>
                  <a:pt x="43" y="255"/>
                  <a:pt x="51" y="258"/>
                  <a:pt x="61" y="261"/>
                </a:cubicBezTo>
                <a:cubicBezTo>
                  <a:pt x="71" y="265"/>
                  <a:pt x="83" y="266"/>
                  <a:pt x="96" y="266"/>
                </a:cubicBezTo>
                <a:cubicBezTo>
                  <a:pt x="111" y="266"/>
                  <a:pt x="124" y="263"/>
                  <a:pt x="135" y="259"/>
                </a:cubicBezTo>
                <a:cubicBezTo>
                  <a:pt x="147" y="254"/>
                  <a:pt x="155" y="248"/>
                  <a:pt x="160" y="241"/>
                </a:cubicBezTo>
                <a:cubicBezTo>
                  <a:pt x="165" y="234"/>
                  <a:pt x="168" y="227"/>
                  <a:pt x="171" y="221"/>
                </a:cubicBezTo>
                <a:cubicBezTo>
                  <a:pt x="173" y="215"/>
                  <a:pt x="174" y="210"/>
                  <a:pt x="174" y="205"/>
                </a:cubicBezTo>
                <a:cubicBezTo>
                  <a:pt x="174" y="193"/>
                  <a:pt x="169" y="184"/>
                  <a:pt x="160" y="178"/>
                </a:cubicBezTo>
                <a:cubicBezTo>
                  <a:pt x="151" y="172"/>
                  <a:pt x="141" y="169"/>
                  <a:pt x="130" y="167"/>
                </a:cubicBezTo>
                <a:cubicBezTo>
                  <a:pt x="118" y="166"/>
                  <a:pt x="106" y="163"/>
                  <a:pt x="92" y="157"/>
                </a:cubicBezTo>
                <a:cubicBezTo>
                  <a:pt x="78" y="152"/>
                  <a:pt x="68" y="144"/>
                  <a:pt x="62" y="135"/>
                </a:cubicBezTo>
                <a:cubicBezTo>
                  <a:pt x="55" y="124"/>
                  <a:pt x="51" y="112"/>
                  <a:pt x="51" y="9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3012840" y="2934000"/>
            <a:ext cx="216720" cy="76680"/>
          </a:xfrm>
          <a:custGeom>
            <a:avLst/>
            <a:gdLst/>
            <a:ahLst/>
            <a:rect l="0" t="0" r="r" b="b"/>
            <a:pathLst>
              <a:path w="602" h="213">
                <a:moveTo>
                  <a:pt x="0" y="18"/>
                </a:moveTo>
                <a:cubicBezTo>
                  <a:pt x="0" y="11"/>
                  <a:pt x="5" y="5"/>
                  <a:pt x="13" y="0"/>
                </a:cubicBezTo>
                <a:lnTo>
                  <a:pt x="589" y="0"/>
                </a:lnTo>
                <a:cubicBezTo>
                  <a:pt x="598" y="5"/>
                  <a:pt x="602" y="11"/>
                  <a:pt x="602" y="18"/>
                </a:cubicBezTo>
                <a:cubicBezTo>
                  <a:pt x="602" y="25"/>
                  <a:pt x="598" y="31"/>
                  <a:pt x="590" y="36"/>
                </a:cubicBezTo>
                <a:lnTo>
                  <a:pt x="302" y="36"/>
                </a:lnTo>
                <a:lnTo>
                  <a:pt x="15" y="36"/>
                </a:lnTo>
                <a:cubicBezTo>
                  <a:pt x="5" y="33"/>
                  <a:pt x="0" y="27"/>
                  <a:pt x="0" y="18"/>
                </a:cubicBezTo>
                <a:moveTo>
                  <a:pt x="0" y="195"/>
                </a:moveTo>
                <a:cubicBezTo>
                  <a:pt x="0" y="184"/>
                  <a:pt x="5" y="178"/>
                  <a:pt x="15" y="175"/>
                </a:cubicBezTo>
                <a:lnTo>
                  <a:pt x="590" y="175"/>
                </a:lnTo>
                <a:cubicBezTo>
                  <a:pt x="598" y="181"/>
                  <a:pt x="602" y="188"/>
                  <a:pt x="602" y="195"/>
                </a:cubicBezTo>
                <a:cubicBezTo>
                  <a:pt x="602" y="202"/>
                  <a:pt x="598" y="208"/>
                  <a:pt x="589" y="213"/>
                </a:cubicBezTo>
                <a:lnTo>
                  <a:pt x="13" y="213"/>
                </a:lnTo>
                <a:cubicBezTo>
                  <a:pt x="5" y="208"/>
                  <a:pt x="0" y="202"/>
                  <a:pt x="0" y="19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3341520" y="2831400"/>
            <a:ext cx="204480" cy="222840"/>
          </a:xfrm>
          <a:custGeom>
            <a:avLst/>
            <a:gdLst/>
            <a:ahLst/>
            <a:rect l="0" t="0" r="r" b="b"/>
            <a:pathLst>
              <a:path w="568" h="619">
                <a:moveTo>
                  <a:pt x="0" y="16"/>
                </a:moveTo>
                <a:cubicBezTo>
                  <a:pt x="0" y="10"/>
                  <a:pt x="4" y="5"/>
                  <a:pt x="11" y="0"/>
                </a:cubicBezTo>
                <a:lnTo>
                  <a:pt x="516" y="0"/>
                </a:lnTo>
                <a:cubicBezTo>
                  <a:pt x="521" y="2"/>
                  <a:pt x="524" y="5"/>
                  <a:pt x="526" y="10"/>
                </a:cubicBezTo>
                <a:lnTo>
                  <a:pt x="526" y="86"/>
                </a:lnTo>
                <a:cubicBezTo>
                  <a:pt x="526" y="130"/>
                  <a:pt x="525" y="156"/>
                  <a:pt x="524" y="164"/>
                </a:cubicBezTo>
                <a:cubicBezTo>
                  <a:pt x="523" y="171"/>
                  <a:pt x="518" y="174"/>
                  <a:pt x="510" y="174"/>
                </a:cubicBezTo>
                <a:cubicBezTo>
                  <a:pt x="505" y="174"/>
                  <a:pt x="501" y="173"/>
                  <a:pt x="499" y="170"/>
                </a:cubicBezTo>
                <a:cubicBezTo>
                  <a:pt x="496" y="167"/>
                  <a:pt x="494" y="160"/>
                  <a:pt x="492" y="150"/>
                </a:cubicBezTo>
                <a:cubicBezTo>
                  <a:pt x="490" y="127"/>
                  <a:pt x="478" y="105"/>
                  <a:pt x="457" y="84"/>
                </a:cubicBezTo>
                <a:cubicBezTo>
                  <a:pt x="439" y="64"/>
                  <a:pt x="417" y="51"/>
                  <a:pt x="392" y="44"/>
                </a:cubicBezTo>
                <a:cubicBezTo>
                  <a:pt x="368" y="38"/>
                  <a:pt x="336" y="34"/>
                  <a:pt x="298" y="32"/>
                </a:cubicBezTo>
                <a:lnTo>
                  <a:pt x="245" y="32"/>
                </a:lnTo>
                <a:cubicBezTo>
                  <a:pt x="236" y="39"/>
                  <a:pt x="230" y="47"/>
                  <a:pt x="229" y="57"/>
                </a:cubicBezTo>
                <a:cubicBezTo>
                  <a:pt x="228" y="67"/>
                  <a:pt x="227" y="105"/>
                  <a:pt x="225" y="173"/>
                </a:cubicBezTo>
                <a:lnTo>
                  <a:pt x="225" y="283"/>
                </a:lnTo>
                <a:lnTo>
                  <a:pt x="241" y="283"/>
                </a:lnTo>
                <a:cubicBezTo>
                  <a:pt x="272" y="280"/>
                  <a:pt x="296" y="273"/>
                  <a:pt x="314" y="264"/>
                </a:cubicBezTo>
                <a:cubicBezTo>
                  <a:pt x="331" y="254"/>
                  <a:pt x="345" y="240"/>
                  <a:pt x="355" y="220"/>
                </a:cubicBezTo>
                <a:cubicBezTo>
                  <a:pt x="365" y="196"/>
                  <a:pt x="370" y="176"/>
                  <a:pt x="370" y="160"/>
                </a:cubicBezTo>
                <a:cubicBezTo>
                  <a:pt x="370" y="146"/>
                  <a:pt x="375" y="139"/>
                  <a:pt x="384" y="139"/>
                </a:cubicBezTo>
                <a:cubicBezTo>
                  <a:pt x="390" y="139"/>
                  <a:pt x="394" y="142"/>
                  <a:pt x="398" y="146"/>
                </a:cubicBezTo>
                <a:cubicBezTo>
                  <a:pt x="400" y="149"/>
                  <a:pt x="401" y="197"/>
                  <a:pt x="401" y="291"/>
                </a:cubicBezTo>
                <a:cubicBezTo>
                  <a:pt x="401" y="308"/>
                  <a:pt x="401" y="327"/>
                  <a:pt x="401" y="348"/>
                </a:cubicBezTo>
                <a:cubicBezTo>
                  <a:pt x="401" y="369"/>
                  <a:pt x="402" y="382"/>
                  <a:pt x="402" y="388"/>
                </a:cubicBezTo>
                <a:cubicBezTo>
                  <a:pt x="402" y="410"/>
                  <a:pt x="401" y="424"/>
                  <a:pt x="399" y="430"/>
                </a:cubicBezTo>
                <a:cubicBezTo>
                  <a:pt x="398" y="436"/>
                  <a:pt x="393" y="439"/>
                  <a:pt x="385" y="439"/>
                </a:cubicBezTo>
                <a:cubicBezTo>
                  <a:pt x="375" y="439"/>
                  <a:pt x="370" y="433"/>
                  <a:pt x="370" y="421"/>
                </a:cubicBezTo>
                <a:cubicBezTo>
                  <a:pt x="370" y="407"/>
                  <a:pt x="366" y="391"/>
                  <a:pt x="357" y="373"/>
                </a:cubicBezTo>
                <a:cubicBezTo>
                  <a:pt x="340" y="338"/>
                  <a:pt x="303" y="318"/>
                  <a:pt x="247" y="314"/>
                </a:cubicBezTo>
                <a:lnTo>
                  <a:pt x="225" y="314"/>
                </a:lnTo>
                <a:lnTo>
                  <a:pt x="225" y="435"/>
                </a:lnTo>
                <a:cubicBezTo>
                  <a:pt x="226" y="451"/>
                  <a:pt x="226" y="473"/>
                  <a:pt x="226" y="497"/>
                </a:cubicBezTo>
                <a:cubicBezTo>
                  <a:pt x="227" y="533"/>
                  <a:pt x="228" y="555"/>
                  <a:pt x="229" y="563"/>
                </a:cubicBezTo>
                <a:cubicBezTo>
                  <a:pt x="230" y="570"/>
                  <a:pt x="234" y="577"/>
                  <a:pt x="242" y="583"/>
                </a:cubicBezTo>
                <a:cubicBezTo>
                  <a:pt x="243" y="585"/>
                  <a:pt x="245" y="585"/>
                  <a:pt x="245" y="586"/>
                </a:cubicBezTo>
                <a:lnTo>
                  <a:pt x="289" y="586"/>
                </a:lnTo>
                <a:cubicBezTo>
                  <a:pt x="331" y="586"/>
                  <a:pt x="366" y="581"/>
                  <a:pt x="396" y="572"/>
                </a:cubicBezTo>
                <a:cubicBezTo>
                  <a:pt x="469" y="547"/>
                  <a:pt x="515" y="508"/>
                  <a:pt x="534" y="455"/>
                </a:cubicBezTo>
                <a:cubicBezTo>
                  <a:pt x="536" y="441"/>
                  <a:pt x="542" y="433"/>
                  <a:pt x="552" y="433"/>
                </a:cubicBezTo>
                <a:cubicBezTo>
                  <a:pt x="556" y="433"/>
                  <a:pt x="560" y="435"/>
                  <a:pt x="563" y="439"/>
                </a:cubicBezTo>
                <a:cubicBezTo>
                  <a:pt x="566" y="442"/>
                  <a:pt x="568" y="447"/>
                  <a:pt x="568" y="451"/>
                </a:cubicBezTo>
                <a:cubicBezTo>
                  <a:pt x="567" y="453"/>
                  <a:pt x="562" y="480"/>
                  <a:pt x="554" y="532"/>
                </a:cubicBezTo>
                <a:cubicBezTo>
                  <a:pt x="545" y="584"/>
                  <a:pt x="539" y="611"/>
                  <a:pt x="536" y="615"/>
                </a:cubicBezTo>
                <a:lnTo>
                  <a:pt x="532" y="619"/>
                </a:lnTo>
                <a:lnTo>
                  <a:pt x="11" y="619"/>
                </a:lnTo>
                <a:cubicBezTo>
                  <a:pt x="4" y="615"/>
                  <a:pt x="0" y="610"/>
                  <a:pt x="0" y="603"/>
                </a:cubicBezTo>
                <a:cubicBezTo>
                  <a:pt x="0" y="592"/>
                  <a:pt x="12" y="586"/>
                  <a:pt x="36" y="586"/>
                </a:cubicBezTo>
                <a:cubicBezTo>
                  <a:pt x="61" y="584"/>
                  <a:pt x="75" y="579"/>
                  <a:pt x="78" y="571"/>
                </a:cubicBezTo>
                <a:cubicBezTo>
                  <a:pt x="81" y="566"/>
                  <a:pt x="83" y="479"/>
                  <a:pt x="83" y="309"/>
                </a:cubicBezTo>
                <a:cubicBezTo>
                  <a:pt x="83" y="140"/>
                  <a:pt x="81" y="52"/>
                  <a:pt x="78" y="46"/>
                </a:cubicBezTo>
                <a:cubicBezTo>
                  <a:pt x="75" y="38"/>
                  <a:pt x="61" y="34"/>
                  <a:pt x="36" y="32"/>
                </a:cubicBezTo>
                <a:cubicBezTo>
                  <a:pt x="12" y="32"/>
                  <a:pt x="0" y="26"/>
                  <a:pt x="0" y="16"/>
                </a:cubicBezTo>
                <a:moveTo>
                  <a:pt x="114" y="309"/>
                </a:moveTo>
                <a:cubicBezTo>
                  <a:pt x="114" y="435"/>
                  <a:pt x="114" y="512"/>
                  <a:pt x="113" y="537"/>
                </a:cubicBezTo>
                <a:cubicBezTo>
                  <a:pt x="113" y="563"/>
                  <a:pt x="111" y="578"/>
                  <a:pt x="108" y="584"/>
                </a:cubicBezTo>
                <a:cubicBezTo>
                  <a:pt x="107" y="585"/>
                  <a:pt x="107" y="585"/>
                  <a:pt x="107" y="586"/>
                </a:cubicBezTo>
                <a:lnTo>
                  <a:pt x="203" y="586"/>
                </a:lnTo>
                <a:cubicBezTo>
                  <a:pt x="202" y="582"/>
                  <a:pt x="200" y="578"/>
                  <a:pt x="199" y="574"/>
                </a:cubicBezTo>
                <a:lnTo>
                  <a:pt x="195" y="563"/>
                </a:lnTo>
                <a:lnTo>
                  <a:pt x="195" y="54"/>
                </a:lnTo>
                <a:lnTo>
                  <a:pt x="199" y="43"/>
                </a:lnTo>
                <a:lnTo>
                  <a:pt x="203" y="32"/>
                </a:lnTo>
                <a:lnTo>
                  <a:pt x="107" y="32"/>
                </a:lnTo>
                <a:cubicBezTo>
                  <a:pt x="109" y="36"/>
                  <a:pt x="110" y="39"/>
                  <a:pt x="111" y="41"/>
                </a:cubicBezTo>
                <a:cubicBezTo>
                  <a:pt x="111" y="43"/>
                  <a:pt x="112" y="53"/>
                  <a:pt x="112" y="72"/>
                </a:cubicBezTo>
                <a:cubicBezTo>
                  <a:pt x="113" y="92"/>
                  <a:pt x="114" y="118"/>
                  <a:pt x="114" y="150"/>
                </a:cubicBezTo>
                <a:cubicBezTo>
                  <a:pt x="115" y="182"/>
                  <a:pt x="115" y="235"/>
                  <a:pt x="114" y="309"/>
                </a:cubicBezTo>
                <a:moveTo>
                  <a:pt x="493" y="72"/>
                </a:moveTo>
                <a:lnTo>
                  <a:pt x="493" y="32"/>
                </a:lnTo>
                <a:lnTo>
                  <a:pt x="446" y="32"/>
                </a:lnTo>
                <a:cubicBezTo>
                  <a:pt x="446" y="33"/>
                  <a:pt x="449" y="36"/>
                  <a:pt x="455" y="40"/>
                </a:cubicBezTo>
                <a:cubicBezTo>
                  <a:pt x="463" y="43"/>
                  <a:pt x="471" y="49"/>
                  <a:pt x="480" y="58"/>
                </a:cubicBezTo>
                <a:lnTo>
                  <a:pt x="493" y="72"/>
                </a:lnTo>
                <a:moveTo>
                  <a:pt x="370" y="331"/>
                </a:moveTo>
                <a:lnTo>
                  <a:pt x="370" y="258"/>
                </a:lnTo>
                <a:lnTo>
                  <a:pt x="357" y="271"/>
                </a:lnTo>
                <a:cubicBezTo>
                  <a:pt x="350" y="279"/>
                  <a:pt x="342" y="285"/>
                  <a:pt x="334" y="289"/>
                </a:cubicBezTo>
                <a:lnTo>
                  <a:pt x="321" y="296"/>
                </a:lnTo>
                <a:cubicBezTo>
                  <a:pt x="325" y="299"/>
                  <a:pt x="330" y="302"/>
                  <a:pt x="335" y="304"/>
                </a:cubicBezTo>
                <a:cubicBezTo>
                  <a:pt x="346" y="312"/>
                  <a:pt x="354" y="318"/>
                  <a:pt x="360" y="321"/>
                </a:cubicBezTo>
                <a:lnTo>
                  <a:pt x="370" y="331"/>
                </a:lnTo>
                <a:moveTo>
                  <a:pt x="516" y="563"/>
                </a:moveTo>
                <a:lnTo>
                  <a:pt x="520" y="538"/>
                </a:lnTo>
                <a:cubicBezTo>
                  <a:pt x="519" y="538"/>
                  <a:pt x="518" y="540"/>
                  <a:pt x="516" y="543"/>
                </a:cubicBezTo>
                <a:cubicBezTo>
                  <a:pt x="501" y="556"/>
                  <a:pt x="484" y="567"/>
                  <a:pt x="465" y="576"/>
                </a:cubicBezTo>
                <a:lnTo>
                  <a:pt x="452" y="584"/>
                </a:lnTo>
                <a:lnTo>
                  <a:pt x="480" y="586"/>
                </a:lnTo>
                <a:lnTo>
                  <a:pt x="511" y="586"/>
                </a:lnTo>
                <a:cubicBezTo>
                  <a:pt x="511" y="585"/>
                  <a:pt x="512" y="584"/>
                  <a:pt x="512" y="582"/>
                </a:cubicBezTo>
                <a:cubicBezTo>
                  <a:pt x="513" y="581"/>
                  <a:pt x="514" y="578"/>
                  <a:pt x="514" y="573"/>
                </a:cubicBezTo>
                <a:cubicBezTo>
                  <a:pt x="515" y="569"/>
                  <a:pt x="515" y="566"/>
                  <a:pt x="516" y="56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3570120" y="3008880"/>
            <a:ext cx="129960" cy="102240"/>
          </a:xfrm>
          <a:custGeom>
            <a:avLst/>
            <a:gdLst/>
            <a:ahLst/>
            <a:rect l="0" t="0" r="r" b="b"/>
            <a:pathLst>
              <a:path w="361" h="284">
                <a:moveTo>
                  <a:pt x="131" y="284"/>
                </a:moveTo>
                <a:cubicBezTo>
                  <a:pt x="125" y="283"/>
                  <a:pt x="102" y="282"/>
                  <a:pt x="64" y="282"/>
                </a:cubicBezTo>
                <a:cubicBezTo>
                  <a:pt x="29" y="282"/>
                  <a:pt x="9" y="283"/>
                  <a:pt x="4" y="284"/>
                </a:cubicBezTo>
                <a:lnTo>
                  <a:pt x="0" y="284"/>
                </a:lnTo>
                <a:lnTo>
                  <a:pt x="0" y="244"/>
                </a:lnTo>
                <a:lnTo>
                  <a:pt x="61" y="244"/>
                </a:lnTo>
                <a:lnTo>
                  <a:pt x="143" y="147"/>
                </a:lnTo>
                <a:lnTo>
                  <a:pt x="56" y="39"/>
                </a:lnTo>
                <a:lnTo>
                  <a:pt x="3" y="39"/>
                </a:lnTo>
                <a:lnTo>
                  <a:pt x="3" y="0"/>
                </a:lnTo>
                <a:lnTo>
                  <a:pt x="8" y="0"/>
                </a:lnTo>
                <a:cubicBezTo>
                  <a:pt x="14" y="1"/>
                  <a:pt x="38" y="2"/>
                  <a:pt x="78" y="2"/>
                </a:cubicBezTo>
                <a:cubicBezTo>
                  <a:pt x="122" y="2"/>
                  <a:pt x="148" y="1"/>
                  <a:pt x="156" y="0"/>
                </a:cubicBezTo>
                <a:lnTo>
                  <a:pt x="161" y="0"/>
                </a:lnTo>
                <a:lnTo>
                  <a:pt x="161" y="39"/>
                </a:lnTo>
                <a:lnTo>
                  <a:pt x="143" y="39"/>
                </a:lnTo>
                <a:lnTo>
                  <a:pt x="166" y="67"/>
                </a:lnTo>
                <a:cubicBezTo>
                  <a:pt x="180" y="85"/>
                  <a:pt x="188" y="94"/>
                  <a:pt x="188" y="94"/>
                </a:cubicBezTo>
                <a:cubicBezTo>
                  <a:pt x="190" y="94"/>
                  <a:pt x="198" y="84"/>
                  <a:pt x="212" y="65"/>
                </a:cubicBezTo>
                <a:lnTo>
                  <a:pt x="235" y="39"/>
                </a:lnTo>
                <a:lnTo>
                  <a:pt x="211" y="39"/>
                </a:lnTo>
                <a:lnTo>
                  <a:pt x="211" y="0"/>
                </a:lnTo>
                <a:lnTo>
                  <a:pt x="216" y="0"/>
                </a:lnTo>
                <a:cubicBezTo>
                  <a:pt x="223" y="1"/>
                  <a:pt x="245" y="2"/>
                  <a:pt x="284" y="2"/>
                </a:cubicBezTo>
                <a:cubicBezTo>
                  <a:pt x="318" y="2"/>
                  <a:pt x="338" y="1"/>
                  <a:pt x="344" y="0"/>
                </a:cubicBezTo>
                <a:lnTo>
                  <a:pt x="349" y="0"/>
                </a:lnTo>
                <a:lnTo>
                  <a:pt x="349" y="39"/>
                </a:lnTo>
                <a:lnTo>
                  <a:pt x="287" y="39"/>
                </a:lnTo>
                <a:lnTo>
                  <a:pt x="213" y="126"/>
                </a:lnTo>
                <a:lnTo>
                  <a:pt x="308" y="243"/>
                </a:lnTo>
                <a:lnTo>
                  <a:pt x="334" y="244"/>
                </a:lnTo>
                <a:lnTo>
                  <a:pt x="361" y="244"/>
                </a:lnTo>
                <a:lnTo>
                  <a:pt x="361" y="284"/>
                </a:lnTo>
                <a:lnTo>
                  <a:pt x="356" y="284"/>
                </a:lnTo>
                <a:cubicBezTo>
                  <a:pt x="350" y="283"/>
                  <a:pt x="326" y="282"/>
                  <a:pt x="286" y="282"/>
                </a:cubicBezTo>
                <a:cubicBezTo>
                  <a:pt x="241" y="282"/>
                  <a:pt x="215" y="283"/>
                  <a:pt x="208" y="284"/>
                </a:cubicBezTo>
                <a:lnTo>
                  <a:pt x="202" y="284"/>
                </a:lnTo>
                <a:lnTo>
                  <a:pt x="202" y="244"/>
                </a:lnTo>
                <a:lnTo>
                  <a:pt x="220" y="244"/>
                </a:lnTo>
                <a:cubicBezTo>
                  <a:pt x="220" y="243"/>
                  <a:pt x="211" y="232"/>
                  <a:pt x="194" y="212"/>
                </a:cubicBezTo>
                <a:cubicBezTo>
                  <a:pt x="177" y="191"/>
                  <a:pt x="169" y="180"/>
                  <a:pt x="168" y="179"/>
                </a:cubicBezTo>
                <a:lnTo>
                  <a:pt x="113" y="243"/>
                </a:lnTo>
                <a:lnTo>
                  <a:pt x="125" y="244"/>
                </a:lnTo>
                <a:lnTo>
                  <a:pt x="136" y="244"/>
                </a:lnTo>
                <a:lnTo>
                  <a:pt x="136" y="284"/>
                </a:lnTo>
                <a:lnTo>
                  <a:pt x="131" y="28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3717360" y="3026520"/>
            <a:ext cx="153360" cy="54000"/>
          </a:xfrm>
          <a:custGeom>
            <a:avLst/>
            <a:gdLst/>
            <a:ahLst/>
            <a:rect l="0" t="0" r="r" b="b"/>
            <a:pathLst>
              <a:path w="426" h="150">
                <a:moveTo>
                  <a:pt x="0" y="129"/>
                </a:moveTo>
                <a:cubicBezTo>
                  <a:pt x="0" y="97"/>
                  <a:pt x="10" y="68"/>
                  <a:pt x="29" y="41"/>
                </a:cubicBezTo>
                <a:cubicBezTo>
                  <a:pt x="49" y="14"/>
                  <a:pt x="74" y="0"/>
                  <a:pt x="107" y="0"/>
                </a:cubicBezTo>
                <a:cubicBezTo>
                  <a:pt x="124" y="0"/>
                  <a:pt x="139" y="4"/>
                  <a:pt x="155" y="11"/>
                </a:cubicBezTo>
                <a:cubicBezTo>
                  <a:pt x="170" y="20"/>
                  <a:pt x="184" y="30"/>
                  <a:pt x="197" y="41"/>
                </a:cubicBezTo>
                <a:cubicBezTo>
                  <a:pt x="209" y="53"/>
                  <a:pt x="222" y="64"/>
                  <a:pt x="234" y="74"/>
                </a:cubicBezTo>
                <a:cubicBezTo>
                  <a:pt x="247" y="85"/>
                  <a:pt x="260" y="94"/>
                  <a:pt x="275" y="102"/>
                </a:cubicBezTo>
                <a:cubicBezTo>
                  <a:pt x="289" y="110"/>
                  <a:pt x="304" y="114"/>
                  <a:pt x="319" y="114"/>
                </a:cubicBezTo>
                <a:cubicBezTo>
                  <a:pt x="346" y="114"/>
                  <a:pt x="367" y="104"/>
                  <a:pt x="384" y="84"/>
                </a:cubicBezTo>
                <a:cubicBezTo>
                  <a:pt x="400" y="64"/>
                  <a:pt x="409" y="43"/>
                  <a:pt x="409" y="19"/>
                </a:cubicBezTo>
                <a:cubicBezTo>
                  <a:pt x="409" y="14"/>
                  <a:pt x="409" y="9"/>
                  <a:pt x="411" y="6"/>
                </a:cubicBezTo>
                <a:cubicBezTo>
                  <a:pt x="413" y="2"/>
                  <a:pt x="415" y="0"/>
                  <a:pt x="418" y="0"/>
                </a:cubicBezTo>
                <a:cubicBezTo>
                  <a:pt x="423" y="0"/>
                  <a:pt x="426" y="7"/>
                  <a:pt x="426" y="22"/>
                </a:cubicBezTo>
                <a:cubicBezTo>
                  <a:pt x="426" y="53"/>
                  <a:pt x="417" y="83"/>
                  <a:pt x="398" y="109"/>
                </a:cubicBezTo>
                <a:cubicBezTo>
                  <a:pt x="379" y="136"/>
                  <a:pt x="354" y="150"/>
                  <a:pt x="324" y="150"/>
                </a:cubicBezTo>
                <a:lnTo>
                  <a:pt x="319" y="150"/>
                </a:lnTo>
                <a:cubicBezTo>
                  <a:pt x="303" y="150"/>
                  <a:pt x="288" y="146"/>
                  <a:pt x="273" y="138"/>
                </a:cubicBezTo>
                <a:cubicBezTo>
                  <a:pt x="257" y="130"/>
                  <a:pt x="243" y="121"/>
                  <a:pt x="230" y="110"/>
                </a:cubicBezTo>
                <a:cubicBezTo>
                  <a:pt x="217" y="99"/>
                  <a:pt x="204" y="88"/>
                  <a:pt x="192" y="77"/>
                </a:cubicBezTo>
                <a:cubicBezTo>
                  <a:pt x="180" y="66"/>
                  <a:pt x="167" y="56"/>
                  <a:pt x="152" y="48"/>
                </a:cubicBezTo>
                <a:cubicBezTo>
                  <a:pt x="137" y="40"/>
                  <a:pt x="122" y="36"/>
                  <a:pt x="108" y="37"/>
                </a:cubicBezTo>
                <a:cubicBezTo>
                  <a:pt x="89" y="37"/>
                  <a:pt x="72" y="42"/>
                  <a:pt x="57" y="53"/>
                </a:cubicBezTo>
                <a:cubicBezTo>
                  <a:pt x="42" y="65"/>
                  <a:pt x="32" y="79"/>
                  <a:pt x="26" y="96"/>
                </a:cubicBezTo>
                <a:cubicBezTo>
                  <a:pt x="20" y="113"/>
                  <a:pt x="17" y="126"/>
                  <a:pt x="16" y="136"/>
                </a:cubicBezTo>
                <a:cubicBezTo>
                  <a:pt x="15" y="145"/>
                  <a:pt x="12" y="150"/>
                  <a:pt x="9" y="150"/>
                </a:cubicBezTo>
                <a:cubicBezTo>
                  <a:pt x="3" y="150"/>
                  <a:pt x="0" y="143"/>
                  <a:pt x="0" y="12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3874320" y="3009240"/>
            <a:ext cx="123480" cy="146520"/>
          </a:xfrm>
          <a:custGeom>
            <a:avLst/>
            <a:gdLst/>
            <a:ahLst/>
            <a:rect l="0" t="0" r="r" b="b"/>
            <a:pathLst>
              <a:path w="343" h="407">
                <a:moveTo>
                  <a:pt x="41" y="99"/>
                </a:moveTo>
                <a:cubicBezTo>
                  <a:pt x="41" y="98"/>
                  <a:pt x="42" y="96"/>
                  <a:pt x="42" y="94"/>
                </a:cubicBezTo>
                <a:cubicBezTo>
                  <a:pt x="43" y="92"/>
                  <a:pt x="44" y="87"/>
                  <a:pt x="45" y="80"/>
                </a:cubicBezTo>
                <a:cubicBezTo>
                  <a:pt x="47" y="73"/>
                  <a:pt x="49" y="66"/>
                  <a:pt x="52" y="60"/>
                </a:cubicBezTo>
                <a:cubicBezTo>
                  <a:pt x="54" y="54"/>
                  <a:pt x="57" y="47"/>
                  <a:pt x="61" y="39"/>
                </a:cubicBezTo>
                <a:cubicBezTo>
                  <a:pt x="65" y="31"/>
                  <a:pt x="69" y="25"/>
                  <a:pt x="74" y="20"/>
                </a:cubicBezTo>
                <a:cubicBezTo>
                  <a:pt x="79" y="15"/>
                  <a:pt x="84" y="10"/>
                  <a:pt x="91" y="6"/>
                </a:cubicBezTo>
                <a:cubicBezTo>
                  <a:pt x="97" y="1"/>
                  <a:pt x="104" y="-1"/>
                  <a:pt x="112" y="0"/>
                </a:cubicBezTo>
                <a:cubicBezTo>
                  <a:pt x="144" y="0"/>
                  <a:pt x="164" y="14"/>
                  <a:pt x="173" y="41"/>
                </a:cubicBezTo>
                <a:lnTo>
                  <a:pt x="179" y="35"/>
                </a:lnTo>
                <a:cubicBezTo>
                  <a:pt x="206" y="12"/>
                  <a:pt x="231" y="0"/>
                  <a:pt x="255" y="0"/>
                </a:cubicBezTo>
                <a:cubicBezTo>
                  <a:pt x="282" y="0"/>
                  <a:pt x="304" y="10"/>
                  <a:pt x="320" y="30"/>
                </a:cubicBezTo>
                <a:cubicBezTo>
                  <a:pt x="335" y="50"/>
                  <a:pt x="343" y="74"/>
                  <a:pt x="343" y="103"/>
                </a:cubicBezTo>
                <a:cubicBezTo>
                  <a:pt x="343" y="149"/>
                  <a:pt x="327" y="191"/>
                  <a:pt x="295" y="230"/>
                </a:cubicBezTo>
                <a:cubicBezTo>
                  <a:pt x="262" y="268"/>
                  <a:pt x="226" y="288"/>
                  <a:pt x="185" y="288"/>
                </a:cubicBezTo>
                <a:cubicBezTo>
                  <a:pt x="176" y="288"/>
                  <a:pt x="167" y="287"/>
                  <a:pt x="160" y="285"/>
                </a:cubicBezTo>
                <a:cubicBezTo>
                  <a:pt x="155" y="283"/>
                  <a:pt x="151" y="279"/>
                  <a:pt x="145" y="275"/>
                </a:cubicBezTo>
                <a:cubicBezTo>
                  <a:pt x="140" y="271"/>
                  <a:pt x="136" y="267"/>
                  <a:pt x="133" y="264"/>
                </a:cubicBezTo>
                <a:lnTo>
                  <a:pt x="129" y="259"/>
                </a:lnTo>
                <a:cubicBezTo>
                  <a:pt x="128" y="260"/>
                  <a:pt x="124" y="278"/>
                  <a:pt x="115" y="315"/>
                </a:cubicBezTo>
                <a:cubicBezTo>
                  <a:pt x="106" y="351"/>
                  <a:pt x="101" y="371"/>
                  <a:pt x="101" y="371"/>
                </a:cubicBezTo>
                <a:cubicBezTo>
                  <a:pt x="101" y="374"/>
                  <a:pt x="103" y="375"/>
                  <a:pt x="107" y="376"/>
                </a:cubicBezTo>
                <a:cubicBezTo>
                  <a:pt x="110" y="376"/>
                  <a:pt x="118" y="377"/>
                  <a:pt x="130" y="378"/>
                </a:cubicBezTo>
                <a:lnTo>
                  <a:pt x="146" y="378"/>
                </a:lnTo>
                <a:cubicBezTo>
                  <a:pt x="149" y="380"/>
                  <a:pt x="150" y="382"/>
                  <a:pt x="150" y="383"/>
                </a:cubicBezTo>
                <a:cubicBezTo>
                  <a:pt x="150" y="384"/>
                  <a:pt x="149" y="388"/>
                  <a:pt x="148" y="395"/>
                </a:cubicBezTo>
                <a:cubicBezTo>
                  <a:pt x="147" y="400"/>
                  <a:pt x="145" y="403"/>
                  <a:pt x="144" y="404"/>
                </a:cubicBezTo>
                <a:cubicBezTo>
                  <a:pt x="143" y="406"/>
                  <a:pt x="140" y="406"/>
                  <a:pt x="136" y="407"/>
                </a:cubicBezTo>
                <a:cubicBezTo>
                  <a:pt x="135" y="407"/>
                  <a:pt x="133" y="407"/>
                  <a:pt x="129" y="407"/>
                </a:cubicBezTo>
                <a:cubicBezTo>
                  <a:pt x="125" y="407"/>
                  <a:pt x="118" y="407"/>
                  <a:pt x="107" y="406"/>
                </a:cubicBezTo>
                <a:cubicBezTo>
                  <a:pt x="97" y="406"/>
                  <a:pt x="83" y="406"/>
                  <a:pt x="68" y="406"/>
                </a:cubicBezTo>
                <a:cubicBezTo>
                  <a:pt x="38" y="406"/>
                  <a:pt x="19" y="406"/>
                  <a:pt x="10" y="407"/>
                </a:cubicBezTo>
                <a:lnTo>
                  <a:pt x="5" y="407"/>
                </a:lnTo>
                <a:cubicBezTo>
                  <a:pt x="2" y="404"/>
                  <a:pt x="0" y="402"/>
                  <a:pt x="0" y="400"/>
                </a:cubicBezTo>
                <a:cubicBezTo>
                  <a:pt x="1" y="388"/>
                  <a:pt x="4" y="381"/>
                  <a:pt x="9" y="378"/>
                </a:cubicBezTo>
                <a:lnTo>
                  <a:pt x="22" y="378"/>
                </a:lnTo>
                <a:cubicBezTo>
                  <a:pt x="37" y="377"/>
                  <a:pt x="45" y="375"/>
                  <a:pt x="47" y="369"/>
                </a:cubicBezTo>
                <a:cubicBezTo>
                  <a:pt x="48" y="366"/>
                  <a:pt x="61" y="315"/>
                  <a:pt x="86" y="216"/>
                </a:cubicBezTo>
                <a:cubicBezTo>
                  <a:pt x="111" y="117"/>
                  <a:pt x="124" y="65"/>
                  <a:pt x="125" y="59"/>
                </a:cubicBezTo>
                <a:cubicBezTo>
                  <a:pt x="125" y="57"/>
                  <a:pt x="126" y="54"/>
                  <a:pt x="126" y="50"/>
                </a:cubicBezTo>
                <a:cubicBezTo>
                  <a:pt x="126" y="32"/>
                  <a:pt x="120" y="24"/>
                  <a:pt x="110" y="24"/>
                </a:cubicBezTo>
                <a:cubicBezTo>
                  <a:pt x="100" y="24"/>
                  <a:pt x="93" y="30"/>
                  <a:pt x="86" y="42"/>
                </a:cubicBezTo>
                <a:cubicBezTo>
                  <a:pt x="80" y="53"/>
                  <a:pt x="75" y="66"/>
                  <a:pt x="71" y="80"/>
                </a:cubicBezTo>
                <a:cubicBezTo>
                  <a:pt x="68" y="94"/>
                  <a:pt x="66" y="102"/>
                  <a:pt x="64" y="103"/>
                </a:cubicBezTo>
                <a:cubicBezTo>
                  <a:pt x="63" y="104"/>
                  <a:pt x="60" y="105"/>
                  <a:pt x="54" y="105"/>
                </a:cubicBezTo>
                <a:lnTo>
                  <a:pt x="45" y="105"/>
                </a:lnTo>
                <a:cubicBezTo>
                  <a:pt x="42" y="102"/>
                  <a:pt x="41" y="100"/>
                  <a:pt x="41" y="99"/>
                </a:cubicBezTo>
                <a:moveTo>
                  <a:pt x="140" y="217"/>
                </a:moveTo>
                <a:cubicBezTo>
                  <a:pt x="149" y="249"/>
                  <a:pt x="165" y="265"/>
                  <a:pt x="187" y="265"/>
                </a:cubicBezTo>
                <a:cubicBezTo>
                  <a:pt x="200" y="265"/>
                  <a:pt x="212" y="261"/>
                  <a:pt x="224" y="251"/>
                </a:cubicBezTo>
                <a:cubicBezTo>
                  <a:pt x="236" y="241"/>
                  <a:pt x="246" y="229"/>
                  <a:pt x="253" y="214"/>
                </a:cubicBezTo>
                <a:cubicBezTo>
                  <a:pt x="261" y="199"/>
                  <a:pt x="269" y="176"/>
                  <a:pt x="276" y="145"/>
                </a:cubicBezTo>
                <a:cubicBezTo>
                  <a:pt x="284" y="113"/>
                  <a:pt x="288" y="90"/>
                  <a:pt x="288" y="75"/>
                </a:cubicBezTo>
                <a:lnTo>
                  <a:pt x="288" y="71"/>
                </a:lnTo>
                <a:cubicBezTo>
                  <a:pt x="288" y="39"/>
                  <a:pt x="275" y="24"/>
                  <a:pt x="249" y="24"/>
                </a:cubicBezTo>
                <a:cubicBezTo>
                  <a:pt x="245" y="24"/>
                  <a:pt x="240" y="24"/>
                  <a:pt x="235" y="26"/>
                </a:cubicBezTo>
                <a:cubicBezTo>
                  <a:pt x="231" y="27"/>
                  <a:pt x="226" y="29"/>
                  <a:pt x="221" y="31"/>
                </a:cubicBezTo>
                <a:cubicBezTo>
                  <a:pt x="217" y="34"/>
                  <a:pt x="212" y="37"/>
                  <a:pt x="209" y="40"/>
                </a:cubicBezTo>
                <a:cubicBezTo>
                  <a:pt x="205" y="43"/>
                  <a:pt x="201" y="46"/>
                  <a:pt x="198" y="49"/>
                </a:cubicBezTo>
                <a:cubicBezTo>
                  <a:pt x="194" y="53"/>
                  <a:pt x="191" y="56"/>
                  <a:pt x="188" y="59"/>
                </a:cubicBezTo>
                <a:cubicBezTo>
                  <a:pt x="185" y="62"/>
                  <a:pt x="183" y="65"/>
                  <a:pt x="181" y="68"/>
                </a:cubicBezTo>
                <a:cubicBezTo>
                  <a:pt x="180" y="71"/>
                  <a:pt x="178" y="73"/>
                  <a:pt x="176" y="74"/>
                </a:cubicBezTo>
                <a:lnTo>
                  <a:pt x="174" y="77"/>
                </a:lnTo>
                <a:cubicBezTo>
                  <a:pt x="174" y="77"/>
                  <a:pt x="174" y="80"/>
                  <a:pt x="172" y="86"/>
                </a:cubicBezTo>
                <a:cubicBezTo>
                  <a:pt x="171" y="91"/>
                  <a:pt x="169" y="100"/>
                  <a:pt x="165" y="114"/>
                </a:cubicBezTo>
                <a:cubicBezTo>
                  <a:pt x="162" y="127"/>
                  <a:pt x="159" y="138"/>
                  <a:pt x="156" y="147"/>
                </a:cubicBezTo>
                <a:cubicBezTo>
                  <a:pt x="145" y="192"/>
                  <a:pt x="140" y="215"/>
                  <a:pt x="140" y="21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4020480" y="2938680"/>
            <a:ext cx="55440" cy="230040"/>
          </a:xfrm>
          <a:custGeom>
            <a:avLst/>
            <a:gdLst/>
            <a:ahLst/>
            <a:rect l="0" t="0" r="r" b="b"/>
            <a:pathLst>
              <a:path w="154" h="639">
                <a:moveTo>
                  <a:pt x="0" y="319"/>
                </a:moveTo>
                <a:cubicBezTo>
                  <a:pt x="0" y="289"/>
                  <a:pt x="2" y="261"/>
                  <a:pt x="7" y="235"/>
                </a:cubicBezTo>
                <a:cubicBezTo>
                  <a:pt x="12" y="209"/>
                  <a:pt x="17" y="186"/>
                  <a:pt x="22" y="167"/>
                </a:cubicBezTo>
                <a:cubicBezTo>
                  <a:pt x="28" y="148"/>
                  <a:pt x="36" y="129"/>
                  <a:pt x="46" y="111"/>
                </a:cubicBezTo>
                <a:cubicBezTo>
                  <a:pt x="56" y="92"/>
                  <a:pt x="64" y="78"/>
                  <a:pt x="70" y="68"/>
                </a:cubicBezTo>
                <a:cubicBezTo>
                  <a:pt x="76" y="58"/>
                  <a:pt x="85" y="47"/>
                  <a:pt x="97" y="35"/>
                </a:cubicBezTo>
                <a:cubicBezTo>
                  <a:pt x="109" y="23"/>
                  <a:pt x="116" y="15"/>
                  <a:pt x="118" y="13"/>
                </a:cubicBezTo>
                <a:cubicBezTo>
                  <a:pt x="120" y="10"/>
                  <a:pt x="125" y="6"/>
                  <a:pt x="134" y="0"/>
                </a:cubicBezTo>
                <a:lnTo>
                  <a:pt x="142" y="0"/>
                </a:lnTo>
                <a:lnTo>
                  <a:pt x="145" y="0"/>
                </a:lnTo>
                <a:cubicBezTo>
                  <a:pt x="151" y="0"/>
                  <a:pt x="154" y="1"/>
                  <a:pt x="154" y="5"/>
                </a:cubicBezTo>
                <a:cubicBezTo>
                  <a:pt x="154" y="7"/>
                  <a:pt x="150" y="11"/>
                  <a:pt x="143" y="19"/>
                </a:cubicBezTo>
                <a:cubicBezTo>
                  <a:pt x="136" y="26"/>
                  <a:pt x="127" y="38"/>
                  <a:pt x="117" y="52"/>
                </a:cubicBezTo>
                <a:cubicBezTo>
                  <a:pt x="106" y="67"/>
                  <a:pt x="96" y="86"/>
                  <a:pt x="85" y="107"/>
                </a:cubicBezTo>
                <a:cubicBezTo>
                  <a:pt x="75" y="129"/>
                  <a:pt x="66" y="158"/>
                  <a:pt x="59" y="195"/>
                </a:cubicBezTo>
                <a:cubicBezTo>
                  <a:pt x="51" y="232"/>
                  <a:pt x="48" y="273"/>
                  <a:pt x="48" y="319"/>
                </a:cubicBezTo>
                <a:cubicBezTo>
                  <a:pt x="48" y="364"/>
                  <a:pt x="51" y="404"/>
                  <a:pt x="59" y="441"/>
                </a:cubicBezTo>
                <a:cubicBezTo>
                  <a:pt x="66" y="479"/>
                  <a:pt x="74" y="508"/>
                  <a:pt x="85" y="531"/>
                </a:cubicBezTo>
                <a:cubicBezTo>
                  <a:pt x="95" y="553"/>
                  <a:pt x="105" y="572"/>
                  <a:pt x="116" y="586"/>
                </a:cubicBezTo>
                <a:cubicBezTo>
                  <a:pt x="127" y="600"/>
                  <a:pt x="136" y="611"/>
                  <a:pt x="143" y="619"/>
                </a:cubicBezTo>
                <a:cubicBezTo>
                  <a:pt x="150" y="628"/>
                  <a:pt x="154" y="632"/>
                  <a:pt x="154" y="633"/>
                </a:cubicBezTo>
                <a:cubicBezTo>
                  <a:pt x="154" y="637"/>
                  <a:pt x="150" y="639"/>
                  <a:pt x="144" y="639"/>
                </a:cubicBezTo>
                <a:lnTo>
                  <a:pt x="142" y="639"/>
                </a:lnTo>
                <a:lnTo>
                  <a:pt x="134" y="639"/>
                </a:lnTo>
                <a:lnTo>
                  <a:pt x="116" y="623"/>
                </a:lnTo>
                <a:cubicBezTo>
                  <a:pt x="76" y="587"/>
                  <a:pt x="47" y="542"/>
                  <a:pt x="29" y="488"/>
                </a:cubicBezTo>
                <a:cubicBezTo>
                  <a:pt x="10" y="433"/>
                  <a:pt x="0" y="377"/>
                  <a:pt x="0" y="31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4093200" y="3008880"/>
            <a:ext cx="129960" cy="102240"/>
          </a:xfrm>
          <a:custGeom>
            <a:avLst/>
            <a:gdLst/>
            <a:ahLst/>
            <a:rect l="0" t="0" r="r" b="b"/>
            <a:pathLst>
              <a:path w="361" h="284">
                <a:moveTo>
                  <a:pt x="131" y="284"/>
                </a:moveTo>
                <a:cubicBezTo>
                  <a:pt x="125" y="283"/>
                  <a:pt x="102" y="282"/>
                  <a:pt x="64" y="282"/>
                </a:cubicBezTo>
                <a:cubicBezTo>
                  <a:pt x="29" y="282"/>
                  <a:pt x="9" y="283"/>
                  <a:pt x="4" y="284"/>
                </a:cubicBezTo>
                <a:lnTo>
                  <a:pt x="0" y="284"/>
                </a:lnTo>
                <a:lnTo>
                  <a:pt x="0" y="244"/>
                </a:lnTo>
                <a:lnTo>
                  <a:pt x="61" y="244"/>
                </a:lnTo>
                <a:lnTo>
                  <a:pt x="143" y="147"/>
                </a:lnTo>
                <a:lnTo>
                  <a:pt x="56" y="39"/>
                </a:lnTo>
                <a:lnTo>
                  <a:pt x="3" y="39"/>
                </a:lnTo>
                <a:lnTo>
                  <a:pt x="3" y="0"/>
                </a:lnTo>
                <a:lnTo>
                  <a:pt x="8" y="0"/>
                </a:lnTo>
                <a:cubicBezTo>
                  <a:pt x="14" y="1"/>
                  <a:pt x="38" y="2"/>
                  <a:pt x="78" y="2"/>
                </a:cubicBezTo>
                <a:cubicBezTo>
                  <a:pt x="122" y="2"/>
                  <a:pt x="148" y="1"/>
                  <a:pt x="155" y="0"/>
                </a:cubicBezTo>
                <a:lnTo>
                  <a:pt x="161" y="0"/>
                </a:lnTo>
                <a:lnTo>
                  <a:pt x="161" y="39"/>
                </a:lnTo>
                <a:lnTo>
                  <a:pt x="143" y="39"/>
                </a:lnTo>
                <a:lnTo>
                  <a:pt x="166" y="67"/>
                </a:lnTo>
                <a:cubicBezTo>
                  <a:pt x="180" y="85"/>
                  <a:pt x="188" y="94"/>
                  <a:pt x="188" y="94"/>
                </a:cubicBezTo>
                <a:cubicBezTo>
                  <a:pt x="190" y="94"/>
                  <a:pt x="198" y="84"/>
                  <a:pt x="212" y="65"/>
                </a:cubicBezTo>
                <a:lnTo>
                  <a:pt x="235" y="39"/>
                </a:lnTo>
                <a:lnTo>
                  <a:pt x="211" y="39"/>
                </a:lnTo>
                <a:lnTo>
                  <a:pt x="211" y="0"/>
                </a:lnTo>
                <a:lnTo>
                  <a:pt x="216" y="0"/>
                </a:lnTo>
                <a:cubicBezTo>
                  <a:pt x="222" y="1"/>
                  <a:pt x="245" y="2"/>
                  <a:pt x="284" y="2"/>
                </a:cubicBezTo>
                <a:cubicBezTo>
                  <a:pt x="318" y="2"/>
                  <a:pt x="339" y="1"/>
                  <a:pt x="344" y="0"/>
                </a:cubicBezTo>
                <a:lnTo>
                  <a:pt x="348" y="0"/>
                </a:lnTo>
                <a:lnTo>
                  <a:pt x="348" y="39"/>
                </a:lnTo>
                <a:lnTo>
                  <a:pt x="287" y="39"/>
                </a:lnTo>
                <a:lnTo>
                  <a:pt x="213" y="126"/>
                </a:lnTo>
                <a:lnTo>
                  <a:pt x="308" y="243"/>
                </a:lnTo>
                <a:lnTo>
                  <a:pt x="335" y="244"/>
                </a:lnTo>
                <a:lnTo>
                  <a:pt x="361" y="244"/>
                </a:lnTo>
                <a:lnTo>
                  <a:pt x="361" y="284"/>
                </a:lnTo>
                <a:lnTo>
                  <a:pt x="356" y="284"/>
                </a:lnTo>
                <a:cubicBezTo>
                  <a:pt x="350" y="283"/>
                  <a:pt x="326" y="282"/>
                  <a:pt x="286" y="282"/>
                </a:cubicBezTo>
                <a:cubicBezTo>
                  <a:pt x="241" y="282"/>
                  <a:pt x="215" y="283"/>
                  <a:pt x="208" y="284"/>
                </a:cubicBezTo>
                <a:lnTo>
                  <a:pt x="202" y="284"/>
                </a:lnTo>
                <a:lnTo>
                  <a:pt x="202" y="244"/>
                </a:lnTo>
                <a:lnTo>
                  <a:pt x="220" y="244"/>
                </a:lnTo>
                <a:cubicBezTo>
                  <a:pt x="220" y="243"/>
                  <a:pt x="211" y="232"/>
                  <a:pt x="194" y="212"/>
                </a:cubicBezTo>
                <a:cubicBezTo>
                  <a:pt x="177" y="191"/>
                  <a:pt x="169" y="180"/>
                  <a:pt x="168" y="179"/>
                </a:cubicBezTo>
                <a:lnTo>
                  <a:pt x="113" y="243"/>
                </a:lnTo>
                <a:lnTo>
                  <a:pt x="125" y="244"/>
                </a:lnTo>
                <a:lnTo>
                  <a:pt x="136" y="244"/>
                </a:lnTo>
                <a:lnTo>
                  <a:pt x="136" y="284"/>
                </a:lnTo>
                <a:lnTo>
                  <a:pt x="131" y="28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4240440" y="2938680"/>
            <a:ext cx="55080" cy="230040"/>
          </a:xfrm>
          <a:custGeom>
            <a:avLst/>
            <a:gdLst/>
            <a:ahLst/>
            <a:rect l="0" t="0" r="r" b="b"/>
            <a:pathLst>
              <a:path w="153" h="639">
                <a:moveTo>
                  <a:pt x="4" y="0"/>
                </a:moveTo>
                <a:lnTo>
                  <a:pt x="6" y="0"/>
                </a:lnTo>
                <a:cubicBezTo>
                  <a:pt x="9" y="0"/>
                  <a:pt x="11" y="0"/>
                  <a:pt x="13" y="0"/>
                </a:cubicBezTo>
                <a:lnTo>
                  <a:pt x="21" y="0"/>
                </a:lnTo>
                <a:lnTo>
                  <a:pt x="38" y="15"/>
                </a:lnTo>
                <a:cubicBezTo>
                  <a:pt x="78" y="51"/>
                  <a:pt x="108" y="96"/>
                  <a:pt x="126" y="150"/>
                </a:cubicBezTo>
                <a:cubicBezTo>
                  <a:pt x="144" y="204"/>
                  <a:pt x="153" y="260"/>
                  <a:pt x="153" y="319"/>
                </a:cubicBezTo>
                <a:cubicBezTo>
                  <a:pt x="153" y="347"/>
                  <a:pt x="151" y="375"/>
                  <a:pt x="147" y="402"/>
                </a:cubicBezTo>
                <a:cubicBezTo>
                  <a:pt x="143" y="429"/>
                  <a:pt x="138" y="453"/>
                  <a:pt x="132" y="471"/>
                </a:cubicBezTo>
                <a:cubicBezTo>
                  <a:pt x="127" y="490"/>
                  <a:pt x="119" y="509"/>
                  <a:pt x="109" y="528"/>
                </a:cubicBezTo>
                <a:cubicBezTo>
                  <a:pt x="98" y="546"/>
                  <a:pt x="90" y="561"/>
                  <a:pt x="84" y="570"/>
                </a:cubicBezTo>
                <a:cubicBezTo>
                  <a:pt x="78" y="580"/>
                  <a:pt x="70" y="591"/>
                  <a:pt x="58" y="603"/>
                </a:cubicBezTo>
                <a:cubicBezTo>
                  <a:pt x="47" y="615"/>
                  <a:pt x="40" y="622"/>
                  <a:pt x="38" y="624"/>
                </a:cubicBezTo>
                <a:cubicBezTo>
                  <a:pt x="36" y="626"/>
                  <a:pt x="31" y="630"/>
                  <a:pt x="23" y="636"/>
                </a:cubicBezTo>
                <a:cubicBezTo>
                  <a:pt x="22" y="637"/>
                  <a:pt x="21" y="638"/>
                  <a:pt x="21" y="639"/>
                </a:cubicBezTo>
                <a:lnTo>
                  <a:pt x="13" y="639"/>
                </a:lnTo>
                <a:cubicBezTo>
                  <a:pt x="9" y="639"/>
                  <a:pt x="7" y="639"/>
                  <a:pt x="6" y="639"/>
                </a:cubicBezTo>
                <a:cubicBezTo>
                  <a:pt x="5" y="639"/>
                  <a:pt x="4" y="638"/>
                  <a:pt x="3" y="637"/>
                </a:cubicBezTo>
                <a:cubicBezTo>
                  <a:pt x="2" y="635"/>
                  <a:pt x="0" y="633"/>
                  <a:pt x="0" y="631"/>
                </a:cubicBezTo>
                <a:cubicBezTo>
                  <a:pt x="0" y="631"/>
                  <a:pt x="4" y="628"/>
                  <a:pt x="8" y="623"/>
                </a:cubicBezTo>
                <a:cubicBezTo>
                  <a:pt x="74" y="554"/>
                  <a:pt x="107" y="453"/>
                  <a:pt x="107" y="319"/>
                </a:cubicBezTo>
                <a:cubicBezTo>
                  <a:pt x="107" y="185"/>
                  <a:pt x="74" y="84"/>
                  <a:pt x="8" y="15"/>
                </a:cubicBezTo>
                <a:cubicBezTo>
                  <a:pt x="4" y="10"/>
                  <a:pt x="0" y="8"/>
                  <a:pt x="0" y="7"/>
                </a:cubicBezTo>
                <a:cubicBezTo>
                  <a:pt x="0" y="4"/>
                  <a:pt x="2" y="1"/>
                  <a:pt x="4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4371840" y="2809800"/>
            <a:ext cx="44640" cy="325080"/>
          </a:xfrm>
          <a:custGeom>
            <a:avLst/>
            <a:gdLst/>
            <a:ahLst/>
            <a:rect l="0" t="0" r="r" b="b"/>
            <a:pathLst>
              <a:path w="124" h="903">
                <a:moveTo>
                  <a:pt x="0" y="903"/>
                </a:moveTo>
                <a:lnTo>
                  <a:pt x="0" y="0"/>
                </a:lnTo>
                <a:lnTo>
                  <a:pt x="124" y="0"/>
                </a:lnTo>
                <a:lnTo>
                  <a:pt x="124" y="36"/>
                </a:lnTo>
                <a:lnTo>
                  <a:pt x="36" y="36"/>
                </a:lnTo>
                <a:lnTo>
                  <a:pt x="36" y="867"/>
                </a:lnTo>
                <a:lnTo>
                  <a:pt x="124" y="867"/>
                </a:lnTo>
                <a:lnTo>
                  <a:pt x="124" y="903"/>
                </a:lnTo>
                <a:lnTo>
                  <a:pt x="0" y="90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4432320" y="2827800"/>
            <a:ext cx="77400" cy="226080"/>
          </a:xfrm>
          <a:custGeom>
            <a:avLst/>
            <a:gdLst/>
            <a:ahLst/>
            <a:rect l="0" t="0" r="r" b="b"/>
            <a:pathLst>
              <a:path w="215" h="628">
                <a:moveTo>
                  <a:pt x="14" y="585"/>
                </a:moveTo>
                <a:lnTo>
                  <a:pt x="27" y="585"/>
                </a:lnTo>
                <a:cubicBezTo>
                  <a:pt x="50" y="585"/>
                  <a:pt x="64" y="581"/>
                  <a:pt x="69" y="572"/>
                </a:cubicBezTo>
                <a:lnTo>
                  <a:pt x="69" y="565"/>
                </a:lnTo>
                <a:cubicBezTo>
                  <a:pt x="69" y="560"/>
                  <a:pt x="69" y="553"/>
                  <a:pt x="69" y="544"/>
                </a:cubicBezTo>
                <a:cubicBezTo>
                  <a:pt x="69" y="536"/>
                  <a:pt x="69" y="526"/>
                  <a:pt x="69" y="515"/>
                </a:cubicBezTo>
                <a:cubicBezTo>
                  <a:pt x="69" y="503"/>
                  <a:pt x="69" y="490"/>
                  <a:pt x="70" y="476"/>
                </a:cubicBezTo>
                <a:cubicBezTo>
                  <a:pt x="71" y="461"/>
                  <a:pt x="71" y="446"/>
                  <a:pt x="70" y="431"/>
                </a:cubicBezTo>
                <a:cubicBezTo>
                  <a:pt x="69" y="415"/>
                  <a:pt x="69" y="399"/>
                  <a:pt x="70" y="381"/>
                </a:cubicBezTo>
                <a:cubicBezTo>
                  <a:pt x="71" y="364"/>
                  <a:pt x="71" y="347"/>
                  <a:pt x="70" y="330"/>
                </a:cubicBezTo>
                <a:cubicBezTo>
                  <a:pt x="70" y="307"/>
                  <a:pt x="70" y="284"/>
                  <a:pt x="70" y="259"/>
                </a:cubicBezTo>
                <a:cubicBezTo>
                  <a:pt x="70" y="235"/>
                  <a:pt x="70" y="212"/>
                  <a:pt x="70" y="192"/>
                </a:cubicBezTo>
                <a:cubicBezTo>
                  <a:pt x="70" y="171"/>
                  <a:pt x="70" y="153"/>
                  <a:pt x="70" y="137"/>
                </a:cubicBezTo>
                <a:cubicBezTo>
                  <a:pt x="70" y="122"/>
                  <a:pt x="70" y="109"/>
                  <a:pt x="69" y="98"/>
                </a:cubicBezTo>
                <a:cubicBezTo>
                  <a:pt x="69" y="87"/>
                  <a:pt x="69" y="82"/>
                  <a:pt x="69" y="82"/>
                </a:cubicBezTo>
                <a:cubicBezTo>
                  <a:pt x="67" y="71"/>
                  <a:pt x="63" y="63"/>
                  <a:pt x="56" y="60"/>
                </a:cubicBezTo>
                <a:cubicBezTo>
                  <a:pt x="50" y="56"/>
                  <a:pt x="36" y="53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0" y="10"/>
                  <a:pt x="1" y="10"/>
                </a:cubicBezTo>
                <a:lnTo>
                  <a:pt x="10" y="9"/>
                </a:lnTo>
                <a:cubicBezTo>
                  <a:pt x="16" y="9"/>
                  <a:pt x="25" y="8"/>
                  <a:pt x="37" y="7"/>
                </a:cubicBezTo>
                <a:cubicBezTo>
                  <a:pt x="48" y="7"/>
                  <a:pt x="59" y="6"/>
                  <a:pt x="70" y="6"/>
                </a:cubicBezTo>
                <a:cubicBezTo>
                  <a:pt x="80" y="5"/>
                  <a:pt x="91" y="4"/>
                  <a:pt x="103" y="4"/>
                </a:cubicBezTo>
                <a:cubicBezTo>
                  <a:pt x="115" y="3"/>
                  <a:pt x="124" y="2"/>
                  <a:pt x="130" y="1"/>
                </a:cubicBezTo>
                <a:cubicBezTo>
                  <a:pt x="137" y="0"/>
                  <a:pt x="140" y="0"/>
                  <a:pt x="140" y="0"/>
                </a:cubicBezTo>
                <a:lnTo>
                  <a:pt x="143" y="0"/>
                </a:lnTo>
                <a:lnTo>
                  <a:pt x="143" y="285"/>
                </a:lnTo>
                <a:cubicBezTo>
                  <a:pt x="143" y="475"/>
                  <a:pt x="143" y="571"/>
                  <a:pt x="144" y="572"/>
                </a:cubicBezTo>
                <a:cubicBezTo>
                  <a:pt x="146" y="577"/>
                  <a:pt x="151" y="581"/>
                  <a:pt x="156" y="582"/>
                </a:cubicBezTo>
                <a:cubicBezTo>
                  <a:pt x="168" y="584"/>
                  <a:pt x="183" y="585"/>
                  <a:pt x="200" y="585"/>
                </a:cubicBezTo>
                <a:lnTo>
                  <a:pt x="215" y="585"/>
                </a:lnTo>
                <a:lnTo>
                  <a:pt x="215" y="628"/>
                </a:lnTo>
                <a:lnTo>
                  <a:pt x="207" y="628"/>
                </a:lnTo>
                <a:lnTo>
                  <a:pt x="187" y="627"/>
                </a:lnTo>
                <a:cubicBezTo>
                  <a:pt x="173" y="626"/>
                  <a:pt x="158" y="626"/>
                  <a:pt x="141" y="626"/>
                </a:cubicBezTo>
                <a:cubicBezTo>
                  <a:pt x="126" y="626"/>
                  <a:pt x="114" y="625"/>
                  <a:pt x="107" y="625"/>
                </a:cubicBezTo>
                <a:cubicBezTo>
                  <a:pt x="100" y="624"/>
                  <a:pt x="88" y="624"/>
                  <a:pt x="73" y="625"/>
                </a:cubicBezTo>
                <a:cubicBezTo>
                  <a:pt x="57" y="625"/>
                  <a:pt x="42" y="626"/>
                  <a:pt x="28" y="627"/>
                </a:cubicBezTo>
                <a:lnTo>
                  <a:pt x="7" y="628"/>
                </a:lnTo>
                <a:lnTo>
                  <a:pt x="0" y="628"/>
                </a:lnTo>
                <a:lnTo>
                  <a:pt x="0" y="585"/>
                </a:lnTo>
                <a:lnTo>
                  <a:pt x="14" y="58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4523040" y="2907720"/>
            <a:ext cx="144360" cy="149400"/>
          </a:xfrm>
          <a:custGeom>
            <a:avLst/>
            <a:gdLst/>
            <a:ahLst/>
            <a:rect l="0" t="0" r="r" b="b"/>
            <a:pathLst>
              <a:path w="401" h="415">
                <a:moveTo>
                  <a:pt x="0" y="211"/>
                </a:moveTo>
                <a:cubicBezTo>
                  <a:pt x="0" y="154"/>
                  <a:pt x="21" y="105"/>
                  <a:pt x="60" y="63"/>
                </a:cubicBezTo>
                <a:cubicBezTo>
                  <a:pt x="99" y="22"/>
                  <a:pt x="146" y="1"/>
                  <a:pt x="202" y="0"/>
                </a:cubicBezTo>
                <a:cubicBezTo>
                  <a:pt x="256" y="0"/>
                  <a:pt x="302" y="21"/>
                  <a:pt x="342" y="62"/>
                </a:cubicBezTo>
                <a:cubicBezTo>
                  <a:pt x="381" y="103"/>
                  <a:pt x="401" y="152"/>
                  <a:pt x="401" y="211"/>
                </a:cubicBezTo>
                <a:cubicBezTo>
                  <a:pt x="401" y="268"/>
                  <a:pt x="382" y="316"/>
                  <a:pt x="343" y="355"/>
                </a:cubicBezTo>
                <a:cubicBezTo>
                  <a:pt x="305" y="395"/>
                  <a:pt x="258" y="415"/>
                  <a:pt x="202" y="415"/>
                </a:cubicBezTo>
                <a:cubicBezTo>
                  <a:pt x="143" y="415"/>
                  <a:pt x="95" y="394"/>
                  <a:pt x="58" y="353"/>
                </a:cubicBezTo>
                <a:cubicBezTo>
                  <a:pt x="21" y="313"/>
                  <a:pt x="1" y="266"/>
                  <a:pt x="0" y="211"/>
                </a:cubicBezTo>
                <a:moveTo>
                  <a:pt x="202" y="378"/>
                </a:moveTo>
                <a:cubicBezTo>
                  <a:pt x="275" y="378"/>
                  <a:pt x="312" y="328"/>
                  <a:pt x="312" y="230"/>
                </a:cubicBezTo>
                <a:lnTo>
                  <a:pt x="312" y="202"/>
                </a:lnTo>
                <a:lnTo>
                  <a:pt x="312" y="179"/>
                </a:lnTo>
                <a:cubicBezTo>
                  <a:pt x="312" y="166"/>
                  <a:pt x="311" y="154"/>
                  <a:pt x="311" y="145"/>
                </a:cubicBezTo>
                <a:cubicBezTo>
                  <a:pt x="310" y="135"/>
                  <a:pt x="308" y="124"/>
                  <a:pt x="305" y="110"/>
                </a:cubicBezTo>
                <a:cubicBezTo>
                  <a:pt x="301" y="97"/>
                  <a:pt x="296" y="86"/>
                  <a:pt x="290" y="78"/>
                </a:cubicBezTo>
                <a:cubicBezTo>
                  <a:pt x="284" y="69"/>
                  <a:pt x="275" y="61"/>
                  <a:pt x="262" y="53"/>
                </a:cubicBezTo>
                <a:cubicBezTo>
                  <a:pt x="250" y="44"/>
                  <a:pt x="235" y="38"/>
                  <a:pt x="218" y="35"/>
                </a:cubicBezTo>
                <a:cubicBezTo>
                  <a:pt x="215" y="34"/>
                  <a:pt x="210" y="34"/>
                  <a:pt x="203" y="34"/>
                </a:cubicBezTo>
                <a:cubicBezTo>
                  <a:pt x="185" y="34"/>
                  <a:pt x="168" y="37"/>
                  <a:pt x="152" y="44"/>
                </a:cubicBezTo>
                <a:cubicBezTo>
                  <a:pt x="126" y="58"/>
                  <a:pt x="109" y="76"/>
                  <a:pt x="102" y="100"/>
                </a:cubicBezTo>
                <a:cubicBezTo>
                  <a:pt x="94" y="123"/>
                  <a:pt x="90" y="151"/>
                  <a:pt x="90" y="183"/>
                </a:cubicBezTo>
                <a:lnTo>
                  <a:pt x="90" y="201"/>
                </a:lnTo>
                <a:cubicBezTo>
                  <a:pt x="90" y="258"/>
                  <a:pt x="95" y="299"/>
                  <a:pt x="107" y="322"/>
                </a:cubicBezTo>
                <a:cubicBezTo>
                  <a:pt x="126" y="359"/>
                  <a:pt x="158" y="378"/>
                  <a:pt x="202" y="37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4685760" y="2906280"/>
            <a:ext cx="148680" cy="214560"/>
          </a:xfrm>
          <a:custGeom>
            <a:avLst/>
            <a:gdLst/>
            <a:ahLst/>
            <a:rect l="0" t="0" r="r" b="b"/>
            <a:pathLst>
              <a:path w="413" h="596">
                <a:moveTo>
                  <a:pt x="271" y="39"/>
                </a:moveTo>
                <a:cubicBezTo>
                  <a:pt x="298" y="13"/>
                  <a:pt x="328" y="0"/>
                  <a:pt x="362" y="0"/>
                </a:cubicBezTo>
                <a:cubicBezTo>
                  <a:pt x="381" y="0"/>
                  <a:pt x="393" y="5"/>
                  <a:pt x="401" y="17"/>
                </a:cubicBezTo>
                <a:cubicBezTo>
                  <a:pt x="409" y="28"/>
                  <a:pt x="413" y="40"/>
                  <a:pt x="413" y="51"/>
                </a:cubicBezTo>
                <a:cubicBezTo>
                  <a:pt x="413" y="60"/>
                  <a:pt x="410" y="67"/>
                  <a:pt x="405" y="74"/>
                </a:cubicBezTo>
                <a:cubicBezTo>
                  <a:pt x="400" y="80"/>
                  <a:pt x="391" y="84"/>
                  <a:pt x="381" y="84"/>
                </a:cubicBezTo>
                <a:cubicBezTo>
                  <a:pt x="361" y="84"/>
                  <a:pt x="350" y="75"/>
                  <a:pt x="347" y="57"/>
                </a:cubicBezTo>
                <a:cubicBezTo>
                  <a:pt x="346" y="48"/>
                  <a:pt x="347" y="42"/>
                  <a:pt x="350" y="38"/>
                </a:cubicBezTo>
                <a:cubicBezTo>
                  <a:pt x="350" y="37"/>
                  <a:pt x="350" y="36"/>
                  <a:pt x="351" y="35"/>
                </a:cubicBezTo>
                <a:lnTo>
                  <a:pt x="351" y="34"/>
                </a:lnTo>
                <a:cubicBezTo>
                  <a:pt x="333" y="36"/>
                  <a:pt x="317" y="42"/>
                  <a:pt x="302" y="54"/>
                </a:cubicBezTo>
                <a:cubicBezTo>
                  <a:pt x="297" y="57"/>
                  <a:pt x="295" y="59"/>
                  <a:pt x="295" y="60"/>
                </a:cubicBezTo>
                <a:cubicBezTo>
                  <a:pt x="295" y="61"/>
                  <a:pt x="296" y="62"/>
                  <a:pt x="298" y="65"/>
                </a:cubicBezTo>
                <a:cubicBezTo>
                  <a:pt x="301" y="67"/>
                  <a:pt x="303" y="71"/>
                  <a:pt x="306" y="76"/>
                </a:cubicBezTo>
                <a:cubicBezTo>
                  <a:pt x="309" y="80"/>
                  <a:pt x="313" y="86"/>
                  <a:pt x="316" y="92"/>
                </a:cubicBezTo>
                <a:cubicBezTo>
                  <a:pt x="320" y="98"/>
                  <a:pt x="323" y="106"/>
                  <a:pt x="324" y="115"/>
                </a:cubicBezTo>
                <a:cubicBezTo>
                  <a:pt x="326" y="125"/>
                  <a:pt x="328" y="135"/>
                  <a:pt x="328" y="145"/>
                </a:cubicBezTo>
                <a:cubicBezTo>
                  <a:pt x="328" y="182"/>
                  <a:pt x="313" y="214"/>
                  <a:pt x="284" y="240"/>
                </a:cubicBezTo>
                <a:cubicBezTo>
                  <a:pt x="254" y="266"/>
                  <a:pt x="218" y="279"/>
                  <a:pt x="175" y="280"/>
                </a:cubicBezTo>
                <a:cubicBezTo>
                  <a:pt x="145" y="280"/>
                  <a:pt x="115" y="271"/>
                  <a:pt x="85" y="254"/>
                </a:cubicBezTo>
                <a:cubicBezTo>
                  <a:pt x="79" y="265"/>
                  <a:pt x="75" y="277"/>
                  <a:pt x="75" y="289"/>
                </a:cubicBezTo>
                <a:cubicBezTo>
                  <a:pt x="75" y="310"/>
                  <a:pt x="83" y="325"/>
                  <a:pt x="99" y="335"/>
                </a:cubicBezTo>
                <a:cubicBezTo>
                  <a:pt x="104" y="339"/>
                  <a:pt x="109" y="341"/>
                  <a:pt x="114" y="341"/>
                </a:cubicBezTo>
                <a:cubicBezTo>
                  <a:pt x="119" y="341"/>
                  <a:pt x="141" y="342"/>
                  <a:pt x="179" y="343"/>
                </a:cubicBezTo>
                <a:cubicBezTo>
                  <a:pt x="230" y="343"/>
                  <a:pt x="262" y="345"/>
                  <a:pt x="277" y="348"/>
                </a:cubicBezTo>
                <a:cubicBezTo>
                  <a:pt x="313" y="354"/>
                  <a:pt x="343" y="366"/>
                  <a:pt x="364" y="385"/>
                </a:cubicBezTo>
                <a:cubicBezTo>
                  <a:pt x="388" y="409"/>
                  <a:pt x="400" y="438"/>
                  <a:pt x="400" y="474"/>
                </a:cubicBezTo>
                <a:cubicBezTo>
                  <a:pt x="400" y="514"/>
                  <a:pt x="376" y="546"/>
                  <a:pt x="328" y="568"/>
                </a:cubicBezTo>
                <a:cubicBezTo>
                  <a:pt x="292" y="586"/>
                  <a:pt x="249" y="596"/>
                  <a:pt x="200" y="596"/>
                </a:cubicBezTo>
                <a:cubicBezTo>
                  <a:pt x="150" y="596"/>
                  <a:pt x="107" y="586"/>
                  <a:pt x="71" y="568"/>
                </a:cubicBezTo>
                <a:cubicBezTo>
                  <a:pt x="24" y="546"/>
                  <a:pt x="0" y="515"/>
                  <a:pt x="0" y="476"/>
                </a:cubicBezTo>
                <a:cubicBezTo>
                  <a:pt x="0" y="455"/>
                  <a:pt x="7" y="437"/>
                  <a:pt x="19" y="422"/>
                </a:cubicBezTo>
                <a:cubicBezTo>
                  <a:pt x="32" y="408"/>
                  <a:pt x="45" y="398"/>
                  <a:pt x="57" y="392"/>
                </a:cubicBezTo>
                <a:lnTo>
                  <a:pt x="67" y="387"/>
                </a:lnTo>
                <a:cubicBezTo>
                  <a:pt x="46" y="368"/>
                  <a:pt x="35" y="343"/>
                  <a:pt x="35" y="311"/>
                </a:cubicBezTo>
                <a:cubicBezTo>
                  <a:pt x="35" y="283"/>
                  <a:pt x="44" y="257"/>
                  <a:pt x="61" y="234"/>
                </a:cubicBezTo>
                <a:cubicBezTo>
                  <a:pt x="34" y="208"/>
                  <a:pt x="21" y="178"/>
                  <a:pt x="21" y="145"/>
                </a:cubicBezTo>
                <a:cubicBezTo>
                  <a:pt x="21" y="107"/>
                  <a:pt x="36" y="75"/>
                  <a:pt x="66" y="49"/>
                </a:cubicBezTo>
                <a:cubicBezTo>
                  <a:pt x="96" y="24"/>
                  <a:pt x="133" y="10"/>
                  <a:pt x="176" y="10"/>
                </a:cubicBezTo>
                <a:cubicBezTo>
                  <a:pt x="206" y="10"/>
                  <a:pt x="235" y="18"/>
                  <a:pt x="261" y="33"/>
                </a:cubicBezTo>
                <a:lnTo>
                  <a:pt x="271" y="39"/>
                </a:lnTo>
                <a:moveTo>
                  <a:pt x="244" y="99"/>
                </a:moveTo>
                <a:cubicBezTo>
                  <a:pt x="241" y="82"/>
                  <a:pt x="233" y="69"/>
                  <a:pt x="221" y="59"/>
                </a:cubicBezTo>
                <a:cubicBezTo>
                  <a:pt x="208" y="50"/>
                  <a:pt x="192" y="45"/>
                  <a:pt x="174" y="44"/>
                </a:cubicBezTo>
                <a:cubicBezTo>
                  <a:pt x="156" y="44"/>
                  <a:pt x="141" y="49"/>
                  <a:pt x="129" y="58"/>
                </a:cubicBezTo>
                <a:cubicBezTo>
                  <a:pt x="116" y="68"/>
                  <a:pt x="108" y="82"/>
                  <a:pt x="105" y="99"/>
                </a:cubicBezTo>
                <a:cubicBezTo>
                  <a:pt x="103" y="109"/>
                  <a:pt x="102" y="125"/>
                  <a:pt x="102" y="145"/>
                </a:cubicBezTo>
                <a:cubicBezTo>
                  <a:pt x="102" y="172"/>
                  <a:pt x="105" y="191"/>
                  <a:pt x="109" y="204"/>
                </a:cubicBezTo>
                <a:cubicBezTo>
                  <a:pt x="113" y="216"/>
                  <a:pt x="122" y="227"/>
                  <a:pt x="136" y="235"/>
                </a:cubicBezTo>
                <a:cubicBezTo>
                  <a:pt x="146" y="241"/>
                  <a:pt x="159" y="244"/>
                  <a:pt x="175" y="244"/>
                </a:cubicBezTo>
                <a:cubicBezTo>
                  <a:pt x="188" y="244"/>
                  <a:pt x="199" y="242"/>
                  <a:pt x="209" y="238"/>
                </a:cubicBezTo>
                <a:cubicBezTo>
                  <a:pt x="219" y="234"/>
                  <a:pt x="226" y="228"/>
                  <a:pt x="230" y="222"/>
                </a:cubicBezTo>
                <a:cubicBezTo>
                  <a:pt x="234" y="215"/>
                  <a:pt x="237" y="209"/>
                  <a:pt x="240" y="204"/>
                </a:cubicBezTo>
                <a:cubicBezTo>
                  <a:pt x="242" y="198"/>
                  <a:pt x="244" y="194"/>
                  <a:pt x="244" y="190"/>
                </a:cubicBezTo>
                <a:cubicBezTo>
                  <a:pt x="246" y="181"/>
                  <a:pt x="247" y="166"/>
                  <a:pt x="247" y="145"/>
                </a:cubicBezTo>
                <a:cubicBezTo>
                  <a:pt x="247" y="125"/>
                  <a:pt x="246" y="109"/>
                  <a:pt x="244" y="99"/>
                </a:cubicBezTo>
                <a:moveTo>
                  <a:pt x="338" y="476"/>
                </a:moveTo>
                <a:cubicBezTo>
                  <a:pt x="338" y="461"/>
                  <a:pt x="334" y="449"/>
                  <a:pt x="325" y="439"/>
                </a:cubicBezTo>
                <a:cubicBezTo>
                  <a:pt x="317" y="430"/>
                  <a:pt x="305" y="423"/>
                  <a:pt x="288" y="419"/>
                </a:cubicBezTo>
                <a:cubicBezTo>
                  <a:pt x="272" y="414"/>
                  <a:pt x="257" y="412"/>
                  <a:pt x="244" y="410"/>
                </a:cubicBezTo>
                <a:cubicBezTo>
                  <a:pt x="231" y="409"/>
                  <a:pt x="215" y="409"/>
                  <a:pt x="195" y="409"/>
                </a:cubicBezTo>
                <a:lnTo>
                  <a:pt x="171" y="409"/>
                </a:lnTo>
                <a:cubicBezTo>
                  <a:pt x="131" y="409"/>
                  <a:pt x="107" y="410"/>
                  <a:pt x="99" y="414"/>
                </a:cubicBezTo>
                <a:cubicBezTo>
                  <a:pt x="87" y="419"/>
                  <a:pt x="78" y="428"/>
                  <a:pt x="71" y="439"/>
                </a:cubicBezTo>
                <a:cubicBezTo>
                  <a:pt x="64" y="451"/>
                  <a:pt x="61" y="463"/>
                  <a:pt x="60" y="475"/>
                </a:cubicBezTo>
                <a:cubicBezTo>
                  <a:pt x="60" y="481"/>
                  <a:pt x="62" y="488"/>
                  <a:pt x="65" y="496"/>
                </a:cubicBezTo>
                <a:cubicBezTo>
                  <a:pt x="69" y="504"/>
                  <a:pt x="75" y="513"/>
                  <a:pt x="84" y="523"/>
                </a:cubicBezTo>
                <a:cubicBezTo>
                  <a:pt x="93" y="533"/>
                  <a:pt x="108" y="543"/>
                  <a:pt x="128" y="549"/>
                </a:cubicBezTo>
                <a:cubicBezTo>
                  <a:pt x="148" y="556"/>
                  <a:pt x="172" y="560"/>
                  <a:pt x="200" y="560"/>
                </a:cubicBezTo>
                <a:cubicBezTo>
                  <a:pt x="241" y="560"/>
                  <a:pt x="275" y="552"/>
                  <a:pt x="300" y="534"/>
                </a:cubicBezTo>
                <a:cubicBezTo>
                  <a:pt x="325" y="517"/>
                  <a:pt x="338" y="498"/>
                  <a:pt x="338" y="47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4903920" y="2831400"/>
            <a:ext cx="250560" cy="222480"/>
          </a:xfrm>
          <a:custGeom>
            <a:avLst/>
            <a:gdLst/>
            <a:ahLst/>
            <a:rect l="0" t="0" r="r" b="b"/>
            <a:pathLst>
              <a:path w="696" h="618">
                <a:moveTo>
                  <a:pt x="229" y="50"/>
                </a:moveTo>
                <a:cubicBezTo>
                  <a:pt x="229" y="46"/>
                  <a:pt x="212" y="43"/>
                  <a:pt x="178" y="42"/>
                </a:cubicBezTo>
                <a:cubicBezTo>
                  <a:pt x="164" y="42"/>
                  <a:pt x="155" y="41"/>
                  <a:pt x="151" y="41"/>
                </a:cubicBezTo>
                <a:cubicBezTo>
                  <a:pt x="146" y="40"/>
                  <a:pt x="144" y="37"/>
                  <a:pt x="144" y="33"/>
                </a:cubicBezTo>
                <a:cubicBezTo>
                  <a:pt x="144" y="28"/>
                  <a:pt x="145" y="22"/>
                  <a:pt x="148" y="15"/>
                </a:cubicBezTo>
                <a:cubicBezTo>
                  <a:pt x="150" y="7"/>
                  <a:pt x="152" y="3"/>
                  <a:pt x="154" y="1"/>
                </a:cubicBezTo>
                <a:cubicBezTo>
                  <a:pt x="155" y="0"/>
                  <a:pt x="215" y="0"/>
                  <a:pt x="334" y="0"/>
                </a:cubicBezTo>
                <a:cubicBezTo>
                  <a:pt x="434" y="1"/>
                  <a:pt x="490" y="1"/>
                  <a:pt x="503" y="1"/>
                </a:cubicBezTo>
                <a:cubicBezTo>
                  <a:pt x="515" y="1"/>
                  <a:pt x="527" y="3"/>
                  <a:pt x="539" y="6"/>
                </a:cubicBezTo>
                <a:cubicBezTo>
                  <a:pt x="582" y="17"/>
                  <a:pt x="620" y="40"/>
                  <a:pt x="650" y="78"/>
                </a:cubicBezTo>
                <a:cubicBezTo>
                  <a:pt x="680" y="115"/>
                  <a:pt x="695" y="165"/>
                  <a:pt x="696" y="228"/>
                </a:cubicBezTo>
                <a:cubicBezTo>
                  <a:pt x="696" y="321"/>
                  <a:pt x="664" y="406"/>
                  <a:pt x="598" y="481"/>
                </a:cubicBezTo>
                <a:cubicBezTo>
                  <a:pt x="534" y="556"/>
                  <a:pt x="458" y="600"/>
                  <a:pt x="371" y="615"/>
                </a:cubicBezTo>
                <a:lnTo>
                  <a:pt x="358" y="617"/>
                </a:lnTo>
                <a:lnTo>
                  <a:pt x="183" y="618"/>
                </a:lnTo>
                <a:lnTo>
                  <a:pt x="83" y="618"/>
                </a:lnTo>
                <a:lnTo>
                  <a:pt x="35" y="618"/>
                </a:lnTo>
                <a:cubicBezTo>
                  <a:pt x="21" y="618"/>
                  <a:pt x="11" y="617"/>
                  <a:pt x="7" y="616"/>
                </a:cubicBezTo>
                <a:cubicBezTo>
                  <a:pt x="3" y="615"/>
                  <a:pt x="0" y="612"/>
                  <a:pt x="0" y="608"/>
                </a:cubicBezTo>
                <a:cubicBezTo>
                  <a:pt x="0" y="606"/>
                  <a:pt x="1" y="602"/>
                  <a:pt x="3" y="595"/>
                </a:cubicBezTo>
                <a:cubicBezTo>
                  <a:pt x="5" y="585"/>
                  <a:pt x="7" y="580"/>
                  <a:pt x="10" y="579"/>
                </a:cubicBezTo>
                <a:cubicBezTo>
                  <a:pt x="12" y="578"/>
                  <a:pt x="19" y="577"/>
                  <a:pt x="30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2"/>
                  <a:pt x="99" y="568"/>
                  <a:pt x="102" y="563"/>
                </a:cubicBezTo>
                <a:cubicBezTo>
                  <a:pt x="104" y="560"/>
                  <a:pt x="125" y="477"/>
                  <a:pt x="167" y="311"/>
                </a:cubicBezTo>
                <a:cubicBezTo>
                  <a:pt x="208" y="146"/>
                  <a:pt x="229" y="59"/>
                  <a:pt x="229" y="50"/>
                </a:cubicBezTo>
                <a:moveTo>
                  <a:pt x="605" y="193"/>
                </a:moveTo>
                <a:cubicBezTo>
                  <a:pt x="605" y="170"/>
                  <a:pt x="601" y="150"/>
                  <a:pt x="595" y="132"/>
                </a:cubicBezTo>
                <a:cubicBezTo>
                  <a:pt x="588" y="114"/>
                  <a:pt x="580" y="100"/>
                  <a:pt x="571" y="90"/>
                </a:cubicBezTo>
                <a:cubicBezTo>
                  <a:pt x="562" y="79"/>
                  <a:pt x="551" y="71"/>
                  <a:pt x="538" y="63"/>
                </a:cubicBezTo>
                <a:cubicBezTo>
                  <a:pt x="524" y="56"/>
                  <a:pt x="513" y="51"/>
                  <a:pt x="503" y="49"/>
                </a:cubicBezTo>
                <a:cubicBezTo>
                  <a:pt x="492" y="47"/>
                  <a:pt x="482" y="44"/>
                  <a:pt x="471" y="43"/>
                </a:cubicBezTo>
                <a:cubicBezTo>
                  <a:pt x="470" y="43"/>
                  <a:pt x="466" y="43"/>
                  <a:pt x="458" y="43"/>
                </a:cubicBezTo>
                <a:cubicBezTo>
                  <a:pt x="451" y="43"/>
                  <a:pt x="442" y="43"/>
                  <a:pt x="432" y="43"/>
                </a:cubicBezTo>
                <a:cubicBezTo>
                  <a:pt x="422" y="43"/>
                  <a:pt x="412" y="42"/>
                  <a:pt x="402" y="42"/>
                </a:cubicBezTo>
                <a:lnTo>
                  <a:pt x="364" y="42"/>
                </a:lnTo>
                <a:cubicBezTo>
                  <a:pt x="337" y="42"/>
                  <a:pt x="322" y="45"/>
                  <a:pt x="318" y="51"/>
                </a:cubicBezTo>
                <a:cubicBezTo>
                  <a:pt x="317" y="53"/>
                  <a:pt x="295" y="140"/>
                  <a:pt x="253" y="311"/>
                </a:cubicBezTo>
                <a:cubicBezTo>
                  <a:pt x="210" y="483"/>
                  <a:pt x="188" y="569"/>
                  <a:pt x="188" y="571"/>
                </a:cubicBezTo>
                <a:cubicBezTo>
                  <a:pt x="188" y="573"/>
                  <a:pt x="192" y="574"/>
                  <a:pt x="198" y="574"/>
                </a:cubicBezTo>
                <a:cubicBezTo>
                  <a:pt x="205" y="574"/>
                  <a:pt x="228" y="575"/>
                  <a:pt x="268" y="575"/>
                </a:cubicBezTo>
                <a:cubicBezTo>
                  <a:pt x="271" y="575"/>
                  <a:pt x="277" y="575"/>
                  <a:pt x="285" y="575"/>
                </a:cubicBezTo>
                <a:cubicBezTo>
                  <a:pt x="293" y="575"/>
                  <a:pt x="301" y="575"/>
                  <a:pt x="307" y="576"/>
                </a:cubicBezTo>
                <a:cubicBezTo>
                  <a:pt x="382" y="576"/>
                  <a:pt x="445" y="551"/>
                  <a:pt x="494" y="502"/>
                </a:cubicBezTo>
                <a:cubicBezTo>
                  <a:pt x="516" y="480"/>
                  <a:pt x="534" y="455"/>
                  <a:pt x="548" y="425"/>
                </a:cubicBezTo>
                <a:cubicBezTo>
                  <a:pt x="561" y="396"/>
                  <a:pt x="574" y="358"/>
                  <a:pt x="586" y="311"/>
                </a:cubicBezTo>
                <a:cubicBezTo>
                  <a:pt x="598" y="263"/>
                  <a:pt x="605" y="224"/>
                  <a:pt x="605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5192640" y="280980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0" y="451"/>
                </a:moveTo>
                <a:cubicBezTo>
                  <a:pt x="0" y="409"/>
                  <a:pt x="3" y="370"/>
                  <a:pt x="9" y="333"/>
                </a:cubicBezTo>
                <a:cubicBezTo>
                  <a:pt x="15" y="295"/>
                  <a:pt x="22" y="263"/>
                  <a:pt x="30" y="236"/>
                </a:cubicBezTo>
                <a:cubicBezTo>
                  <a:pt x="38" y="209"/>
                  <a:pt x="49" y="183"/>
                  <a:pt x="63" y="157"/>
                </a:cubicBezTo>
                <a:cubicBezTo>
                  <a:pt x="78" y="131"/>
                  <a:pt x="90" y="111"/>
                  <a:pt x="99" y="96"/>
                </a:cubicBezTo>
                <a:cubicBezTo>
                  <a:pt x="107" y="82"/>
                  <a:pt x="120" y="66"/>
                  <a:pt x="137" y="49"/>
                </a:cubicBezTo>
                <a:cubicBezTo>
                  <a:pt x="153" y="33"/>
                  <a:pt x="163" y="22"/>
                  <a:pt x="166" y="19"/>
                </a:cubicBezTo>
                <a:cubicBezTo>
                  <a:pt x="169" y="15"/>
                  <a:pt x="177" y="9"/>
                  <a:pt x="189" y="0"/>
                </a:cubicBezTo>
                <a:lnTo>
                  <a:pt x="201" y="0"/>
                </a:lnTo>
                <a:lnTo>
                  <a:pt x="204" y="0"/>
                </a:lnTo>
                <a:cubicBezTo>
                  <a:pt x="213" y="0"/>
                  <a:pt x="217" y="2"/>
                  <a:pt x="217" y="8"/>
                </a:cubicBezTo>
                <a:cubicBezTo>
                  <a:pt x="217" y="10"/>
                  <a:pt x="212" y="16"/>
                  <a:pt x="202" y="27"/>
                </a:cubicBezTo>
                <a:cubicBezTo>
                  <a:pt x="191" y="38"/>
                  <a:pt x="179" y="54"/>
                  <a:pt x="165" y="75"/>
                </a:cubicBezTo>
                <a:cubicBezTo>
                  <a:pt x="150" y="96"/>
                  <a:pt x="135" y="122"/>
                  <a:pt x="120" y="152"/>
                </a:cubicBezTo>
                <a:cubicBezTo>
                  <a:pt x="105" y="183"/>
                  <a:pt x="93" y="224"/>
                  <a:pt x="81" y="277"/>
                </a:cubicBezTo>
                <a:cubicBezTo>
                  <a:pt x="71" y="329"/>
                  <a:pt x="66" y="387"/>
                  <a:pt x="66" y="451"/>
                </a:cubicBezTo>
                <a:cubicBezTo>
                  <a:pt x="66" y="515"/>
                  <a:pt x="71" y="573"/>
                  <a:pt x="81" y="624"/>
                </a:cubicBezTo>
                <a:cubicBezTo>
                  <a:pt x="93" y="676"/>
                  <a:pt x="105" y="718"/>
                  <a:pt x="119" y="750"/>
                </a:cubicBezTo>
                <a:cubicBezTo>
                  <a:pt x="134" y="783"/>
                  <a:pt x="149" y="808"/>
                  <a:pt x="164" y="828"/>
                </a:cubicBezTo>
                <a:cubicBezTo>
                  <a:pt x="179" y="848"/>
                  <a:pt x="191" y="864"/>
                  <a:pt x="202" y="876"/>
                </a:cubicBezTo>
                <a:cubicBezTo>
                  <a:pt x="212" y="888"/>
                  <a:pt x="217" y="895"/>
                  <a:pt x="217" y="895"/>
                </a:cubicBezTo>
                <a:cubicBezTo>
                  <a:pt x="217" y="901"/>
                  <a:pt x="212" y="903"/>
                  <a:pt x="203" y="903"/>
                </a:cubicBezTo>
                <a:lnTo>
                  <a:pt x="201" y="903"/>
                </a:lnTo>
                <a:lnTo>
                  <a:pt x="189" y="903"/>
                </a:lnTo>
                <a:lnTo>
                  <a:pt x="164" y="882"/>
                </a:lnTo>
                <a:cubicBezTo>
                  <a:pt x="107" y="830"/>
                  <a:pt x="65" y="767"/>
                  <a:pt x="39" y="689"/>
                </a:cubicBezTo>
                <a:cubicBezTo>
                  <a:pt x="13" y="613"/>
                  <a:pt x="0" y="533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5295240" y="2909160"/>
            <a:ext cx="183960" cy="144720"/>
          </a:xfrm>
          <a:custGeom>
            <a:avLst/>
            <a:gdLst/>
            <a:ahLst/>
            <a:rect l="0" t="0" r="r" b="b"/>
            <a:pathLst>
              <a:path w="511" h="402">
                <a:moveTo>
                  <a:pt x="186" y="402"/>
                </a:moveTo>
                <a:cubicBezTo>
                  <a:pt x="177" y="400"/>
                  <a:pt x="145" y="399"/>
                  <a:pt x="91" y="399"/>
                </a:cubicBezTo>
                <a:cubicBezTo>
                  <a:pt x="42" y="399"/>
                  <a:pt x="14" y="400"/>
                  <a:pt x="7" y="402"/>
                </a:cubicBezTo>
                <a:lnTo>
                  <a:pt x="0" y="402"/>
                </a:lnTo>
                <a:lnTo>
                  <a:pt x="0" y="346"/>
                </a:lnTo>
                <a:lnTo>
                  <a:pt x="87" y="346"/>
                </a:lnTo>
                <a:lnTo>
                  <a:pt x="203" y="209"/>
                </a:lnTo>
                <a:lnTo>
                  <a:pt x="80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0" y="3"/>
                </a:cubicBezTo>
                <a:cubicBezTo>
                  <a:pt x="173" y="3"/>
                  <a:pt x="210" y="2"/>
                  <a:pt x="221" y="0"/>
                </a:cubicBezTo>
                <a:lnTo>
                  <a:pt x="229" y="0"/>
                </a:lnTo>
                <a:lnTo>
                  <a:pt x="229" y="56"/>
                </a:lnTo>
                <a:lnTo>
                  <a:pt x="203" y="56"/>
                </a:lnTo>
                <a:lnTo>
                  <a:pt x="235" y="95"/>
                </a:lnTo>
                <a:cubicBezTo>
                  <a:pt x="255" y="121"/>
                  <a:pt x="266" y="134"/>
                  <a:pt x="267" y="134"/>
                </a:cubicBezTo>
                <a:cubicBezTo>
                  <a:pt x="269" y="134"/>
                  <a:pt x="280" y="120"/>
                  <a:pt x="301" y="93"/>
                </a:cubicBezTo>
                <a:lnTo>
                  <a:pt x="333" y="56"/>
                </a:lnTo>
                <a:lnTo>
                  <a:pt x="299" y="56"/>
                </a:lnTo>
                <a:lnTo>
                  <a:pt x="299" y="0"/>
                </a:lnTo>
                <a:lnTo>
                  <a:pt x="306" y="0"/>
                </a:lnTo>
                <a:cubicBezTo>
                  <a:pt x="316" y="2"/>
                  <a:pt x="348" y="3"/>
                  <a:pt x="403" y="3"/>
                </a:cubicBezTo>
                <a:cubicBezTo>
                  <a:pt x="452" y="3"/>
                  <a:pt x="480" y="2"/>
                  <a:pt x="487" y="0"/>
                </a:cubicBezTo>
                <a:lnTo>
                  <a:pt x="493" y="0"/>
                </a:lnTo>
                <a:lnTo>
                  <a:pt x="493" y="56"/>
                </a:lnTo>
                <a:lnTo>
                  <a:pt x="407" y="56"/>
                </a:lnTo>
                <a:lnTo>
                  <a:pt x="302" y="180"/>
                </a:lnTo>
                <a:lnTo>
                  <a:pt x="437" y="345"/>
                </a:lnTo>
                <a:lnTo>
                  <a:pt x="474" y="346"/>
                </a:lnTo>
                <a:lnTo>
                  <a:pt x="511" y="346"/>
                </a:lnTo>
                <a:lnTo>
                  <a:pt x="511" y="402"/>
                </a:lnTo>
                <a:lnTo>
                  <a:pt x="504" y="402"/>
                </a:lnTo>
                <a:cubicBezTo>
                  <a:pt x="495" y="400"/>
                  <a:pt x="462" y="399"/>
                  <a:pt x="406" y="399"/>
                </a:cubicBezTo>
                <a:cubicBezTo>
                  <a:pt x="343" y="399"/>
                  <a:pt x="305" y="400"/>
                  <a:pt x="295" y="402"/>
                </a:cubicBezTo>
                <a:lnTo>
                  <a:pt x="286" y="402"/>
                </a:lnTo>
                <a:lnTo>
                  <a:pt x="286" y="346"/>
                </a:lnTo>
                <a:lnTo>
                  <a:pt x="313" y="346"/>
                </a:lnTo>
                <a:cubicBezTo>
                  <a:pt x="313" y="345"/>
                  <a:pt x="300" y="330"/>
                  <a:pt x="276" y="301"/>
                </a:cubicBezTo>
                <a:cubicBezTo>
                  <a:pt x="252" y="271"/>
                  <a:pt x="239" y="256"/>
                  <a:pt x="239" y="254"/>
                </a:cubicBezTo>
                <a:lnTo>
                  <a:pt x="160" y="345"/>
                </a:lnTo>
                <a:lnTo>
                  <a:pt x="177" y="346"/>
                </a:lnTo>
                <a:lnTo>
                  <a:pt x="193" y="346"/>
                </a:lnTo>
                <a:lnTo>
                  <a:pt x="193" y="402"/>
                </a:lnTo>
                <a:lnTo>
                  <a:pt x="186" y="4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5503680" y="280980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1"/>
                </a:lnTo>
                <a:cubicBezTo>
                  <a:pt x="111" y="73"/>
                  <a:pt x="152" y="136"/>
                  <a:pt x="178" y="213"/>
                </a:cubicBezTo>
                <a:cubicBezTo>
                  <a:pt x="204" y="289"/>
                  <a:pt x="217" y="369"/>
                  <a:pt x="217" y="451"/>
                </a:cubicBezTo>
                <a:cubicBezTo>
                  <a:pt x="217" y="492"/>
                  <a:pt x="214" y="531"/>
                  <a:pt x="208" y="569"/>
                </a:cubicBezTo>
                <a:cubicBezTo>
                  <a:pt x="202" y="607"/>
                  <a:pt x="195" y="639"/>
                  <a:pt x="187" y="666"/>
                </a:cubicBezTo>
                <a:cubicBezTo>
                  <a:pt x="179" y="692"/>
                  <a:pt x="168" y="719"/>
                  <a:pt x="153" y="745"/>
                </a:cubicBezTo>
                <a:cubicBezTo>
                  <a:pt x="139" y="773"/>
                  <a:pt x="128" y="793"/>
                  <a:pt x="119" y="807"/>
                </a:cubicBezTo>
                <a:cubicBezTo>
                  <a:pt x="111" y="820"/>
                  <a:pt x="98" y="836"/>
                  <a:pt x="81" y="853"/>
                </a:cubicBezTo>
                <a:cubicBezTo>
                  <a:pt x="65" y="870"/>
                  <a:pt x="55" y="879"/>
                  <a:pt x="52" y="882"/>
                </a:cubicBezTo>
                <a:cubicBezTo>
                  <a:pt x="49" y="885"/>
                  <a:pt x="42" y="891"/>
                  <a:pt x="31" y="900"/>
                </a:cubicBezTo>
                <a:cubicBezTo>
                  <a:pt x="30" y="901"/>
                  <a:pt x="28" y="903"/>
                  <a:pt x="28" y="903"/>
                </a:cubicBezTo>
                <a:lnTo>
                  <a:pt x="17" y="903"/>
                </a:lnTo>
                <a:cubicBezTo>
                  <a:pt x="12" y="903"/>
                  <a:pt x="9" y="903"/>
                  <a:pt x="7" y="903"/>
                </a:cubicBezTo>
                <a:cubicBezTo>
                  <a:pt x="5" y="903"/>
                  <a:pt x="4" y="902"/>
                  <a:pt x="3" y="901"/>
                </a:cubicBezTo>
                <a:cubicBezTo>
                  <a:pt x="1" y="899"/>
                  <a:pt x="0" y="896"/>
                  <a:pt x="0" y="892"/>
                </a:cubicBezTo>
                <a:cubicBezTo>
                  <a:pt x="0" y="892"/>
                  <a:pt x="4" y="888"/>
                  <a:pt x="10" y="881"/>
                </a:cubicBezTo>
                <a:cubicBezTo>
                  <a:pt x="104" y="784"/>
                  <a:pt x="151" y="640"/>
                  <a:pt x="151" y="451"/>
                </a:cubicBezTo>
                <a:cubicBezTo>
                  <a:pt x="151" y="262"/>
                  <a:pt x="104" y="119"/>
                  <a:pt x="10" y="22"/>
                </a:cubicBezTo>
                <a:cubicBezTo>
                  <a:pt x="4" y="15"/>
                  <a:pt x="0" y="11"/>
                  <a:pt x="0" y="11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5619240" y="2809800"/>
            <a:ext cx="45000" cy="325080"/>
          </a:xfrm>
          <a:custGeom>
            <a:avLst/>
            <a:gdLst/>
            <a:ahLst/>
            <a:rect l="0" t="0" r="r" b="b"/>
            <a:pathLst>
              <a:path w="125" h="903">
                <a:moveTo>
                  <a:pt x="0" y="36"/>
                </a:moveTo>
                <a:lnTo>
                  <a:pt x="0" y="0"/>
                </a:lnTo>
                <a:lnTo>
                  <a:pt x="125" y="0"/>
                </a:lnTo>
                <a:lnTo>
                  <a:pt x="125" y="903"/>
                </a:lnTo>
                <a:lnTo>
                  <a:pt x="0" y="903"/>
                </a:lnTo>
                <a:lnTo>
                  <a:pt x="0" y="867"/>
                </a:lnTo>
                <a:lnTo>
                  <a:pt x="89" y="867"/>
                </a:lnTo>
                <a:lnTo>
                  <a:pt x="89" y="36"/>
                </a:lnTo>
                <a:lnTo>
                  <a:pt x="0" y="3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5792760" y="2863800"/>
            <a:ext cx="216720" cy="216720"/>
          </a:xfrm>
          <a:custGeom>
            <a:avLst/>
            <a:gdLst/>
            <a:ahLst/>
            <a:rect l="0" t="0" r="r" b="b"/>
            <a:pathLst>
              <a:path w="602" h="602">
                <a:moveTo>
                  <a:pt x="13" y="284"/>
                </a:moveTo>
                <a:lnTo>
                  <a:pt x="283" y="284"/>
                </a:lnTo>
                <a:lnTo>
                  <a:pt x="283" y="149"/>
                </a:lnTo>
                <a:lnTo>
                  <a:pt x="284" y="12"/>
                </a:lnTo>
                <a:cubicBezTo>
                  <a:pt x="290" y="4"/>
                  <a:pt x="295" y="0"/>
                  <a:pt x="301" y="0"/>
                </a:cubicBezTo>
                <a:cubicBezTo>
                  <a:pt x="309" y="0"/>
                  <a:pt x="315" y="5"/>
                  <a:pt x="319" y="14"/>
                </a:cubicBezTo>
                <a:lnTo>
                  <a:pt x="319" y="284"/>
                </a:lnTo>
                <a:lnTo>
                  <a:pt x="589" y="284"/>
                </a:lnTo>
                <a:cubicBezTo>
                  <a:pt x="598" y="289"/>
                  <a:pt x="602" y="295"/>
                  <a:pt x="602" y="302"/>
                </a:cubicBezTo>
                <a:cubicBezTo>
                  <a:pt x="602" y="309"/>
                  <a:pt x="598" y="315"/>
                  <a:pt x="589" y="320"/>
                </a:cubicBezTo>
                <a:lnTo>
                  <a:pt x="319" y="320"/>
                </a:lnTo>
                <a:lnTo>
                  <a:pt x="319" y="589"/>
                </a:lnTo>
                <a:cubicBezTo>
                  <a:pt x="314" y="597"/>
                  <a:pt x="309" y="602"/>
                  <a:pt x="303" y="602"/>
                </a:cubicBezTo>
                <a:lnTo>
                  <a:pt x="301" y="602"/>
                </a:lnTo>
                <a:lnTo>
                  <a:pt x="299" y="602"/>
                </a:lnTo>
                <a:cubicBezTo>
                  <a:pt x="292" y="602"/>
                  <a:pt x="286" y="597"/>
                  <a:pt x="283" y="589"/>
                </a:cubicBezTo>
                <a:lnTo>
                  <a:pt x="283" y="320"/>
                </a:lnTo>
                <a:lnTo>
                  <a:pt x="13" y="320"/>
                </a:lnTo>
                <a:cubicBezTo>
                  <a:pt x="5" y="316"/>
                  <a:pt x="0" y="310"/>
                  <a:pt x="0" y="302"/>
                </a:cubicBezTo>
                <a:cubicBezTo>
                  <a:pt x="0" y="294"/>
                  <a:pt x="5" y="288"/>
                  <a:pt x="13" y="28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6103440" y="2831400"/>
            <a:ext cx="204480" cy="222840"/>
          </a:xfrm>
          <a:custGeom>
            <a:avLst/>
            <a:gdLst/>
            <a:ahLst/>
            <a:rect l="0" t="0" r="r" b="b"/>
            <a:pathLst>
              <a:path w="568" h="619">
                <a:moveTo>
                  <a:pt x="0" y="16"/>
                </a:moveTo>
                <a:cubicBezTo>
                  <a:pt x="0" y="10"/>
                  <a:pt x="4" y="5"/>
                  <a:pt x="11" y="0"/>
                </a:cubicBezTo>
                <a:lnTo>
                  <a:pt x="516" y="0"/>
                </a:lnTo>
                <a:cubicBezTo>
                  <a:pt x="521" y="2"/>
                  <a:pt x="524" y="5"/>
                  <a:pt x="526" y="10"/>
                </a:cubicBezTo>
                <a:lnTo>
                  <a:pt x="526" y="86"/>
                </a:lnTo>
                <a:cubicBezTo>
                  <a:pt x="526" y="130"/>
                  <a:pt x="525" y="156"/>
                  <a:pt x="524" y="164"/>
                </a:cubicBezTo>
                <a:cubicBezTo>
                  <a:pt x="523" y="171"/>
                  <a:pt x="518" y="174"/>
                  <a:pt x="509" y="174"/>
                </a:cubicBezTo>
                <a:cubicBezTo>
                  <a:pt x="505" y="174"/>
                  <a:pt x="501" y="173"/>
                  <a:pt x="499" y="170"/>
                </a:cubicBezTo>
                <a:cubicBezTo>
                  <a:pt x="496" y="167"/>
                  <a:pt x="494" y="160"/>
                  <a:pt x="491" y="150"/>
                </a:cubicBezTo>
                <a:cubicBezTo>
                  <a:pt x="490" y="127"/>
                  <a:pt x="478" y="105"/>
                  <a:pt x="457" y="84"/>
                </a:cubicBezTo>
                <a:cubicBezTo>
                  <a:pt x="438" y="64"/>
                  <a:pt x="417" y="51"/>
                  <a:pt x="392" y="44"/>
                </a:cubicBezTo>
                <a:cubicBezTo>
                  <a:pt x="367" y="38"/>
                  <a:pt x="336" y="34"/>
                  <a:pt x="296" y="32"/>
                </a:cubicBezTo>
                <a:lnTo>
                  <a:pt x="244" y="32"/>
                </a:lnTo>
                <a:cubicBezTo>
                  <a:pt x="234" y="39"/>
                  <a:pt x="229" y="47"/>
                  <a:pt x="228" y="57"/>
                </a:cubicBezTo>
                <a:cubicBezTo>
                  <a:pt x="227" y="67"/>
                  <a:pt x="225" y="105"/>
                  <a:pt x="224" y="173"/>
                </a:cubicBezTo>
                <a:lnTo>
                  <a:pt x="224" y="283"/>
                </a:lnTo>
                <a:lnTo>
                  <a:pt x="240" y="283"/>
                </a:lnTo>
                <a:cubicBezTo>
                  <a:pt x="271" y="280"/>
                  <a:pt x="295" y="273"/>
                  <a:pt x="314" y="264"/>
                </a:cubicBezTo>
                <a:cubicBezTo>
                  <a:pt x="331" y="254"/>
                  <a:pt x="345" y="240"/>
                  <a:pt x="355" y="220"/>
                </a:cubicBezTo>
                <a:cubicBezTo>
                  <a:pt x="365" y="196"/>
                  <a:pt x="370" y="176"/>
                  <a:pt x="370" y="160"/>
                </a:cubicBezTo>
                <a:cubicBezTo>
                  <a:pt x="370" y="146"/>
                  <a:pt x="374" y="139"/>
                  <a:pt x="384" y="139"/>
                </a:cubicBezTo>
                <a:cubicBezTo>
                  <a:pt x="389" y="139"/>
                  <a:pt x="394" y="142"/>
                  <a:pt x="398" y="146"/>
                </a:cubicBezTo>
                <a:cubicBezTo>
                  <a:pt x="400" y="149"/>
                  <a:pt x="401" y="197"/>
                  <a:pt x="401" y="291"/>
                </a:cubicBezTo>
                <a:cubicBezTo>
                  <a:pt x="401" y="308"/>
                  <a:pt x="401" y="327"/>
                  <a:pt x="401" y="348"/>
                </a:cubicBezTo>
                <a:cubicBezTo>
                  <a:pt x="401" y="369"/>
                  <a:pt x="401" y="382"/>
                  <a:pt x="402" y="388"/>
                </a:cubicBezTo>
                <a:cubicBezTo>
                  <a:pt x="402" y="410"/>
                  <a:pt x="401" y="424"/>
                  <a:pt x="399" y="430"/>
                </a:cubicBezTo>
                <a:cubicBezTo>
                  <a:pt x="398" y="436"/>
                  <a:pt x="393" y="439"/>
                  <a:pt x="385" y="439"/>
                </a:cubicBezTo>
                <a:cubicBezTo>
                  <a:pt x="375" y="439"/>
                  <a:pt x="370" y="433"/>
                  <a:pt x="370" y="421"/>
                </a:cubicBezTo>
                <a:cubicBezTo>
                  <a:pt x="370" y="407"/>
                  <a:pt x="365" y="391"/>
                  <a:pt x="357" y="373"/>
                </a:cubicBezTo>
                <a:cubicBezTo>
                  <a:pt x="340" y="338"/>
                  <a:pt x="302" y="318"/>
                  <a:pt x="246" y="314"/>
                </a:cubicBezTo>
                <a:lnTo>
                  <a:pt x="224" y="314"/>
                </a:lnTo>
                <a:lnTo>
                  <a:pt x="224" y="435"/>
                </a:lnTo>
                <a:cubicBezTo>
                  <a:pt x="225" y="451"/>
                  <a:pt x="225" y="473"/>
                  <a:pt x="225" y="497"/>
                </a:cubicBezTo>
                <a:cubicBezTo>
                  <a:pt x="226" y="533"/>
                  <a:pt x="227" y="555"/>
                  <a:pt x="228" y="563"/>
                </a:cubicBezTo>
                <a:cubicBezTo>
                  <a:pt x="229" y="570"/>
                  <a:pt x="233" y="577"/>
                  <a:pt x="240" y="583"/>
                </a:cubicBezTo>
                <a:cubicBezTo>
                  <a:pt x="242" y="585"/>
                  <a:pt x="243" y="585"/>
                  <a:pt x="244" y="586"/>
                </a:cubicBezTo>
                <a:lnTo>
                  <a:pt x="288" y="586"/>
                </a:lnTo>
                <a:cubicBezTo>
                  <a:pt x="331" y="586"/>
                  <a:pt x="366" y="581"/>
                  <a:pt x="396" y="572"/>
                </a:cubicBezTo>
                <a:cubicBezTo>
                  <a:pt x="469" y="547"/>
                  <a:pt x="515" y="508"/>
                  <a:pt x="534" y="455"/>
                </a:cubicBezTo>
                <a:cubicBezTo>
                  <a:pt x="536" y="441"/>
                  <a:pt x="542" y="433"/>
                  <a:pt x="552" y="433"/>
                </a:cubicBezTo>
                <a:cubicBezTo>
                  <a:pt x="556" y="433"/>
                  <a:pt x="560" y="435"/>
                  <a:pt x="563" y="439"/>
                </a:cubicBezTo>
                <a:cubicBezTo>
                  <a:pt x="566" y="442"/>
                  <a:pt x="568" y="447"/>
                  <a:pt x="568" y="451"/>
                </a:cubicBezTo>
                <a:cubicBezTo>
                  <a:pt x="567" y="453"/>
                  <a:pt x="562" y="480"/>
                  <a:pt x="554" y="532"/>
                </a:cubicBezTo>
                <a:cubicBezTo>
                  <a:pt x="545" y="584"/>
                  <a:pt x="539" y="611"/>
                  <a:pt x="536" y="615"/>
                </a:cubicBezTo>
                <a:lnTo>
                  <a:pt x="532" y="619"/>
                </a:lnTo>
                <a:lnTo>
                  <a:pt x="11" y="619"/>
                </a:lnTo>
                <a:cubicBezTo>
                  <a:pt x="4" y="615"/>
                  <a:pt x="0" y="610"/>
                  <a:pt x="0" y="603"/>
                </a:cubicBezTo>
                <a:cubicBezTo>
                  <a:pt x="0" y="592"/>
                  <a:pt x="12" y="586"/>
                  <a:pt x="36" y="586"/>
                </a:cubicBezTo>
                <a:cubicBezTo>
                  <a:pt x="60" y="584"/>
                  <a:pt x="74" y="579"/>
                  <a:pt x="77" y="571"/>
                </a:cubicBezTo>
                <a:cubicBezTo>
                  <a:pt x="80" y="566"/>
                  <a:pt x="82" y="479"/>
                  <a:pt x="82" y="309"/>
                </a:cubicBezTo>
                <a:cubicBezTo>
                  <a:pt x="82" y="140"/>
                  <a:pt x="80" y="52"/>
                  <a:pt x="77" y="46"/>
                </a:cubicBezTo>
                <a:cubicBezTo>
                  <a:pt x="73" y="38"/>
                  <a:pt x="60" y="34"/>
                  <a:pt x="36" y="32"/>
                </a:cubicBezTo>
                <a:cubicBezTo>
                  <a:pt x="12" y="32"/>
                  <a:pt x="0" y="26"/>
                  <a:pt x="0" y="16"/>
                </a:cubicBezTo>
                <a:moveTo>
                  <a:pt x="113" y="309"/>
                </a:moveTo>
                <a:cubicBezTo>
                  <a:pt x="113" y="435"/>
                  <a:pt x="113" y="512"/>
                  <a:pt x="112" y="537"/>
                </a:cubicBezTo>
                <a:cubicBezTo>
                  <a:pt x="112" y="563"/>
                  <a:pt x="110" y="578"/>
                  <a:pt x="107" y="584"/>
                </a:cubicBezTo>
                <a:cubicBezTo>
                  <a:pt x="106" y="585"/>
                  <a:pt x="106" y="585"/>
                  <a:pt x="106" y="586"/>
                </a:cubicBezTo>
                <a:lnTo>
                  <a:pt x="202" y="586"/>
                </a:lnTo>
                <a:cubicBezTo>
                  <a:pt x="200" y="582"/>
                  <a:pt x="199" y="578"/>
                  <a:pt x="198" y="574"/>
                </a:cubicBezTo>
                <a:lnTo>
                  <a:pt x="194" y="563"/>
                </a:lnTo>
                <a:lnTo>
                  <a:pt x="194" y="54"/>
                </a:lnTo>
                <a:lnTo>
                  <a:pt x="198" y="43"/>
                </a:lnTo>
                <a:lnTo>
                  <a:pt x="202" y="32"/>
                </a:lnTo>
                <a:lnTo>
                  <a:pt x="106" y="32"/>
                </a:lnTo>
                <a:cubicBezTo>
                  <a:pt x="108" y="36"/>
                  <a:pt x="109" y="39"/>
                  <a:pt x="110" y="41"/>
                </a:cubicBezTo>
                <a:cubicBezTo>
                  <a:pt x="110" y="43"/>
                  <a:pt x="111" y="53"/>
                  <a:pt x="111" y="72"/>
                </a:cubicBezTo>
                <a:cubicBezTo>
                  <a:pt x="112" y="92"/>
                  <a:pt x="113" y="118"/>
                  <a:pt x="113" y="150"/>
                </a:cubicBezTo>
                <a:cubicBezTo>
                  <a:pt x="114" y="182"/>
                  <a:pt x="114" y="235"/>
                  <a:pt x="113" y="309"/>
                </a:cubicBezTo>
                <a:moveTo>
                  <a:pt x="493" y="72"/>
                </a:moveTo>
                <a:lnTo>
                  <a:pt x="493" y="32"/>
                </a:lnTo>
                <a:lnTo>
                  <a:pt x="445" y="32"/>
                </a:lnTo>
                <a:cubicBezTo>
                  <a:pt x="445" y="33"/>
                  <a:pt x="449" y="36"/>
                  <a:pt x="455" y="40"/>
                </a:cubicBezTo>
                <a:cubicBezTo>
                  <a:pt x="463" y="43"/>
                  <a:pt x="471" y="49"/>
                  <a:pt x="480" y="58"/>
                </a:cubicBezTo>
                <a:lnTo>
                  <a:pt x="493" y="72"/>
                </a:lnTo>
                <a:moveTo>
                  <a:pt x="370" y="331"/>
                </a:moveTo>
                <a:lnTo>
                  <a:pt x="370" y="258"/>
                </a:lnTo>
                <a:lnTo>
                  <a:pt x="357" y="271"/>
                </a:lnTo>
                <a:cubicBezTo>
                  <a:pt x="350" y="279"/>
                  <a:pt x="342" y="285"/>
                  <a:pt x="334" y="289"/>
                </a:cubicBezTo>
                <a:lnTo>
                  <a:pt x="321" y="296"/>
                </a:lnTo>
                <a:cubicBezTo>
                  <a:pt x="325" y="299"/>
                  <a:pt x="330" y="302"/>
                  <a:pt x="335" y="304"/>
                </a:cubicBezTo>
                <a:cubicBezTo>
                  <a:pt x="346" y="312"/>
                  <a:pt x="354" y="318"/>
                  <a:pt x="360" y="321"/>
                </a:cubicBezTo>
                <a:lnTo>
                  <a:pt x="370" y="331"/>
                </a:lnTo>
                <a:moveTo>
                  <a:pt x="516" y="563"/>
                </a:moveTo>
                <a:lnTo>
                  <a:pt x="519" y="538"/>
                </a:lnTo>
                <a:cubicBezTo>
                  <a:pt x="519" y="538"/>
                  <a:pt x="518" y="540"/>
                  <a:pt x="516" y="543"/>
                </a:cubicBezTo>
                <a:cubicBezTo>
                  <a:pt x="501" y="556"/>
                  <a:pt x="484" y="567"/>
                  <a:pt x="465" y="576"/>
                </a:cubicBezTo>
                <a:lnTo>
                  <a:pt x="452" y="584"/>
                </a:lnTo>
                <a:lnTo>
                  <a:pt x="480" y="586"/>
                </a:lnTo>
                <a:lnTo>
                  <a:pt x="511" y="586"/>
                </a:lnTo>
                <a:cubicBezTo>
                  <a:pt x="511" y="585"/>
                  <a:pt x="512" y="584"/>
                  <a:pt x="512" y="582"/>
                </a:cubicBezTo>
                <a:cubicBezTo>
                  <a:pt x="513" y="581"/>
                  <a:pt x="513" y="578"/>
                  <a:pt x="514" y="573"/>
                </a:cubicBezTo>
                <a:cubicBezTo>
                  <a:pt x="515" y="569"/>
                  <a:pt x="515" y="566"/>
                  <a:pt x="516" y="56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6334560" y="3008520"/>
            <a:ext cx="99000" cy="102600"/>
          </a:xfrm>
          <a:custGeom>
            <a:avLst/>
            <a:gdLst/>
            <a:ahLst/>
            <a:rect l="0" t="0" r="r" b="b"/>
            <a:pathLst>
              <a:path w="275" h="285">
                <a:moveTo>
                  <a:pt x="10" y="117"/>
                </a:moveTo>
                <a:cubicBezTo>
                  <a:pt x="10" y="116"/>
                  <a:pt x="11" y="98"/>
                  <a:pt x="14" y="61"/>
                </a:cubicBezTo>
                <a:cubicBezTo>
                  <a:pt x="16" y="25"/>
                  <a:pt x="18" y="7"/>
                  <a:pt x="18" y="6"/>
                </a:cubicBezTo>
                <a:lnTo>
                  <a:pt x="18" y="1"/>
                </a:lnTo>
                <a:lnTo>
                  <a:pt x="141" y="1"/>
                </a:lnTo>
                <a:cubicBezTo>
                  <a:pt x="157" y="1"/>
                  <a:pt x="175" y="1"/>
                  <a:pt x="195" y="1"/>
                </a:cubicBezTo>
                <a:cubicBezTo>
                  <a:pt x="215" y="1"/>
                  <a:pt x="227" y="1"/>
                  <a:pt x="232" y="0"/>
                </a:cubicBezTo>
                <a:cubicBezTo>
                  <a:pt x="252" y="0"/>
                  <a:pt x="264" y="1"/>
                  <a:pt x="267" y="3"/>
                </a:cubicBezTo>
                <a:cubicBezTo>
                  <a:pt x="271" y="4"/>
                  <a:pt x="273" y="9"/>
                  <a:pt x="273" y="17"/>
                </a:cubicBezTo>
                <a:cubicBezTo>
                  <a:pt x="273" y="22"/>
                  <a:pt x="273" y="25"/>
                  <a:pt x="273" y="26"/>
                </a:cubicBezTo>
                <a:cubicBezTo>
                  <a:pt x="272" y="28"/>
                  <a:pt x="244" y="66"/>
                  <a:pt x="189" y="138"/>
                </a:cubicBezTo>
                <a:cubicBezTo>
                  <a:pt x="134" y="210"/>
                  <a:pt x="106" y="247"/>
                  <a:pt x="104" y="249"/>
                </a:cubicBezTo>
                <a:lnTo>
                  <a:pt x="132" y="249"/>
                </a:lnTo>
                <a:cubicBezTo>
                  <a:pt x="141" y="249"/>
                  <a:pt x="148" y="248"/>
                  <a:pt x="151" y="248"/>
                </a:cubicBezTo>
                <a:cubicBezTo>
                  <a:pt x="155" y="248"/>
                  <a:pt x="161" y="248"/>
                  <a:pt x="170" y="247"/>
                </a:cubicBezTo>
                <a:cubicBezTo>
                  <a:pt x="179" y="246"/>
                  <a:pt x="185" y="245"/>
                  <a:pt x="188" y="243"/>
                </a:cubicBezTo>
                <a:cubicBezTo>
                  <a:pt x="191" y="240"/>
                  <a:pt x="196" y="238"/>
                  <a:pt x="202" y="235"/>
                </a:cubicBezTo>
                <a:cubicBezTo>
                  <a:pt x="209" y="232"/>
                  <a:pt x="214" y="227"/>
                  <a:pt x="216" y="222"/>
                </a:cubicBezTo>
                <a:cubicBezTo>
                  <a:pt x="219" y="216"/>
                  <a:pt x="222" y="209"/>
                  <a:pt x="225" y="202"/>
                </a:cubicBezTo>
                <a:cubicBezTo>
                  <a:pt x="229" y="196"/>
                  <a:pt x="231" y="187"/>
                  <a:pt x="232" y="176"/>
                </a:cubicBezTo>
                <a:cubicBezTo>
                  <a:pt x="234" y="164"/>
                  <a:pt x="236" y="154"/>
                  <a:pt x="236" y="146"/>
                </a:cubicBezTo>
                <a:cubicBezTo>
                  <a:pt x="236" y="146"/>
                  <a:pt x="242" y="146"/>
                  <a:pt x="255" y="146"/>
                </a:cubicBezTo>
                <a:lnTo>
                  <a:pt x="275" y="146"/>
                </a:lnTo>
                <a:lnTo>
                  <a:pt x="275" y="149"/>
                </a:lnTo>
                <a:cubicBezTo>
                  <a:pt x="275" y="151"/>
                  <a:pt x="273" y="173"/>
                  <a:pt x="269" y="215"/>
                </a:cubicBezTo>
                <a:cubicBezTo>
                  <a:pt x="266" y="258"/>
                  <a:pt x="264" y="280"/>
                  <a:pt x="264" y="281"/>
                </a:cubicBezTo>
                <a:lnTo>
                  <a:pt x="264" y="285"/>
                </a:lnTo>
                <a:lnTo>
                  <a:pt x="137" y="285"/>
                </a:lnTo>
                <a:cubicBezTo>
                  <a:pt x="51" y="285"/>
                  <a:pt x="8" y="285"/>
                  <a:pt x="7" y="284"/>
                </a:cubicBezTo>
                <a:cubicBezTo>
                  <a:pt x="2" y="282"/>
                  <a:pt x="0" y="276"/>
                  <a:pt x="0" y="266"/>
                </a:cubicBezTo>
                <a:lnTo>
                  <a:pt x="0" y="263"/>
                </a:lnTo>
                <a:cubicBezTo>
                  <a:pt x="0" y="260"/>
                  <a:pt x="1" y="256"/>
                  <a:pt x="5" y="251"/>
                </a:cubicBezTo>
                <a:cubicBezTo>
                  <a:pt x="8" y="246"/>
                  <a:pt x="18" y="233"/>
                  <a:pt x="33" y="213"/>
                </a:cubicBezTo>
                <a:cubicBezTo>
                  <a:pt x="52" y="188"/>
                  <a:pt x="69" y="166"/>
                  <a:pt x="85" y="146"/>
                </a:cubicBezTo>
                <a:lnTo>
                  <a:pt x="170" y="33"/>
                </a:lnTo>
                <a:lnTo>
                  <a:pt x="144" y="33"/>
                </a:lnTo>
                <a:cubicBezTo>
                  <a:pt x="115" y="34"/>
                  <a:pt x="96" y="36"/>
                  <a:pt x="86" y="42"/>
                </a:cubicBezTo>
                <a:cubicBezTo>
                  <a:pt x="67" y="50"/>
                  <a:pt x="57" y="66"/>
                  <a:pt x="53" y="91"/>
                </a:cubicBezTo>
                <a:cubicBezTo>
                  <a:pt x="51" y="101"/>
                  <a:pt x="50" y="111"/>
                  <a:pt x="50" y="121"/>
                </a:cubicBezTo>
                <a:cubicBezTo>
                  <a:pt x="50" y="122"/>
                  <a:pt x="43" y="122"/>
                  <a:pt x="30" y="122"/>
                </a:cubicBezTo>
                <a:lnTo>
                  <a:pt x="10" y="122"/>
                </a:lnTo>
                <a:lnTo>
                  <a:pt x="10" y="1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6456960" y="3026520"/>
            <a:ext cx="153720" cy="54000"/>
          </a:xfrm>
          <a:custGeom>
            <a:avLst/>
            <a:gdLst/>
            <a:ahLst/>
            <a:rect l="0" t="0" r="r" b="b"/>
            <a:pathLst>
              <a:path w="427" h="150">
                <a:moveTo>
                  <a:pt x="0" y="129"/>
                </a:moveTo>
                <a:cubicBezTo>
                  <a:pt x="0" y="97"/>
                  <a:pt x="10" y="68"/>
                  <a:pt x="30" y="41"/>
                </a:cubicBezTo>
                <a:cubicBezTo>
                  <a:pt x="49" y="14"/>
                  <a:pt x="75" y="0"/>
                  <a:pt x="107" y="0"/>
                </a:cubicBezTo>
                <a:cubicBezTo>
                  <a:pt x="123" y="0"/>
                  <a:pt x="140" y="4"/>
                  <a:pt x="155" y="11"/>
                </a:cubicBezTo>
                <a:cubicBezTo>
                  <a:pt x="171" y="20"/>
                  <a:pt x="185" y="30"/>
                  <a:pt x="197" y="41"/>
                </a:cubicBezTo>
                <a:cubicBezTo>
                  <a:pt x="210" y="53"/>
                  <a:pt x="223" y="64"/>
                  <a:pt x="235" y="74"/>
                </a:cubicBezTo>
                <a:cubicBezTo>
                  <a:pt x="247" y="85"/>
                  <a:pt x="261" y="94"/>
                  <a:pt x="275" y="102"/>
                </a:cubicBezTo>
                <a:cubicBezTo>
                  <a:pt x="290" y="110"/>
                  <a:pt x="305" y="114"/>
                  <a:pt x="320" y="114"/>
                </a:cubicBezTo>
                <a:cubicBezTo>
                  <a:pt x="346" y="114"/>
                  <a:pt x="368" y="104"/>
                  <a:pt x="384" y="84"/>
                </a:cubicBezTo>
                <a:cubicBezTo>
                  <a:pt x="401" y="64"/>
                  <a:pt x="409" y="43"/>
                  <a:pt x="409" y="19"/>
                </a:cubicBezTo>
                <a:cubicBezTo>
                  <a:pt x="409" y="14"/>
                  <a:pt x="410" y="9"/>
                  <a:pt x="412" y="6"/>
                </a:cubicBezTo>
                <a:cubicBezTo>
                  <a:pt x="413" y="2"/>
                  <a:pt x="416" y="0"/>
                  <a:pt x="418" y="0"/>
                </a:cubicBezTo>
                <a:cubicBezTo>
                  <a:pt x="424" y="0"/>
                  <a:pt x="427" y="7"/>
                  <a:pt x="427" y="22"/>
                </a:cubicBezTo>
                <a:cubicBezTo>
                  <a:pt x="427" y="53"/>
                  <a:pt x="417" y="83"/>
                  <a:pt x="398" y="109"/>
                </a:cubicBezTo>
                <a:cubicBezTo>
                  <a:pt x="379" y="136"/>
                  <a:pt x="355" y="150"/>
                  <a:pt x="325" y="150"/>
                </a:cubicBezTo>
                <a:lnTo>
                  <a:pt x="320" y="150"/>
                </a:lnTo>
                <a:cubicBezTo>
                  <a:pt x="304" y="150"/>
                  <a:pt x="289" y="146"/>
                  <a:pt x="273" y="138"/>
                </a:cubicBezTo>
                <a:cubicBezTo>
                  <a:pt x="258" y="130"/>
                  <a:pt x="244" y="121"/>
                  <a:pt x="231" y="110"/>
                </a:cubicBezTo>
                <a:cubicBezTo>
                  <a:pt x="217" y="99"/>
                  <a:pt x="205" y="88"/>
                  <a:pt x="193" y="77"/>
                </a:cubicBezTo>
                <a:cubicBezTo>
                  <a:pt x="181" y="66"/>
                  <a:pt x="168" y="56"/>
                  <a:pt x="153" y="48"/>
                </a:cubicBezTo>
                <a:cubicBezTo>
                  <a:pt x="138" y="40"/>
                  <a:pt x="122" y="36"/>
                  <a:pt x="108" y="37"/>
                </a:cubicBezTo>
                <a:cubicBezTo>
                  <a:pt x="89" y="37"/>
                  <a:pt x="72" y="42"/>
                  <a:pt x="58" y="53"/>
                </a:cubicBezTo>
                <a:cubicBezTo>
                  <a:pt x="43" y="65"/>
                  <a:pt x="32" y="79"/>
                  <a:pt x="27" y="96"/>
                </a:cubicBezTo>
                <a:cubicBezTo>
                  <a:pt x="21" y="113"/>
                  <a:pt x="18" y="126"/>
                  <a:pt x="16" y="136"/>
                </a:cubicBezTo>
                <a:cubicBezTo>
                  <a:pt x="15" y="145"/>
                  <a:pt x="13" y="150"/>
                  <a:pt x="9" y="150"/>
                </a:cubicBezTo>
                <a:cubicBezTo>
                  <a:pt x="3" y="150"/>
                  <a:pt x="0" y="143"/>
                  <a:pt x="0" y="12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6614280" y="3009240"/>
            <a:ext cx="123480" cy="146520"/>
          </a:xfrm>
          <a:custGeom>
            <a:avLst/>
            <a:gdLst/>
            <a:ahLst/>
            <a:rect l="0" t="0" r="r" b="b"/>
            <a:pathLst>
              <a:path w="343" h="407">
                <a:moveTo>
                  <a:pt x="39" y="99"/>
                </a:moveTo>
                <a:cubicBezTo>
                  <a:pt x="40" y="98"/>
                  <a:pt x="40" y="96"/>
                  <a:pt x="41" y="94"/>
                </a:cubicBezTo>
                <a:cubicBezTo>
                  <a:pt x="41" y="92"/>
                  <a:pt x="42" y="87"/>
                  <a:pt x="44" y="80"/>
                </a:cubicBezTo>
                <a:cubicBezTo>
                  <a:pt x="46" y="73"/>
                  <a:pt x="48" y="66"/>
                  <a:pt x="50" y="60"/>
                </a:cubicBezTo>
                <a:cubicBezTo>
                  <a:pt x="53" y="54"/>
                  <a:pt x="56" y="47"/>
                  <a:pt x="60" y="39"/>
                </a:cubicBezTo>
                <a:cubicBezTo>
                  <a:pt x="64" y="31"/>
                  <a:pt x="68" y="25"/>
                  <a:pt x="73" y="20"/>
                </a:cubicBezTo>
                <a:cubicBezTo>
                  <a:pt x="77" y="15"/>
                  <a:pt x="83" y="10"/>
                  <a:pt x="89" y="6"/>
                </a:cubicBezTo>
                <a:cubicBezTo>
                  <a:pt x="96" y="1"/>
                  <a:pt x="103" y="-1"/>
                  <a:pt x="110" y="0"/>
                </a:cubicBezTo>
                <a:cubicBezTo>
                  <a:pt x="142" y="0"/>
                  <a:pt x="163" y="14"/>
                  <a:pt x="172" y="41"/>
                </a:cubicBezTo>
                <a:lnTo>
                  <a:pt x="178" y="35"/>
                </a:lnTo>
                <a:cubicBezTo>
                  <a:pt x="204" y="12"/>
                  <a:pt x="229" y="0"/>
                  <a:pt x="253" y="0"/>
                </a:cubicBezTo>
                <a:cubicBezTo>
                  <a:pt x="282" y="0"/>
                  <a:pt x="304" y="10"/>
                  <a:pt x="319" y="30"/>
                </a:cubicBezTo>
                <a:cubicBezTo>
                  <a:pt x="335" y="50"/>
                  <a:pt x="343" y="74"/>
                  <a:pt x="343" y="103"/>
                </a:cubicBezTo>
                <a:cubicBezTo>
                  <a:pt x="343" y="149"/>
                  <a:pt x="327" y="191"/>
                  <a:pt x="294" y="230"/>
                </a:cubicBezTo>
                <a:cubicBezTo>
                  <a:pt x="261" y="268"/>
                  <a:pt x="225" y="288"/>
                  <a:pt x="184" y="288"/>
                </a:cubicBezTo>
                <a:cubicBezTo>
                  <a:pt x="174" y="288"/>
                  <a:pt x="166" y="287"/>
                  <a:pt x="159" y="285"/>
                </a:cubicBezTo>
                <a:cubicBezTo>
                  <a:pt x="154" y="283"/>
                  <a:pt x="149" y="279"/>
                  <a:pt x="144" y="275"/>
                </a:cubicBezTo>
                <a:cubicBezTo>
                  <a:pt x="139" y="271"/>
                  <a:pt x="135" y="267"/>
                  <a:pt x="132" y="264"/>
                </a:cubicBezTo>
                <a:lnTo>
                  <a:pt x="128" y="259"/>
                </a:lnTo>
                <a:cubicBezTo>
                  <a:pt x="127" y="260"/>
                  <a:pt x="122" y="278"/>
                  <a:pt x="113" y="315"/>
                </a:cubicBezTo>
                <a:cubicBezTo>
                  <a:pt x="105" y="351"/>
                  <a:pt x="100" y="371"/>
                  <a:pt x="100" y="371"/>
                </a:cubicBezTo>
                <a:cubicBezTo>
                  <a:pt x="100" y="374"/>
                  <a:pt x="102" y="375"/>
                  <a:pt x="105" y="376"/>
                </a:cubicBezTo>
                <a:cubicBezTo>
                  <a:pt x="109" y="376"/>
                  <a:pt x="116" y="377"/>
                  <a:pt x="129" y="378"/>
                </a:cubicBezTo>
                <a:lnTo>
                  <a:pt x="145" y="378"/>
                </a:lnTo>
                <a:cubicBezTo>
                  <a:pt x="147" y="380"/>
                  <a:pt x="149" y="382"/>
                  <a:pt x="149" y="383"/>
                </a:cubicBezTo>
                <a:cubicBezTo>
                  <a:pt x="149" y="384"/>
                  <a:pt x="148" y="388"/>
                  <a:pt x="147" y="395"/>
                </a:cubicBezTo>
                <a:cubicBezTo>
                  <a:pt x="145" y="400"/>
                  <a:pt x="144" y="403"/>
                  <a:pt x="143" y="404"/>
                </a:cubicBezTo>
                <a:cubicBezTo>
                  <a:pt x="142" y="406"/>
                  <a:pt x="139" y="406"/>
                  <a:pt x="135" y="407"/>
                </a:cubicBezTo>
                <a:cubicBezTo>
                  <a:pt x="134" y="407"/>
                  <a:pt x="131" y="407"/>
                  <a:pt x="128" y="407"/>
                </a:cubicBezTo>
                <a:cubicBezTo>
                  <a:pt x="124" y="407"/>
                  <a:pt x="116" y="407"/>
                  <a:pt x="106" y="406"/>
                </a:cubicBezTo>
                <a:cubicBezTo>
                  <a:pt x="95" y="406"/>
                  <a:pt x="82" y="406"/>
                  <a:pt x="66" y="406"/>
                </a:cubicBezTo>
                <a:cubicBezTo>
                  <a:pt x="36" y="406"/>
                  <a:pt x="18" y="406"/>
                  <a:pt x="9" y="407"/>
                </a:cubicBezTo>
                <a:lnTo>
                  <a:pt x="4" y="407"/>
                </a:lnTo>
                <a:cubicBezTo>
                  <a:pt x="1" y="404"/>
                  <a:pt x="0" y="402"/>
                  <a:pt x="0" y="400"/>
                </a:cubicBezTo>
                <a:cubicBezTo>
                  <a:pt x="1" y="388"/>
                  <a:pt x="4" y="381"/>
                  <a:pt x="8" y="378"/>
                </a:cubicBezTo>
                <a:lnTo>
                  <a:pt x="21" y="378"/>
                </a:lnTo>
                <a:cubicBezTo>
                  <a:pt x="35" y="377"/>
                  <a:pt x="44" y="375"/>
                  <a:pt x="46" y="369"/>
                </a:cubicBezTo>
                <a:cubicBezTo>
                  <a:pt x="47" y="366"/>
                  <a:pt x="60" y="315"/>
                  <a:pt x="85" y="216"/>
                </a:cubicBezTo>
                <a:cubicBezTo>
                  <a:pt x="109" y="117"/>
                  <a:pt x="122" y="65"/>
                  <a:pt x="124" y="59"/>
                </a:cubicBezTo>
                <a:cubicBezTo>
                  <a:pt x="124" y="57"/>
                  <a:pt x="124" y="54"/>
                  <a:pt x="124" y="50"/>
                </a:cubicBezTo>
                <a:cubicBezTo>
                  <a:pt x="124" y="32"/>
                  <a:pt x="119" y="24"/>
                  <a:pt x="108" y="24"/>
                </a:cubicBezTo>
                <a:cubicBezTo>
                  <a:pt x="99" y="24"/>
                  <a:pt x="91" y="30"/>
                  <a:pt x="85" y="42"/>
                </a:cubicBezTo>
                <a:cubicBezTo>
                  <a:pt x="78" y="53"/>
                  <a:pt x="74" y="66"/>
                  <a:pt x="70" y="80"/>
                </a:cubicBezTo>
                <a:cubicBezTo>
                  <a:pt x="67" y="94"/>
                  <a:pt x="64" y="102"/>
                  <a:pt x="62" y="103"/>
                </a:cubicBezTo>
                <a:cubicBezTo>
                  <a:pt x="62" y="104"/>
                  <a:pt x="58" y="105"/>
                  <a:pt x="52" y="105"/>
                </a:cubicBezTo>
                <a:lnTo>
                  <a:pt x="43" y="105"/>
                </a:lnTo>
                <a:cubicBezTo>
                  <a:pt x="41" y="102"/>
                  <a:pt x="39" y="100"/>
                  <a:pt x="39" y="99"/>
                </a:cubicBezTo>
                <a:moveTo>
                  <a:pt x="138" y="217"/>
                </a:moveTo>
                <a:cubicBezTo>
                  <a:pt x="148" y="249"/>
                  <a:pt x="163" y="265"/>
                  <a:pt x="186" y="265"/>
                </a:cubicBezTo>
                <a:cubicBezTo>
                  <a:pt x="198" y="265"/>
                  <a:pt x="211" y="261"/>
                  <a:pt x="223" y="251"/>
                </a:cubicBezTo>
                <a:cubicBezTo>
                  <a:pt x="235" y="241"/>
                  <a:pt x="244" y="229"/>
                  <a:pt x="252" y="214"/>
                </a:cubicBezTo>
                <a:cubicBezTo>
                  <a:pt x="260" y="199"/>
                  <a:pt x="268" y="176"/>
                  <a:pt x="276" y="145"/>
                </a:cubicBezTo>
                <a:cubicBezTo>
                  <a:pt x="284" y="113"/>
                  <a:pt x="288" y="90"/>
                  <a:pt x="288" y="75"/>
                </a:cubicBezTo>
                <a:lnTo>
                  <a:pt x="288" y="71"/>
                </a:lnTo>
                <a:cubicBezTo>
                  <a:pt x="288" y="39"/>
                  <a:pt x="275" y="24"/>
                  <a:pt x="248" y="24"/>
                </a:cubicBezTo>
                <a:cubicBezTo>
                  <a:pt x="243" y="24"/>
                  <a:pt x="239" y="24"/>
                  <a:pt x="234" y="26"/>
                </a:cubicBezTo>
                <a:cubicBezTo>
                  <a:pt x="229" y="27"/>
                  <a:pt x="225" y="29"/>
                  <a:pt x="220" y="31"/>
                </a:cubicBezTo>
                <a:cubicBezTo>
                  <a:pt x="215" y="34"/>
                  <a:pt x="211" y="37"/>
                  <a:pt x="207" y="40"/>
                </a:cubicBezTo>
                <a:cubicBezTo>
                  <a:pt x="203" y="43"/>
                  <a:pt x="200" y="46"/>
                  <a:pt x="196" y="49"/>
                </a:cubicBezTo>
                <a:cubicBezTo>
                  <a:pt x="193" y="53"/>
                  <a:pt x="190" y="56"/>
                  <a:pt x="187" y="59"/>
                </a:cubicBezTo>
                <a:cubicBezTo>
                  <a:pt x="184" y="62"/>
                  <a:pt x="182" y="65"/>
                  <a:pt x="180" y="68"/>
                </a:cubicBezTo>
                <a:cubicBezTo>
                  <a:pt x="178" y="71"/>
                  <a:pt x="176" y="73"/>
                  <a:pt x="175" y="74"/>
                </a:cubicBezTo>
                <a:lnTo>
                  <a:pt x="173" y="77"/>
                </a:lnTo>
                <a:cubicBezTo>
                  <a:pt x="173" y="77"/>
                  <a:pt x="172" y="80"/>
                  <a:pt x="171" y="86"/>
                </a:cubicBezTo>
                <a:cubicBezTo>
                  <a:pt x="170" y="91"/>
                  <a:pt x="167" y="100"/>
                  <a:pt x="164" y="114"/>
                </a:cubicBezTo>
                <a:cubicBezTo>
                  <a:pt x="160" y="127"/>
                  <a:pt x="158" y="138"/>
                  <a:pt x="155" y="147"/>
                </a:cubicBezTo>
                <a:cubicBezTo>
                  <a:pt x="144" y="192"/>
                  <a:pt x="138" y="215"/>
                  <a:pt x="138" y="21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6760440" y="2938680"/>
            <a:ext cx="55080" cy="230040"/>
          </a:xfrm>
          <a:custGeom>
            <a:avLst/>
            <a:gdLst/>
            <a:ahLst/>
            <a:rect l="0" t="0" r="r" b="b"/>
            <a:pathLst>
              <a:path w="153" h="639">
                <a:moveTo>
                  <a:pt x="0" y="319"/>
                </a:moveTo>
                <a:cubicBezTo>
                  <a:pt x="0" y="289"/>
                  <a:pt x="2" y="261"/>
                  <a:pt x="6" y="235"/>
                </a:cubicBezTo>
                <a:cubicBezTo>
                  <a:pt x="10" y="209"/>
                  <a:pt x="15" y="186"/>
                  <a:pt x="21" y="167"/>
                </a:cubicBezTo>
                <a:cubicBezTo>
                  <a:pt x="26" y="148"/>
                  <a:pt x="34" y="129"/>
                  <a:pt x="44" y="111"/>
                </a:cubicBezTo>
                <a:cubicBezTo>
                  <a:pt x="55" y="92"/>
                  <a:pt x="63" y="78"/>
                  <a:pt x="69" y="68"/>
                </a:cubicBezTo>
                <a:cubicBezTo>
                  <a:pt x="75" y="58"/>
                  <a:pt x="84" y="47"/>
                  <a:pt x="95" y="35"/>
                </a:cubicBezTo>
                <a:cubicBezTo>
                  <a:pt x="107" y="23"/>
                  <a:pt x="114" y="15"/>
                  <a:pt x="117" y="13"/>
                </a:cubicBezTo>
                <a:cubicBezTo>
                  <a:pt x="119" y="10"/>
                  <a:pt x="124" y="6"/>
                  <a:pt x="132" y="0"/>
                </a:cubicBezTo>
                <a:lnTo>
                  <a:pt x="141" y="0"/>
                </a:lnTo>
                <a:lnTo>
                  <a:pt x="143" y="0"/>
                </a:lnTo>
                <a:cubicBezTo>
                  <a:pt x="150" y="0"/>
                  <a:pt x="153" y="1"/>
                  <a:pt x="153" y="5"/>
                </a:cubicBezTo>
                <a:cubicBezTo>
                  <a:pt x="153" y="7"/>
                  <a:pt x="150" y="11"/>
                  <a:pt x="141" y="19"/>
                </a:cubicBezTo>
                <a:cubicBezTo>
                  <a:pt x="134" y="26"/>
                  <a:pt x="125" y="38"/>
                  <a:pt x="115" y="52"/>
                </a:cubicBezTo>
                <a:cubicBezTo>
                  <a:pt x="105" y="67"/>
                  <a:pt x="95" y="86"/>
                  <a:pt x="84" y="107"/>
                </a:cubicBezTo>
                <a:cubicBezTo>
                  <a:pt x="73" y="129"/>
                  <a:pt x="64" y="158"/>
                  <a:pt x="57" y="195"/>
                </a:cubicBezTo>
                <a:cubicBezTo>
                  <a:pt x="50" y="232"/>
                  <a:pt x="46" y="273"/>
                  <a:pt x="46" y="319"/>
                </a:cubicBezTo>
                <a:cubicBezTo>
                  <a:pt x="46" y="364"/>
                  <a:pt x="50" y="404"/>
                  <a:pt x="57" y="441"/>
                </a:cubicBezTo>
                <a:cubicBezTo>
                  <a:pt x="64" y="479"/>
                  <a:pt x="73" y="508"/>
                  <a:pt x="83" y="531"/>
                </a:cubicBezTo>
                <a:cubicBezTo>
                  <a:pt x="94" y="553"/>
                  <a:pt x="104" y="572"/>
                  <a:pt x="115" y="586"/>
                </a:cubicBezTo>
                <a:cubicBezTo>
                  <a:pt x="125" y="600"/>
                  <a:pt x="134" y="611"/>
                  <a:pt x="141" y="619"/>
                </a:cubicBezTo>
                <a:cubicBezTo>
                  <a:pt x="150" y="628"/>
                  <a:pt x="153" y="632"/>
                  <a:pt x="153" y="633"/>
                </a:cubicBezTo>
                <a:cubicBezTo>
                  <a:pt x="153" y="637"/>
                  <a:pt x="150" y="639"/>
                  <a:pt x="143" y="639"/>
                </a:cubicBezTo>
                <a:lnTo>
                  <a:pt x="141" y="639"/>
                </a:lnTo>
                <a:lnTo>
                  <a:pt x="132" y="639"/>
                </a:lnTo>
                <a:lnTo>
                  <a:pt x="115" y="623"/>
                </a:lnTo>
                <a:cubicBezTo>
                  <a:pt x="75" y="587"/>
                  <a:pt x="45" y="542"/>
                  <a:pt x="27" y="488"/>
                </a:cubicBezTo>
                <a:cubicBezTo>
                  <a:pt x="9" y="433"/>
                  <a:pt x="0" y="377"/>
                  <a:pt x="0" y="31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6835320" y="3008520"/>
            <a:ext cx="99360" cy="102600"/>
          </a:xfrm>
          <a:custGeom>
            <a:avLst/>
            <a:gdLst/>
            <a:ahLst/>
            <a:rect l="0" t="0" r="r" b="b"/>
            <a:pathLst>
              <a:path w="276" h="285">
                <a:moveTo>
                  <a:pt x="11" y="117"/>
                </a:moveTo>
                <a:cubicBezTo>
                  <a:pt x="11" y="116"/>
                  <a:pt x="12" y="98"/>
                  <a:pt x="14" y="61"/>
                </a:cubicBezTo>
                <a:cubicBezTo>
                  <a:pt x="17" y="25"/>
                  <a:pt x="18" y="7"/>
                  <a:pt x="18" y="6"/>
                </a:cubicBezTo>
                <a:lnTo>
                  <a:pt x="18" y="1"/>
                </a:lnTo>
                <a:lnTo>
                  <a:pt x="142" y="1"/>
                </a:lnTo>
                <a:cubicBezTo>
                  <a:pt x="158" y="1"/>
                  <a:pt x="175" y="1"/>
                  <a:pt x="195" y="1"/>
                </a:cubicBezTo>
                <a:cubicBezTo>
                  <a:pt x="215" y="1"/>
                  <a:pt x="228" y="1"/>
                  <a:pt x="232" y="0"/>
                </a:cubicBezTo>
                <a:cubicBezTo>
                  <a:pt x="252" y="0"/>
                  <a:pt x="264" y="1"/>
                  <a:pt x="268" y="3"/>
                </a:cubicBezTo>
                <a:cubicBezTo>
                  <a:pt x="272" y="4"/>
                  <a:pt x="274" y="9"/>
                  <a:pt x="274" y="17"/>
                </a:cubicBezTo>
                <a:cubicBezTo>
                  <a:pt x="274" y="22"/>
                  <a:pt x="274" y="25"/>
                  <a:pt x="273" y="26"/>
                </a:cubicBezTo>
                <a:cubicBezTo>
                  <a:pt x="272" y="28"/>
                  <a:pt x="244" y="66"/>
                  <a:pt x="190" y="138"/>
                </a:cubicBezTo>
                <a:cubicBezTo>
                  <a:pt x="135" y="210"/>
                  <a:pt x="106" y="247"/>
                  <a:pt x="105" y="249"/>
                </a:cubicBezTo>
                <a:lnTo>
                  <a:pt x="132" y="249"/>
                </a:lnTo>
                <a:cubicBezTo>
                  <a:pt x="142" y="249"/>
                  <a:pt x="149" y="248"/>
                  <a:pt x="152" y="248"/>
                </a:cubicBezTo>
                <a:cubicBezTo>
                  <a:pt x="155" y="248"/>
                  <a:pt x="162" y="248"/>
                  <a:pt x="170" y="247"/>
                </a:cubicBezTo>
                <a:cubicBezTo>
                  <a:pt x="179" y="246"/>
                  <a:pt x="185" y="245"/>
                  <a:pt x="188" y="243"/>
                </a:cubicBezTo>
                <a:cubicBezTo>
                  <a:pt x="191" y="240"/>
                  <a:pt x="196" y="238"/>
                  <a:pt x="203" y="235"/>
                </a:cubicBezTo>
                <a:cubicBezTo>
                  <a:pt x="210" y="232"/>
                  <a:pt x="215" y="227"/>
                  <a:pt x="217" y="222"/>
                </a:cubicBezTo>
                <a:cubicBezTo>
                  <a:pt x="220" y="216"/>
                  <a:pt x="223" y="209"/>
                  <a:pt x="226" y="202"/>
                </a:cubicBezTo>
                <a:cubicBezTo>
                  <a:pt x="229" y="196"/>
                  <a:pt x="232" y="187"/>
                  <a:pt x="233" y="176"/>
                </a:cubicBezTo>
                <a:cubicBezTo>
                  <a:pt x="235" y="164"/>
                  <a:pt x="236" y="154"/>
                  <a:pt x="236" y="146"/>
                </a:cubicBezTo>
                <a:cubicBezTo>
                  <a:pt x="236" y="146"/>
                  <a:pt x="243" y="146"/>
                  <a:pt x="256" y="146"/>
                </a:cubicBezTo>
                <a:lnTo>
                  <a:pt x="276" y="146"/>
                </a:lnTo>
                <a:lnTo>
                  <a:pt x="276" y="149"/>
                </a:lnTo>
                <a:cubicBezTo>
                  <a:pt x="275" y="151"/>
                  <a:pt x="273" y="173"/>
                  <a:pt x="270" y="215"/>
                </a:cubicBezTo>
                <a:cubicBezTo>
                  <a:pt x="267" y="258"/>
                  <a:pt x="265" y="280"/>
                  <a:pt x="264" y="281"/>
                </a:cubicBezTo>
                <a:lnTo>
                  <a:pt x="264" y="285"/>
                </a:lnTo>
                <a:lnTo>
                  <a:pt x="137" y="285"/>
                </a:lnTo>
                <a:cubicBezTo>
                  <a:pt x="52" y="285"/>
                  <a:pt x="9" y="285"/>
                  <a:pt x="7" y="284"/>
                </a:cubicBezTo>
                <a:cubicBezTo>
                  <a:pt x="3" y="282"/>
                  <a:pt x="0" y="276"/>
                  <a:pt x="0" y="266"/>
                </a:cubicBezTo>
                <a:lnTo>
                  <a:pt x="0" y="263"/>
                </a:lnTo>
                <a:cubicBezTo>
                  <a:pt x="0" y="260"/>
                  <a:pt x="2" y="256"/>
                  <a:pt x="5" y="251"/>
                </a:cubicBezTo>
                <a:cubicBezTo>
                  <a:pt x="9" y="246"/>
                  <a:pt x="18" y="233"/>
                  <a:pt x="34" y="213"/>
                </a:cubicBezTo>
                <a:cubicBezTo>
                  <a:pt x="53" y="188"/>
                  <a:pt x="71" y="166"/>
                  <a:pt x="86" y="146"/>
                </a:cubicBezTo>
                <a:lnTo>
                  <a:pt x="171" y="33"/>
                </a:lnTo>
                <a:lnTo>
                  <a:pt x="144" y="33"/>
                </a:lnTo>
                <a:cubicBezTo>
                  <a:pt x="116" y="34"/>
                  <a:pt x="96" y="36"/>
                  <a:pt x="86" y="42"/>
                </a:cubicBezTo>
                <a:cubicBezTo>
                  <a:pt x="69" y="50"/>
                  <a:pt x="58" y="66"/>
                  <a:pt x="53" y="91"/>
                </a:cubicBezTo>
                <a:cubicBezTo>
                  <a:pt x="51" y="101"/>
                  <a:pt x="50" y="111"/>
                  <a:pt x="50" y="121"/>
                </a:cubicBezTo>
                <a:cubicBezTo>
                  <a:pt x="50" y="122"/>
                  <a:pt x="44" y="122"/>
                  <a:pt x="30" y="122"/>
                </a:cubicBezTo>
                <a:lnTo>
                  <a:pt x="11" y="122"/>
                </a:lnTo>
                <a:lnTo>
                  <a:pt x="11" y="1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6958080" y="2938680"/>
            <a:ext cx="55440" cy="230040"/>
          </a:xfrm>
          <a:custGeom>
            <a:avLst/>
            <a:gdLst/>
            <a:ahLst/>
            <a:rect l="0" t="0" r="r" b="b"/>
            <a:pathLst>
              <a:path w="154" h="639">
                <a:moveTo>
                  <a:pt x="3" y="0"/>
                </a:moveTo>
                <a:lnTo>
                  <a:pt x="6" y="0"/>
                </a:lnTo>
                <a:cubicBezTo>
                  <a:pt x="8" y="0"/>
                  <a:pt x="10" y="0"/>
                  <a:pt x="12" y="0"/>
                </a:cubicBezTo>
                <a:lnTo>
                  <a:pt x="20" y="0"/>
                </a:lnTo>
                <a:lnTo>
                  <a:pt x="38" y="15"/>
                </a:lnTo>
                <a:cubicBezTo>
                  <a:pt x="79" y="51"/>
                  <a:pt x="108" y="96"/>
                  <a:pt x="126" y="150"/>
                </a:cubicBezTo>
                <a:cubicBezTo>
                  <a:pt x="144" y="204"/>
                  <a:pt x="154" y="260"/>
                  <a:pt x="154" y="319"/>
                </a:cubicBezTo>
                <a:cubicBezTo>
                  <a:pt x="154" y="347"/>
                  <a:pt x="152" y="375"/>
                  <a:pt x="147" y="402"/>
                </a:cubicBezTo>
                <a:cubicBezTo>
                  <a:pt x="143" y="429"/>
                  <a:pt x="138" y="453"/>
                  <a:pt x="133" y="471"/>
                </a:cubicBezTo>
                <a:cubicBezTo>
                  <a:pt x="127" y="490"/>
                  <a:pt x="119" y="509"/>
                  <a:pt x="109" y="528"/>
                </a:cubicBezTo>
                <a:cubicBezTo>
                  <a:pt x="99" y="546"/>
                  <a:pt x="91" y="561"/>
                  <a:pt x="85" y="570"/>
                </a:cubicBezTo>
                <a:cubicBezTo>
                  <a:pt x="79" y="580"/>
                  <a:pt x="70" y="591"/>
                  <a:pt x="59" y="603"/>
                </a:cubicBezTo>
                <a:cubicBezTo>
                  <a:pt x="46" y="615"/>
                  <a:pt x="39" y="622"/>
                  <a:pt x="37" y="624"/>
                </a:cubicBezTo>
                <a:cubicBezTo>
                  <a:pt x="35" y="626"/>
                  <a:pt x="30" y="630"/>
                  <a:pt x="22" y="636"/>
                </a:cubicBezTo>
                <a:cubicBezTo>
                  <a:pt x="21" y="637"/>
                  <a:pt x="20" y="638"/>
                  <a:pt x="20" y="639"/>
                </a:cubicBezTo>
                <a:lnTo>
                  <a:pt x="12" y="639"/>
                </a:lnTo>
                <a:cubicBezTo>
                  <a:pt x="9" y="639"/>
                  <a:pt x="7" y="639"/>
                  <a:pt x="5" y="639"/>
                </a:cubicBezTo>
                <a:cubicBezTo>
                  <a:pt x="4" y="639"/>
                  <a:pt x="3" y="638"/>
                  <a:pt x="2" y="637"/>
                </a:cubicBezTo>
                <a:cubicBezTo>
                  <a:pt x="1" y="635"/>
                  <a:pt x="1" y="633"/>
                  <a:pt x="0" y="631"/>
                </a:cubicBezTo>
                <a:cubicBezTo>
                  <a:pt x="1" y="631"/>
                  <a:pt x="3" y="628"/>
                  <a:pt x="7" y="623"/>
                </a:cubicBezTo>
                <a:cubicBezTo>
                  <a:pt x="74" y="554"/>
                  <a:pt x="107" y="453"/>
                  <a:pt x="107" y="319"/>
                </a:cubicBezTo>
                <a:cubicBezTo>
                  <a:pt x="107" y="185"/>
                  <a:pt x="74" y="84"/>
                  <a:pt x="7" y="15"/>
                </a:cubicBezTo>
                <a:cubicBezTo>
                  <a:pt x="3" y="10"/>
                  <a:pt x="1" y="8"/>
                  <a:pt x="0" y="7"/>
                </a:cubicBezTo>
                <a:cubicBezTo>
                  <a:pt x="0" y="4"/>
                  <a:pt x="1" y="1"/>
                  <a:pt x="3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7089480" y="2809800"/>
            <a:ext cx="45000" cy="325080"/>
          </a:xfrm>
          <a:custGeom>
            <a:avLst/>
            <a:gdLst/>
            <a:ahLst/>
            <a:rect l="0" t="0" r="r" b="b"/>
            <a:pathLst>
              <a:path w="125" h="903">
                <a:moveTo>
                  <a:pt x="0" y="903"/>
                </a:moveTo>
                <a:lnTo>
                  <a:pt x="0" y="0"/>
                </a:lnTo>
                <a:lnTo>
                  <a:pt x="125" y="0"/>
                </a:lnTo>
                <a:lnTo>
                  <a:pt x="125" y="36"/>
                </a:lnTo>
                <a:lnTo>
                  <a:pt x="36" y="36"/>
                </a:lnTo>
                <a:lnTo>
                  <a:pt x="36" y="867"/>
                </a:lnTo>
                <a:lnTo>
                  <a:pt x="125" y="867"/>
                </a:lnTo>
                <a:lnTo>
                  <a:pt x="125" y="903"/>
                </a:lnTo>
                <a:lnTo>
                  <a:pt x="0" y="90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7149960" y="2827800"/>
            <a:ext cx="77400" cy="226080"/>
          </a:xfrm>
          <a:custGeom>
            <a:avLst/>
            <a:gdLst/>
            <a:ahLst/>
            <a:rect l="0" t="0" r="r" b="b"/>
            <a:pathLst>
              <a:path w="215" h="628">
                <a:moveTo>
                  <a:pt x="14" y="585"/>
                </a:moveTo>
                <a:lnTo>
                  <a:pt x="27" y="585"/>
                </a:lnTo>
                <a:cubicBezTo>
                  <a:pt x="51" y="585"/>
                  <a:pt x="66" y="581"/>
                  <a:pt x="71" y="572"/>
                </a:cubicBezTo>
                <a:lnTo>
                  <a:pt x="71" y="565"/>
                </a:lnTo>
                <a:cubicBezTo>
                  <a:pt x="71" y="560"/>
                  <a:pt x="71" y="553"/>
                  <a:pt x="71" y="544"/>
                </a:cubicBezTo>
                <a:cubicBezTo>
                  <a:pt x="71" y="536"/>
                  <a:pt x="71" y="526"/>
                  <a:pt x="71" y="515"/>
                </a:cubicBezTo>
                <a:cubicBezTo>
                  <a:pt x="71" y="503"/>
                  <a:pt x="71" y="490"/>
                  <a:pt x="71" y="476"/>
                </a:cubicBezTo>
                <a:cubicBezTo>
                  <a:pt x="72" y="461"/>
                  <a:pt x="72" y="446"/>
                  <a:pt x="71" y="431"/>
                </a:cubicBezTo>
                <a:cubicBezTo>
                  <a:pt x="71" y="415"/>
                  <a:pt x="71" y="399"/>
                  <a:pt x="71" y="381"/>
                </a:cubicBezTo>
                <a:cubicBezTo>
                  <a:pt x="72" y="364"/>
                  <a:pt x="72" y="347"/>
                  <a:pt x="71" y="330"/>
                </a:cubicBezTo>
                <a:cubicBezTo>
                  <a:pt x="71" y="307"/>
                  <a:pt x="71" y="284"/>
                  <a:pt x="71" y="259"/>
                </a:cubicBezTo>
                <a:cubicBezTo>
                  <a:pt x="71" y="235"/>
                  <a:pt x="71" y="212"/>
                  <a:pt x="71" y="192"/>
                </a:cubicBezTo>
                <a:cubicBezTo>
                  <a:pt x="71" y="171"/>
                  <a:pt x="71" y="153"/>
                  <a:pt x="71" y="137"/>
                </a:cubicBezTo>
                <a:cubicBezTo>
                  <a:pt x="71" y="122"/>
                  <a:pt x="71" y="109"/>
                  <a:pt x="71" y="98"/>
                </a:cubicBezTo>
                <a:cubicBezTo>
                  <a:pt x="70" y="87"/>
                  <a:pt x="70" y="82"/>
                  <a:pt x="71" y="82"/>
                </a:cubicBezTo>
                <a:cubicBezTo>
                  <a:pt x="69" y="71"/>
                  <a:pt x="65" y="63"/>
                  <a:pt x="58" y="60"/>
                </a:cubicBezTo>
                <a:cubicBezTo>
                  <a:pt x="50" y="56"/>
                  <a:pt x="37" y="53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7" y="7"/>
                </a:cubicBezTo>
                <a:cubicBezTo>
                  <a:pt x="48" y="7"/>
                  <a:pt x="61" y="6"/>
                  <a:pt x="71" y="6"/>
                </a:cubicBezTo>
                <a:cubicBezTo>
                  <a:pt x="82" y="5"/>
                  <a:pt x="93" y="4"/>
                  <a:pt x="105" y="4"/>
                </a:cubicBezTo>
                <a:cubicBezTo>
                  <a:pt x="117" y="3"/>
                  <a:pt x="126" y="2"/>
                  <a:pt x="132" y="1"/>
                </a:cubicBezTo>
                <a:cubicBezTo>
                  <a:pt x="138" y="0"/>
                  <a:pt x="141" y="0"/>
                  <a:pt x="142" y="0"/>
                </a:cubicBezTo>
                <a:lnTo>
                  <a:pt x="145" y="0"/>
                </a:lnTo>
                <a:lnTo>
                  <a:pt x="145" y="285"/>
                </a:lnTo>
                <a:cubicBezTo>
                  <a:pt x="145" y="475"/>
                  <a:pt x="145" y="571"/>
                  <a:pt x="145" y="572"/>
                </a:cubicBezTo>
                <a:cubicBezTo>
                  <a:pt x="148" y="577"/>
                  <a:pt x="151" y="581"/>
                  <a:pt x="156" y="582"/>
                </a:cubicBezTo>
                <a:cubicBezTo>
                  <a:pt x="169" y="584"/>
                  <a:pt x="184" y="585"/>
                  <a:pt x="200" y="585"/>
                </a:cubicBezTo>
                <a:lnTo>
                  <a:pt x="215" y="585"/>
                </a:lnTo>
                <a:lnTo>
                  <a:pt x="215" y="628"/>
                </a:lnTo>
                <a:lnTo>
                  <a:pt x="208" y="628"/>
                </a:lnTo>
                <a:lnTo>
                  <a:pt x="187" y="627"/>
                </a:lnTo>
                <a:cubicBezTo>
                  <a:pt x="173" y="626"/>
                  <a:pt x="158" y="626"/>
                  <a:pt x="143" y="626"/>
                </a:cubicBezTo>
                <a:cubicBezTo>
                  <a:pt x="127" y="626"/>
                  <a:pt x="116" y="625"/>
                  <a:pt x="108" y="625"/>
                </a:cubicBezTo>
                <a:cubicBezTo>
                  <a:pt x="101" y="624"/>
                  <a:pt x="90" y="624"/>
                  <a:pt x="74" y="625"/>
                </a:cubicBezTo>
                <a:cubicBezTo>
                  <a:pt x="58" y="625"/>
                  <a:pt x="42" y="626"/>
                  <a:pt x="28" y="627"/>
                </a:cubicBezTo>
                <a:lnTo>
                  <a:pt x="7" y="628"/>
                </a:lnTo>
                <a:lnTo>
                  <a:pt x="0" y="628"/>
                </a:lnTo>
                <a:lnTo>
                  <a:pt x="0" y="585"/>
                </a:lnTo>
                <a:lnTo>
                  <a:pt x="14" y="58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7241040" y="2907720"/>
            <a:ext cx="144360" cy="149400"/>
          </a:xfrm>
          <a:custGeom>
            <a:avLst/>
            <a:gdLst/>
            <a:ahLst/>
            <a:rect l="0" t="0" r="r" b="b"/>
            <a:pathLst>
              <a:path w="401" h="415">
                <a:moveTo>
                  <a:pt x="0" y="211"/>
                </a:moveTo>
                <a:cubicBezTo>
                  <a:pt x="0" y="154"/>
                  <a:pt x="19" y="105"/>
                  <a:pt x="59" y="63"/>
                </a:cubicBezTo>
                <a:cubicBezTo>
                  <a:pt x="99" y="22"/>
                  <a:pt x="146" y="1"/>
                  <a:pt x="201" y="0"/>
                </a:cubicBezTo>
                <a:cubicBezTo>
                  <a:pt x="255" y="0"/>
                  <a:pt x="302" y="21"/>
                  <a:pt x="341" y="62"/>
                </a:cubicBezTo>
                <a:cubicBezTo>
                  <a:pt x="380" y="103"/>
                  <a:pt x="400" y="152"/>
                  <a:pt x="401" y="211"/>
                </a:cubicBezTo>
                <a:cubicBezTo>
                  <a:pt x="401" y="268"/>
                  <a:pt x="381" y="316"/>
                  <a:pt x="343" y="355"/>
                </a:cubicBezTo>
                <a:cubicBezTo>
                  <a:pt x="304" y="395"/>
                  <a:pt x="257" y="415"/>
                  <a:pt x="201" y="415"/>
                </a:cubicBezTo>
                <a:cubicBezTo>
                  <a:pt x="143" y="415"/>
                  <a:pt x="95" y="394"/>
                  <a:pt x="58" y="353"/>
                </a:cubicBezTo>
                <a:cubicBezTo>
                  <a:pt x="19" y="313"/>
                  <a:pt x="0" y="266"/>
                  <a:pt x="0" y="211"/>
                </a:cubicBezTo>
                <a:moveTo>
                  <a:pt x="201" y="378"/>
                </a:moveTo>
                <a:cubicBezTo>
                  <a:pt x="275" y="378"/>
                  <a:pt x="311" y="328"/>
                  <a:pt x="311" y="230"/>
                </a:cubicBezTo>
                <a:lnTo>
                  <a:pt x="311" y="202"/>
                </a:lnTo>
                <a:lnTo>
                  <a:pt x="311" y="179"/>
                </a:lnTo>
                <a:cubicBezTo>
                  <a:pt x="311" y="166"/>
                  <a:pt x="311" y="154"/>
                  <a:pt x="310" y="145"/>
                </a:cubicBezTo>
                <a:cubicBezTo>
                  <a:pt x="310" y="135"/>
                  <a:pt x="308" y="124"/>
                  <a:pt x="304" y="110"/>
                </a:cubicBezTo>
                <a:cubicBezTo>
                  <a:pt x="300" y="97"/>
                  <a:pt x="296" y="86"/>
                  <a:pt x="290" y="78"/>
                </a:cubicBezTo>
                <a:cubicBezTo>
                  <a:pt x="284" y="69"/>
                  <a:pt x="274" y="61"/>
                  <a:pt x="262" y="53"/>
                </a:cubicBezTo>
                <a:cubicBezTo>
                  <a:pt x="249" y="44"/>
                  <a:pt x="234" y="38"/>
                  <a:pt x="217" y="35"/>
                </a:cubicBezTo>
                <a:cubicBezTo>
                  <a:pt x="214" y="34"/>
                  <a:pt x="210" y="34"/>
                  <a:pt x="203" y="34"/>
                </a:cubicBezTo>
                <a:cubicBezTo>
                  <a:pt x="185" y="34"/>
                  <a:pt x="168" y="37"/>
                  <a:pt x="151" y="44"/>
                </a:cubicBezTo>
                <a:cubicBezTo>
                  <a:pt x="126" y="58"/>
                  <a:pt x="109" y="76"/>
                  <a:pt x="101" y="100"/>
                </a:cubicBezTo>
                <a:cubicBezTo>
                  <a:pt x="93" y="123"/>
                  <a:pt x="89" y="151"/>
                  <a:pt x="89" y="183"/>
                </a:cubicBezTo>
                <a:lnTo>
                  <a:pt x="89" y="201"/>
                </a:lnTo>
                <a:cubicBezTo>
                  <a:pt x="89" y="258"/>
                  <a:pt x="95" y="299"/>
                  <a:pt x="106" y="322"/>
                </a:cubicBezTo>
                <a:cubicBezTo>
                  <a:pt x="126" y="359"/>
                  <a:pt x="157" y="378"/>
                  <a:pt x="201" y="378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7403760" y="2906280"/>
            <a:ext cx="148320" cy="214560"/>
          </a:xfrm>
          <a:custGeom>
            <a:avLst/>
            <a:gdLst/>
            <a:ahLst/>
            <a:rect l="0" t="0" r="r" b="b"/>
            <a:pathLst>
              <a:path w="412" h="596">
                <a:moveTo>
                  <a:pt x="272" y="39"/>
                </a:moveTo>
                <a:cubicBezTo>
                  <a:pt x="298" y="13"/>
                  <a:pt x="328" y="0"/>
                  <a:pt x="362" y="0"/>
                </a:cubicBezTo>
                <a:cubicBezTo>
                  <a:pt x="380" y="0"/>
                  <a:pt x="393" y="5"/>
                  <a:pt x="401" y="17"/>
                </a:cubicBezTo>
                <a:cubicBezTo>
                  <a:pt x="409" y="28"/>
                  <a:pt x="412" y="40"/>
                  <a:pt x="412" y="51"/>
                </a:cubicBezTo>
                <a:cubicBezTo>
                  <a:pt x="412" y="60"/>
                  <a:pt x="410" y="67"/>
                  <a:pt x="404" y="74"/>
                </a:cubicBezTo>
                <a:cubicBezTo>
                  <a:pt x="399" y="80"/>
                  <a:pt x="391" y="84"/>
                  <a:pt x="380" y="84"/>
                </a:cubicBezTo>
                <a:cubicBezTo>
                  <a:pt x="360" y="84"/>
                  <a:pt x="349" y="75"/>
                  <a:pt x="347" y="57"/>
                </a:cubicBezTo>
                <a:cubicBezTo>
                  <a:pt x="345" y="48"/>
                  <a:pt x="346" y="42"/>
                  <a:pt x="349" y="38"/>
                </a:cubicBezTo>
                <a:cubicBezTo>
                  <a:pt x="349" y="37"/>
                  <a:pt x="350" y="36"/>
                  <a:pt x="350" y="35"/>
                </a:cubicBezTo>
                <a:lnTo>
                  <a:pt x="350" y="34"/>
                </a:lnTo>
                <a:cubicBezTo>
                  <a:pt x="333" y="36"/>
                  <a:pt x="317" y="42"/>
                  <a:pt x="302" y="54"/>
                </a:cubicBezTo>
                <a:cubicBezTo>
                  <a:pt x="298" y="57"/>
                  <a:pt x="295" y="59"/>
                  <a:pt x="295" y="60"/>
                </a:cubicBezTo>
                <a:cubicBezTo>
                  <a:pt x="295" y="61"/>
                  <a:pt x="296" y="62"/>
                  <a:pt x="299" y="65"/>
                </a:cubicBezTo>
                <a:cubicBezTo>
                  <a:pt x="301" y="67"/>
                  <a:pt x="304" y="71"/>
                  <a:pt x="307" y="76"/>
                </a:cubicBezTo>
                <a:cubicBezTo>
                  <a:pt x="310" y="80"/>
                  <a:pt x="313" y="86"/>
                  <a:pt x="317" y="92"/>
                </a:cubicBezTo>
                <a:cubicBezTo>
                  <a:pt x="320" y="98"/>
                  <a:pt x="323" y="106"/>
                  <a:pt x="325" y="115"/>
                </a:cubicBezTo>
                <a:cubicBezTo>
                  <a:pt x="327" y="125"/>
                  <a:pt x="328" y="135"/>
                  <a:pt x="329" y="145"/>
                </a:cubicBezTo>
                <a:cubicBezTo>
                  <a:pt x="329" y="182"/>
                  <a:pt x="314" y="214"/>
                  <a:pt x="284" y="240"/>
                </a:cubicBezTo>
                <a:cubicBezTo>
                  <a:pt x="255" y="266"/>
                  <a:pt x="218" y="279"/>
                  <a:pt x="174" y="280"/>
                </a:cubicBezTo>
                <a:cubicBezTo>
                  <a:pt x="144" y="280"/>
                  <a:pt x="114" y="271"/>
                  <a:pt x="85" y="254"/>
                </a:cubicBezTo>
                <a:cubicBezTo>
                  <a:pt x="78" y="265"/>
                  <a:pt x="75" y="277"/>
                  <a:pt x="75" y="289"/>
                </a:cubicBezTo>
                <a:cubicBezTo>
                  <a:pt x="75" y="310"/>
                  <a:pt x="83" y="325"/>
                  <a:pt x="98" y="335"/>
                </a:cubicBezTo>
                <a:cubicBezTo>
                  <a:pt x="104" y="339"/>
                  <a:pt x="109" y="341"/>
                  <a:pt x="114" y="341"/>
                </a:cubicBezTo>
                <a:cubicBezTo>
                  <a:pt x="118" y="341"/>
                  <a:pt x="140" y="342"/>
                  <a:pt x="179" y="343"/>
                </a:cubicBezTo>
                <a:cubicBezTo>
                  <a:pt x="230" y="343"/>
                  <a:pt x="263" y="345"/>
                  <a:pt x="277" y="348"/>
                </a:cubicBezTo>
                <a:cubicBezTo>
                  <a:pt x="314" y="354"/>
                  <a:pt x="343" y="366"/>
                  <a:pt x="364" y="385"/>
                </a:cubicBezTo>
                <a:cubicBezTo>
                  <a:pt x="387" y="409"/>
                  <a:pt x="399" y="438"/>
                  <a:pt x="399" y="474"/>
                </a:cubicBezTo>
                <a:cubicBezTo>
                  <a:pt x="399" y="514"/>
                  <a:pt x="375" y="546"/>
                  <a:pt x="329" y="568"/>
                </a:cubicBezTo>
                <a:cubicBezTo>
                  <a:pt x="292" y="586"/>
                  <a:pt x="250" y="596"/>
                  <a:pt x="200" y="596"/>
                </a:cubicBezTo>
                <a:cubicBezTo>
                  <a:pt x="149" y="596"/>
                  <a:pt x="106" y="586"/>
                  <a:pt x="70" y="568"/>
                </a:cubicBezTo>
                <a:cubicBezTo>
                  <a:pt x="23" y="546"/>
                  <a:pt x="0" y="515"/>
                  <a:pt x="0" y="476"/>
                </a:cubicBezTo>
                <a:cubicBezTo>
                  <a:pt x="0" y="455"/>
                  <a:pt x="6" y="437"/>
                  <a:pt x="19" y="422"/>
                </a:cubicBezTo>
                <a:cubicBezTo>
                  <a:pt x="31" y="408"/>
                  <a:pt x="44" y="398"/>
                  <a:pt x="57" y="392"/>
                </a:cubicBezTo>
                <a:lnTo>
                  <a:pt x="67" y="387"/>
                </a:lnTo>
                <a:cubicBezTo>
                  <a:pt x="45" y="368"/>
                  <a:pt x="34" y="343"/>
                  <a:pt x="34" y="311"/>
                </a:cubicBezTo>
                <a:cubicBezTo>
                  <a:pt x="34" y="283"/>
                  <a:pt x="43" y="257"/>
                  <a:pt x="60" y="234"/>
                </a:cubicBezTo>
                <a:cubicBezTo>
                  <a:pt x="34" y="208"/>
                  <a:pt x="21" y="178"/>
                  <a:pt x="21" y="145"/>
                </a:cubicBezTo>
                <a:cubicBezTo>
                  <a:pt x="21" y="107"/>
                  <a:pt x="36" y="75"/>
                  <a:pt x="66" y="49"/>
                </a:cubicBezTo>
                <a:cubicBezTo>
                  <a:pt x="96" y="24"/>
                  <a:pt x="132" y="10"/>
                  <a:pt x="175" y="10"/>
                </a:cubicBezTo>
                <a:cubicBezTo>
                  <a:pt x="207" y="10"/>
                  <a:pt x="235" y="18"/>
                  <a:pt x="262" y="33"/>
                </a:cubicBezTo>
                <a:lnTo>
                  <a:pt x="272" y="39"/>
                </a:lnTo>
                <a:moveTo>
                  <a:pt x="245" y="99"/>
                </a:moveTo>
                <a:cubicBezTo>
                  <a:pt x="242" y="82"/>
                  <a:pt x="234" y="69"/>
                  <a:pt x="221" y="59"/>
                </a:cubicBezTo>
                <a:cubicBezTo>
                  <a:pt x="208" y="50"/>
                  <a:pt x="193" y="45"/>
                  <a:pt x="173" y="44"/>
                </a:cubicBezTo>
                <a:cubicBezTo>
                  <a:pt x="156" y="44"/>
                  <a:pt x="141" y="49"/>
                  <a:pt x="128" y="58"/>
                </a:cubicBezTo>
                <a:cubicBezTo>
                  <a:pt x="115" y="68"/>
                  <a:pt x="108" y="82"/>
                  <a:pt x="105" y="99"/>
                </a:cubicBezTo>
                <a:cubicBezTo>
                  <a:pt x="103" y="109"/>
                  <a:pt x="102" y="125"/>
                  <a:pt x="102" y="145"/>
                </a:cubicBezTo>
                <a:cubicBezTo>
                  <a:pt x="102" y="172"/>
                  <a:pt x="104" y="191"/>
                  <a:pt x="108" y="204"/>
                </a:cubicBezTo>
                <a:cubicBezTo>
                  <a:pt x="112" y="216"/>
                  <a:pt x="121" y="227"/>
                  <a:pt x="135" y="235"/>
                </a:cubicBezTo>
                <a:cubicBezTo>
                  <a:pt x="146" y="241"/>
                  <a:pt x="158" y="244"/>
                  <a:pt x="174" y="244"/>
                </a:cubicBezTo>
                <a:cubicBezTo>
                  <a:pt x="187" y="244"/>
                  <a:pt x="200" y="242"/>
                  <a:pt x="209" y="238"/>
                </a:cubicBezTo>
                <a:cubicBezTo>
                  <a:pt x="219" y="234"/>
                  <a:pt x="226" y="228"/>
                  <a:pt x="230" y="222"/>
                </a:cubicBezTo>
                <a:cubicBezTo>
                  <a:pt x="234" y="215"/>
                  <a:pt x="238" y="209"/>
                  <a:pt x="240" y="204"/>
                </a:cubicBezTo>
                <a:cubicBezTo>
                  <a:pt x="242" y="198"/>
                  <a:pt x="244" y="194"/>
                  <a:pt x="245" y="190"/>
                </a:cubicBezTo>
                <a:cubicBezTo>
                  <a:pt x="246" y="181"/>
                  <a:pt x="247" y="166"/>
                  <a:pt x="247" y="145"/>
                </a:cubicBezTo>
                <a:cubicBezTo>
                  <a:pt x="247" y="125"/>
                  <a:pt x="246" y="109"/>
                  <a:pt x="245" y="99"/>
                </a:cubicBezTo>
                <a:moveTo>
                  <a:pt x="338" y="476"/>
                </a:moveTo>
                <a:cubicBezTo>
                  <a:pt x="338" y="461"/>
                  <a:pt x="334" y="449"/>
                  <a:pt x="326" y="439"/>
                </a:cubicBezTo>
                <a:cubicBezTo>
                  <a:pt x="317" y="430"/>
                  <a:pt x="305" y="423"/>
                  <a:pt x="289" y="419"/>
                </a:cubicBezTo>
                <a:cubicBezTo>
                  <a:pt x="273" y="414"/>
                  <a:pt x="258" y="412"/>
                  <a:pt x="245" y="410"/>
                </a:cubicBezTo>
                <a:cubicBezTo>
                  <a:pt x="231" y="409"/>
                  <a:pt x="215" y="409"/>
                  <a:pt x="196" y="409"/>
                </a:cubicBezTo>
                <a:lnTo>
                  <a:pt x="170" y="409"/>
                </a:lnTo>
                <a:cubicBezTo>
                  <a:pt x="130" y="409"/>
                  <a:pt x="106" y="410"/>
                  <a:pt x="98" y="414"/>
                </a:cubicBezTo>
                <a:cubicBezTo>
                  <a:pt x="86" y="419"/>
                  <a:pt x="77" y="428"/>
                  <a:pt x="70" y="439"/>
                </a:cubicBezTo>
                <a:cubicBezTo>
                  <a:pt x="64" y="451"/>
                  <a:pt x="60" y="463"/>
                  <a:pt x="59" y="475"/>
                </a:cubicBezTo>
                <a:cubicBezTo>
                  <a:pt x="59" y="481"/>
                  <a:pt x="61" y="488"/>
                  <a:pt x="65" y="496"/>
                </a:cubicBezTo>
                <a:cubicBezTo>
                  <a:pt x="68" y="504"/>
                  <a:pt x="75" y="513"/>
                  <a:pt x="84" y="523"/>
                </a:cubicBezTo>
                <a:cubicBezTo>
                  <a:pt x="93" y="533"/>
                  <a:pt x="107" y="543"/>
                  <a:pt x="127" y="549"/>
                </a:cubicBezTo>
                <a:cubicBezTo>
                  <a:pt x="147" y="556"/>
                  <a:pt x="171" y="560"/>
                  <a:pt x="200" y="560"/>
                </a:cubicBezTo>
                <a:cubicBezTo>
                  <a:pt x="242" y="560"/>
                  <a:pt x="275" y="552"/>
                  <a:pt x="301" y="534"/>
                </a:cubicBezTo>
                <a:cubicBezTo>
                  <a:pt x="326" y="517"/>
                  <a:pt x="338" y="498"/>
                  <a:pt x="338" y="47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7587360" y="280980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0" y="451"/>
                </a:moveTo>
                <a:cubicBezTo>
                  <a:pt x="0" y="409"/>
                  <a:pt x="3" y="370"/>
                  <a:pt x="9" y="333"/>
                </a:cubicBezTo>
                <a:cubicBezTo>
                  <a:pt x="15" y="295"/>
                  <a:pt x="22" y="263"/>
                  <a:pt x="30" y="236"/>
                </a:cubicBezTo>
                <a:cubicBezTo>
                  <a:pt x="37" y="209"/>
                  <a:pt x="49" y="183"/>
                  <a:pt x="63" y="157"/>
                </a:cubicBezTo>
                <a:cubicBezTo>
                  <a:pt x="77" y="131"/>
                  <a:pt x="89" y="111"/>
                  <a:pt x="97" y="96"/>
                </a:cubicBezTo>
                <a:cubicBezTo>
                  <a:pt x="107" y="82"/>
                  <a:pt x="119" y="66"/>
                  <a:pt x="136" y="49"/>
                </a:cubicBezTo>
                <a:cubicBezTo>
                  <a:pt x="153" y="33"/>
                  <a:pt x="163" y="22"/>
                  <a:pt x="166" y="19"/>
                </a:cubicBezTo>
                <a:cubicBezTo>
                  <a:pt x="169" y="15"/>
                  <a:pt x="177" y="9"/>
                  <a:pt x="189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7" y="2"/>
                  <a:pt x="217" y="8"/>
                </a:cubicBezTo>
                <a:cubicBezTo>
                  <a:pt x="217" y="10"/>
                  <a:pt x="211" y="16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50" y="96"/>
                  <a:pt x="135" y="122"/>
                  <a:pt x="120" y="152"/>
                </a:cubicBezTo>
                <a:cubicBezTo>
                  <a:pt x="105" y="183"/>
                  <a:pt x="91" y="224"/>
                  <a:pt x="81" y="277"/>
                </a:cubicBezTo>
                <a:cubicBezTo>
                  <a:pt x="71" y="329"/>
                  <a:pt x="66" y="387"/>
                  <a:pt x="66" y="451"/>
                </a:cubicBezTo>
                <a:cubicBezTo>
                  <a:pt x="66" y="515"/>
                  <a:pt x="71" y="573"/>
                  <a:pt x="81" y="624"/>
                </a:cubicBezTo>
                <a:cubicBezTo>
                  <a:pt x="91" y="676"/>
                  <a:pt x="105" y="718"/>
                  <a:pt x="119" y="750"/>
                </a:cubicBezTo>
                <a:cubicBezTo>
                  <a:pt x="134" y="783"/>
                  <a:pt x="148" y="808"/>
                  <a:pt x="163" y="828"/>
                </a:cubicBezTo>
                <a:cubicBezTo>
                  <a:pt x="178" y="848"/>
                  <a:pt x="191" y="864"/>
                  <a:pt x="201" y="876"/>
                </a:cubicBezTo>
                <a:cubicBezTo>
                  <a:pt x="211" y="888"/>
                  <a:pt x="217" y="895"/>
                  <a:pt x="217" y="895"/>
                </a:cubicBezTo>
                <a:cubicBezTo>
                  <a:pt x="217" y="901"/>
                  <a:pt x="212" y="903"/>
                  <a:pt x="203" y="903"/>
                </a:cubicBezTo>
                <a:lnTo>
                  <a:pt x="200" y="903"/>
                </a:lnTo>
                <a:lnTo>
                  <a:pt x="189" y="903"/>
                </a:lnTo>
                <a:lnTo>
                  <a:pt x="163" y="882"/>
                </a:lnTo>
                <a:cubicBezTo>
                  <a:pt x="107" y="830"/>
                  <a:pt x="65" y="767"/>
                  <a:pt x="39" y="689"/>
                </a:cubicBezTo>
                <a:cubicBezTo>
                  <a:pt x="13" y="613"/>
                  <a:pt x="0" y="533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7710120" y="2837160"/>
            <a:ext cx="111960" cy="216720"/>
          </a:xfrm>
          <a:custGeom>
            <a:avLst/>
            <a:gdLst/>
            <a:ahLst/>
            <a:rect l="0" t="0" r="r" b="b"/>
            <a:pathLst>
              <a:path w="311" h="602">
                <a:moveTo>
                  <a:pt x="117" y="79"/>
                </a:moveTo>
                <a:lnTo>
                  <a:pt x="106" y="83"/>
                </a:lnTo>
                <a:cubicBezTo>
                  <a:pt x="97" y="86"/>
                  <a:pt x="85" y="89"/>
                  <a:pt x="69" y="92"/>
                </a:cubicBezTo>
                <a:cubicBezTo>
                  <a:pt x="54" y="95"/>
                  <a:pt x="36" y="98"/>
                  <a:pt x="17" y="99"/>
                </a:cubicBezTo>
                <a:lnTo>
                  <a:pt x="0" y="99"/>
                </a:lnTo>
                <a:lnTo>
                  <a:pt x="0" y="57"/>
                </a:lnTo>
                <a:lnTo>
                  <a:pt x="17" y="57"/>
                </a:lnTo>
                <a:cubicBezTo>
                  <a:pt x="45" y="56"/>
                  <a:pt x="72" y="52"/>
                  <a:pt x="96" y="44"/>
                </a:cubicBezTo>
                <a:cubicBezTo>
                  <a:pt x="120" y="36"/>
                  <a:pt x="138" y="29"/>
                  <a:pt x="147" y="22"/>
                </a:cubicBezTo>
                <a:cubicBezTo>
                  <a:pt x="157" y="15"/>
                  <a:pt x="165" y="9"/>
                  <a:pt x="172" y="2"/>
                </a:cubicBezTo>
                <a:cubicBezTo>
                  <a:pt x="174" y="0"/>
                  <a:pt x="177" y="0"/>
                  <a:pt x="183" y="0"/>
                </a:cubicBezTo>
                <a:cubicBezTo>
                  <a:pt x="189" y="0"/>
                  <a:pt x="194" y="1"/>
                  <a:pt x="199" y="5"/>
                </a:cubicBezTo>
                <a:lnTo>
                  <a:pt x="199" y="276"/>
                </a:lnTo>
                <a:lnTo>
                  <a:pt x="200" y="547"/>
                </a:lnTo>
                <a:cubicBezTo>
                  <a:pt x="204" y="551"/>
                  <a:pt x="207" y="553"/>
                  <a:pt x="210" y="555"/>
                </a:cubicBezTo>
                <a:cubicBezTo>
                  <a:pt x="213" y="556"/>
                  <a:pt x="221" y="557"/>
                  <a:pt x="232" y="558"/>
                </a:cubicBezTo>
                <a:cubicBezTo>
                  <a:pt x="243" y="559"/>
                  <a:pt x="262" y="560"/>
                  <a:pt x="288" y="560"/>
                </a:cubicBezTo>
                <a:lnTo>
                  <a:pt x="311" y="560"/>
                </a:lnTo>
                <a:lnTo>
                  <a:pt x="311" y="602"/>
                </a:lnTo>
                <a:lnTo>
                  <a:pt x="302" y="602"/>
                </a:lnTo>
                <a:cubicBezTo>
                  <a:pt x="289" y="600"/>
                  <a:pt x="241" y="599"/>
                  <a:pt x="158" y="599"/>
                </a:cubicBezTo>
                <a:cubicBezTo>
                  <a:pt x="75" y="599"/>
                  <a:pt x="28" y="600"/>
                  <a:pt x="15" y="602"/>
                </a:cubicBezTo>
                <a:lnTo>
                  <a:pt x="4" y="602"/>
                </a:lnTo>
                <a:lnTo>
                  <a:pt x="4" y="560"/>
                </a:lnTo>
                <a:lnTo>
                  <a:pt x="28" y="560"/>
                </a:lnTo>
                <a:cubicBezTo>
                  <a:pt x="41" y="560"/>
                  <a:pt x="53" y="560"/>
                  <a:pt x="62" y="560"/>
                </a:cubicBezTo>
                <a:cubicBezTo>
                  <a:pt x="72" y="560"/>
                  <a:pt x="79" y="560"/>
                  <a:pt x="85" y="559"/>
                </a:cubicBezTo>
                <a:cubicBezTo>
                  <a:pt x="90" y="559"/>
                  <a:pt x="95" y="558"/>
                  <a:pt x="99" y="556"/>
                </a:cubicBezTo>
                <a:cubicBezTo>
                  <a:pt x="103" y="555"/>
                  <a:pt x="106" y="555"/>
                  <a:pt x="106" y="555"/>
                </a:cubicBezTo>
                <a:cubicBezTo>
                  <a:pt x="107" y="555"/>
                  <a:pt x="109" y="553"/>
                  <a:pt x="112" y="550"/>
                </a:cubicBezTo>
                <a:cubicBezTo>
                  <a:pt x="115" y="547"/>
                  <a:pt x="117" y="546"/>
                  <a:pt x="117" y="547"/>
                </a:cubicBezTo>
                <a:lnTo>
                  <a:pt x="117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7945200" y="2965680"/>
            <a:ext cx="198360" cy="13320"/>
          </a:xfrm>
          <a:custGeom>
            <a:avLst/>
            <a:gdLst/>
            <a:ahLst/>
            <a:rect l="0" t="0" r="r" b="b"/>
            <a:pathLst>
              <a:path w="551" h="37">
                <a:moveTo>
                  <a:pt x="12" y="0"/>
                </a:moveTo>
                <a:lnTo>
                  <a:pt x="538" y="0"/>
                </a:lnTo>
                <a:cubicBezTo>
                  <a:pt x="547" y="5"/>
                  <a:pt x="551" y="11"/>
                  <a:pt x="551" y="18"/>
                </a:cubicBezTo>
                <a:cubicBezTo>
                  <a:pt x="551" y="26"/>
                  <a:pt x="547" y="32"/>
                  <a:pt x="538" y="37"/>
                </a:cubicBezTo>
                <a:lnTo>
                  <a:pt x="12" y="37"/>
                </a:lnTo>
                <a:cubicBezTo>
                  <a:pt x="4" y="33"/>
                  <a:pt x="0" y="27"/>
                  <a:pt x="0" y="18"/>
                </a:cubicBezTo>
                <a:cubicBezTo>
                  <a:pt x="0" y="10"/>
                  <a:pt x="4" y="4"/>
                  <a:pt x="12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8253360" y="2831400"/>
            <a:ext cx="250560" cy="222480"/>
          </a:xfrm>
          <a:custGeom>
            <a:avLst/>
            <a:gdLst/>
            <a:ahLst/>
            <a:rect l="0" t="0" r="r" b="b"/>
            <a:pathLst>
              <a:path w="696" h="618">
                <a:moveTo>
                  <a:pt x="230" y="50"/>
                </a:moveTo>
                <a:cubicBezTo>
                  <a:pt x="230" y="46"/>
                  <a:pt x="212" y="43"/>
                  <a:pt x="178" y="42"/>
                </a:cubicBezTo>
                <a:cubicBezTo>
                  <a:pt x="164" y="42"/>
                  <a:pt x="155" y="41"/>
                  <a:pt x="151" y="41"/>
                </a:cubicBezTo>
                <a:cubicBezTo>
                  <a:pt x="147" y="40"/>
                  <a:pt x="145" y="37"/>
                  <a:pt x="145" y="33"/>
                </a:cubicBezTo>
                <a:cubicBezTo>
                  <a:pt x="145" y="28"/>
                  <a:pt x="146" y="22"/>
                  <a:pt x="148" y="15"/>
                </a:cubicBezTo>
                <a:cubicBezTo>
                  <a:pt x="151" y="7"/>
                  <a:pt x="153" y="3"/>
                  <a:pt x="155" y="1"/>
                </a:cubicBezTo>
                <a:cubicBezTo>
                  <a:pt x="156" y="0"/>
                  <a:pt x="216" y="0"/>
                  <a:pt x="335" y="0"/>
                </a:cubicBezTo>
                <a:cubicBezTo>
                  <a:pt x="436" y="1"/>
                  <a:pt x="492" y="1"/>
                  <a:pt x="504" y="1"/>
                </a:cubicBezTo>
                <a:cubicBezTo>
                  <a:pt x="516" y="1"/>
                  <a:pt x="528" y="3"/>
                  <a:pt x="540" y="6"/>
                </a:cubicBezTo>
                <a:cubicBezTo>
                  <a:pt x="583" y="17"/>
                  <a:pt x="620" y="40"/>
                  <a:pt x="650" y="78"/>
                </a:cubicBezTo>
                <a:cubicBezTo>
                  <a:pt x="680" y="115"/>
                  <a:pt x="696" y="165"/>
                  <a:pt x="696" y="228"/>
                </a:cubicBezTo>
                <a:cubicBezTo>
                  <a:pt x="696" y="321"/>
                  <a:pt x="664" y="406"/>
                  <a:pt x="600" y="481"/>
                </a:cubicBezTo>
                <a:cubicBezTo>
                  <a:pt x="535" y="556"/>
                  <a:pt x="460" y="600"/>
                  <a:pt x="372" y="615"/>
                </a:cubicBezTo>
                <a:lnTo>
                  <a:pt x="360" y="617"/>
                </a:lnTo>
                <a:lnTo>
                  <a:pt x="184" y="618"/>
                </a:lnTo>
                <a:lnTo>
                  <a:pt x="83" y="618"/>
                </a:lnTo>
                <a:lnTo>
                  <a:pt x="36" y="618"/>
                </a:lnTo>
                <a:cubicBezTo>
                  <a:pt x="21" y="618"/>
                  <a:pt x="12" y="617"/>
                  <a:pt x="8" y="616"/>
                </a:cubicBezTo>
                <a:cubicBezTo>
                  <a:pt x="3" y="615"/>
                  <a:pt x="1" y="612"/>
                  <a:pt x="0" y="608"/>
                </a:cubicBezTo>
                <a:cubicBezTo>
                  <a:pt x="0" y="606"/>
                  <a:pt x="1" y="602"/>
                  <a:pt x="3" y="595"/>
                </a:cubicBezTo>
                <a:cubicBezTo>
                  <a:pt x="5" y="585"/>
                  <a:pt x="8" y="580"/>
                  <a:pt x="10" y="579"/>
                </a:cubicBezTo>
                <a:cubicBezTo>
                  <a:pt x="13" y="578"/>
                  <a:pt x="20" y="577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4" y="572"/>
                  <a:pt x="99" y="568"/>
                  <a:pt x="102" y="563"/>
                </a:cubicBezTo>
                <a:cubicBezTo>
                  <a:pt x="104" y="560"/>
                  <a:pt x="126" y="477"/>
                  <a:pt x="167" y="311"/>
                </a:cubicBezTo>
                <a:cubicBezTo>
                  <a:pt x="209" y="146"/>
                  <a:pt x="230" y="59"/>
                  <a:pt x="230" y="50"/>
                </a:cubicBezTo>
                <a:moveTo>
                  <a:pt x="606" y="193"/>
                </a:moveTo>
                <a:cubicBezTo>
                  <a:pt x="606" y="170"/>
                  <a:pt x="603" y="150"/>
                  <a:pt x="596" y="132"/>
                </a:cubicBezTo>
                <a:cubicBezTo>
                  <a:pt x="590" y="114"/>
                  <a:pt x="582" y="100"/>
                  <a:pt x="573" y="90"/>
                </a:cubicBezTo>
                <a:cubicBezTo>
                  <a:pt x="564" y="79"/>
                  <a:pt x="553" y="71"/>
                  <a:pt x="539" y="63"/>
                </a:cubicBezTo>
                <a:cubicBezTo>
                  <a:pt x="526" y="56"/>
                  <a:pt x="514" y="51"/>
                  <a:pt x="504" y="49"/>
                </a:cubicBezTo>
                <a:cubicBezTo>
                  <a:pt x="494" y="47"/>
                  <a:pt x="483" y="44"/>
                  <a:pt x="472" y="43"/>
                </a:cubicBezTo>
                <a:cubicBezTo>
                  <a:pt x="471" y="43"/>
                  <a:pt x="467" y="43"/>
                  <a:pt x="460" y="43"/>
                </a:cubicBezTo>
                <a:cubicBezTo>
                  <a:pt x="453" y="43"/>
                  <a:pt x="444" y="43"/>
                  <a:pt x="434" y="43"/>
                </a:cubicBezTo>
                <a:cubicBezTo>
                  <a:pt x="423" y="43"/>
                  <a:pt x="414" y="42"/>
                  <a:pt x="404" y="42"/>
                </a:cubicBezTo>
                <a:lnTo>
                  <a:pt x="365" y="42"/>
                </a:lnTo>
                <a:cubicBezTo>
                  <a:pt x="339" y="42"/>
                  <a:pt x="324" y="45"/>
                  <a:pt x="319" y="51"/>
                </a:cubicBezTo>
                <a:cubicBezTo>
                  <a:pt x="318" y="53"/>
                  <a:pt x="296" y="140"/>
                  <a:pt x="253" y="311"/>
                </a:cubicBezTo>
                <a:cubicBezTo>
                  <a:pt x="210" y="483"/>
                  <a:pt x="189" y="569"/>
                  <a:pt x="189" y="571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6" y="574"/>
                  <a:pt x="229" y="575"/>
                  <a:pt x="268" y="575"/>
                </a:cubicBezTo>
                <a:cubicBezTo>
                  <a:pt x="271" y="575"/>
                  <a:pt x="277" y="575"/>
                  <a:pt x="286" y="575"/>
                </a:cubicBezTo>
                <a:cubicBezTo>
                  <a:pt x="294" y="575"/>
                  <a:pt x="301" y="575"/>
                  <a:pt x="307" y="576"/>
                </a:cubicBezTo>
                <a:cubicBezTo>
                  <a:pt x="384" y="576"/>
                  <a:pt x="447" y="551"/>
                  <a:pt x="496" y="502"/>
                </a:cubicBezTo>
                <a:cubicBezTo>
                  <a:pt x="518" y="480"/>
                  <a:pt x="535" y="455"/>
                  <a:pt x="549" y="425"/>
                </a:cubicBezTo>
                <a:cubicBezTo>
                  <a:pt x="563" y="396"/>
                  <a:pt x="576" y="358"/>
                  <a:pt x="588" y="311"/>
                </a:cubicBezTo>
                <a:cubicBezTo>
                  <a:pt x="600" y="263"/>
                  <a:pt x="606" y="224"/>
                  <a:pt x="606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8542440" y="2809800"/>
            <a:ext cx="77760" cy="325080"/>
          </a:xfrm>
          <a:custGeom>
            <a:avLst/>
            <a:gdLst/>
            <a:ahLst/>
            <a:rect l="0" t="0" r="r" b="b"/>
            <a:pathLst>
              <a:path w="216" h="903">
                <a:moveTo>
                  <a:pt x="0" y="451"/>
                </a:moveTo>
                <a:cubicBezTo>
                  <a:pt x="0" y="409"/>
                  <a:pt x="3" y="370"/>
                  <a:pt x="9" y="333"/>
                </a:cubicBezTo>
                <a:cubicBezTo>
                  <a:pt x="15" y="295"/>
                  <a:pt x="22" y="263"/>
                  <a:pt x="30" y="236"/>
                </a:cubicBezTo>
                <a:cubicBezTo>
                  <a:pt x="38" y="209"/>
                  <a:pt x="49" y="183"/>
                  <a:pt x="64" y="157"/>
                </a:cubicBezTo>
                <a:cubicBezTo>
                  <a:pt x="78" y="131"/>
                  <a:pt x="90" y="111"/>
                  <a:pt x="98" y="96"/>
                </a:cubicBezTo>
                <a:cubicBezTo>
                  <a:pt x="107" y="82"/>
                  <a:pt x="119" y="66"/>
                  <a:pt x="136" y="49"/>
                </a:cubicBezTo>
                <a:cubicBezTo>
                  <a:pt x="153" y="33"/>
                  <a:pt x="163" y="22"/>
                  <a:pt x="166" y="19"/>
                </a:cubicBezTo>
                <a:cubicBezTo>
                  <a:pt x="169" y="15"/>
                  <a:pt x="176" y="9"/>
                  <a:pt x="188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2"/>
                  <a:pt x="216" y="8"/>
                </a:cubicBezTo>
                <a:cubicBezTo>
                  <a:pt x="216" y="10"/>
                  <a:pt x="211" y="16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50" y="96"/>
                  <a:pt x="135" y="122"/>
                  <a:pt x="120" y="152"/>
                </a:cubicBezTo>
                <a:cubicBezTo>
                  <a:pt x="105" y="183"/>
                  <a:pt x="92" y="224"/>
                  <a:pt x="82" y="277"/>
                </a:cubicBezTo>
                <a:cubicBezTo>
                  <a:pt x="72" y="329"/>
                  <a:pt x="67" y="387"/>
                  <a:pt x="67" y="451"/>
                </a:cubicBezTo>
                <a:cubicBezTo>
                  <a:pt x="67" y="515"/>
                  <a:pt x="72" y="573"/>
                  <a:pt x="82" y="624"/>
                </a:cubicBezTo>
                <a:cubicBezTo>
                  <a:pt x="92" y="676"/>
                  <a:pt x="104" y="718"/>
                  <a:pt x="119" y="750"/>
                </a:cubicBezTo>
                <a:cubicBezTo>
                  <a:pt x="133" y="783"/>
                  <a:pt x="148" y="808"/>
                  <a:pt x="163" y="828"/>
                </a:cubicBezTo>
                <a:cubicBezTo>
                  <a:pt x="178" y="848"/>
                  <a:pt x="191" y="864"/>
                  <a:pt x="201" y="876"/>
                </a:cubicBezTo>
                <a:cubicBezTo>
                  <a:pt x="211" y="888"/>
                  <a:pt x="216" y="895"/>
                  <a:pt x="216" y="895"/>
                </a:cubicBezTo>
                <a:cubicBezTo>
                  <a:pt x="216" y="901"/>
                  <a:pt x="212" y="903"/>
                  <a:pt x="203" y="903"/>
                </a:cubicBezTo>
                <a:lnTo>
                  <a:pt x="200" y="903"/>
                </a:lnTo>
                <a:lnTo>
                  <a:pt x="188" y="903"/>
                </a:lnTo>
                <a:lnTo>
                  <a:pt x="163" y="882"/>
                </a:lnTo>
                <a:cubicBezTo>
                  <a:pt x="107" y="830"/>
                  <a:pt x="65" y="767"/>
                  <a:pt x="40" y="689"/>
                </a:cubicBezTo>
                <a:cubicBezTo>
                  <a:pt x="13" y="613"/>
                  <a:pt x="0" y="533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8654400" y="282420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10"/>
                </a:moveTo>
                <a:cubicBezTo>
                  <a:pt x="0" y="340"/>
                  <a:pt x="20" y="273"/>
                  <a:pt x="61" y="210"/>
                </a:cubicBezTo>
                <a:cubicBezTo>
                  <a:pt x="101" y="146"/>
                  <a:pt x="152" y="95"/>
                  <a:pt x="213" y="58"/>
                </a:cubicBezTo>
                <a:cubicBezTo>
                  <a:pt x="274" y="21"/>
                  <a:pt x="336" y="2"/>
                  <a:pt x="397" y="1"/>
                </a:cubicBezTo>
                <a:cubicBezTo>
                  <a:pt x="451" y="1"/>
                  <a:pt x="494" y="17"/>
                  <a:pt x="526" y="47"/>
                </a:cubicBezTo>
                <a:cubicBezTo>
                  <a:pt x="532" y="53"/>
                  <a:pt x="536" y="58"/>
                  <a:pt x="540" y="63"/>
                </a:cubicBezTo>
                <a:cubicBezTo>
                  <a:pt x="543" y="67"/>
                  <a:pt x="546" y="70"/>
                  <a:pt x="547" y="72"/>
                </a:cubicBezTo>
                <a:lnTo>
                  <a:pt x="548" y="74"/>
                </a:lnTo>
                <a:cubicBezTo>
                  <a:pt x="550" y="74"/>
                  <a:pt x="558" y="67"/>
                  <a:pt x="572" y="51"/>
                </a:cubicBezTo>
                <a:cubicBezTo>
                  <a:pt x="576" y="47"/>
                  <a:pt x="581" y="43"/>
                  <a:pt x="586" y="38"/>
                </a:cubicBezTo>
                <a:cubicBezTo>
                  <a:pt x="591" y="33"/>
                  <a:pt x="595" y="29"/>
                  <a:pt x="600" y="24"/>
                </a:cubicBezTo>
                <a:cubicBezTo>
                  <a:pt x="606" y="19"/>
                  <a:pt x="609" y="16"/>
                  <a:pt x="610" y="14"/>
                </a:cubicBezTo>
                <a:lnTo>
                  <a:pt x="624" y="0"/>
                </a:lnTo>
                <a:lnTo>
                  <a:pt x="629" y="0"/>
                </a:lnTo>
                <a:cubicBezTo>
                  <a:pt x="638" y="0"/>
                  <a:pt x="642" y="2"/>
                  <a:pt x="642" y="7"/>
                </a:cubicBezTo>
                <a:cubicBezTo>
                  <a:pt x="642" y="9"/>
                  <a:pt x="632" y="50"/>
                  <a:pt x="613" y="130"/>
                </a:cubicBezTo>
                <a:cubicBezTo>
                  <a:pt x="590" y="214"/>
                  <a:pt x="579" y="256"/>
                  <a:pt x="579" y="257"/>
                </a:cubicBezTo>
                <a:cubicBezTo>
                  <a:pt x="578" y="260"/>
                  <a:pt x="577" y="261"/>
                  <a:pt x="575" y="262"/>
                </a:cubicBezTo>
                <a:cubicBezTo>
                  <a:pt x="573" y="263"/>
                  <a:pt x="568" y="263"/>
                  <a:pt x="559" y="264"/>
                </a:cubicBezTo>
                <a:lnTo>
                  <a:pt x="544" y="264"/>
                </a:lnTo>
                <a:cubicBezTo>
                  <a:pt x="541" y="260"/>
                  <a:pt x="539" y="258"/>
                  <a:pt x="539" y="256"/>
                </a:cubicBezTo>
                <a:cubicBezTo>
                  <a:pt x="539" y="255"/>
                  <a:pt x="539" y="253"/>
                  <a:pt x="540" y="249"/>
                </a:cubicBezTo>
                <a:cubicBezTo>
                  <a:pt x="540" y="246"/>
                  <a:pt x="541" y="240"/>
                  <a:pt x="542" y="231"/>
                </a:cubicBezTo>
                <a:cubicBezTo>
                  <a:pt x="542" y="223"/>
                  <a:pt x="542" y="213"/>
                  <a:pt x="542" y="202"/>
                </a:cubicBezTo>
                <a:cubicBezTo>
                  <a:pt x="542" y="160"/>
                  <a:pt x="533" y="122"/>
                  <a:pt x="514" y="91"/>
                </a:cubicBezTo>
                <a:cubicBezTo>
                  <a:pt x="494" y="59"/>
                  <a:pt x="462" y="42"/>
                  <a:pt x="415" y="42"/>
                </a:cubicBezTo>
                <a:cubicBezTo>
                  <a:pt x="404" y="42"/>
                  <a:pt x="393" y="43"/>
                  <a:pt x="380" y="45"/>
                </a:cubicBezTo>
                <a:cubicBezTo>
                  <a:pt x="367" y="46"/>
                  <a:pt x="351" y="50"/>
                  <a:pt x="332" y="56"/>
                </a:cubicBezTo>
                <a:cubicBezTo>
                  <a:pt x="313" y="62"/>
                  <a:pt x="295" y="71"/>
                  <a:pt x="277" y="82"/>
                </a:cubicBezTo>
                <a:cubicBezTo>
                  <a:pt x="260" y="92"/>
                  <a:pt x="241" y="107"/>
                  <a:pt x="220" y="125"/>
                </a:cubicBezTo>
                <a:cubicBezTo>
                  <a:pt x="200" y="143"/>
                  <a:pt x="182" y="164"/>
                  <a:pt x="168" y="189"/>
                </a:cubicBezTo>
                <a:cubicBezTo>
                  <a:pt x="154" y="214"/>
                  <a:pt x="139" y="244"/>
                  <a:pt x="126" y="281"/>
                </a:cubicBezTo>
                <a:cubicBezTo>
                  <a:pt x="112" y="318"/>
                  <a:pt x="102" y="359"/>
                  <a:pt x="98" y="403"/>
                </a:cubicBezTo>
                <a:cubicBezTo>
                  <a:pt x="96" y="414"/>
                  <a:pt x="96" y="426"/>
                  <a:pt x="96" y="438"/>
                </a:cubicBezTo>
                <a:cubicBezTo>
                  <a:pt x="96" y="467"/>
                  <a:pt x="100" y="493"/>
                  <a:pt x="108" y="515"/>
                </a:cubicBezTo>
                <a:cubicBezTo>
                  <a:pt x="117" y="537"/>
                  <a:pt x="128" y="554"/>
                  <a:pt x="141" y="566"/>
                </a:cubicBezTo>
                <a:cubicBezTo>
                  <a:pt x="154" y="578"/>
                  <a:pt x="169" y="589"/>
                  <a:pt x="186" y="597"/>
                </a:cubicBezTo>
                <a:cubicBezTo>
                  <a:pt x="203" y="605"/>
                  <a:pt x="218" y="611"/>
                  <a:pt x="233" y="612"/>
                </a:cubicBezTo>
                <a:cubicBezTo>
                  <a:pt x="247" y="614"/>
                  <a:pt x="261" y="615"/>
                  <a:pt x="274" y="616"/>
                </a:cubicBezTo>
                <a:cubicBezTo>
                  <a:pt x="306" y="616"/>
                  <a:pt x="336" y="609"/>
                  <a:pt x="363" y="595"/>
                </a:cubicBezTo>
                <a:cubicBezTo>
                  <a:pt x="390" y="581"/>
                  <a:pt x="409" y="564"/>
                  <a:pt x="419" y="542"/>
                </a:cubicBezTo>
                <a:cubicBezTo>
                  <a:pt x="421" y="537"/>
                  <a:pt x="425" y="521"/>
                  <a:pt x="432" y="492"/>
                </a:cubicBezTo>
                <a:cubicBezTo>
                  <a:pt x="440" y="464"/>
                  <a:pt x="443" y="448"/>
                  <a:pt x="443" y="444"/>
                </a:cubicBezTo>
                <a:cubicBezTo>
                  <a:pt x="443" y="440"/>
                  <a:pt x="439" y="437"/>
                  <a:pt x="431" y="435"/>
                </a:cubicBezTo>
                <a:cubicBezTo>
                  <a:pt x="424" y="434"/>
                  <a:pt x="406" y="433"/>
                  <a:pt x="377" y="433"/>
                </a:cubicBezTo>
                <a:lnTo>
                  <a:pt x="344" y="433"/>
                </a:lnTo>
                <a:cubicBezTo>
                  <a:pt x="340" y="429"/>
                  <a:pt x="339" y="427"/>
                  <a:pt x="339" y="426"/>
                </a:cubicBezTo>
                <a:cubicBezTo>
                  <a:pt x="339" y="424"/>
                  <a:pt x="339" y="419"/>
                  <a:pt x="340" y="408"/>
                </a:cubicBezTo>
                <a:cubicBezTo>
                  <a:pt x="343" y="401"/>
                  <a:pt x="346" y="395"/>
                  <a:pt x="349" y="391"/>
                </a:cubicBezTo>
                <a:lnTo>
                  <a:pt x="365" y="391"/>
                </a:lnTo>
                <a:cubicBezTo>
                  <a:pt x="389" y="392"/>
                  <a:pt x="431" y="393"/>
                  <a:pt x="491" y="393"/>
                </a:cubicBezTo>
                <a:cubicBezTo>
                  <a:pt x="515" y="393"/>
                  <a:pt x="535" y="393"/>
                  <a:pt x="550" y="393"/>
                </a:cubicBezTo>
                <a:cubicBezTo>
                  <a:pt x="565" y="393"/>
                  <a:pt x="576" y="393"/>
                  <a:pt x="582" y="392"/>
                </a:cubicBezTo>
                <a:cubicBezTo>
                  <a:pt x="589" y="392"/>
                  <a:pt x="592" y="392"/>
                  <a:pt x="593" y="392"/>
                </a:cubicBezTo>
                <a:cubicBezTo>
                  <a:pt x="602" y="392"/>
                  <a:pt x="607" y="395"/>
                  <a:pt x="607" y="400"/>
                </a:cubicBezTo>
                <a:cubicBezTo>
                  <a:pt x="607" y="401"/>
                  <a:pt x="606" y="406"/>
                  <a:pt x="605" y="413"/>
                </a:cubicBezTo>
                <a:cubicBezTo>
                  <a:pt x="602" y="424"/>
                  <a:pt x="598" y="431"/>
                  <a:pt x="595" y="432"/>
                </a:cubicBezTo>
                <a:cubicBezTo>
                  <a:pt x="593" y="432"/>
                  <a:pt x="589" y="433"/>
                  <a:pt x="581" y="433"/>
                </a:cubicBezTo>
                <a:cubicBezTo>
                  <a:pt x="569" y="433"/>
                  <a:pt x="557" y="434"/>
                  <a:pt x="544" y="435"/>
                </a:cubicBezTo>
                <a:cubicBezTo>
                  <a:pt x="540" y="437"/>
                  <a:pt x="537" y="440"/>
                  <a:pt x="535" y="444"/>
                </a:cubicBezTo>
                <a:cubicBezTo>
                  <a:pt x="533" y="447"/>
                  <a:pt x="529" y="463"/>
                  <a:pt x="523" y="490"/>
                </a:cubicBezTo>
                <a:cubicBezTo>
                  <a:pt x="517" y="509"/>
                  <a:pt x="513" y="526"/>
                  <a:pt x="509" y="540"/>
                </a:cubicBezTo>
                <a:cubicBezTo>
                  <a:pt x="494" y="601"/>
                  <a:pt x="486" y="633"/>
                  <a:pt x="484" y="635"/>
                </a:cubicBezTo>
                <a:cubicBezTo>
                  <a:pt x="483" y="636"/>
                  <a:pt x="481" y="637"/>
                  <a:pt x="479" y="637"/>
                </a:cubicBezTo>
                <a:cubicBezTo>
                  <a:pt x="473" y="637"/>
                  <a:pt x="465" y="631"/>
                  <a:pt x="454" y="619"/>
                </a:cubicBezTo>
                <a:cubicBezTo>
                  <a:pt x="443" y="607"/>
                  <a:pt x="436" y="597"/>
                  <a:pt x="433" y="591"/>
                </a:cubicBezTo>
                <a:cubicBezTo>
                  <a:pt x="433" y="590"/>
                  <a:pt x="433" y="590"/>
                  <a:pt x="431" y="591"/>
                </a:cubicBezTo>
                <a:cubicBezTo>
                  <a:pt x="430" y="591"/>
                  <a:pt x="428" y="593"/>
                  <a:pt x="426" y="595"/>
                </a:cubicBezTo>
                <a:cubicBezTo>
                  <a:pt x="382" y="637"/>
                  <a:pt x="321" y="657"/>
                  <a:pt x="246" y="657"/>
                </a:cubicBezTo>
                <a:cubicBezTo>
                  <a:pt x="173" y="657"/>
                  <a:pt x="114" y="634"/>
                  <a:pt x="69" y="588"/>
                </a:cubicBezTo>
                <a:cubicBezTo>
                  <a:pt x="24" y="542"/>
                  <a:pt x="1" y="482"/>
                  <a:pt x="0" y="41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8924040" y="280980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0" y="451"/>
                </a:moveTo>
                <a:cubicBezTo>
                  <a:pt x="0" y="409"/>
                  <a:pt x="3" y="370"/>
                  <a:pt x="9" y="333"/>
                </a:cubicBezTo>
                <a:cubicBezTo>
                  <a:pt x="15" y="295"/>
                  <a:pt x="22" y="263"/>
                  <a:pt x="30" y="236"/>
                </a:cubicBezTo>
                <a:cubicBezTo>
                  <a:pt x="38" y="209"/>
                  <a:pt x="50" y="183"/>
                  <a:pt x="64" y="157"/>
                </a:cubicBezTo>
                <a:cubicBezTo>
                  <a:pt x="79" y="131"/>
                  <a:pt x="90" y="111"/>
                  <a:pt x="99" y="96"/>
                </a:cubicBezTo>
                <a:cubicBezTo>
                  <a:pt x="107" y="82"/>
                  <a:pt x="120" y="66"/>
                  <a:pt x="137" y="49"/>
                </a:cubicBezTo>
                <a:cubicBezTo>
                  <a:pt x="153" y="33"/>
                  <a:pt x="163" y="22"/>
                  <a:pt x="166" y="19"/>
                </a:cubicBezTo>
                <a:cubicBezTo>
                  <a:pt x="169" y="15"/>
                  <a:pt x="177" y="9"/>
                  <a:pt x="189" y="0"/>
                </a:cubicBezTo>
                <a:lnTo>
                  <a:pt x="201" y="0"/>
                </a:lnTo>
                <a:lnTo>
                  <a:pt x="204" y="0"/>
                </a:lnTo>
                <a:cubicBezTo>
                  <a:pt x="213" y="0"/>
                  <a:pt x="217" y="2"/>
                  <a:pt x="217" y="8"/>
                </a:cubicBezTo>
                <a:cubicBezTo>
                  <a:pt x="217" y="10"/>
                  <a:pt x="212" y="16"/>
                  <a:pt x="202" y="27"/>
                </a:cubicBezTo>
                <a:cubicBezTo>
                  <a:pt x="191" y="38"/>
                  <a:pt x="179" y="54"/>
                  <a:pt x="165" y="75"/>
                </a:cubicBezTo>
                <a:cubicBezTo>
                  <a:pt x="150" y="96"/>
                  <a:pt x="135" y="122"/>
                  <a:pt x="120" y="152"/>
                </a:cubicBezTo>
                <a:cubicBezTo>
                  <a:pt x="105" y="183"/>
                  <a:pt x="93" y="224"/>
                  <a:pt x="82" y="277"/>
                </a:cubicBezTo>
                <a:cubicBezTo>
                  <a:pt x="72" y="329"/>
                  <a:pt x="67" y="387"/>
                  <a:pt x="67" y="451"/>
                </a:cubicBezTo>
                <a:cubicBezTo>
                  <a:pt x="67" y="515"/>
                  <a:pt x="72" y="573"/>
                  <a:pt x="82" y="624"/>
                </a:cubicBezTo>
                <a:cubicBezTo>
                  <a:pt x="93" y="676"/>
                  <a:pt x="105" y="718"/>
                  <a:pt x="119" y="750"/>
                </a:cubicBezTo>
                <a:cubicBezTo>
                  <a:pt x="134" y="783"/>
                  <a:pt x="149" y="808"/>
                  <a:pt x="164" y="828"/>
                </a:cubicBezTo>
                <a:cubicBezTo>
                  <a:pt x="179" y="848"/>
                  <a:pt x="191" y="864"/>
                  <a:pt x="202" y="876"/>
                </a:cubicBezTo>
                <a:cubicBezTo>
                  <a:pt x="212" y="888"/>
                  <a:pt x="217" y="895"/>
                  <a:pt x="217" y="895"/>
                </a:cubicBezTo>
                <a:cubicBezTo>
                  <a:pt x="217" y="901"/>
                  <a:pt x="212" y="903"/>
                  <a:pt x="203" y="903"/>
                </a:cubicBezTo>
                <a:lnTo>
                  <a:pt x="201" y="903"/>
                </a:lnTo>
                <a:lnTo>
                  <a:pt x="189" y="903"/>
                </a:lnTo>
                <a:lnTo>
                  <a:pt x="164" y="882"/>
                </a:lnTo>
                <a:cubicBezTo>
                  <a:pt x="107" y="830"/>
                  <a:pt x="66" y="767"/>
                  <a:pt x="39" y="689"/>
                </a:cubicBezTo>
                <a:cubicBezTo>
                  <a:pt x="13" y="613"/>
                  <a:pt x="0" y="533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9030240" y="2908800"/>
            <a:ext cx="140040" cy="145080"/>
          </a:xfrm>
          <a:custGeom>
            <a:avLst/>
            <a:gdLst/>
            <a:ahLst/>
            <a:rect l="0" t="0" r="r" b="b"/>
            <a:pathLst>
              <a:path w="389" h="403">
                <a:moveTo>
                  <a:pt x="15" y="166"/>
                </a:moveTo>
                <a:cubicBezTo>
                  <a:pt x="15" y="165"/>
                  <a:pt x="17" y="138"/>
                  <a:pt x="20" y="87"/>
                </a:cubicBezTo>
                <a:cubicBezTo>
                  <a:pt x="24" y="35"/>
                  <a:pt x="26" y="9"/>
                  <a:pt x="26" y="8"/>
                </a:cubicBezTo>
                <a:lnTo>
                  <a:pt x="26" y="1"/>
                </a:lnTo>
                <a:lnTo>
                  <a:pt x="199" y="1"/>
                </a:lnTo>
                <a:cubicBezTo>
                  <a:pt x="221" y="1"/>
                  <a:pt x="246" y="1"/>
                  <a:pt x="275" y="1"/>
                </a:cubicBezTo>
                <a:cubicBezTo>
                  <a:pt x="303" y="1"/>
                  <a:pt x="320" y="1"/>
                  <a:pt x="327" y="0"/>
                </a:cubicBezTo>
                <a:cubicBezTo>
                  <a:pt x="356" y="0"/>
                  <a:pt x="373" y="1"/>
                  <a:pt x="379" y="4"/>
                </a:cubicBezTo>
                <a:cubicBezTo>
                  <a:pt x="384" y="6"/>
                  <a:pt x="387" y="13"/>
                  <a:pt x="387" y="24"/>
                </a:cubicBezTo>
                <a:cubicBezTo>
                  <a:pt x="387" y="32"/>
                  <a:pt x="386" y="36"/>
                  <a:pt x="386" y="37"/>
                </a:cubicBezTo>
                <a:cubicBezTo>
                  <a:pt x="385" y="40"/>
                  <a:pt x="345" y="93"/>
                  <a:pt x="267" y="196"/>
                </a:cubicBezTo>
                <a:cubicBezTo>
                  <a:pt x="189" y="298"/>
                  <a:pt x="149" y="351"/>
                  <a:pt x="147" y="353"/>
                </a:cubicBezTo>
                <a:lnTo>
                  <a:pt x="185" y="353"/>
                </a:lnTo>
                <a:cubicBezTo>
                  <a:pt x="199" y="352"/>
                  <a:pt x="208" y="352"/>
                  <a:pt x="213" y="352"/>
                </a:cubicBezTo>
                <a:cubicBezTo>
                  <a:pt x="218" y="352"/>
                  <a:pt x="227" y="351"/>
                  <a:pt x="239" y="350"/>
                </a:cubicBezTo>
                <a:cubicBezTo>
                  <a:pt x="252" y="349"/>
                  <a:pt x="261" y="347"/>
                  <a:pt x="265" y="344"/>
                </a:cubicBezTo>
                <a:cubicBezTo>
                  <a:pt x="269" y="341"/>
                  <a:pt x="276" y="337"/>
                  <a:pt x="285" y="333"/>
                </a:cubicBezTo>
                <a:cubicBezTo>
                  <a:pt x="295" y="329"/>
                  <a:pt x="302" y="323"/>
                  <a:pt x="305" y="314"/>
                </a:cubicBezTo>
                <a:cubicBezTo>
                  <a:pt x="309" y="306"/>
                  <a:pt x="313" y="297"/>
                  <a:pt x="318" y="287"/>
                </a:cubicBezTo>
                <a:cubicBezTo>
                  <a:pt x="323" y="277"/>
                  <a:pt x="326" y="265"/>
                  <a:pt x="328" y="249"/>
                </a:cubicBezTo>
                <a:cubicBezTo>
                  <a:pt x="332" y="233"/>
                  <a:pt x="333" y="219"/>
                  <a:pt x="333" y="208"/>
                </a:cubicBezTo>
                <a:cubicBezTo>
                  <a:pt x="333" y="207"/>
                  <a:pt x="343" y="207"/>
                  <a:pt x="361" y="207"/>
                </a:cubicBezTo>
                <a:lnTo>
                  <a:pt x="389" y="207"/>
                </a:lnTo>
                <a:lnTo>
                  <a:pt x="389" y="212"/>
                </a:lnTo>
                <a:cubicBezTo>
                  <a:pt x="389" y="214"/>
                  <a:pt x="386" y="245"/>
                  <a:pt x="381" y="305"/>
                </a:cubicBezTo>
                <a:cubicBezTo>
                  <a:pt x="376" y="365"/>
                  <a:pt x="374" y="396"/>
                  <a:pt x="373" y="397"/>
                </a:cubicBezTo>
                <a:lnTo>
                  <a:pt x="373" y="403"/>
                </a:lnTo>
                <a:lnTo>
                  <a:pt x="193" y="403"/>
                </a:lnTo>
                <a:cubicBezTo>
                  <a:pt x="73" y="403"/>
                  <a:pt x="12" y="402"/>
                  <a:pt x="10" y="401"/>
                </a:cubicBezTo>
                <a:cubicBezTo>
                  <a:pt x="4" y="398"/>
                  <a:pt x="0" y="390"/>
                  <a:pt x="0" y="377"/>
                </a:cubicBezTo>
                <a:lnTo>
                  <a:pt x="0" y="373"/>
                </a:lnTo>
                <a:cubicBezTo>
                  <a:pt x="0" y="368"/>
                  <a:pt x="3" y="362"/>
                  <a:pt x="8" y="356"/>
                </a:cubicBezTo>
                <a:cubicBezTo>
                  <a:pt x="12" y="349"/>
                  <a:pt x="26" y="331"/>
                  <a:pt x="47" y="302"/>
                </a:cubicBezTo>
                <a:cubicBezTo>
                  <a:pt x="74" y="267"/>
                  <a:pt x="98" y="235"/>
                  <a:pt x="119" y="207"/>
                </a:cubicBezTo>
                <a:lnTo>
                  <a:pt x="240" y="47"/>
                </a:lnTo>
                <a:lnTo>
                  <a:pt x="202" y="47"/>
                </a:lnTo>
                <a:cubicBezTo>
                  <a:pt x="162" y="48"/>
                  <a:pt x="135" y="51"/>
                  <a:pt x="120" y="59"/>
                </a:cubicBezTo>
                <a:cubicBezTo>
                  <a:pt x="96" y="71"/>
                  <a:pt x="81" y="94"/>
                  <a:pt x="75" y="128"/>
                </a:cubicBezTo>
                <a:cubicBezTo>
                  <a:pt x="72" y="143"/>
                  <a:pt x="71" y="157"/>
                  <a:pt x="71" y="172"/>
                </a:cubicBezTo>
                <a:cubicBezTo>
                  <a:pt x="71" y="173"/>
                  <a:pt x="61" y="173"/>
                  <a:pt x="43" y="173"/>
                </a:cubicBezTo>
                <a:lnTo>
                  <a:pt x="15" y="173"/>
                </a:lnTo>
                <a:lnTo>
                  <a:pt x="15" y="16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9203760" y="280980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1"/>
                </a:lnTo>
                <a:cubicBezTo>
                  <a:pt x="110" y="73"/>
                  <a:pt x="152" y="136"/>
                  <a:pt x="178" y="213"/>
                </a:cubicBezTo>
                <a:cubicBezTo>
                  <a:pt x="204" y="289"/>
                  <a:pt x="217" y="369"/>
                  <a:pt x="217" y="451"/>
                </a:cubicBezTo>
                <a:cubicBezTo>
                  <a:pt x="217" y="492"/>
                  <a:pt x="214" y="531"/>
                  <a:pt x="208" y="569"/>
                </a:cubicBezTo>
                <a:cubicBezTo>
                  <a:pt x="202" y="607"/>
                  <a:pt x="195" y="639"/>
                  <a:pt x="187" y="666"/>
                </a:cubicBezTo>
                <a:cubicBezTo>
                  <a:pt x="179" y="692"/>
                  <a:pt x="168" y="719"/>
                  <a:pt x="154" y="745"/>
                </a:cubicBezTo>
                <a:cubicBezTo>
                  <a:pt x="139" y="773"/>
                  <a:pt x="128" y="793"/>
                  <a:pt x="118" y="807"/>
                </a:cubicBezTo>
                <a:cubicBezTo>
                  <a:pt x="110" y="820"/>
                  <a:pt x="98" y="836"/>
                  <a:pt x="81" y="853"/>
                </a:cubicBezTo>
                <a:cubicBezTo>
                  <a:pt x="65" y="870"/>
                  <a:pt x="56" y="879"/>
                  <a:pt x="53" y="882"/>
                </a:cubicBezTo>
                <a:cubicBezTo>
                  <a:pt x="50" y="885"/>
                  <a:pt x="43" y="891"/>
                  <a:pt x="32" y="900"/>
                </a:cubicBezTo>
                <a:cubicBezTo>
                  <a:pt x="30" y="901"/>
                  <a:pt x="29" y="903"/>
                  <a:pt x="28" y="903"/>
                </a:cubicBezTo>
                <a:lnTo>
                  <a:pt x="17" y="903"/>
                </a:lnTo>
                <a:cubicBezTo>
                  <a:pt x="13" y="903"/>
                  <a:pt x="9" y="903"/>
                  <a:pt x="7" y="903"/>
                </a:cubicBezTo>
                <a:cubicBezTo>
                  <a:pt x="6" y="903"/>
                  <a:pt x="4" y="902"/>
                  <a:pt x="3" y="901"/>
                </a:cubicBezTo>
                <a:cubicBezTo>
                  <a:pt x="2" y="899"/>
                  <a:pt x="1" y="896"/>
                  <a:pt x="0" y="892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3" y="784"/>
                  <a:pt x="151" y="640"/>
                  <a:pt x="151" y="451"/>
                </a:cubicBezTo>
                <a:cubicBezTo>
                  <a:pt x="151" y="262"/>
                  <a:pt x="103" y="119"/>
                  <a:pt x="10" y="22"/>
                </a:cubicBezTo>
                <a:cubicBezTo>
                  <a:pt x="4" y="15"/>
                  <a:pt x="1" y="11"/>
                  <a:pt x="0" y="11"/>
                </a:cubicBezTo>
                <a:cubicBezTo>
                  <a:pt x="0" y="6"/>
                  <a:pt x="2" y="2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9330120" y="280980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1"/>
                </a:lnTo>
                <a:cubicBezTo>
                  <a:pt x="110" y="73"/>
                  <a:pt x="151" y="136"/>
                  <a:pt x="177" y="213"/>
                </a:cubicBezTo>
                <a:cubicBezTo>
                  <a:pt x="203" y="289"/>
                  <a:pt x="217" y="369"/>
                  <a:pt x="217" y="451"/>
                </a:cubicBezTo>
                <a:cubicBezTo>
                  <a:pt x="217" y="492"/>
                  <a:pt x="214" y="531"/>
                  <a:pt x="208" y="569"/>
                </a:cubicBezTo>
                <a:cubicBezTo>
                  <a:pt x="201" y="607"/>
                  <a:pt x="194" y="639"/>
                  <a:pt x="186" y="666"/>
                </a:cubicBezTo>
                <a:cubicBezTo>
                  <a:pt x="178" y="692"/>
                  <a:pt x="167" y="719"/>
                  <a:pt x="153" y="745"/>
                </a:cubicBezTo>
                <a:cubicBezTo>
                  <a:pt x="138" y="773"/>
                  <a:pt x="127" y="793"/>
                  <a:pt x="119" y="807"/>
                </a:cubicBezTo>
                <a:cubicBezTo>
                  <a:pt x="110" y="820"/>
                  <a:pt x="98" y="836"/>
                  <a:pt x="82" y="853"/>
                </a:cubicBezTo>
                <a:cubicBezTo>
                  <a:pt x="65" y="870"/>
                  <a:pt x="56" y="879"/>
                  <a:pt x="53" y="882"/>
                </a:cubicBezTo>
                <a:cubicBezTo>
                  <a:pt x="50" y="885"/>
                  <a:pt x="43" y="891"/>
                  <a:pt x="32" y="900"/>
                </a:cubicBezTo>
                <a:cubicBezTo>
                  <a:pt x="30" y="901"/>
                  <a:pt x="29" y="903"/>
                  <a:pt x="28" y="903"/>
                </a:cubicBezTo>
                <a:lnTo>
                  <a:pt x="17" y="903"/>
                </a:lnTo>
                <a:cubicBezTo>
                  <a:pt x="13" y="903"/>
                  <a:pt x="9" y="903"/>
                  <a:pt x="8" y="903"/>
                </a:cubicBezTo>
                <a:cubicBezTo>
                  <a:pt x="6" y="903"/>
                  <a:pt x="4" y="902"/>
                  <a:pt x="3" y="901"/>
                </a:cubicBezTo>
                <a:cubicBezTo>
                  <a:pt x="2" y="899"/>
                  <a:pt x="1" y="896"/>
                  <a:pt x="0" y="892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4" y="784"/>
                  <a:pt x="150" y="640"/>
                  <a:pt x="150" y="451"/>
                </a:cubicBezTo>
                <a:cubicBezTo>
                  <a:pt x="150" y="262"/>
                  <a:pt x="104" y="119"/>
                  <a:pt x="10" y="22"/>
                </a:cubicBezTo>
                <a:cubicBezTo>
                  <a:pt x="4" y="15"/>
                  <a:pt x="1" y="11"/>
                  <a:pt x="0" y="11"/>
                </a:cubicBezTo>
                <a:cubicBezTo>
                  <a:pt x="0" y="6"/>
                  <a:pt x="2" y="2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9456480" y="280980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5" y="1"/>
                </a:moveTo>
                <a:lnTo>
                  <a:pt x="9" y="0"/>
                </a:lnTo>
                <a:cubicBezTo>
                  <a:pt x="12" y="0"/>
                  <a:pt x="15" y="0"/>
                  <a:pt x="18" y="0"/>
                </a:cubicBezTo>
                <a:lnTo>
                  <a:pt x="28" y="0"/>
                </a:lnTo>
                <a:lnTo>
                  <a:pt x="54" y="21"/>
                </a:lnTo>
                <a:cubicBezTo>
                  <a:pt x="111" y="73"/>
                  <a:pt x="152" y="136"/>
                  <a:pt x="178" y="213"/>
                </a:cubicBezTo>
                <a:cubicBezTo>
                  <a:pt x="204" y="289"/>
                  <a:pt x="217" y="369"/>
                  <a:pt x="217" y="451"/>
                </a:cubicBezTo>
                <a:cubicBezTo>
                  <a:pt x="217" y="492"/>
                  <a:pt x="214" y="531"/>
                  <a:pt x="208" y="569"/>
                </a:cubicBezTo>
                <a:cubicBezTo>
                  <a:pt x="202" y="607"/>
                  <a:pt x="195" y="639"/>
                  <a:pt x="187" y="666"/>
                </a:cubicBezTo>
                <a:cubicBezTo>
                  <a:pt x="180" y="692"/>
                  <a:pt x="168" y="719"/>
                  <a:pt x="154" y="745"/>
                </a:cubicBezTo>
                <a:cubicBezTo>
                  <a:pt x="139" y="773"/>
                  <a:pt x="128" y="793"/>
                  <a:pt x="120" y="807"/>
                </a:cubicBezTo>
                <a:cubicBezTo>
                  <a:pt x="111" y="820"/>
                  <a:pt x="99" y="836"/>
                  <a:pt x="83" y="853"/>
                </a:cubicBezTo>
                <a:cubicBezTo>
                  <a:pt x="65" y="870"/>
                  <a:pt x="56" y="879"/>
                  <a:pt x="53" y="882"/>
                </a:cubicBezTo>
                <a:cubicBezTo>
                  <a:pt x="50" y="885"/>
                  <a:pt x="43" y="891"/>
                  <a:pt x="32" y="900"/>
                </a:cubicBezTo>
                <a:cubicBezTo>
                  <a:pt x="30" y="901"/>
                  <a:pt x="29" y="903"/>
                  <a:pt x="28" y="903"/>
                </a:cubicBezTo>
                <a:lnTo>
                  <a:pt x="18" y="903"/>
                </a:lnTo>
                <a:cubicBezTo>
                  <a:pt x="13" y="903"/>
                  <a:pt x="9" y="903"/>
                  <a:pt x="8" y="903"/>
                </a:cubicBezTo>
                <a:cubicBezTo>
                  <a:pt x="6" y="903"/>
                  <a:pt x="4" y="902"/>
                  <a:pt x="3" y="901"/>
                </a:cubicBezTo>
                <a:cubicBezTo>
                  <a:pt x="2" y="899"/>
                  <a:pt x="1" y="896"/>
                  <a:pt x="0" y="892"/>
                </a:cubicBezTo>
                <a:cubicBezTo>
                  <a:pt x="1" y="892"/>
                  <a:pt x="4" y="888"/>
                  <a:pt x="10" y="881"/>
                </a:cubicBezTo>
                <a:cubicBezTo>
                  <a:pt x="105" y="784"/>
                  <a:pt x="151" y="640"/>
                  <a:pt x="151" y="451"/>
                </a:cubicBezTo>
                <a:cubicBezTo>
                  <a:pt x="151" y="262"/>
                  <a:pt x="105" y="119"/>
                  <a:pt x="10" y="22"/>
                </a:cubicBezTo>
                <a:cubicBezTo>
                  <a:pt x="4" y="15"/>
                  <a:pt x="1" y="11"/>
                  <a:pt x="0" y="11"/>
                </a:cubicBezTo>
                <a:cubicBezTo>
                  <a:pt x="0" y="6"/>
                  <a:pt x="2" y="2"/>
                  <a:pt x="5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9572400" y="2809800"/>
            <a:ext cx="44640" cy="325080"/>
          </a:xfrm>
          <a:custGeom>
            <a:avLst/>
            <a:gdLst/>
            <a:ahLst/>
            <a:rect l="0" t="0" r="r" b="b"/>
            <a:pathLst>
              <a:path w="124" h="903">
                <a:moveTo>
                  <a:pt x="0" y="36"/>
                </a:moveTo>
                <a:lnTo>
                  <a:pt x="0" y="0"/>
                </a:lnTo>
                <a:lnTo>
                  <a:pt x="124" y="0"/>
                </a:lnTo>
                <a:lnTo>
                  <a:pt x="124" y="903"/>
                </a:lnTo>
                <a:lnTo>
                  <a:pt x="0" y="903"/>
                </a:lnTo>
                <a:lnTo>
                  <a:pt x="0" y="867"/>
                </a:lnTo>
                <a:lnTo>
                  <a:pt x="88" y="867"/>
                </a:lnTo>
                <a:lnTo>
                  <a:pt x="88" y="36"/>
                </a:lnTo>
                <a:lnTo>
                  <a:pt x="0" y="3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10486440" y="280980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0" y="451"/>
                </a:moveTo>
                <a:cubicBezTo>
                  <a:pt x="0" y="409"/>
                  <a:pt x="3" y="370"/>
                  <a:pt x="10" y="333"/>
                </a:cubicBezTo>
                <a:cubicBezTo>
                  <a:pt x="16" y="295"/>
                  <a:pt x="23" y="263"/>
                  <a:pt x="31" y="236"/>
                </a:cubicBezTo>
                <a:cubicBezTo>
                  <a:pt x="39" y="209"/>
                  <a:pt x="50" y="183"/>
                  <a:pt x="64" y="157"/>
                </a:cubicBezTo>
                <a:cubicBezTo>
                  <a:pt x="79" y="131"/>
                  <a:pt x="90" y="111"/>
                  <a:pt x="98" y="96"/>
                </a:cubicBezTo>
                <a:cubicBezTo>
                  <a:pt x="107" y="82"/>
                  <a:pt x="120" y="66"/>
                  <a:pt x="136" y="49"/>
                </a:cubicBezTo>
                <a:cubicBezTo>
                  <a:pt x="153" y="33"/>
                  <a:pt x="163" y="22"/>
                  <a:pt x="166" y="19"/>
                </a:cubicBezTo>
                <a:cubicBezTo>
                  <a:pt x="169" y="15"/>
                  <a:pt x="177" y="9"/>
                  <a:pt x="189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7" y="2"/>
                  <a:pt x="217" y="8"/>
                </a:cubicBezTo>
                <a:cubicBezTo>
                  <a:pt x="217" y="10"/>
                  <a:pt x="212" y="16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50" y="96"/>
                  <a:pt x="135" y="122"/>
                  <a:pt x="120" y="152"/>
                </a:cubicBezTo>
                <a:cubicBezTo>
                  <a:pt x="105" y="183"/>
                  <a:pt x="92" y="224"/>
                  <a:pt x="82" y="277"/>
                </a:cubicBezTo>
                <a:cubicBezTo>
                  <a:pt x="72" y="329"/>
                  <a:pt x="67" y="387"/>
                  <a:pt x="67" y="451"/>
                </a:cubicBezTo>
                <a:cubicBezTo>
                  <a:pt x="67" y="515"/>
                  <a:pt x="72" y="573"/>
                  <a:pt x="82" y="624"/>
                </a:cubicBezTo>
                <a:cubicBezTo>
                  <a:pt x="92" y="676"/>
                  <a:pt x="105" y="718"/>
                  <a:pt x="119" y="750"/>
                </a:cubicBezTo>
                <a:cubicBezTo>
                  <a:pt x="134" y="783"/>
                  <a:pt x="148" y="808"/>
                  <a:pt x="163" y="828"/>
                </a:cubicBezTo>
                <a:cubicBezTo>
                  <a:pt x="178" y="848"/>
                  <a:pt x="191" y="864"/>
                  <a:pt x="201" y="876"/>
                </a:cubicBezTo>
                <a:cubicBezTo>
                  <a:pt x="212" y="888"/>
                  <a:pt x="217" y="895"/>
                  <a:pt x="217" y="895"/>
                </a:cubicBezTo>
                <a:cubicBezTo>
                  <a:pt x="217" y="901"/>
                  <a:pt x="212" y="903"/>
                  <a:pt x="203" y="903"/>
                </a:cubicBezTo>
                <a:lnTo>
                  <a:pt x="200" y="903"/>
                </a:lnTo>
                <a:lnTo>
                  <a:pt x="189" y="903"/>
                </a:lnTo>
                <a:lnTo>
                  <a:pt x="163" y="882"/>
                </a:lnTo>
                <a:cubicBezTo>
                  <a:pt x="107" y="830"/>
                  <a:pt x="66" y="767"/>
                  <a:pt x="40" y="689"/>
                </a:cubicBezTo>
                <a:cubicBezTo>
                  <a:pt x="14" y="613"/>
                  <a:pt x="0" y="533"/>
                  <a:pt x="0" y="45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10609200" y="2837160"/>
            <a:ext cx="112320" cy="216720"/>
          </a:xfrm>
          <a:custGeom>
            <a:avLst/>
            <a:gdLst/>
            <a:ahLst/>
            <a:rect l="0" t="0" r="r" b="b"/>
            <a:pathLst>
              <a:path w="312" h="602">
                <a:moveTo>
                  <a:pt x="117" y="79"/>
                </a:moveTo>
                <a:lnTo>
                  <a:pt x="106" y="83"/>
                </a:lnTo>
                <a:cubicBezTo>
                  <a:pt x="97" y="86"/>
                  <a:pt x="85" y="89"/>
                  <a:pt x="70" y="92"/>
                </a:cubicBezTo>
                <a:cubicBezTo>
                  <a:pt x="54" y="95"/>
                  <a:pt x="37" y="98"/>
                  <a:pt x="17" y="99"/>
                </a:cubicBezTo>
                <a:lnTo>
                  <a:pt x="0" y="99"/>
                </a:lnTo>
                <a:lnTo>
                  <a:pt x="0" y="57"/>
                </a:lnTo>
                <a:lnTo>
                  <a:pt x="17" y="57"/>
                </a:lnTo>
                <a:cubicBezTo>
                  <a:pt x="46" y="56"/>
                  <a:pt x="72" y="52"/>
                  <a:pt x="96" y="44"/>
                </a:cubicBezTo>
                <a:cubicBezTo>
                  <a:pt x="120" y="36"/>
                  <a:pt x="138" y="29"/>
                  <a:pt x="147" y="22"/>
                </a:cubicBezTo>
                <a:cubicBezTo>
                  <a:pt x="157" y="15"/>
                  <a:pt x="165" y="9"/>
                  <a:pt x="173" y="2"/>
                </a:cubicBezTo>
                <a:cubicBezTo>
                  <a:pt x="174" y="0"/>
                  <a:pt x="177" y="0"/>
                  <a:pt x="183" y="0"/>
                </a:cubicBezTo>
                <a:cubicBezTo>
                  <a:pt x="189" y="0"/>
                  <a:pt x="194" y="1"/>
                  <a:pt x="199" y="5"/>
                </a:cubicBezTo>
                <a:lnTo>
                  <a:pt x="199" y="276"/>
                </a:lnTo>
                <a:lnTo>
                  <a:pt x="200" y="547"/>
                </a:lnTo>
                <a:cubicBezTo>
                  <a:pt x="204" y="551"/>
                  <a:pt x="208" y="553"/>
                  <a:pt x="211" y="555"/>
                </a:cubicBezTo>
                <a:cubicBezTo>
                  <a:pt x="214" y="556"/>
                  <a:pt x="221" y="557"/>
                  <a:pt x="232" y="558"/>
                </a:cubicBezTo>
                <a:cubicBezTo>
                  <a:pt x="244" y="559"/>
                  <a:pt x="262" y="560"/>
                  <a:pt x="288" y="560"/>
                </a:cubicBezTo>
                <a:lnTo>
                  <a:pt x="312" y="560"/>
                </a:lnTo>
                <a:lnTo>
                  <a:pt x="312" y="602"/>
                </a:lnTo>
                <a:lnTo>
                  <a:pt x="302" y="602"/>
                </a:lnTo>
                <a:cubicBezTo>
                  <a:pt x="289" y="600"/>
                  <a:pt x="241" y="599"/>
                  <a:pt x="158" y="599"/>
                </a:cubicBezTo>
                <a:cubicBezTo>
                  <a:pt x="75" y="599"/>
                  <a:pt x="28" y="600"/>
                  <a:pt x="15" y="602"/>
                </a:cubicBezTo>
                <a:lnTo>
                  <a:pt x="5" y="602"/>
                </a:lnTo>
                <a:lnTo>
                  <a:pt x="5" y="560"/>
                </a:lnTo>
                <a:lnTo>
                  <a:pt x="28" y="560"/>
                </a:lnTo>
                <a:cubicBezTo>
                  <a:pt x="41" y="560"/>
                  <a:pt x="53" y="560"/>
                  <a:pt x="62" y="560"/>
                </a:cubicBezTo>
                <a:cubicBezTo>
                  <a:pt x="72" y="560"/>
                  <a:pt x="80" y="560"/>
                  <a:pt x="85" y="559"/>
                </a:cubicBezTo>
                <a:cubicBezTo>
                  <a:pt x="90" y="559"/>
                  <a:pt x="95" y="558"/>
                  <a:pt x="99" y="556"/>
                </a:cubicBezTo>
                <a:cubicBezTo>
                  <a:pt x="104" y="555"/>
                  <a:pt x="106" y="555"/>
                  <a:pt x="107" y="555"/>
                </a:cubicBezTo>
                <a:cubicBezTo>
                  <a:pt x="107" y="555"/>
                  <a:pt x="109" y="553"/>
                  <a:pt x="112" y="550"/>
                </a:cubicBezTo>
                <a:cubicBezTo>
                  <a:pt x="115" y="547"/>
                  <a:pt x="117" y="546"/>
                  <a:pt x="117" y="547"/>
                </a:cubicBezTo>
                <a:lnTo>
                  <a:pt x="117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10761120" y="2837160"/>
            <a:ext cx="129960" cy="216720"/>
          </a:xfrm>
          <a:custGeom>
            <a:avLst/>
            <a:gdLst/>
            <a:ahLst/>
            <a:rect l="0" t="0" r="r" b="b"/>
            <a:pathLst>
              <a:path w="361" h="602">
                <a:moveTo>
                  <a:pt x="53" y="213"/>
                </a:moveTo>
                <a:cubicBezTo>
                  <a:pt x="37" y="213"/>
                  <a:pt x="24" y="208"/>
                  <a:pt x="14" y="197"/>
                </a:cubicBezTo>
                <a:cubicBezTo>
                  <a:pt x="4" y="186"/>
                  <a:pt x="0" y="173"/>
                  <a:pt x="0" y="157"/>
                </a:cubicBezTo>
                <a:cubicBezTo>
                  <a:pt x="0" y="115"/>
                  <a:pt x="16" y="78"/>
                  <a:pt x="47" y="46"/>
                </a:cubicBezTo>
                <a:cubicBezTo>
                  <a:pt x="79" y="15"/>
                  <a:pt x="119" y="0"/>
                  <a:pt x="167" y="0"/>
                </a:cubicBezTo>
                <a:cubicBezTo>
                  <a:pt x="222" y="0"/>
                  <a:pt x="268" y="16"/>
                  <a:pt x="305" y="50"/>
                </a:cubicBezTo>
                <a:cubicBezTo>
                  <a:pt x="341" y="84"/>
                  <a:pt x="360" y="127"/>
                  <a:pt x="361" y="181"/>
                </a:cubicBezTo>
                <a:cubicBezTo>
                  <a:pt x="361" y="207"/>
                  <a:pt x="355" y="231"/>
                  <a:pt x="343" y="256"/>
                </a:cubicBezTo>
                <a:cubicBezTo>
                  <a:pt x="331" y="279"/>
                  <a:pt x="316" y="300"/>
                  <a:pt x="299" y="317"/>
                </a:cubicBezTo>
                <a:cubicBezTo>
                  <a:pt x="283" y="335"/>
                  <a:pt x="258" y="357"/>
                  <a:pt x="227" y="384"/>
                </a:cubicBezTo>
                <a:cubicBezTo>
                  <a:pt x="205" y="403"/>
                  <a:pt x="175" y="430"/>
                  <a:pt x="136" y="467"/>
                </a:cubicBezTo>
                <a:lnTo>
                  <a:pt x="83" y="518"/>
                </a:lnTo>
                <a:lnTo>
                  <a:pt x="151" y="519"/>
                </a:lnTo>
                <a:cubicBezTo>
                  <a:pt x="247" y="519"/>
                  <a:pt x="297" y="517"/>
                  <a:pt x="303" y="514"/>
                </a:cubicBezTo>
                <a:cubicBezTo>
                  <a:pt x="307" y="513"/>
                  <a:pt x="314" y="486"/>
                  <a:pt x="325" y="434"/>
                </a:cubicBezTo>
                <a:lnTo>
                  <a:pt x="325" y="431"/>
                </a:lnTo>
                <a:lnTo>
                  <a:pt x="361" y="431"/>
                </a:lnTo>
                <a:lnTo>
                  <a:pt x="361" y="434"/>
                </a:lnTo>
                <a:cubicBezTo>
                  <a:pt x="360" y="436"/>
                  <a:pt x="356" y="463"/>
                  <a:pt x="349" y="516"/>
                </a:cubicBezTo>
                <a:cubicBezTo>
                  <a:pt x="342" y="569"/>
                  <a:pt x="337" y="596"/>
                  <a:pt x="335" y="599"/>
                </a:cubicBezTo>
                <a:lnTo>
                  <a:pt x="335" y="602"/>
                </a:lnTo>
                <a:lnTo>
                  <a:pt x="0" y="602"/>
                </a:lnTo>
                <a:lnTo>
                  <a:pt x="0" y="584"/>
                </a:lnTo>
                <a:lnTo>
                  <a:pt x="0" y="574"/>
                </a:lnTo>
                <a:cubicBezTo>
                  <a:pt x="0" y="569"/>
                  <a:pt x="1" y="565"/>
                  <a:pt x="5" y="560"/>
                </a:cubicBezTo>
                <a:cubicBezTo>
                  <a:pt x="9" y="555"/>
                  <a:pt x="18" y="545"/>
                  <a:pt x="32" y="528"/>
                </a:cubicBezTo>
                <a:cubicBezTo>
                  <a:pt x="50" y="509"/>
                  <a:pt x="65" y="492"/>
                  <a:pt x="77" y="478"/>
                </a:cubicBezTo>
                <a:cubicBezTo>
                  <a:pt x="83" y="472"/>
                  <a:pt x="93" y="461"/>
                  <a:pt x="108" y="445"/>
                </a:cubicBezTo>
                <a:cubicBezTo>
                  <a:pt x="123" y="428"/>
                  <a:pt x="133" y="417"/>
                  <a:pt x="139" y="411"/>
                </a:cubicBezTo>
                <a:cubicBezTo>
                  <a:pt x="144" y="405"/>
                  <a:pt x="153" y="395"/>
                  <a:pt x="165" y="381"/>
                </a:cubicBezTo>
                <a:cubicBezTo>
                  <a:pt x="178" y="368"/>
                  <a:pt x="186" y="357"/>
                  <a:pt x="191" y="351"/>
                </a:cubicBezTo>
                <a:cubicBezTo>
                  <a:pt x="196" y="344"/>
                  <a:pt x="203" y="335"/>
                  <a:pt x="212" y="324"/>
                </a:cubicBezTo>
                <a:cubicBezTo>
                  <a:pt x="221" y="312"/>
                  <a:pt x="227" y="303"/>
                  <a:pt x="231" y="295"/>
                </a:cubicBezTo>
                <a:cubicBezTo>
                  <a:pt x="234" y="287"/>
                  <a:pt x="239" y="278"/>
                  <a:pt x="244" y="269"/>
                </a:cubicBezTo>
                <a:cubicBezTo>
                  <a:pt x="250" y="259"/>
                  <a:pt x="254" y="249"/>
                  <a:pt x="256" y="240"/>
                </a:cubicBezTo>
                <a:cubicBezTo>
                  <a:pt x="258" y="229"/>
                  <a:pt x="261" y="220"/>
                  <a:pt x="262" y="212"/>
                </a:cubicBezTo>
                <a:cubicBezTo>
                  <a:pt x="264" y="203"/>
                  <a:pt x="265" y="193"/>
                  <a:pt x="265" y="182"/>
                </a:cubicBezTo>
                <a:cubicBezTo>
                  <a:pt x="265" y="144"/>
                  <a:pt x="255" y="111"/>
                  <a:pt x="234" y="83"/>
                </a:cubicBezTo>
                <a:cubicBezTo>
                  <a:pt x="214" y="56"/>
                  <a:pt x="185" y="42"/>
                  <a:pt x="146" y="42"/>
                </a:cubicBezTo>
                <a:cubicBezTo>
                  <a:pt x="126" y="42"/>
                  <a:pt x="109" y="47"/>
                  <a:pt x="93" y="57"/>
                </a:cubicBezTo>
                <a:cubicBezTo>
                  <a:pt x="78" y="68"/>
                  <a:pt x="68" y="77"/>
                  <a:pt x="62" y="87"/>
                </a:cubicBezTo>
                <a:cubicBezTo>
                  <a:pt x="56" y="97"/>
                  <a:pt x="53" y="102"/>
                  <a:pt x="53" y="104"/>
                </a:cubicBezTo>
                <a:cubicBezTo>
                  <a:pt x="53" y="105"/>
                  <a:pt x="54" y="105"/>
                  <a:pt x="57" y="105"/>
                </a:cubicBezTo>
                <a:cubicBezTo>
                  <a:pt x="68" y="105"/>
                  <a:pt x="79" y="109"/>
                  <a:pt x="91" y="118"/>
                </a:cubicBezTo>
                <a:cubicBezTo>
                  <a:pt x="102" y="126"/>
                  <a:pt x="108" y="140"/>
                  <a:pt x="108" y="159"/>
                </a:cubicBezTo>
                <a:cubicBezTo>
                  <a:pt x="108" y="174"/>
                  <a:pt x="103" y="187"/>
                  <a:pt x="93" y="197"/>
                </a:cubicBezTo>
                <a:cubicBezTo>
                  <a:pt x="84" y="207"/>
                  <a:pt x="70" y="213"/>
                  <a:pt x="53" y="21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10932480" y="3014280"/>
            <a:ext cx="39600" cy="39600"/>
          </a:xfrm>
          <a:custGeom>
            <a:avLst/>
            <a:gdLst/>
            <a:ahLst/>
            <a:rect l="0" t="0" r="r" b="b"/>
            <a:pathLst>
              <a:path w="110" h="110">
                <a:moveTo>
                  <a:pt x="0" y="54"/>
                </a:moveTo>
                <a:cubicBezTo>
                  <a:pt x="0" y="40"/>
                  <a:pt x="5" y="27"/>
                  <a:pt x="15" y="17"/>
                </a:cubicBezTo>
                <a:cubicBezTo>
                  <a:pt x="26" y="6"/>
                  <a:pt x="39" y="0"/>
                  <a:pt x="54" y="0"/>
                </a:cubicBezTo>
                <a:cubicBezTo>
                  <a:pt x="69" y="0"/>
                  <a:pt x="81" y="5"/>
                  <a:pt x="92" y="15"/>
                </a:cubicBezTo>
                <a:cubicBezTo>
                  <a:pt x="104" y="24"/>
                  <a:pt x="110" y="37"/>
                  <a:pt x="110" y="54"/>
                </a:cubicBezTo>
                <a:cubicBezTo>
                  <a:pt x="110" y="69"/>
                  <a:pt x="105" y="82"/>
                  <a:pt x="94" y="92"/>
                </a:cubicBezTo>
                <a:cubicBezTo>
                  <a:pt x="84" y="103"/>
                  <a:pt x="71" y="110"/>
                  <a:pt x="55" y="110"/>
                </a:cubicBezTo>
                <a:cubicBezTo>
                  <a:pt x="40" y="110"/>
                  <a:pt x="27" y="103"/>
                  <a:pt x="16" y="93"/>
                </a:cubicBezTo>
                <a:cubicBezTo>
                  <a:pt x="6" y="83"/>
                  <a:pt x="1" y="70"/>
                  <a:pt x="0" y="5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11011320" y="2837160"/>
            <a:ext cx="135000" cy="223560"/>
          </a:xfrm>
          <a:custGeom>
            <a:avLst/>
            <a:gdLst/>
            <a:ahLst/>
            <a:rect l="0" t="0" r="r" b="b"/>
            <a:pathLst>
              <a:path w="375" h="621">
                <a:moveTo>
                  <a:pt x="76" y="183"/>
                </a:moveTo>
                <a:cubicBezTo>
                  <a:pt x="60" y="183"/>
                  <a:pt x="47" y="178"/>
                  <a:pt x="38" y="167"/>
                </a:cubicBezTo>
                <a:cubicBezTo>
                  <a:pt x="29" y="157"/>
                  <a:pt x="25" y="144"/>
                  <a:pt x="24" y="128"/>
                </a:cubicBezTo>
                <a:cubicBezTo>
                  <a:pt x="24" y="95"/>
                  <a:pt x="38" y="65"/>
                  <a:pt x="67" y="39"/>
                </a:cubicBezTo>
                <a:cubicBezTo>
                  <a:pt x="96" y="13"/>
                  <a:pt x="131" y="0"/>
                  <a:pt x="172" y="0"/>
                </a:cubicBezTo>
                <a:cubicBezTo>
                  <a:pt x="193" y="0"/>
                  <a:pt x="206" y="1"/>
                  <a:pt x="212" y="1"/>
                </a:cubicBezTo>
                <a:cubicBezTo>
                  <a:pt x="256" y="9"/>
                  <a:pt x="291" y="24"/>
                  <a:pt x="315" y="49"/>
                </a:cubicBezTo>
                <a:cubicBezTo>
                  <a:pt x="338" y="74"/>
                  <a:pt x="350" y="101"/>
                  <a:pt x="351" y="129"/>
                </a:cubicBezTo>
                <a:cubicBezTo>
                  <a:pt x="351" y="161"/>
                  <a:pt x="341" y="191"/>
                  <a:pt x="320" y="221"/>
                </a:cubicBezTo>
                <a:cubicBezTo>
                  <a:pt x="300" y="250"/>
                  <a:pt x="271" y="271"/>
                  <a:pt x="234" y="285"/>
                </a:cubicBezTo>
                <a:lnTo>
                  <a:pt x="232" y="287"/>
                </a:lnTo>
                <a:cubicBezTo>
                  <a:pt x="232" y="287"/>
                  <a:pt x="234" y="288"/>
                  <a:pt x="240" y="289"/>
                </a:cubicBezTo>
                <a:cubicBezTo>
                  <a:pt x="245" y="290"/>
                  <a:pt x="254" y="293"/>
                  <a:pt x="266" y="297"/>
                </a:cubicBezTo>
                <a:cubicBezTo>
                  <a:pt x="279" y="302"/>
                  <a:pt x="290" y="308"/>
                  <a:pt x="301" y="316"/>
                </a:cubicBezTo>
                <a:cubicBezTo>
                  <a:pt x="350" y="348"/>
                  <a:pt x="375" y="390"/>
                  <a:pt x="375" y="443"/>
                </a:cubicBezTo>
                <a:cubicBezTo>
                  <a:pt x="375" y="491"/>
                  <a:pt x="356" y="533"/>
                  <a:pt x="319" y="568"/>
                </a:cubicBezTo>
                <a:cubicBezTo>
                  <a:pt x="282" y="604"/>
                  <a:pt x="234" y="621"/>
                  <a:pt x="176" y="621"/>
                </a:cubicBezTo>
                <a:cubicBezTo>
                  <a:pt x="128" y="621"/>
                  <a:pt x="87" y="609"/>
                  <a:pt x="52" y="583"/>
                </a:cubicBezTo>
                <a:cubicBezTo>
                  <a:pt x="17" y="557"/>
                  <a:pt x="0" y="524"/>
                  <a:pt x="0" y="483"/>
                </a:cubicBezTo>
                <a:cubicBezTo>
                  <a:pt x="0" y="466"/>
                  <a:pt x="5" y="453"/>
                  <a:pt x="16" y="443"/>
                </a:cubicBezTo>
                <a:cubicBezTo>
                  <a:pt x="27" y="432"/>
                  <a:pt x="40" y="427"/>
                  <a:pt x="56" y="426"/>
                </a:cubicBezTo>
                <a:cubicBezTo>
                  <a:pt x="73" y="426"/>
                  <a:pt x="87" y="432"/>
                  <a:pt x="98" y="443"/>
                </a:cubicBezTo>
                <a:cubicBezTo>
                  <a:pt x="109" y="453"/>
                  <a:pt x="114" y="467"/>
                  <a:pt x="114" y="483"/>
                </a:cubicBezTo>
                <a:cubicBezTo>
                  <a:pt x="114" y="491"/>
                  <a:pt x="113" y="497"/>
                  <a:pt x="111" y="502"/>
                </a:cubicBezTo>
                <a:cubicBezTo>
                  <a:pt x="110" y="508"/>
                  <a:pt x="108" y="513"/>
                  <a:pt x="105" y="517"/>
                </a:cubicBezTo>
                <a:cubicBezTo>
                  <a:pt x="103" y="521"/>
                  <a:pt x="99" y="525"/>
                  <a:pt x="95" y="528"/>
                </a:cubicBezTo>
                <a:cubicBezTo>
                  <a:pt x="91" y="531"/>
                  <a:pt x="87" y="533"/>
                  <a:pt x="84" y="535"/>
                </a:cubicBezTo>
                <a:cubicBezTo>
                  <a:pt x="81" y="537"/>
                  <a:pt x="78" y="538"/>
                  <a:pt x="75" y="538"/>
                </a:cubicBezTo>
                <a:cubicBezTo>
                  <a:pt x="72" y="539"/>
                  <a:pt x="70" y="540"/>
                  <a:pt x="68" y="541"/>
                </a:cubicBezTo>
                <a:lnTo>
                  <a:pt x="65" y="542"/>
                </a:lnTo>
                <a:cubicBezTo>
                  <a:pt x="95" y="569"/>
                  <a:pt x="133" y="583"/>
                  <a:pt x="176" y="583"/>
                </a:cubicBezTo>
                <a:cubicBezTo>
                  <a:pt x="210" y="583"/>
                  <a:pt x="235" y="567"/>
                  <a:pt x="251" y="535"/>
                </a:cubicBezTo>
                <a:cubicBezTo>
                  <a:pt x="262" y="515"/>
                  <a:pt x="267" y="484"/>
                  <a:pt x="267" y="443"/>
                </a:cubicBezTo>
                <a:lnTo>
                  <a:pt x="267" y="425"/>
                </a:lnTo>
                <a:cubicBezTo>
                  <a:pt x="267" y="367"/>
                  <a:pt x="247" y="329"/>
                  <a:pt x="209" y="310"/>
                </a:cubicBezTo>
                <a:cubicBezTo>
                  <a:pt x="200" y="306"/>
                  <a:pt x="182" y="304"/>
                  <a:pt x="154" y="304"/>
                </a:cubicBezTo>
                <a:lnTo>
                  <a:pt x="116" y="303"/>
                </a:lnTo>
                <a:lnTo>
                  <a:pt x="113" y="301"/>
                </a:lnTo>
                <a:cubicBezTo>
                  <a:pt x="112" y="299"/>
                  <a:pt x="111" y="294"/>
                  <a:pt x="111" y="287"/>
                </a:cubicBezTo>
                <a:cubicBezTo>
                  <a:pt x="111" y="276"/>
                  <a:pt x="114" y="270"/>
                  <a:pt x="119" y="270"/>
                </a:cubicBezTo>
                <a:cubicBezTo>
                  <a:pt x="136" y="270"/>
                  <a:pt x="153" y="269"/>
                  <a:pt x="171" y="266"/>
                </a:cubicBezTo>
                <a:cubicBezTo>
                  <a:pt x="191" y="263"/>
                  <a:pt x="210" y="250"/>
                  <a:pt x="227" y="228"/>
                </a:cubicBezTo>
                <a:cubicBezTo>
                  <a:pt x="244" y="206"/>
                  <a:pt x="252" y="172"/>
                  <a:pt x="252" y="127"/>
                </a:cubicBezTo>
                <a:lnTo>
                  <a:pt x="252" y="120"/>
                </a:lnTo>
                <a:cubicBezTo>
                  <a:pt x="252" y="85"/>
                  <a:pt x="242" y="61"/>
                  <a:pt x="221" y="48"/>
                </a:cubicBezTo>
                <a:cubicBezTo>
                  <a:pt x="207" y="40"/>
                  <a:pt x="193" y="36"/>
                  <a:pt x="178" y="36"/>
                </a:cubicBezTo>
                <a:cubicBezTo>
                  <a:pt x="159" y="36"/>
                  <a:pt x="141" y="39"/>
                  <a:pt x="125" y="46"/>
                </a:cubicBezTo>
                <a:cubicBezTo>
                  <a:pt x="109" y="52"/>
                  <a:pt x="97" y="59"/>
                  <a:pt x="91" y="66"/>
                </a:cubicBezTo>
                <a:cubicBezTo>
                  <a:pt x="84" y="74"/>
                  <a:pt x="81" y="77"/>
                  <a:pt x="81" y="77"/>
                </a:cubicBezTo>
                <a:lnTo>
                  <a:pt x="83" y="77"/>
                </a:lnTo>
                <a:cubicBezTo>
                  <a:pt x="85" y="78"/>
                  <a:pt x="88" y="78"/>
                  <a:pt x="91" y="79"/>
                </a:cubicBezTo>
                <a:cubicBezTo>
                  <a:pt x="94" y="80"/>
                  <a:pt x="97" y="81"/>
                  <a:pt x="100" y="83"/>
                </a:cubicBezTo>
                <a:cubicBezTo>
                  <a:pt x="103" y="86"/>
                  <a:pt x="106" y="88"/>
                  <a:pt x="111" y="90"/>
                </a:cubicBezTo>
                <a:cubicBezTo>
                  <a:pt x="115" y="92"/>
                  <a:pt x="118" y="95"/>
                  <a:pt x="120" y="100"/>
                </a:cubicBezTo>
                <a:cubicBezTo>
                  <a:pt x="121" y="105"/>
                  <a:pt x="124" y="109"/>
                  <a:pt x="127" y="113"/>
                </a:cubicBezTo>
                <a:cubicBezTo>
                  <a:pt x="130" y="117"/>
                  <a:pt x="131" y="123"/>
                  <a:pt x="130" y="131"/>
                </a:cubicBezTo>
                <a:cubicBezTo>
                  <a:pt x="130" y="145"/>
                  <a:pt x="125" y="156"/>
                  <a:pt x="117" y="166"/>
                </a:cubicBezTo>
                <a:cubicBezTo>
                  <a:pt x="108" y="177"/>
                  <a:pt x="95" y="182"/>
                  <a:pt x="76" y="18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11187000" y="2837160"/>
            <a:ext cx="111960" cy="216720"/>
          </a:xfrm>
          <a:custGeom>
            <a:avLst/>
            <a:gdLst/>
            <a:ahLst/>
            <a:rect l="0" t="0" r="r" b="b"/>
            <a:pathLst>
              <a:path w="311" h="602">
                <a:moveTo>
                  <a:pt x="118" y="79"/>
                </a:moveTo>
                <a:lnTo>
                  <a:pt x="106" y="83"/>
                </a:lnTo>
                <a:cubicBezTo>
                  <a:pt x="98" y="86"/>
                  <a:pt x="86" y="89"/>
                  <a:pt x="69" y="92"/>
                </a:cubicBezTo>
                <a:cubicBezTo>
                  <a:pt x="54" y="95"/>
                  <a:pt x="36" y="98"/>
                  <a:pt x="17" y="99"/>
                </a:cubicBezTo>
                <a:lnTo>
                  <a:pt x="0" y="99"/>
                </a:lnTo>
                <a:lnTo>
                  <a:pt x="0" y="57"/>
                </a:lnTo>
                <a:lnTo>
                  <a:pt x="17" y="57"/>
                </a:lnTo>
                <a:cubicBezTo>
                  <a:pt x="45" y="56"/>
                  <a:pt x="71" y="52"/>
                  <a:pt x="96" y="44"/>
                </a:cubicBezTo>
                <a:cubicBezTo>
                  <a:pt x="121" y="36"/>
                  <a:pt x="137" y="29"/>
                  <a:pt x="147" y="22"/>
                </a:cubicBezTo>
                <a:cubicBezTo>
                  <a:pt x="157" y="15"/>
                  <a:pt x="165" y="9"/>
                  <a:pt x="172" y="2"/>
                </a:cubicBezTo>
                <a:cubicBezTo>
                  <a:pt x="174" y="0"/>
                  <a:pt x="177" y="0"/>
                  <a:pt x="183" y="0"/>
                </a:cubicBezTo>
                <a:cubicBezTo>
                  <a:pt x="189" y="0"/>
                  <a:pt x="194" y="1"/>
                  <a:pt x="198" y="5"/>
                </a:cubicBezTo>
                <a:lnTo>
                  <a:pt x="198" y="276"/>
                </a:lnTo>
                <a:lnTo>
                  <a:pt x="199" y="547"/>
                </a:lnTo>
                <a:cubicBezTo>
                  <a:pt x="204" y="551"/>
                  <a:pt x="207" y="553"/>
                  <a:pt x="210" y="555"/>
                </a:cubicBezTo>
                <a:cubicBezTo>
                  <a:pt x="213" y="556"/>
                  <a:pt x="220" y="557"/>
                  <a:pt x="232" y="558"/>
                </a:cubicBezTo>
                <a:cubicBezTo>
                  <a:pt x="243" y="559"/>
                  <a:pt x="262" y="560"/>
                  <a:pt x="288" y="560"/>
                </a:cubicBezTo>
                <a:lnTo>
                  <a:pt x="311" y="560"/>
                </a:lnTo>
                <a:lnTo>
                  <a:pt x="311" y="602"/>
                </a:lnTo>
                <a:lnTo>
                  <a:pt x="301" y="602"/>
                </a:lnTo>
                <a:cubicBezTo>
                  <a:pt x="289" y="600"/>
                  <a:pt x="241" y="599"/>
                  <a:pt x="158" y="599"/>
                </a:cubicBezTo>
                <a:cubicBezTo>
                  <a:pt x="75" y="599"/>
                  <a:pt x="28" y="600"/>
                  <a:pt x="15" y="602"/>
                </a:cubicBezTo>
                <a:lnTo>
                  <a:pt x="4" y="602"/>
                </a:lnTo>
                <a:lnTo>
                  <a:pt x="4" y="560"/>
                </a:lnTo>
                <a:lnTo>
                  <a:pt x="28" y="560"/>
                </a:lnTo>
                <a:cubicBezTo>
                  <a:pt x="41" y="560"/>
                  <a:pt x="52" y="560"/>
                  <a:pt x="62" y="560"/>
                </a:cubicBezTo>
                <a:cubicBezTo>
                  <a:pt x="72" y="560"/>
                  <a:pt x="79" y="560"/>
                  <a:pt x="86" y="559"/>
                </a:cubicBezTo>
                <a:cubicBezTo>
                  <a:pt x="91" y="559"/>
                  <a:pt x="96" y="558"/>
                  <a:pt x="100" y="556"/>
                </a:cubicBezTo>
                <a:cubicBezTo>
                  <a:pt x="104" y="555"/>
                  <a:pt x="107" y="555"/>
                  <a:pt x="107" y="555"/>
                </a:cubicBezTo>
                <a:cubicBezTo>
                  <a:pt x="108" y="555"/>
                  <a:pt x="110" y="553"/>
                  <a:pt x="113" y="550"/>
                </a:cubicBezTo>
                <a:cubicBezTo>
                  <a:pt x="116" y="547"/>
                  <a:pt x="118" y="546"/>
                  <a:pt x="118" y="547"/>
                </a:cubicBezTo>
                <a:lnTo>
                  <a:pt x="118" y="7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11340360" y="2809800"/>
            <a:ext cx="78120" cy="325080"/>
          </a:xfrm>
          <a:custGeom>
            <a:avLst/>
            <a:gdLst/>
            <a:ahLst/>
            <a:rect l="0" t="0" r="r" b="b"/>
            <a:pathLst>
              <a:path w="217" h="903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1"/>
                </a:lnTo>
                <a:cubicBezTo>
                  <a:pt x="110" y="73"/>
                  <a:pt x="151" y="136"/>
                  <a:pt x="177" y="213"/>
                </a:cubicBezTo>
                <a:cubicBezTo>
                  <a:pt x="203" y="289"/>
                  <a:pt x="217" y="369"/>
                  <a:pt x="217" y="451"/>
                </a:cubicBezTo>
                <a:cubicBezTo>
                  <a:pt x="217" y="492"/>
                  <a:pt x="214" y="531"/>
                  <a:pt x="206" y="569"/>
                </a:cubicBezTo>
                <a:cubicBezTo>
                  <a:pt x="200" y="607"/>
                  <a:pt x="194" y="639"/>
                  <a:pt x="186" y="666"/>
                </a:cubicBezTo>
                <a:cubicBezTo>
                  <a:pt x="178" y="692"/>
                  <a:pt x="167" y="719"/>
                  <a:pt x="152" y="745"/>
                </a:cubicBezTo>
                <a:cubicBezTo>
                  <a:pt x="138" y="773"/>
                  <a:pt x="126" y="793"/>
                  <a:pt x="118" y="807"/>
                </a:cubicBezTo>
                <a:cubicBezTo>
                  <a:pt x="110" y="820"/>
                  <a:pt x="97" y="836"/>
                  <a:pt x="81" y="853"/>
                </a:cubicBezTo>
                <a:cubicBezTo>
                  <a:pt x="65" y="870"/>
                  <a:pt x="55" y="879"/>
                  <a:pt x="52" y="882"/>
                </a:cubicBezTo>
                <a:cubicBezTo>
                  <a:pt x="49" y="885"/>
                  <a:pt x="42" y="891"/>
                  <a:pt x="31" y="900"/>
                </a:cubicBezTo>
                <a:cubicBezTo>
                  <a:pt x="30" y="901"/>
                  <a:pt x="28" y="903"/>
                  <a:pt x="28" y="903"/>
                </a:cubicBezTo>
                <a:lnTo>
                  <a:pt x="17" y="903"/>
                </a:lnTo>
                <a:cubicBezTo>
                  <a:pt x="12" y="903"/>
                  <a:pt x="9" y="903"/>
                  <a:pt x="7" y="903"/>
                </a:cubicBezTo>
                <a:cubicBezTo>
                  <a:pt x="5" y="903"/>
                  <a:pt x="4" y="902"/>
                  <a:pt x="3" y="901"/>
                </a:cubicBezTo>
                <a:cubicBezTo>
                  <a:pt x="1" y="899"/>
                  <a:pt x="0" y="896"/>
                  <a:pt x="0" y="892"/>
                </a:cubicBezTo>
                <a:cubicBezTo>
                  <a:pt x="0" y="892"/>
                  <a:pt x="4" y="888"/>
                  <a:pt x="10" y="881"/>
                </a:cubicBezTo>
                <a:cubicBezTo>
                  <a:pt x="103" y="784"/>
                  <a:pt x="150" y="640"/>
                  <a:pt x="150" y="451"/>
                </a:cubicBezTo>
                <a:cubicBezTo>
                  <a:pt x="150" y="262"/>
                  <a:pt x="103" y="119"/>
                  <a:pt x="10" y="22"/>
                </a:cubicBezTo>
                <a:cubicBezTo>
                  <a:pt x="4" y="15"/>
                  <a:pt x="0" y="11"/>
                  <a:pt x="0" y="11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762840" y="3419280"/>
            <a:ext cx="203040" cy="236520"/>
          </a:xfrm>
          <a:custGeom>
            <a:avLst/>
            <a:gdLst/>
            <a:ahLst/>
            <a:rect l="0" t="0" r="r" b="b"/>
            <a:pathLst>
              <a:path w="564" h="657">
                <a:moveTo>
                  <a:pt x="27" y="657"/>
                </a:moveTo>
                <a:cubicBezTo>
                  <a:pt x="27" y="657"/>
                  <a:pt x="22" y="657"/>
                  <a:pt x="13" y="657"/>
                </a:cubicBezTo>
                <a:cubicBezTo>
                  <a:pt x="4" y="657"/>
                  <a:pt x="0" y="653"/>
                  <a:pt x="0" y="646"/>
                </a:cubicBezTo>
                <a:cubicBezTo>
                  <a:pt x="0" y="640"/>
                  <a:pt x="7" y="630"/>
                  <a:pt x="21" y="614"/>
                </a:cubicBezTo>
                <a:cubicBezTo>
                  <a:pt x="36" y="599"/>
                  <a:pt x="44" y="590"/>
                  <a:pt x="46" y="586"/>
                </a:cubicBezTo>
                <a:cubicBezTo>
                  <a:pt x="64" y="562"/>
                  <a:pt x="80" y="527"/>
                  <a:pt x="95" y="481"/>
                </a:cubicBezTo>
                <a:cubicBezTo>
                  <a:pt x="110" y="435"/>
                  <a:pt x="123" y="391"/>
                  <a:pt x="133" y="347"/>
                </a:cubicBezTo>
                <a:cubicBezTo>
                  <a:pt x="143" y="304"/>
                  <a:pt x="160" y="258"/>
                  <a:pt x="182" y="209"/>
                </a:cubicBezTo>
                <a:cubicBezTo>
                  <a:pt x="204" y="161"/>
                  <a:pt x="231" y="120"/>
                  <a:pt x="262" y="87"/>
                </a:cubicBezTo>
                <a:cubicBezTo>
                  <a:pt x="287" y="63"/>
                  <a:pt x="316" y="42"/>
                  <a:pt x="349" y="25"/>
                </a:cubicBezTo>
                <a:cubicBezTo>
                  <a:pt x="382" y="8"/>
                  <a:pt x="417" y="0"/>
                  <a:pt x="451" y="0"/>
                </a:cubicBezTo>
                <a:cubicBezTo>
                  <a:pt x="468" y="0"/>
                  <a:pt x="482" y="3"/>
                  <a:pt x="493" y="8"/>
                </a:cubicBezTo>
                <a:cubicBezTo>
                  <a:pt x="505" y="14"/>
                  <a:pt x="513" y="21"/>
                  <a:pt x="517" y="31"/>
                </a:cubicBezTo>
                <a:cubicBezTo>
                  <a:pt x="521" y="40"/>
                  <a:pt x="524" y="48"/>
                  <a:pt x="527" y="54"/>
                </a:cubicBezTo>
                <a:cubicBezTo>
                  <a:pt x="529" y="60"/>
                  <a:pt x="530" y="67"/>
                  <a:pt x="529" y="74"/>
                </a:cubicBezTo>
                <a:lnTo>
                  <a:pt x="529" y="85"/>
                </a:lnTo>
                <a:cubicBezTo>
                  <a:pt x="529" y="102"/>
                  <a:pt x="529" y="114"/>
                  <a:pt x="527" y="121"/>
                </a:cubicBezTo>
                <a:cubicBezTo>
                  <a:pt x="525" y="128"/>
                  <a:pt x="520" y="134"/>
                  <a:pt x="511" y="142"/>
                </a:cubicBezTo>
                <a:cubicBezTo>
                  <a:pt x="501" y="152"/>
                  <a:pt x="489" y="160"/>
                  <a:pt x="475" y="167"/>
                </a:cubicBezTo>
                <a:cubicBezTo>
                  <a:pt x="461" y="174"/>
                  <a:pt x="449" y="177"/>
                  <a:pt x="439" y="177"/>
                </a:cubicBezTo>
                <a:cubicBezTo>
                  <a:pt x="430" y="177"/>
                  <a:pt x="426" y="174"/>
                  <a:pt x="426" y="167"/>
                </a:cubicBezTo>
                <a:cubicBezTo>
                  <a:pt x="426" y="165"/>
                  <a:pt x="426" y="160"/>
                  <a:pt x="427" y="153"/>
                </a:cubicBezTo>
                <a:cubicBezTo>
                  <a:pt x="429" y="145"/>
                  <a:pt x="429" y="137"/>
                  <a:pt x="429" y="131"/>
                </a:cubicBezTo>
                <a:cubicBezTo>
                  <a:pt x="429" y="113"/>
                  <a:pt x="425" y="98"/>
                  <a:pt x="418" y="86"/>
                </a:cubicBezTo>
                <a:cubicBezTo>
                  <a:pt x="409" y="74"/>
                  <a:pt x="396" y="68"/>
                  <a:pt x="379" y="68"/>
                </a:cubicBezTo>
                <a:cubicBezTo>
                  <a:pt x="361" y="68"/>
                  <a:pt x="349" y="72"/>
                  <a:pt x="341" y="79"/>
                </a:cubicBezTo>
                <a:cubicBezTo>
                  <a:pt x="315" y="103"/>
                  <a:pt x="292" y="140"/>
                  <a:pt x="271" y="192"/>
                </a:cubicBezTo>
                <a:cubicBezTo>
                  <a:pt x="251" y="244"/>
                  <a:pt x="232" y="301"/>
                  <a:pt x="215" y="365"/>
                </a:cubicBezTo>
                <a:cubicBezTo>
                  <a:pt x="199" y="428"/>
                  <a:pt x="187" y="467"/>
                  <a:pt x="181" y="483"/>
                </a:cubicBezTo>
                <a:cubicBezTo>
                  <a:pt x="168" y="511"/>
                  <a:pt x="159" y="528"/>
                  <a:pt x="155" y="535"/>
                </a:cubicBezTo>
                <a:lnTo>
                  <a:pt x="150" y="543"/>
                </a:lnTo>
                <a:lnTo>
                  <a:pt x="173" y="544"/>
                </a:lnTo>
                <a:cubicBezTo>
                  <a:pt x="207" y="544"/>
                  <a:pt x="251" y="551"/>
                  <a:pt x="304" y="565"/>
                </a:cubicBezTo>
                <a:cubicBezTo>
                  <a:pt x="357" y="579"/>
                  <a:pt x="399" y="587"/>
                  <a:pt x="431" y="589"/>
                </a:cubicBezTo>
                <a:lnTo>
                  <a:pt x="444" y="589"/>
                </a:lnTo>
                <a:cubicBezTo>
                  <a:pt x="451" y="582"/>
                  <a:pt x="457" y="571"/>
                  <a:pt x="463" y="558"/>
                </a:cubicBezTo>
                <a:cubicBezTo>
                  <a:pt x="468" y="544"/>
                  <a:pt x="479" y="531"/>
                  <a:pt x="494" y="521"/>
                </a:cubicBezTo>
                <a:cubicBezTo>
                  <a:pt x="517" y="506"/>
                  <a:pt x="535" y="499"/>
                  <a:pt x="550" y="499"/>
                </a:cubicBezTo>
                <a:cubicBezTo>
                  <a:pt x="559" y="499"/>
                  <a:pt x="564" y="502"/>
                  <a:pt x="564" y="508"/>
                </a:cubicBezTo>
                <a:cubicBezTo>
                  <a:pt x="564" y="533"/>
                  <a:pt x="543" y="563"/>
                  <a:pt x="502" y="600"/>
                </a:cubicBezTo>
                <a:cubicBezTo>
                  <a:pt x="461" y="637"/>
                  <a:pt x="415" y="656"/>
                  <a:pt x="362" y="657"/>
                </a:cubicBezTo>
                <a:cubicBezTo>
                  <a:pt x="330" y="657"/>
                  <a:pt x="287" y="649"/>
                  <a:pt x="232" y="635"/>
                </a:cubicBezTo>
                <a:cubicBezTo>
                  <a:pt x="176" y="621"/>
                  <a:pt x="136" y="613"/>
                  <a:pt x="112" y="611"/>
                </a:cubicBezTo>
                <a:lnTo>
                  <a:pt x="98" y="610"/>
                </a:lnTo>
                <a:lnTo>
                  <a:pt x="89" y="618"/>
                </a:lnTo>
                <a:cubicBezTo>
                  <a:pt x="77" y="630"/>
                  <a:pt x="64" y="639"/>
                  <a:pt x="49" y="646"/>
                </a:cubicBezTo>
                <a:lnTo>
                  <a:pt x="27" y="65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995040" y="3595680"/>
            <a:ext cx="91080" cy="104040"/>
          </a:xfrm>
          <a:custGeom>
            <a:avLst/>
            <a:gdLst/>
            <a:ahLst/>
            <a:rect l="0" t="0" r="r" b="b"/>
            <a:pathLst>
              <a:path w="253" h="289">
                <a:moveTo>
                  <a:pt x="0" y="180"/>
                </a:moveTo>
                <a:cubicBezTo>
                  <a:pt x="0" y="134"/>
                  <a:pt x="18" y="92"/>
                  <a:pt x="55" y="55"/>
                </a:cubicBezTo>
                <a:cubicBezTo>
                  <a:pt x="91" y="18"/>
                  <a:pt x="131" y="0"/>
                  <a:pt x="174" y="0"/>
                </a:cubicBezTo>
                <a:cubicBezTo>
                  <a:pt x="198" y="0"/>
                  <a:pt x="217" y="5"/>
                  <a:pt x="231" y="15"/>
                </a:cubicBezTo>
                <a:cubicBezTo>
                  <a:pt x="244" y="25"/>
                  <a:pt x="251" y="38"/>
                  <a:pt x="252" y="55"/>
                </a:cubicBezTo>
                <a:cubicBezTo>
                  <a:pt x="252" y="67"/>
                  <a:pt x="248" y="78"/>
                  <a:pt x="239" y="86"/>
                </a:cubicBezTo>
                <a:cubicBezTo>
                  <a:pt x="231" y="95"/>
                  <a:pt x="221" y="99"/>
                  <a:pt x="209" y="100"/>
                </a:cubicBezTo>
                <a:cubicBezTo>
                  <a:pt x="201" y="100"/>
                  <a:pt x="194" y="98"/>
                  <a:pt x="190" y="93"/>
                </a:cubicBezTo>
                <a:cubicBezTo>
                  <a:pt x="185" y="89"/>
                  <a:pt x="183" y="83"/>
                  <a:pt x="183" y="74"/>
                </a:cubicBezTo>
                <a:cubicBezTo>
                  <a:pt x="183" y="66"/>
                  <a:pt x="185" y="58"/>
                  <a:pt x="190" y="52"/>
                </a:cubicBezTo>
                <a:cubicBezTo>
                  <a:pt x="194" y="47"/>
                  <a:pt x="199" y="42"/>
                  <a:pt x="204" y="39"/>
                </a:cubicBezTo>
                <a:cubicBezTo>
                  <a:pt x="208" y="36"/>
                  <a:pt x="211" y="35"/>
                  <a:pt x="213" y="35"/>
                </a:cubicBezTo>
                <a:cubicBezTo>
                  <a:pt x="213" y="34"/>
                  <a:pt x="212" y="33"/>
                  <a:pt x="209" y="31"/>
                </a:cubicBezTo>
                <a:cubicBezTo>
                  <a:pt x="207" y="30"/>
                  <a:pt x="202" y="28"/>
                  <a:pt x="196" y="26"/>
                </a:cubicBezTo>
                <a:cubicBezTo>
                  <a:pt x="190" y="25"/>
                  <a:pt x="182" y="24"/>
                  <a:pt x="174" y="24"/>
                </a:cubicBezTo>
                <a:cubicBezTo>
                  <a:pt x="162" y="24"/>
                  <a:pt x="149" y="27"/>
                  <a:pt x="138" y="33"/>
                </a:cubicBezTo>
                <a:cubicBezTo>
                  <a:pt x="128" y="37"/>
                  <a:pt x="119" y="43"/>
                  <a:pt x="110" y="52"/>
                </a:cubicBezTo>
                <a:cubicBezTo>
                  <a:pt x="91" y="71"/>
                  <a:pt x="77" y="98"/>
                  <a:pt x="69" y="132"/>
                </a:cubicBezTo>
                <a:cubicBezTo>
                  <a:pt x="60" y="166"/>
                  <a:pt x="56" y="190"/>
                  <a:pt x="55" y="206"/>
                </a:cubicBezTo>
                <a:cubicBezTo>
                  <a:pt x="55" y="225"/>
                  <a:pt x="61" y="240"/>
                  <a:pt x="72" y="250"/>
                </a:cubicBezTo>
                <a:cubicBezTo>
                  <a:pt x="81" y="260"/>
                  <a:pt x="94" y="265"/>
                  <a:pt x="109" y="265"/>
                </a:cubicBezTo>
                <a:lnTo>
                  <a:pt x="111" y="265"/>
                </a:lnTo>
                <a:cubicBezTo>
                  <a:pt x="160" y="265"/>
                  <a:pt x="199" y="247"/>
                  <a:pt x="231" y="211"/>
                </a:cubicBezTo>
                <a:cubicBezTo>
                  <a:pt x="234" y="206"/>
                  <a:pt x="237" y="204"/>
                  <a:pt x="238" y="204"/>
                </a:cubicBezTo>
                <a:cubicBezTo>
                  <a:pt x="240" y="204"/>
                  <a:pt x="243" y="206"/>
                  <a:pt x="246" y="210"/>
                </a:cubicBezTo>
                <a:cubicBezTo>
                  <a:pt x="250" y="214"/>
                  <a:pt x="252" y="217"/>
                  <a:pt x="253" y="219"/>
                </a:cubicBezTo>
                <a:cubicBezTo>
                  <a:pt x="253" y="221"/>
                  <a:pt x="251" y="224"/>
                  <a:pt x="247" y="229"/>
                </a:cubicBezTo>
                <a:cubicBezTo>
                  <a:pt x="243" y="233"/>
                  <a:pt x="237" y="239"/>
                  <a:pt x="229" y="246"/>
                </a:cubicBezTo>
                <a:cubicBezTo>
                  <a:pt x="221" y="254"/>
                  <a:pt x="211" y="260"/>
                  <a:pt x="200" y="266"/>
                </a:cubicBezTo>
                <a:cubicBezTo>
                  <a:pt x="189" y="271"/>
                  <a:pt x="175" y="277"/>
                  <a:pt x="159" y="282"/>
                </a:cubicBezTo>
                <a:cubicBezTo>
                  <a:pt x="143" y="288"/>
                  <a:pt x="125" y="290"/>
                  <a:pt x="107" y="289"/>
                </a:cubicBezTo>
                <a:cubicBezTo>
                  <a:pt x="75" y="289"/>
                  <a:pt x="49" y="279"/>
                  <a:pt x="30" y="258"/>
                </a:cubicBezTo>
                <a:cubicBezTo>
                  <a:pt x="10" y="237"/>
                  <a:pt x="0" y="212"/>
                  <a:pt x="0" y="18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747720" y="2266920"/>
            <a:ext cx="24343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2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値分類の負の損失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1544040" y="341928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30" y="51"/>
                </a:moveTo>
                <a:cubicBezTo>
                  <a:pt x="230" y="46"/>
                  <a:pt x="212" y="43"/>
                  <a:pt x="178" y="42"/>
                </a:cubicBezTo>
                <a:cubicBezTo>
                  <a:pt x="164" y="42"/>
                  <a:pt x="155" y="41"/>
                  <a:pt x="151" y="41"/>
                </a:cubicBezTo>
                <a:cubicBezTo>
                  <a:pt x="147" y="40"/>
                  <a:pt x="144" y="37"/>
                  <a:pt x="144" y="33"/>
                </a:cubicBezTo>
                <a:cubicBezTo>
                  <a:pt x="144" y="28"/>
                  <a:pt x="146" y="22"/>
                  <a:pt x="148" y="15"/>
                </a:cubicBezTo>
                <a:cubicBezTo>
                  <a:pt x="150" y="7"/>
                  <a:pt x="153" y="3"/>
                  <a:pt x="154" y="1"/>
                </a:cubicBezTo>
                <a:cubicBezTo>
                  <a:pt x="156" y="0"/>
                  <a:pt x="215" y="0"/>
                  <a:pt x="335" y="0"/>
                </a:cubicBezTo>
                <a:cubicBezTo>
                  <a:pt x="435" y="1"/>
                  <a:pt x="492" y="1"/>
                  <a:pt x="504" y="1"/>
                </a:cubicBezTo>
                <a:cubicBezTo>
                  <a:pt x="516" y="1"/>
                  <a:pt x="528" y="3"/>
                  <a:pt x="540" y="6"/>
                </a:cubicBezTo>
                <a:cubicBezTo>
                  <a:pt x="583" y="17"/>
                  <a:pt x="620" y="40"/>
                  <a:pt x="650" y="79"/>
                </a:cubicBezTo>
                <a:cubicBezTo>
                  <a:pt x="680" y="116"/>
                  <a:pt x="695" y="166"/>
                  <a:pt x="696" y="228"/>
                </a:cubicBezTo>
                <a:cubicBezTo>
                  <a:pt x="696" y="322"/>
                  <a:pt x="664" y="407"/>
                  <a:pt x="599" y="481"/>
                </a:cubicBezTo>
                <a:cubicBezTo>
                  <a:pt x="535" y="556"/>
                  <a:pt x="459" y="600"/>
                  <a:pt x="372" y="615"/>
                </a:cubicBezTo>
                <a:lnTo>
                  <a:pt x="359" y="616"/>
                </a:lnTo>
                <a:lnTo>
                  <a:pt x="183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1" y="617"/>
                  <a:pt x="11" y="617"/>
                  <a:pt x="7" y="616"/>
                </a:cubicBezTo>
                <a:cubicBezTo>
                  <a:pt x="3" y="614"/>
                  <a:pt x="1" y="612"/>
                  <a:pt x="0" y="607"/>
                </a:cubicBezTo>
                <a:cubicBezTo>
                  <a:pt x="0" y="606"/>
                  <a:pt x="1" y="602"/>
                  <a:pt x="3" y="595"/>
                </a:cubicBezTo>
                <a:cubicBezTo>
                  <a:pt x="5" y="585"/>
                  <a:pt x="8" y="580"/>
                  <a:pt x="10" y="579"/>
                </a:cubicBezTo>
                <a:cubicBezTo>
                  <a:pt x="12" y="577"/>
                  <a:pt x="19" y="576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1"/>
                  <a:pt x="99" y="568"/>
                  <a:pt x="102" y="562"/>
                </a:cubicBezTo>
                <a:cubicBezTo>
                  <a:pt x="104" y="560"/>
                  <a:pt x="125" y="476"/>
                  <a:pt x="167" y="311"/>
                </a:cubicBezTo>
                <a:cubicBezTo>
                  <a:pt x="208" y="147"/>
                  <a:pt x="230" y="60"/>
                  <a:pt x="230" y="51"/>
                </a:cubicBezTo>
                <a:moveTo>
                  <a:pt x="606" y="194"/>
                </a:moveTo>
                <a:cubicBezTo>
                  <a:pt x="606" y="171"/>
                  <a:pt x="602" y="151"/>
                  <a:pt x="596" y="133"/>
                </a:cubicBezTo>
                <a:cubicBezTo>
                  <a:pt x="589" y="115"/>
                  <a:pt x="581" y="101"/>
                  <a:pt x="572" y="90"/>
                </a:cubicBezTo>
                <a:cubicBezTo>
                  <a:pt x="563" y="80"/>
                  <a:pt x="552" y="72"/>
                  <a:pt x="539" y="64"/>
                </a:cubicBezTo>
                <a:cubicBezTo>
                  <a:pt x="526" y="57"/>
                  <a:pt x="514" y="52"/>
                  <a:pt x="504" y="49"/>
                </a:cubicBezTo>
                <a:cubicBezTo>
                  <a:pt x="493" y="46"/>
                  <a:pt x="483" y="44"/>
                  <a:pt x="472" y="43"/>
                </a:cubicBezTo>
                <a:cubicBezTo>
                  <a:pt x="471" y="43"/>
                  <a:pt x="467" y="43"/>
                  <a:pt x="459" y="43"/>
                </a:cubicBezTo>
                <a:cubicBezTo>
                  <a:pt x="452" y="43"/>
                  <a:pt x="443" y="43"/>
                  <a:pt x="433" y="43"/>
                </a:cubicBezTo>
                <a:cubicBezTo>
                  <a:pt x="423" y="43"/>
                  <a:pt x="413" y="42"/>
                  <a:pt x="403" y="42"/>
                </a:cubicBezTo>
                <a:lnTo>
                  <a:pt x="365" y="42"/>
                </a:lnTo>
                <a:cubicBezTo>
                  <a:pt x="338" y="42"/>
                  <a:pt x="323" y="45"/>
                  <a:pt x="320" y="52"/>
                </a:cubicBezTo>
                <a:cubicBezTo>
                  <a:pt x="318" y="54"/>
                  <a:pt x="296" y="141"/>
                  <a:pt x="254" y="311"/>
                </a:cubicBezTo>
                <a:cubicBezTo>
                  <a:pt x="210" y="482"/>
                  <a:pt x="189" y="569"/>
                  <a:pt x="189" y="570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5" y="574"/>
                  <a:pt x="229" y="574"/>
                  <a:pt x="269" y="575"/>
                </a:cubicBezTo>
                <a:cubicBezTo>
                  <a:pt x="272" y="575"/>
                  <a:pt x="278" y="575"/>
                  <a:pt x="286" y="575"/>
                </a:cubicBezTo>
                <a:cubicBezTo>
                  <a:pt x="295" y="575"/>
                  <a:pt x="302" y="575"/>
                  <a:pt x="308" y="576"/>
                </a:cubicBezTo>
                <a:cubicBezTo>
                  <a:pt x="384" y="576"/>
                  <a:pt x="446" y="551"/>
                  <a:pt x="495" y="502"/>
                </a:cubicBezTo>
                <a:cubicBezTo>
                  <a:pt x="517" y="480"/>
                  <a:pt x="535" y="455"/>
                  <a:pt x="549" y="426"/>
                </a:cubicBezTo>
                <a:cubicBezTo>
                  <a:pt x="563" y="397"/>
                  <a:pt x="575" y="359"/>
                  <a:pt x="588" y="311"/>
                </a:cubicBezTo>
                <a:cubicBezTo>
                  <a:pt x="600" y="264"/>
                  <a:pt x="606" y="225"/>
                  <a:pt x="606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1098360" y="335268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は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2521440" y="3495600"/>
            <a:ext cx="183600" cy="144360"/>
          </a:xfrm>
          <a:custGeom>
            <a:avLst/>
            <a:gdLst/>
            <a:ahLst/>
            <a:rect l="0" t="0" r="r" b="b"/>
            <a:pathLst>
              <a:path w="510" h="401">
                <a:moveTo>
                  <a:pt x="185" y="401"/>
                </a:moveTo>
                <a:cubicBezTo>
                  <a:pt x="176" y="399"/>
                  <a:pt x="144" y="399"/>
                  <a:pt x="90" y="399"/>
                </a:cubicBezTo>
                <a:cubicBezTo>
                  <a:pt x="41" y="399"/>
                  <a:pt x="13" y="399"/>
                  <a:pt x="6" y="401"/>
                </a:cubicBezTo>
                <a:lnTo>
                  <a:pt x="0" y="401"/>
                </a:lnTo>
                <a:lnTo>
                  <a:pt x="0" y="345"/>
                </a:lnTo>
                <a:lnTo>
                  <a:pt x="86" y="345"/>
                </a:lnTo>
                <a:lnTo>
                  <a:pt x="202" y="209"/>
                </a:lnTo>
                <a:lnTo>
                  <a:pt x="79" y="56"/>
                </a:lnTo>
                <a:lnTo>
                  <a:pt x="4" y="56"/>
                </a:lnTo>
                <a:lnTo>
                  <a:pt x="4" y="0"/>
                </a:lnTo>
                <a:lnTo>
                  <a:pt x="11" y="0"/>
                </a:lnTo>
                <a:cubicBezTo>
                  <a:pt x="20" y="2"/>
                  <a:pt x="53" y="2"/>
                  <a:pt x="110" y="2"/>
                </a:cubicBezTo>
                <a:cubicBezTo>
                  <a:pt x="172" y="2"/>
                  <a:pt x="209" y="2"/>
                  <a:pt x="220" y="0"/>
                </a:cubicBezTo>
                <a:lnTo>
                  <a:pt x="228" y="0"/>
                </a:lnTo>
                <a:lnTo>
                  <a:pt x="228" y="56"/>
                </a:lnTo>
                <a:lnTo>
                  <a:pt x="203" y="56"/>
                </a:lnTo>
                <a:lnTo>
                  <a:pt x="234" y="95"/>
                </a:lnTo>
                <a:cubicBezTo>
                  <a:pt x="255" y="121"/>
                  <a:pt x="265" y="133"/>
                  <a:pt x="266" y="133"/>
                </a:cubicBezTo>
                <a:cubicBezTo>
                  <a:pt x="268" y="133"/>
                  <a:pt x="279" y="120"/>
                  <a:pt x="300" y="94"/>
                </a:cubicBezTo>
                <a:lnTo>
                  <a:pt x="332" y="56"/>
                </a:lnTo>
                <a:lnTo>
                  <a:pt x="298" y="56"/>
                </a:lnTo>
                <a:lnTo>
                  <a:pt x="298" y="0"/>
                </a:lnTo>
                <a:lnTo>
                  <a:pt x="305" y="0"/>
                </a:lnTo>
                <a:cubicBezTo>
                  <a:pt x="314" y="2"/>
                  <a:pt x="346" y="2"/>
                  <a:pt x="402" y="2"/>
                </a:cubicBezTo>
                <a:cubicBezTo>
                  <a:pt x="451" y="2"/>
                  <a:pt x="479" y="2"/>
                  <a:pt x="486" y="0"/>
                </a:cubicBezTo>
                <a:lnTo>
                  <a:pt x="492" y="0"/>
                </a:lnTo>
                <a:lnTo>
                  <a:pt x="492" y="56"/>
                </a:lnTo>
                <a:lnTo>
                  <a:pt x="407" y="56"/>
                </a:lnTo>
                <a:lnTo>
                  <a:pt x="301" y="179"/>
                </a:lnTo>
                <a:lnTo>
                  <a:pt x="436" y="344"/>
                </a:lnTo>
                <a:lnTo>
                  <a:pt x="473" y="345"/>
                </a:lnTo>
                <a:lnTo>
                  <a:pt x="510" y="345"/>
                </a:lnTo>
                <a:lnTo>
                  <a:pt x="510" y="401"/>
                </a:lnTo>
                <a:lnTo>
                  <a:pt x="503" y="401"/>
                </a:lnTo>
                <a:cubicBezTo>
                  <a:pt x="494" y="399"/>
                  <a:pt x="461" y="399"/>
                  <a:pt x="405" y="399"/>
                </a:cubicBezTo>
                <a:cubicBezTo>
                  <a:pt x="341" y="399"/>
                  <a:pt x="304" y="399"/>
                  <a:pt x="294" y="401"/>
                </a:cubicBezTo>
                <a:lnTo>
                  <a:pt x="286" y="401"/>
                </a:lnTo>
                <a:lnTo>
                  <a:pt x="286" y="345"/>
                </a:lnTo>
                <a:lnTo>
                  <a:pt x="311" y="345"/>
                </a:lnTo>
                <a:cubicBezTo>
                  <a:pt x="311" y="345"/>
                  <a:pt x="299" y="330"/>
                  <a:pt x="275" y="300"/>
                </a:cubicBezTo>
                <a:cubicBezTo>
                  <a:pt x="251" y="271"/>
                  <a:pt x="238" y="255"/>
                  <a:pt x="238" y="254"/>
                </a:cubicBezTo>
                <a:lnTo>
                  <a:pt x="159" y="344"/>
                </a:lnTo>
                <a:lnTo>
                  <a:pt x="176" y="345"/>
                </a:lnTo>
                <a:lnTo>
                  <a:pt x="193" y="345"/>
                </a:lnTo>
                <a:lnTo>
                  <a:pt x="193" y="401"/>
                </a:lnTo>
                <a:lnTo>
                  <a:pt x="185" y="4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1802160" y="3352680"/>
            <a:ext cx="828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での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6468480" y="3419280"/>
            <a:ext cx="250560" cy="222120"/>
          </a:xfrm>
          <a:custGeom>
            <a:avLst/>
            <a:gdLst/>
            <a:ahLst/>
            <a:rect l="0" t="0" r="r" b="b"/>
            <a:pathLst>
              <a:path w="696" h="617">
                <a:moveTo>
                  <a:pt x="229" y="51"/>
                </a:moveTo>
                <a:cubicBezTo>
                  <a:pt x="229" y="46"/>
                  <a:pt x="212" y="43"/>
                  <a:pt x="178" y="42"/>
                </a:cubicBezTo>
                <a:cubicBezTo>
                  <a:pt x="164" y="42"/>
                  <a:pt x="155" y="41"/>
                  <a:pt x="151" y="41"/>
                </a:cubicBezTo>
                <a:cubicBezTo>
                  <a:pt x="146" y="40"/>
                  <a:pt x="144" y="37"/>
                  <a:pt x="144" y="33"/>
                </a:cubicBezTo>
                <a:cubicBezTo>
                  <a:pt x="144" y="28"/>
                  <a:pt x="146" y="22"/>
                  <a:pt x="148" y="15"/>
                </a:cubicBezTo>
                <a:cubicBezTo>
                  <a:pt x="150" y="7"/>
                  <a:pt x="152" y="3"/>
                  <a:pt x="154" y="1"/>
                </a:cubicBezTo>
                <a:cubicBezTo>
                  <a:pt x="156" y="0"/>
                  <a:pt x="215" y="0"/>
                  <a:pt x="334" y="0"/>
                </a:cubicBezTo>
                <a:cubicBezTo>
                  <a:pt x="435" y="1"/>
                  <a:pt x="492" y="1"/>
                  <a:pt x="504" y="1"/>
                </a:cubicBezTo>
                <a:cubicBezTo>
                  <a:pt x="516" y="1"/>
                  <a:pt x="528" y="3"/>
                  <a:pt x="540" y="6"/>
                </a:cubicBezTo>
                <a:cubicBezTo>
                  <a:pt x="583" y="17"/>
                  <a:pt x="620" y="40"/>
                  <a:pt x="650" y="79"/>
                </a:cubicBezTo>
                <a:cubicBezTo>
                  <a:pt x="680" y="116"/>
                  <a:pt x="695" y="166"/>
                  <a:pt x="696" y="228"/>
                </a:cubicBezTo>
                <a:cubicBezTo>
                  <a:pt x="696" y="322"/>
                  <a:pt x="664" y="407"/>
                  <a:pt x="599" y="481"/>
                </a:cubicBezTo>
                <a:cubicBezTo>
                  <a:pt x="535" y="556"/>
                  <a:pt x="459" y="600"/>
                  <a:pt x="371" y="615"/>
                </a:cubicBezTo>
                <a:lnTo>
                  <a:pt x="358" y="616"/>
                </a:lnTo>
                <a:lnTo>
                  <a:pt x="183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1" y="617"/>
                  <a:pt x="11" y="617"/>
                  <a:pt x="7" y="616"/>
                </a:cubicBezTo>
                <a:cubicBezTo>
                  <a:pt x="3" y="614"/>
                  <a:pt x="1" y="612"/>
                  <a:pt x="0" y="607"/>
                </a:cubicBezTo>
                <a:cubicBezTo>
                  <a:pt x="0" y="606"/>
                  <a:pt x="1" y="602"/>
                  <a:pt x="3" y="595"/>
                </a:cubicBezTo>
                <a:cubicBezTo>
                  <a:pt x="5" y="585"/>
                  <a:pt x="8" y="580"/>
                  <a:pt x="10" y="579"/>
                </a:cubicBezTo>
                <a:cubicBezTo>
                  <a:pt x="12" y="577"/>
                  <a:pt x="19" y="576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3" y="571"/>
                  <a:pt x="99" y="568"/>
                  <a:pt x="102" y="562"/>
                </a:cubicBezTo>
                <a:cubicBezTo>
                  <a:pt x="104" y="560"/>
                  <a:pt x="125" y="476"/>
                  <a:pt x="167" y="311"/>
                </a:cubicBezTo>
                <a:cubicBezTo>
                  <a:pt x="208" y="147"/>
                  <a:pt x="229" y="60"/>
                  <a:pt x="229" y="51"/>
                </a:cubicBezTo>
                <a:moveTo>
                  <a:pt x="606" y="194"/>
                </a:moveTo>
                <a:cubicBezTo>
                  <a:pt x="606" y="171"/>
                  <a:pt x="602" y="151"/>
                  <a:pt x="596" y="133"/>
                </a:cubicBezTo>
                <a:cubicBezTo>
                  <a:pt x="589" y="115"/>
                  <a:pt x="581" y="101"/>
                  <a:pt x="572" y="90"/>
                </a:cubicBezTo>
                <a:cubicBezTo>
                  <a:pt x="563" y="80"/>
                  <a:pt x="552" y="72"/>
                  <a:pt x="539" y="64"/>
                </a:cubicBezTo>
                <a:cubicBezTo>
                  <a:pt x="526" y="57"/>
                  <a:pt x="514" y="52"/>
                  <a:pt x="504" y="49"/>
                </a:cubicBezTo>
                <a:cubicBezTo>
                  <a:pt x="493" y="46"/>
                  <a:pt x="483" y="44"/>
                  <a:pt x="472" y="43"/>
                </a:cubicBezTo>
                <a:cubicBezTo>
                  <a:pt x="471" y="43"/>
                  <a:pt x="467" y="43"/>
                  <a:pt x="459" y="43"/>
                </a:cubicBezTo>
                <a:cubicBezTo>
                  <a:pt x="452" y="43"/>
                  <a:pt x="443" y="43"/>
                  <a:pt x="433" y="43"/>
                </a:cubicBezTo>
                <a:cubicBezTo>
                  <a:pt x="422" y="43"/>
                  <a:pt x="412" y="42"/>
                  <a:pt x="402" y="42"/>
                </a:cubicBezTo>
                <a:lnTo>
                  <a:pt x="364" y="42"/>
                </a:lnTo>
                <a:cubicBezTo>
                  <a:pt x="337" y="42"/>
                  <a:pt x="322" y="45"/>
                  <a:pt x="319" y="52"/>
                </a:cubicBezTo>
                <a:cubicBezTo>
                  <a:pt x="317" y="54"/>
                  <a:pt x="295" y="141"/>
                  <a:pt x="253" y="311"/>
                </a:cubicBezTo>
                <a:cubicBezTo>
                  <a:pt x="210" y="482"/>
                  <a:pt x="189" y="569"/>
                  <a:pt x="189" y="570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5" y="574"/>
                  <a:pt x="228" y="574"/>
                  <a:pt x="268" y="575"/>
                </a:cubicBezTo>
                <a:cubicBezTo>
                  <a:pt x="271" y="575"/>
                  <a:pt x="277" y="575"/>
                  <a:pt x="285" y="575"/>
                </a:cubicBezTo>
                <a:cubicBezTo>
                  <a:pt x="294" y="575"/>
                  <a:pt x="301" y="575"/>
                  <a:pt x="307" y="576"/>
                </a:cubicBezTo>
                <a:cubicBezTo>
                  <a:pt x="383" y="576"/>
                  <a:pt x="446" y="551"/>
                  <a:pt x="495" y="502"/>
                </a:cubicBezTo>
                <a:cubicBezTo>
                  <a:pt x="517" y="480"/>
                  <a:pt x="535" y="455"/>
                  <a:pt x="549" y="426"/>
                </a:cubicBezTo>
                <a:cubicBezTo>
                  <a:pt x="563" y="397"/>
                  <a:pt x="575" y="359"/>
                  <a:pt x="587" y="311"/>
                </a:cubicBezTo>
                <a:cubicBezTo>
                  <a:pt x="599" y="264"/>
                  <a:pt x="606" y="225"/>
                  <a:pt x="606" y="194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2710080" y="3352680"/>
            <a:ext cx="38624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のクラス分類に関する損失で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10761120" y="3495600"/>
            <a:ext cx="181080" cy="209520"/>
          </a:xfrm>
          <a:custGeom>
            <a:avLst/>
            <a:gdLst/>
            <a:ahLst/>
            <a:rect l="0" t="0" r="r" b="b"/>
            <a:pathLst>
              <a:path w="503" h="582">
                <a:moveTo>
                  <a:pt x="55" y="493"/>
                </a:moveTo>
                <a:cubicBezTo>
                  <a:pt x="55" y="498"/>
                  <a:pt x="56" y="503"/>
                  <a:pt x="57" y="509"/>
                </a:cubicBezTo>
                <a:cubicBezTo>
                  <a:pt x="59" y="514"/>
                  <a:pt x="64" y="520"/>
                  <a:pt x="71" y="526"/>
                </a:cubicBezTo>
                <a:cubicBezTo>
                  <a:pt x="78" y="532"/>
                  <a:pt x="88" y="535"/>
                  <a:pt x="99" y="536"/>
                </a:cubicBezTo>
                <a:cubicBezTo>
                  <a:pt x="108" y="535"/>
                  <a:pt x="117" y="533"/>
                  <a:pt x="125" y="530"/>
                </a:cubicBezTo>
                <a:cubicBezTo>
                  <a:pt x="134" y="527"/>
                  <a:pt x="141" y="524"/>
                  <a:pt x="147" y="520"/>
                </a:cubicBezTo>
                <a:cubicBezTo>
                  <a:pt x="153" y="515"/>
                  <a:pt x="159" y="510"/>
                  <a:pt x="165" y="504"/>
                </a:cubicBezTo>
                <a:cubicBezTo>
                  <a:pt x="171" y="498"/>
                  <a:pt x="176" y="493"/>
                  <a:pt x="179" y="487"/>
                </a:cubicBezTo>
                <a:cubicBezTo>
                  <a:pt x="183" y="482"/>
                  <a:pt x="187" y="476"/>
                  <a:pt x="190" y="470"/>
                </a:cubicBezTo>
                <a:cubicBezTo>
                  <a:pt x="194" y="464"/>
                  <a:pt x="196" y="459"/>
                  <a:pt x="198" y="454"/>
                </a:cubicBezTo>
                <a:cubicBezTo>
                  <a:pt x="200" y="449"/>
                  <a:pt x="202" y="445"/>
                  <a:pt x="204" y="441"/>
                </a:cubicBezTo>
                <a:cubicBezTo>
                  <a:pt x="205" y="437"/>
                  <a:pt x="206" y="434"/>
                  <a:pt x="206" y="434"/>
                </a:cubicBezTo>
                <a:lnTo>
                  <a:pt x="222" y="400"/>
                </a:lnTo>
                <a:lnTo>
                  <a:pt x="66" y="56"/>
                </a:lnTo>
                <a:lnTo>
                  <a:pt x="2" y="56"/>
                </a:lnTo>
                <a:lnTo>
                  <a:pt x="2" y="0"/>
                </a:lnTo>
                <a:lnTo>
                  <a:pt x="10" y="0"/>
                </a:lnTo>
                <a:cubicBezTo>
                  <a:pt x="19" y="2"/>
                  <a:pt x="52" y="2"/>
                  <a:pt x="111" y="2"/>
                </a:cubicBezTo>
                <a:cubicBezTo>
                  <a:pt x="174" y="2"/>
                  <a:pt x="212" y="2"/>
                  <a:pt x="223" y="0"/>
                </a:cubicBezTo>
                <a:lnTo>
                  <a:pt x="231" y="0"/>
                </a:lnTo>
                <a:lnTo>
                  <a:pt x="231" y="56"/>
                </a:lnTo>
                <a:lnTo>
                  <a:pt x="209" y="56"/>
                </a:lnTo>
                <a:cubicBezTo>
                  <a:pt x="195" y="56"/>
                  <a:pt x="188" y="56"/>
                  <a:pt x="188" y="58"/>
                </a:cubicBezTo>
                <a:lnTo>
                  <a:pt x="283" y="264"/>
                </a:lnTo>
                <a:lnTo>
                  <a:pt x="378" y="56"/>
                </a:lnTo>
                <a:lnTo>
                  <a:pt x="335" y="56"/>
                </a:lnTo>
                <a:lnTo>
                  <a:pt x="335" y="0"/>
                </a:lnTo>
                <a:lnTo>
                  <a:pt x="341" y="0"/>
                </a:lnTo>
                <a:cubicBezTo>
                  <a:pt x="348" y="2"/>
                  <a:pt x="376" y="2"/>
                  <a:pt x="426" y="2"/>
                </a:cubicBezTo>
                <a:cubicBezTo>
                  <a:pt x="470" y="2"/>
                  <a:pt x="494" y="2"/>
                  <a:pt x="498" y="0"/>
                </a:cubicBezTo>
                <a:lnTo>
                  <a:pt x="503" y="0"/>
                </a:lnTo>
                <a:lnTo>
                  <a:pt x="503" y="56"/>
                </a:lnTo>
                <a:lnTo>
                  <a:pt x="439" y="56"/>
                </a:lnTo>
                <a:lnTo>
                  <a:pt x="345" y="263"/>
                </a:lnTo>
                <a:cubicBezTo>
                  <a:pt x="280" y="405"/>
                  <a:pt x="248" y="478"/>
                  <a:pt x="247" y="480"/>
                </a:cubicBezTo>
                <a:cubicBezTo>
                  <a:pt x="230" y="511"/>
                  <a:pt x="208" y="536"/>
                  <a:pt x="182" y="554"/>
                </a:cubicBezTo>
                <a:cubicBezTo>
                  <a:pt x="156" y="572"/>
                  <a:pt x="127" y="581"/>
                  <a:pt x="97" y="582"/>
                </a:cubicBezTo>
                <a:cubicBezTo>
                  <a:pt x="70" y="582"/>
                  <a:pt x="46" y="573"/>
                  <a:pt x="28" y="557"/>
                </a:cubicBezTo>
                <a:cubicBezTo>
                  <a:pt x="9" y="540"/>
                  <a:pt x="0" y="518"/>
                  <a:pt x="0" y="492"/>
                </a:cubicBezTo>
                <a:cubicBezTo>
                  <a:pt x="0" y="470"/>
                  <a:pt x="6" y="454"/>
                  <a:pt x="19" y="446"/>
                </a:cubicBezTo>
                <a:cubicBezTo>
                  <a:pt x="31" y="437"/>
                  <a:pt x="44" y="433"/>
                  <a:pt x="57" y="432"/>
                </a:cubicBezTo>
                <a:cubicBezTo>
                  <a:pt x="72" y="432"/>
                  <a:pt x="85" y="437"/>
                  <a:pt x="96" y="446"/>
                </a:cubicBezTo>
                <a:cubicBezTo>
                  <a:pt x="108" y="455"/>
                  <a:pt x="114" y="468"/>
                  <a:pt x="116" y="484"/>
                </a:cubicBezTo>
                <a:lnTo>
                  <a:pt x="116" y="492"/>
                </a:lnTo>
                <a:lnTo>
                  <a:pt x="55" y="492"/>
                </a:lnTo>
                <a:lnTo>
                  <a:pt x="55" y="49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6728400" y="3352680"/>
            <a:ext cx="41385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の出力するクラススコアと正解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10951200" y="3352680"/>
            <a:ext cx="414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747720" y="3762360"/>
            <a:ext cx="2207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交差エントロピー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3048840" y="4400280"/>
            <a:ext cx="203040" cy="236520"/>
          </a:xfrm>
          <a:custGeom>
            <a:avLst/>
            <a:gdLst/>
            <a:ahLst/>
            <a:rect l="0" t="0" r="r" b="b"/>
            <a:pathLst>
              <a:path w="564" h="657">
                <a:moveTo>
                  <a:pt x="27" y="657"/>
                </a:moveTo>
                <a:cubicBezTo>
                  <a:pt x="27" y="657"/>
                  <a:pt x="23" y="657"/>
                  <a:pt x="14" y="657"/>
                </a:cubicBezTo>
                <a:cubicBezTo>
                  <a:pt x="5" y="657"/>
                  <a:pt x="0" y="654"/>
                  <a:pt x="0" y="647"/>
                </a:cubicBezTo>
                <a:cubicBezTo>
                  <a:pt x="0" y="641"/>
                  <a:pt x="7" y="631"/>
                  <a:pt x="22" y="616"/>
                </a:cubicBezTo>
                <a:cubicBezTo>
                  <a:pt x="36" y="601"/>
                  <a:pt x="44" y="591"/>
                  <a:pt x="46" y="588"/>
                </a:cubicBezTo>
                <a:cubicBezTo>
                  <a:pt x="64" y="563"/>
                  <a:pt x="81" y="527"/>
                  <a:pt x="96" y="481"/>
                </a:cubicBezTo>
                <a:cubicBezTo>
                  <a:pt x="111" y="435"/>
                  <a:pt x="124" y="391"/>
                  <a:pt x="134" y="348"/>
                </a:cubicBezTo>
                <a:cubicBezTo>
                  <a:pt x="144" y="304"/>
                  <a:pt x="160" y="258"/>
                  <a:pt x="182" y="210"/>
                </a:cubicBezTo>
                <a:cubicBezTo>
                  <a:pt x="205" y="161"/>
                  <a:pt x="231" y="120"/>
                  <a:pt x="264" y="87"/>
                </a:cubicBezTo>
                <a:cubicBezTo>
                  <a:pt x="288" y="63"/>
                  <a:pt x="317" y="42"/>
                  <a:pt x="350" y="26"/>
                </a:cubicBezTo>
                <a:cubicBezTo>
                  <a:pt x="383" y="9"/>
                  <a:pt x="417" y="0"/>
                  <a:pt x="451" y="0"/>
                </a:cubicBezTo>
                <a:cubicBezTo>
                  <a:pt x="468" y="0"/>
                  <a:pt x="482" y="3"/>
                  <a:pt x="494" y="8"/>
                </a:cubicBezTo>
                <a:cubicBezTo>
                  <a:pt x="505" y="14"/>
                  <a:pt x="513" y="21"/>
                  <a:pt x="517" y="31"/>
                </a:cubicBezTo>
                <a:cubicBezTo>
                  <a:pt x="521" y="41"/>
                  <a:pt x="525" y="48"/>
                  <a:pt x="527" y="54"/>
                </a:cubicBezTo>
                <a:cubicBezTo>
                  <a:pt x="530" y="60"/>
                  <a:pt x="531" y="67"/>
                  <a:pt x="530" y="74"/>
                </a:cubicBezTo>
                <a:lnTo>
                  <a:pt x="530" y="85"/>
                </a:lnTo>
                <a:cubicBezTo>
                  <a:pt x="530" y="103"/>
                  <a:pt x="529" y="115"/>
                  <a:pt x="527" y="121"/>
                </a:cubicBezTo>
                <a:cubicBezTo>
                  <a:pt x="525" y="128"/>
                  <a:pt x="520" y="135"/>
                  <a:pt x="512" y="142"/>
                </a:cubicBezTo>
                <a:cubicBezTo>
                  <a:pt x="502" y="152"/>
                  <a:pt x="490" y="161"/>
                  <a:pt x="476" y="167"/>
                </a:cubicBezTo>
                <a:cubicBezTo>
                  <a:pt x="462" y="174"/>
                  <a:pt x="450" y="177"/>
                  <a:pt x="440" y="177"/>
                </a:cubicBezTo>
                <a:cubicBezTo>
                  <a:pt x="431" y="177"/>
                  <a:pt x="426" y="174"/>
                  <a:pt x="426" y="167"/>
                </a:cubicBezTo>
                <a:cubicBezTo>
                  <a:pt x="426" y="165"/>
                  <a:pt x="427" y="161"/>
                  <a:pt x="428" y="153"/>
                </a:cubicBezTo>
                <a:cubicBezTo>
                  <a:pt x="429" y="145"/>
                  <a:pt x="430" y="138"/>
                  <a:pt x="430" y="131"/>
                </a:cubicBezTo>
                <a:cubicBezTo>
                  <a:pt x="430" y="113"/>
                  <a:pt x="426" y="98"/>
                  <a:pt x="418" y="86"/>
                </a:cubicBezTo>
                <a:cubicBezTo>
                  <a:pt x="410" y="74"/>
                  <a:pt x="398" y="68"/>
                  <a:pt x="380" y="68"/>
                </a:cubicBezTo>
                <a:cubicBezTo>
                  <a:pt x="363" y="68"/>
                  <a:pt x="350" y="72"/>
                  <a:pt x="342" y="80"/>
                </a:cubicBezTo>
                <a:cubicBezTo>
                  <a:pt x="316" y="103"/>
                  <a:pt x="293" y="141"/>
                  <a:pt x="273" y="192"/>
                </a:cubicBezTo>
                <a:cubicBezTo>
                  <a:pt x="252" y="244"/>
                  <a:pt x="233" y="302"/>
                  <a:pt x="216" y="365"/>
                </a:cubicBezTo>
                <a:cubicBezTo>
                  <a:pt x="199" y="428"/>
                  <a:pt x="188" y="467"/>
                  <a:pt x="182" y="483"/>
                </a:cubicBezTo>
                <a:cubicBezTo>
                  <a:pt x="168" y="511"/>
                  <a:pt x="160" y="529"/>
                  <a:pt x="155" y="535"/>
                </a:cubicBezTo>
                <a:lnTo>
                  <a:pt x="150" y="543"/>
                </a:lnTo>
                <a:lnTo>
                  <a:pt x="173" y="544"/>
                </a:lnTo>
                <a:cubicBezTo>
                  <a:pt x="208" y="544"/>
                  <a:pt x="252" y="552"/>
                  <a:pt x="305" y="566"/>
                </a:cubicBezTo>
                <a:cubicBezTo>
                  <a:pt x="358" y="580"/>
                  <a:pt x="400" y="588"/>
                  <a:pt x="432" y="590"/>
                </a:cubicBezTo>
                <a:lnTo>
                  <a:pt x="444" y="590"/>
                </a:lnTo>
                <a:cubicBezTo>
                  <a:pt x="451" y="583"/>
                  <a:pt x="458" y="573"/>
                  <a:pt x="463" y="559"/>
                </a:cubicBezTo>
                <a:cubicBezTo>
                  <a:pt x="469" y="544"/>
                  <a:pt x="479" y="532"/>
                  <a:pt x="495" y="521"/>
                </a:cubicBezTo>
                <a:cubicBezTo>
                  <a:pt x="517" y="506"/>
                  <a:pt x="536" y="499"/>
                  <a:pt x="551" y="499"/>
                </a:cubicBezTo>
                <a:cubicBezTo>
                  <a:pt x="560" y="499"/>
                  <a:pt x="564" y="502"/>
                  <a:pt x="564" y="508"/>
                </a:cubicBezTo>
                <a:cubicBezTo>
                  <a:pt x="564" y="533"/>
                  <a:pt x="544" y="565"/>
                  <a:pt x="503" y="601"/>
                </a:cubicBezTo>
                <a:cubicBezTo>
                  <a:pt x="462" y="638"/>
                  <a:pt x="415" y="657"/>
                  <a:pt x="363" y="657"/>
                </a:cubicBezTo>
                <a:cubicBezTo>
                  <a:pt x="332" y="657"/>
                  <a:pt x="288" y="650"/>
                  <a:pt x="232" y="636"/>
                </a:cubicBezTo>
                <a:cubicBezTo>
                  <a:pt x="177" y="623"/>
                  <a:pt x="137" y="614"/>
                  <a:pt x="112" y="612"/>
                </a:cubicBezTo>
                <a:lnTo>
                  <a:pt x="99" y="611"/>
                </a:lnTo>
                <a:lnTo>
                  <a:pt x="90" y="619"/>
                </a:lnTo>
                <a:cubicBezTo>
                  <a:pt x="77" y="631"/>
                  <a:pt x="64" y="641"/>
                  <a:pt x="50" y="647"/>
                </a:cubicBezTo>
                <a:lnTo>
                  <a:pt x="27" y="65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3281040" y="4576680"/>
            <a:ext cx="91080" cy="104400"/>
          </a:xfrm>
          <a:custGeom>
            <a:avLst/>
            <a:gdLst/>
            <a:ahLst/>
            <a:rect l="0" t="0" r="r" b="b"/>
            <a:pathLst>
              <a:path w="253" h="290">
                <a:moveTo>
                  <a:pt x="0" y="181"/>
                </a:moveTo>
                <a:cubicBezTo>
                  <a:pt x="0" y="134"/>
                  <a:pt x="19" y="92"/>
                  <a:pt x="55" y="55"/>
                </a:cubicBezTo>
                <a:cubicBezTo>
                  <a:pt x="93" y="18"/>
                  <a:pt x="132" y="0"/>
                  <a:pt x="175" y="0"/>
                </a:cubicBezTo>
                <a:cubicBezTo>
                  <a:pt x="199" y="0"/>
                  <a:pt x="217" y="5"/>
                  <a:pt x="231" y="15"/>
                </a:cubicBezTo>
                <a:cubicBezTo>
                  <a:pt x="245" y="25"/>
                  <a:pt x="252" y="39"/>
                  <a:pt x="252" y="55"/>
                </a:cubicBezTo>
                <a:cubicBezTo>
                  <a:pt x="252" y="68"/>
                  <a:pt x="248" y="78"/>
                  <a:pt x="240" y="86"/>
                </a:cubicBezTo>
                <a:cubicBezTo>
                  <a:pt x="232" y="95"/>
                  <a:pt x="222" y="99"/>
                  <a:pt x="209" y="100"/>
                </a:cubicBezTo>
                <a:cubicBezTo>
                  <a:pt x="201" y="100"/>
                  <a:pt x="195" y="98"/>
                  <a:pt x="190" y="93"/>
                </a:cubicBezTo>
                <a:cubicBezTo>
                  <a:pt x="185" y="89"/>
                  <a:pt x="183" y="83"/>
                  <a:pt x="183" y="74"/>
                </a:cubicBezTo>
                <a:cubicBezTo>
                  <a:pt x="183" y="66"/>
                  <a:pt x="185" y="59"/>
                  <a:pt x="190" y="53"/>
                </a:cubicBezTo>
                <a:cubicBezTo>
                  <a:pt x="195" y="47"/>
                  <a:pt x="200" y="42"/>
                  <a:pt x="204" y="39"/>
                </a:cubicBezTo>
                <a:cubicBezTo>
                  <a:pt x="209" y="36"/>
                  <a:pt x="212" y="35"/>
                  <a:pt x="213" y="35"/>
                </a:cubicBezTo>
                <a:lnTo>
                  <a:pt x="214" y="35"/>
                </a:lnTo>
                <a:cubicBezTo>
                  <a:pt x="214" y="35"/>
                  <a:pt x="212" y="33"/>
                  <a:pt x="210" y="32"/>
                </a:cubicBezTo>
                <a:cubicBezTo>
                  <a:pt x="207" y="30"/>
                  <a:pt x="203" y="28"/>
                  <a:pt x="197" y="27"/>
                </a:cubicBezTo>
                <a:cubicBezTo>
                  <a:pt x="190" y="25"/>
                  <a:pt x="183" y="24"/>
                  <a:pt x="175" y="24"/>
                </a:cubicBezTo>
                <a:cubicBezTo>
                  <a:pt x="162" y="24"/>
                  <a:pt x="150" y="27"/>
                  <a:pt x="138" y="33"/>
                </a:cubicBezTo>
                <a:cubicBezTo>
                  <a:pt x="130" y="37"/>
                  <a:pt x="120" y="43"/>
                  <a:pt x="111" y="53"/>
                </a:cubicBezTo>
                <a:cubicBezTo>
                  <a:pt x="92" y="71"/>
                  <a:pt x="78" y="98"/>
                  <a:pt x="69" y="132"/>
                </a:cubicBezTo>
                <a:cubicBezTo>
                  <a:pt x="61" y="167"/>
                  <a:pt x="56" y="191"/>
                  <a:pt x="56" y="207"/>
                </a:cubicBezTo>
                <a:cubicBezTo>
                  <a:pt x="56" y="226"/>
                  <a:pt x="61" y="241"/>
                  <a:pt x="72" y="251"/>
                </a:cubicBezTo>
                <a:cubicBezTo>
                  <a:pt x="82" y="261"/>
                  <a:pt x="95" y="266"/>
                  <a:pt x="110" y="266"/>
                </a:cubicBezTo>
                <a:lnTo>
                  <a:pt x="113" y="266"/>
                </a:lnTo>
                <a:cubicBezTo>
                  <a:pt x="161" y="266"/>
                  <a:pt x="200" y="248"/>
                  <a:pt x="231" y="212"/>
                </a:cubicBezTo>
                <a:cubicBezTo>
                  <a:pt x="235" y="208"/>
                  <a:pt x="237" y="205"/>
                  <a:pt x="239" y="205"/>
                </a:cubicBezTo>
                <a:cubicBezTo>
                  <a:pt x="240" y="205"/>
                  <a:pt x="243" y="207"/>
                  <a:pt x="247" y="211"/>
                </a:cubicBezTo>
                <a:cubicBezTo>
                  <a:pt x="251" y="215"/>
                  <a:pt x="253" y="218"/>
                  <a:pt x="253" y="220"/>
                </a:cubicBezTo>
                <a:cubicBezTo>
                  <a:pt x="254" y="222"/>
                  <a:pt x="252" y="225"/>
                  <a:pt x="248" y="230"/>
                </a:cubicBezTo>
                <a:cubicBezTo>
                  <a:pt x="243" y="234"/>
                  <a:pt x="237" y="240"/>
                  <a:pt x="229" y="248"/>
                </a:cubicBezTo>
                <a:cubicBezTo>
                  <a:pt x="221" y="255"/>
                  <a:pt x="211" y="262"/>
                  <a:pt x="200" y="267"/>
                </a:cubicBezTo>
                <a:cubicBezTo>
                  <a:pt x="189" y="272"/>
                  <a:pt x="176" y="277"/>
                  <a:pt x="160" y="283"/>
                </a:cubicBezTo>
                <a:cubicBezTo>
                  <a:pt x="143" y="288"/>
                  <a:pt x="126" y="291"/>
                  <a:pt x="108" y="290"/>
                </a:cubicBezTo>
                <a:cubicBezTo>
                  <a:pt x="76" y="290"/>
                  <a:pt x="50" y="279"/>
                  <a:pt x="30" y="259"/>
                </a:cubicBezTo>
                <a:cubicBezTo>
                  <a:pt x="11" y="239"/>
                  <a:pt x="1" y="213"/>
                  <a:pt x="0" y="18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3479400" y="4439880"/>
            <a:ext cx="216720" cy="216360"/>
          </a:xfrm>
          <a:custGeom>
            <a:avLst/>
            <a:gdLst/>
            <a:ahLst/>
            <a:rect l="0" t="0" r="r" b="b"/>
            <a:pathLst>
              <a:path w="602" h="601">
                <a:moveTo>
                  <a:pt x="13" y="283"/>
                </a:moveTo>
                <a:lnTo>
                  <a:pt x="283" y="283"/>
                </a:lnTo>
                <a:lnTo>
                  <a:pt x="283" y="147"/>
                </a:lnTo>
                <a:lnTo>
                  <a:pt x="284" y="12"/>
                </a:lnTo>
                <a:cubicBezTo>
                  <a:pt x="290" y="4"/>
                  <a:pt x="296" y="0"/>
                  <a:pt x="301" y="0"/>
                </a:cubicBezTo>
                <a:cubicBezTo>
                  <a:pt x="309" y="0"/>
                  <a:pt x="315" y="5"/>
                  <a:pt x="320" y="14"/>
                </a:cubicBezTo>
                <a:lnTo>
                  <a:pt x="320" y="283"/>
                </a:lnTo>
                <a:lnTo>
                  <a:pt x="588" y="283"/>
                </a:lnTo>
                <a:cubicBezTo>
                  <a:pt x="597" y="288"/>
                  <a:pt x="602" y="294"/>
                  <a:pt x="602" y="301"/>
                </a:cubicBezTo>
                <a:cubicBezTo>
                  <a:pt x="602" y="308"/>
                  <a:pt x="597" y="314"/>
                  <a:pt x="588" y="319"/>
                </a:cubicBezTo>
                <a:lnTo>
                  <a:pt x="320" y="319"/>
                </a:lnTo>
                <a:lnTo>
                  <a:pt x="320" y="589"/>
                </a:lnTo>
                <a:cubicBezTo>
                  <a:pt x="315" y="597"/>
                  <a:pt x="309" y="601"/>
                  <a:pt x="303" y="601"/>
                </a:cubicBezTo>
                <a:lnTo>
                  <a:pt x="301" y="601"/>
                </a:lnTo>
                <a:lnTo>
                  <a:pt x="300" y="601"/>
                </a:lnTo>
                <a:cubicBezTo>
                  <a:pt x="292" y="601"/>
                  <a:pt x="287" y="597"/>
                  <a:pt x="283" y="589"/>
                </a:cubicBezTo>
                <a:lnTo>
                  <a:pt x="283" y="319"/>
                </a:lnTo>
                <a:lnTo>
                  <a:pt x="13" y="319"/>
                </a:lnTo>
                <a:cubicBezTo>
                  <a:pt x="4" y="315"/>
                  <a:pt x="0" y="309"/>
                  <a:pt x="0" y="301"/>
                </a:cubicBezTo>
                <a:cubicBezTo>
                  <a:pt x="0" y="293"/>
                  <a:pt x="4" y="287"/>
                  <a:pt x="13" y="28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3796560" y="4400280"/>
            <a:ext cx="203040" cy="236520"/>
          </a:xfrm>
          <a:custGeom>
            <a:avLst/>
            <a:gdLst/>
            <a:ahLst/>
            <a:rect l="0" t="0" r="r" b="b"/>
            <a:pathLst>
              <a:path w="564" h="657">
                <a:moveTo>
                  <a:pt x="27" y="657"/>
                </a:moveTo>
                <a:cubicBezTo>
                  <a:pt x="27" y="657"/>
                  <a:pt x="22" y="657"/>
                  <a:pt x="13" y="657"/>
                </a:cubicBezTo>
                <a:cubicBezTo>
                  <a:pt x="4" y="657"/>
                  <a:pt x="0" y="654"/>
                  <a:pt x="0" y="647"/>
                </a:cubicBezTo>
                <a:cubicBezTo>
                  <a:pt x="0" y="641"/>
                  <a:pt x="7" y="631"/>
                  <a:pt x="21" y="616"/>
                </a:cubicBezTo>
                <a:cubicBezTo>
                  <a:pt x="36" y="601"/>
                  <a:pt x="44" y="591"/>
                  <a:pt x="46" y="588"/>
                </a:cubicBezTo>
                <a:cubicBezTo>
                  <a:pt x="64" y="563"/>
                  <a:pt x="80" y="527"/>
                  <a:pt x="95" y="481"/>
                </a:cubicBezTo>
                <a:cubicBezTo>
                  <a:pt x="110" y="435"/>
                  <a:pt x="123" y="391"/>
                  <a:pt x="133" y="348"/>
                </a:cubicBezTo>
                <a:cubicBezTo>
                  <a:pt x="144" y="304"/>
                  <a:pt x="160" y="258"/>
                  <a:pt x="182" y="210"/>
                </a:cubicBezTo>
                <a:cubicBezTo>
                  <a:pt x="204" y="161"/>
                  <a:pt x="231" y="120"/>
                  <a:pt x="262" y="87"/>
                </a:cubicBezTo>
                <a:cubicBezTo>
                  <a:pt x="287" y="63"/>
                  <a:pt x="316" y="42"/>
                  <a:pt x="349" y="26"/>
                </a:cubicBezTo>
                <a:cubicBezTo>
                  <a:pt x="382" y="9"/>
                  <a:pt x="417" y="0"/>
                  <a:pt x="451" y="0"/>
                </a:cubicBezTo>
                <a:cubicBezTo>
                  <a:pt x="468" y="0"/>
                  <a:pt x="482" y="3"/>
                  <a:pt x="493" y="8"/>
                </a:cubicBezTo>
                <a:cubicBezTo>
                  <a:pt x="505" y="14"/>
                  <a:pt x="513" y="21"/>
                  <a:pt x="517" y="31"/>
                </a:cubicBezTo>
                <a:cubicBezTo>
                  <a:pt x="521" y="41"/>
                  <a:pt x="524" y="48"/>
                  <a:pt x="527" y="54"/>
                </a:cubicBezTo>
                <a:cubicBezTo>
                  <a:pt x="529" y="60"/>
                  <a:pt x="530" y="67"/>
                  <a:pt x="530" y="74"/>
                </a:cubicBezTo>
                <a:lnTo>
                  <a:pt x="530" y="85"/>
                </a:lnTo>
                <a:cubicBezTo>
                  <a:pt x="530" y="103"/>
                  <a:pt x="529" y="115"/>
                  <a:pt x="527" y="121"/>
                </a:cubicBezTo>
                <a:cubicBezTo>
                  <a:pt x="525" y="128"/>
                  <a:pt x="520" y="135"/>
                  <a:pt x="511" y="142"/>
                </a:cubicBezTo>
                <a:cubicBezTo>
                  <a:pt x="501" y="152"/>
                  <a:pt x="489" y="161"/>
                  <a:pt x="475" y="167"/>
                </a:cubicBezTo>
                <a:cubicBezTo>
                  <a:pt x="462" y="174"/>
                  <a:pt x="450" y="177"/>
                  <a:pt x="439" y="177"/>
                </a:cubicBezTo>
                <a:cubicBezTo>
                  <a:pt x="430" y="177"/>
                  <a:pt x="426" y="174"/>
                  <a:pt x="426" y="167"/>
                </a:cubicBezTo>
                <a:cubicBezTo>
                  <a:pt x="426" y="165"/>
                  <a:pt x="426" y="161"/>
                  <a:pt x="428" y="153"/>
                </a:cubicBezTo>
                <a:cubicBezTo>
                  <a:pt x="429" y="145"/>
                  <a:pt x="429" y="138"/>
                  <a:pt x="429" y="131"/>
                </a:cubicBezTo>
                <a:cubicBezTo>
                  <a:pt x="429" y="113"/>
                  <a:pt x="425" y="98"/>
                  <a:pt x="418" y="86"/>
                </a:cubicBezTo>
                <a:cubicBezTo>
                  <a:pt x="409" y="74"/>
                  <a:pt x="396" y="68"/>
                  <a:pt x="379" y="68"/>
                </a:cubicBezTo>
                <a:cubicBezTo>
                  <a:pt x="361" y="68"/>
                  <a:pt x="349" y="72"/>
                  <a:pt x="341" y="80"/>
                </a:cubicBezTo>
                <a:cubicBezTo>
                  <a:pt x="315" y="103"/>
                  <a:pt x="292" y="141"/>
                  <a:pt x="271" y="192"/>
                </a:cubicBezTo>
                <a:cubicBezTo>
                  <a:pt x="251" y="244"/>
                  <a:pt x="232" y="302"/>
                  <a:pt x="215" y="365"/>
                </a:cubicBezTo>
                <a:cubicBezTo>
                  <a:pt x="199" y="428"/>
                  <a:pt x="187" y="467"/>
                  <a:pt x="181" y="483"/>
                </a:cubicBezTo>
                <a:cubicBezTo>
                  <a:pt x="168" y="511"/>
                  <a:pt x="159" y="529"/>
                  <a:pt x="155" y="535"/>
                </a:cubicBezTo>
                <a:lnTo>
                  <a:pt x="150" y="543"/>
                </a:lnTo>
                <a:lnTo>
                  <a:pt x="173" y="544"/>
                </a:lnTo>
                <a:cubicBezTo>
                  <a:pt x="207" y="544"/>
                  <a:pt x="251" y="552"/>
                  <a:pt x="304" y="566"/>
                </a:cubicBezTo>
                <a:cubicBezTo>
                  <a:pt x="357" y="580"/>
                  <a:pt x="399" y="588"/>
                  <a:pt x="431" y="590"/>
                </a:cubicBezTo>
                <a:lnTo>
                  <a:pt x="444" y="590"/>
                </a:lnTo>
                <a:cubicBezTo>
                  <a:pt x="451" y="583"/>
                  <a:pt x="457" y="573"/>
                  <a:pt x="463" y="559"/>
                </a:cubicBezTo>
                <a:cubicBezTo>
                  <a:pt x="468" y="544"/>
                  <a:pt x="479" y="532"/>
                  <a:pt x="494" y="521"/>
                </a:cubicBezTo>
                <a:cubicBezTo>
                  <a:pt x="517" y="506"/>
                  <a:pt x="535" y="499"/>
                  <a:pt x="550" y="499"/>
                </a:cubicBezTo>
                <a:cubicBezTo>
                  <a:pt x="559" y="499"/>
                  <a:pt x="564" y="502"/>
                  <a:pt x="564" y="508"/>
                </a:cubicBezTo>
                <a:cubicBezTo>
                  <a:pt x="564" y="533"/>
                  <a:pt x="543" y="565"/>
                  <a:pt x="502" y="601"/>
                </a:cubicBezTo>
                <a:cubicBezTo>
                  <a:pt x="462" y="638"/>
                  <a:pt x="415" y="657"/>
                  <a:pt x="362" y="657"/>
                </a:cubicBezTo>
                <a:cubicBezTo>
                  <a:pt x="330" y="657"/>
                  <a:pt x="287" y="650"/>
                  <a:pt x="232" y="636"/>
                </a:cubicBezTo>
                <a:cubicBezTo>
                  <a:pt x="176" y="623"/>
                  <a:pt x="136" y="614"/>
                  <a:pt x="112" y="612"/>
                </a:cubicBezTo>
                <a:lnTo>
                  <a:pt x="98" y="611"/>
                </a:lnTo>
                <a:lnTo>
                  <a:pt x="89" y="619"/>
                </a:lnTo>
                <a:cubicBezTo>
                  <a:pt x="77" y="631"/>
                  <a:pt x="64" y="641"/>
                  <a:pt x="49" y="647"/>
                </a:cubicBezTo>
                <a:lnTo>
                  <a:pt x="27" y="65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4033080" y="4576680"/>
            <a:ext cx="84600" cy="104040"/>
          </a:xfrm>
          <a:custGeom>
            <a:avLst/>
            <a:gdLst/>
            <a:ahLst/>
            <a:rect l="0" t="0" r="r" b="b"/>
            <a:pathLst>
              <a:path w="235" h="289">
                <a:moveTo>
                  <a:pt x="50" y="97"/>
                </a:moveTo>
                <a:cubicBezTo>
                  <a:pt x="50" y="84"/>
                  <a:pt x="53" y="70"/>
                  <a:pt x="60" y="56"/>
                </a:cubicBezTo>
                <a:cubicBezTo>
                  <a:pt x="67" y="42"/>
                  <a:pt x="79" y="29"/>
                  <a:pt x="96" y="17"/>
                </a:cubicBezTo>
                <a:cubicBezTo>
                  <a:pt x="114" y="5"/>
                  <a:pt x="134" y="-1"/>
                  <a:pt x="159" y="0"/>
                </a:cubicBezTo>
                <a:cubicBezTo>
                  <a:pt x="185" y="0"/>
                  <a:pt x="204" y="5"/>
                  <a:pt x="216" y="17"/>
                </a:cubicBezTo>
                <a:cubicBezTo>
                  <a:pt x="228" y="28"/>
                  <a:pt x="234" y="41"/>
                  <a:pt x="235" y="55"/>
                </a:cubicBezTo>
                <a:cubicBezTo>
                  <a:pt x="235" y="69"/>
                  <a:pt x="231" y="79"/>
                  <a:pt x="224" y="85"/>
                </a:cubicBezTo>
                <a:cubicBezTo>
                  <a:pt x="216" y="92"/>
                  <a:pt x="208" y="95"/>
                  <a:pt x="199" y="95"/>
                </a:cubicBezTo>
                <a:cubicBezTo>
                  <a:pt x="194" y="95"/>
                  <a:pt x="189" y="94"/>
                  <a:pt x="184" y="90"/>
                </a:cubicBezTo>
                <a:cubicBezTo>
                  <a:pt x="179" y="87"/>
                  <a:pt x="177" y="81"/>
                  <a:pt x="176" y="74"/>
                </a:cubicBezTo>
                <a:cubicBezTo>
                  <a:pt x="176" y="67"/>
                  <a:pt x="178" y="61"/>
                  <a:pt x="182" y="56"/>
                </a:cubicBezTo>
                <a:cubicBezTo>
                  <a:pt x="186" y="51"/>
                  <a:pt x="190" y="47"/>
                  <a:pt x="193" y="44"/>
                </a:cubicBezTo>
                <a:cubicBezTo>
                  <a:pt x="196" y="42"/>
                  <a:pt x="199" y="41"/>
                  <a:pt x="201" y="41"/>
                </a:cubicBezTo>
                <a:cubicBezTo>
                  <a:pt x="202" y="41"/>
                  <a:pt x="202" y="40"/>
                  <a:pt x="202" y="40"/>
                </a:cubicBezTo>
                <a:cubicBezTo>
                  <a:pt x="202" y="39"/>
                  <a:pt x="200" y="37"/>
                  <a:pt x="198" y="34"/>
                </a:cubicBezTo>
                <a:cubicBezTo>
                  <a:pt x="195" y="32"/>
                  <a:pt x="189" y="29"/>
                  <a:pt x="182" y="27"/>
                </a:cubicBezTo>
                <a:cubicBezTo>
                  <a:pt x="174" y="25"/>
                  <a:pt x="166" y="24"/>
                  <a:pt x="157" y="23"/>
                </a:cubicBezTo>
                <a:cubicBezTo>
                  <a:pt x="136" y="23"/>
                  <a:pt x="121" y="29"/>
                  <a:pt x="112" y="40"/>
                </a:cubicBezTo>
                <a:cubicBezTo>
                  <a:pt x="103" y="51"/>
                  <a:pt x="97" y="62"/>
                  <a:pt x="96" y="74"/>
                </a:cubicBezTo>
                <a:cubicBezTo>
                  <a:pt x="96" y="84"/>
                  <a:pt x="101" y="92"/>
                  <a:pt x="109" y="96"/>
                </a:cubicBezTo>
                <a:cubicBezTo>
                  <a:pt x="118" y="100"/>
                  <a:pt x="129" y="105"/>
                  <a:pt x="145" y="108"/>
                </a:cubicBezTo>
                <a:cubicBezTo>
                  <a:pt x="160" y="111"/>
                  <a:pt x="171" y="114"/>
                  <a:pt x="178" y="117"/>
                </a:cubicBezTo>
                <a:cubicBezTo>
                  <a:pt x="206" y="130"/>
                  <a:pt x="220" y="150"/>
                  <a:pt x="220" y="179"/>
                </a:cubicBezTo>
                <a:cubicBezTo>
                  <a:pt x="220" y="191"/>
                  <a:pt x="218" y="203"/>
                  <a:pt x="213" y="214"/>
                </a:cubicBezTo>
                <a:cubicBezTo>
                  <a:pt x="208" y="226"/>
                  <a:pt x="201" y="238"/>
                  <a:pt x="192" y="250"/>
                </a:cubicBezTo>
                <a:cubicBezTo>
                  <a:pt x="182" y="262"/>
                  <a:pt x="169" y="271"/>
                  <a:pt x="152" y="278"/>
                </a:cubicBezTo>
                <a:cubicBezTo>
                  <a:pt x="134" y="285"/>
                  <a:pt x="114" y="289"/>
                  <a:pt x="91" y="289"/>
                </a:cubicBezTo>
                <a:cubicBezTo>
                  <a:pt x="58" y="289"/>
                  <a:pt x="35" y="283"/>
                  <a:pt x="21" y="271"/>
                </a:cubicBezTo>
                <a:cubicBezTo>
                  <a:pt x="7" y="258"/>
                  <a:pt x="0" y="244"/>
                  <a:pt x="0" y="227"/>
                </a:cubicBezTo>
                <a:cubicBezTo>
                  <a:pt x="0" y="211"/>
                  <a:pt x="5" y="199"/>
                  <a:pt x="13" y="191"/>
                </a:cubicBezTo>
                <a:cubicBezTo>
                  <a:pt x="22" y="184"/>
                  <a:pt x="32" y="181"/>
                  <a:pt x="42" y="181"/>
                </a:cubicBezTo>
                <a:cubicBezTo>
                  <a:pt x="48" y="181"/>
                  <a:pt x="54" y="183"/>
                  <a:pt x="59" y="186"/>
                </a:cubicBezTo>
                <a:cubicBezTo>
                  <a:pt x="65" y="190"/>
                  <a:pt x="68" y="197"/>
                  <a:pt x="68" y="206"/>
                </a:cubicBezTo>
                <a:cubicBezTo>
                  <a:pt x="68" y="217"/>
                  <a:pt x="64" y="227"/>
                  <a:pt x="57" y="234"/>
                </a:cubicBezTo>
                <a:cubicBezTo>
                  <a:pt x="49" y="242"/>
                  <a:pt x="43" y="246"/>
                  <a:pt x="37" y="246"/>
                </a:cubicBezTo>
                <a:cubicBezTo>
                  <a:pt x="36" y="246"/>
                  <a:pt x="36" y="246"/>
                  <a:pt x="35" y="246"/>
                </a:cubicBezTo>
                <a:cubicBezTo>
                  <a:pt x="35" y="246"/>
                  <a:pt x="34" y="247"/>
                  <a:pt x="34" y="248"/>
                </a:cubicBezTo>
                <a:cubicBezTo>
                  <a:pt x="35" y="249"/>
                  <a:pt x="37" y="251"/>
                  <a:pt x="40" y="253"/>
                </a:cubicBezTo>
                <a:cubicBezTo>
                  <a:pt x="43" y="255"/>
                  <a:pt x="49" y="258"/>
                  <a:pt x="59" y="261"/>
                </a:cubicBezTo>
                <a:cubicBezTo>
                  <a:pt x="70" y="264"/>
                  <a:pt x="81" y="266"/>
                  <a:pt x="94" y="265"/>
                </a:cubicBezTo>
                <a:cubicBezTo>
                  <a:pt x="111" y="265"/>
                  <a:pt x="124" y="263"/>
                  <a:pt x="135" y="258"/>
                </a:cubicBezTo>
                <a:cubicBezTo>
                  <a:pt x="146" y="254"/>
                  <a:pt x="154" y="248"/>
                  <a:pt x="159" y="241"/>
                </a:cubicBezTo>
                <a:cubicBezTo>
                  <a:pt x="164" y="233"/>
                  <a:pt x="168" y="227"/>
                  <a:pt x="170" y="221"/>
                </a:cubicBezTo>
                <a:cubicBezTo>
                  <a:pt x="172" y="215"/>
                  <a:pt x="173" y="210"/>
                  <a:pt x="173" y="205"/>
                </a:cubicBezTo>
                <a:cubicBezTo>
                  <a:pt x="173" y="193"/>
                  <a:pt x="169" y="184"/>
                  <a:pt x="160" y="178"/>
                </a:cubicBezTo>
                <a:cubicBezTo>
                  <a:pt x="151" y="172"/>
                  <a:pt x="141" y="168"/>
                  <a:pt x="129" y="167"/>
                </a:cubicBezTo>
                <a:cubicBezTo>
                  <a:pt x="118" y="166"/>
                  <a:pt x="105" y="163"/>
                  <a:pt x="91" y="158"/>
                </a:cubicBezTo>
                <a:cubicBezTo>
                  <a:pt x="77" y="153"/>
                  <a:pt x="67" y="145"/>
                  <a:pt x="61" y="135"/>
                </a:cubicBezTo>
                <a:cubicBezTo>
                  <a:pt x="53" y="125"/>
                  <a:pt x="50" y="112"/>
                  <a:pt x="50" y="9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747720" y="4334040"/>
            <a:ext cx="234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これで定義される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4597560" y="4400280"/>
            <a:ext cx="231120" cy="236520"/>
          </a:xfrm>
          <a:custGeom>
            <a:avLst/>
            <a:gdLst/>
            <a:ahLst/>
            <a:rect l="0" t="0" r="r" b="b"/>
            <a:pathLst>
              <a:path w="642" h="657">
                <a:moveTo>
                  <a:pt x="0" y="409"/>
                </a:moveTo>
                <a:cubicBezTo>
                  <a:pt x="0" y="340"/>
                  <a:pt x="20" y="273"/>
                  <a:pt x="60" y="210"/>
                </a:cubicBezTo>
                <a:cubicBezTo>
                  <a:pt x="101" y="146"/>
                  <a:pt x="152" y="95"/>
                  <a:pt x="213" y="58"/>
                </a:cubicBezTo>
                <a:cubicBezTo>
                  <a:pt x="274" y="21"/>
                  <a:pt x="336" y="2"/>
                  <a:pt x="398" y="1"/>
                </a:cubicBezTo>
                <a:cubicBezTo>
                  <a:pt x="452" y="1"/>
                  <a:pt x="495" y="17"/>
                  <a:pt x="527" y="47"/>
                </a:cubicBezTo>
                <a:cubicBezTo>
                  <a:pt x="532" y="53"/>
                  <a:pt x="537" y="58"/>
                  <a:pt x="540" y="63"/>
                </a:cubicBezTo>
                <a:cubicBezTo>
                  <a:pt x="544" y="67"/>
                  <a:pt x="546" y="70"/>
                  <a:pt x="548" y="72"/>
                </a:cubicBezTo>
                <a:lnTo>
                  <a:pt x="549" y="74"/>
                </a:lnTo>
                <a:cubicBezTo>
                  <a:pt x="550" y="74"/>
                  <a:pt x="559" y="67"/>
                  <a:pt x="573" y="51"/>
                </a:cubicBezTo>
                <a:cubicBezTo>
                  <a:pt x="577" y="47"/>
                  <a:pt x="582" y="43"/>
                  <a:pt x="586" y="38"/>
                </a:cubicBezTo>
                <a:cubicBezTo>
                  <a:pt x="591" y="33"/>
                  <a:pt x="596" y="29"/>
                  <a:pt x="601" y="24"/>
                </a:cubicBezTo>
                <a:cubicBezTo>
                  <a:pt x="606" y="19"/>
                  <a:pt x="609" y="16"/>
                  <a:pt x="610" y="14"/>
                </a:cubicBezTo>
                <a:lnTo>
                  <a:pt x="623" y="0"/>
                </a:lnTo>
                <a:lnTo>
                  <a:pt x="629" y="0"/>
                </a:lnTo>
                <a:cubicBezTo>
                  <a:pt x="637" y="0"/>
                  <a:pt x="642" y="3"/>
                  <a:pt x="642" y="7"/>
                </a:cubicBezTo>
                <a:cubicBezTo>
                  <a:pt x="642" y="9"/>
                  <a:pt x="632" y="50"/>
                  <a:pt x="613" y="130"/>
                </a:cubicBezTo>
                <a:cubicBezTo>
                  <a:pt x="591" y="214"/>
                  <a:pt x="580" y="256"/>
                  <a:pt x="580" y="257"/>
                </a:cubicBezTo>
                <a:cubicBezTo>
                  <a:pt x="579" y="260"/>
                  <a:pt x="577" y="261"/>
                  <a:pt x="576" y="262"/>
                </a:cubicBezTo>
                <a:cubicBezTo>
                  <a:pt x="574" y="263"/>
                  <a:pt x="568" y="263"/>
                  <a:pt x="559" y="264"/>
                </a:cubicBezTo>
                <a:lnTo>
                  <a:pt x="545" y="264"/>
                </a:lnTo>
                <a:cubicBezTo>
                  <a:pt x="541" y="260"/>
                  <a:pt x="540" y="257"/>
                  <a:pt x="540" y="256"/>
                </a:cubicBezTo>
                <a:cubicBezTo>
                  <a:pt x="540" y="255"/>
                  <a:pt x="540" y="253"/>
                  <a:pt x="540" y="249"/>
                </a:cubicBezTo>
                <a:cubicBezTo>
                  <a:pt x="541" y="246"/>
                  <a:pt x="542" y="240"/>
                  <a:pt x="542" y="231"/>
                </a:cubicBezTo>
                <a:cubicBezTo>
                  <a:pt x="543" y="223"/>
                  <a:pt x="543" y="213"/>
                  <a:pt x="543" y="202"/>
                </a:cubicBezTo>
                <a:cubicBezTo>
                  <a:pt x="543" y="160"/>
                  <a:pt x="534" y="122"/>
                  <a:pt x="514" y="91"/>
                </a:cubicBezTo>
                <a:cubicBezTo>
                  <a:pt x="495" y="59"/>
                  <a:pt x="462" y="42"/>
                  <a:pt x="416" y="42"/>
                </a:cubicBezTo>
                <a:cubicBezTo>
                  <a:pt x="405" y="42"/>
                  <a:pt x="393" y="43"/>
                  <a:pt x="381" y="45"/>
                </a:cubicBezTo>
                <a:cubicBezTo>
                  <a:pt x="368" y="46"/>
                  <a:pt x="352" y="50"/>
                  <a:pt x="332" y="56"/>
                </a:cubicBezTo>
                <a:cubicBezTo>
                  <a:pt x="313" y="62"/>
                  <a:pt x="294" y="71"/>
                  <a:pt x="277" y="82"/>
                </a:cubicBezTo>
                <a:cubicBezTo>
                  <a:pt x="260" y="92"/>
                  <a:pt x="241" y="107"/>
                  <a:pt x="220" y="125"/>
                </a:cubicBezTo>
                <a:cubicBezTo>
                  <a:pt x="200" y="143"/>
                  <a:pt x="182" y="164"/>
                  <a:pt x="168" y="189"/>
                </a:cubicBezTo>
                <a:cubicBezTo>
                  <a:pt x="153" y="214"/>
                  <a:pt x="139" y="244"/>
                  <a:pt x="125" y="281"/>
                </a:cubicBezTo>
                <a:cubicBezTo>
                  <a:pt x="112" y="318"/>
                  <a:pt x="102" y="358"/>
                  <a:pt x="97" y="402"/>
                </a:cubicBezTo>
                <a:cubicBezTo>
                  <a:pt x="96" y="413"/>
                  <a:pt x="96" y="424"/>
                  <a:pt x="96" y="437"/>
                </a:cubicBezTo>
                <a:cubicBezTo>
                  <a:pt x="96" y="466"/>
                  <a:pt x="100" y="491"/>
                  <a:pt x="108" y="514"/>
                </a:cubicBezTo>
                <a:cubicBezTo>
                  <a:pt x="117" y="536"/>
                  <a:pt x="128" y="554"/>
                  <a:pt x="141" y="566"/>
                </a:cubicBezTo>
                <a:cubicBezTo>
                  <a:pt x="154" y="578"/>
                  <a:pt x="169" y="588"/>
                  <a:pt x="186" y="597"/>
                </a:cubicBezTo>
                <a:cubicBezTo>
                  <a:pt x="203" y="605"/>
                  <a:pt x="218" y="610"/>
                  <a:pt x="233" y="612"/>
                </a:cubicBezTo>
                <a:cubicBezTo>
                  <a:pt x="247" y="614"/>
                  <a:pt x="261" y="615"/>
                  <a:pt x="273" y="616"/>
                </a:cubicBezTo>
                <a:cubicBezTo>
                  <a:pt x="306" y="616"/>
                  <a:pt x="336" y="609"/>
                  <a:pt x="364" y="595"/>
                </a:cubicBezTo>
                <a:cubicBezTo>
                  <a:pt x="391" y="581"/>
                  <a:pt x="409" y="563"/>
                  <a:pt x="420" y="541"/>
                </a:cubicBezTo>
                <a:cubicBezTo>
                  <a:pt x="421" y="536"/>
                  <a:pt x="426" y="519"/>
                  <a:pt x="433" y="491"/>
                </a:cubicBezTo>
                <a:cubicBezTo>
                  <a:pt x="440" y="463"/>
                  <a:pt x="444" y="447"/>
                  <a:pt x="444" y="443"/>
                </a:cubicBezTo>
                <a:cubicBezTo>
                  <a:pt x="444" y="438"/>
                  <a:pt x="440" y="435"/>
                  <a:pt x="432" y="434"/>
                </a:cubicBezTo>
                <a:cubicBezTo>
                  <a:pt x="424" y="433"/>
                  <a:pt x="406" y="432"/>
                  <a:pt x="378" y="432"/>
                </a:cubicBezTo>
                <a:lnTo>
                  <a:pt x="344" y="432"/>
                </a:lnTo>
                <a:cubicBezTo>
                  <a:pt x="340" y="428"/>
                  <a:pt x="338" y="426"/>
                  <a:pt x="338" y="424"/>
                </a:cubicBezTo>
                <a:cubicBezTo>
                  <a:pt x="338" y="423"/>
                  <a:pt x="339" y="417"/>
                  <a:pt x="340" y="407"/>
                </a:cubicBezTo>
                <a:cubicBezTo>
                  <a:pt x="343" y="399"/>
                  <a:pt x="346" y="394"/>
                  <a:pt x="349" y="390"/>
                </a:cubicBezTo>
                <a:lnTo>
                  <a:pt x="365" y="390"/>
                </a:lnTo>
                <a:cubicBezTo>
                  <a:pt x="390" y="391"/>
                  <a:pt x="432" y="392"/>
                  <a:pt x="492" y="392"/>
                </a:cubicBezTo>
                <a:cubicBezTo>
                  <a:pt x="516" y="392"/>
                  <a:pt x="535" y="392"/>
                  <a:pt x="550" y="392"/>
                </a:cubicBezTo>
                <a:cubicBezTo>
                  <a:pt x="565" y="392"/>
                  <a:pt x="576" y="392"/>
                  <a:pt x="583" y="391"/>
                </a:cubicBezTo>
                <a:cubicBezTo>
                  <a:pt x="589" y="390"/>
                  <a:pt x="593" y="390"/>
                  <a:pt x="594" y="391"/>
                </a:cubicBezTo>
                <a:cubicBezTo>
                  <a:pt x="602" y="391"/>
                  <a:pt x="606" y="394"/>
                  <a:pt x="606" y="399"/>
                </a:cubicBezTo>
                <a:cubicBezTo>
                  <a:pt x="606" y="400"/>
                  <a:pt x="606" y="405"/>
                  <a:pt x="605" y="412"/>
                </a:cubicBezTo>
                <a:cubicBezTo>
                  <a:pt x="602" y="423"/>
                  <a:pt x="599" y="429"/>
                  <a:pt x="596" y="431"/>
                </a:cubicBezTo>
                <a:cubicBezTo>
                  <a:pt x="594" y="431"/>
                  <a:pt x="589" y="432"/>
                  <a:pt x="582" y="432"/>
                </a:cubicBezTo>
                <a:cubicBezTo>
                  <a:pt x="570" y="432"/>
                  <a:pt x="558" y="432"/>
                  <a:pt x="545" y="434"/>
                </a:cubicBezTo>
                <a:cubicBezTo>
                  <a:pt x="541" y="436"/>
                  <a:pt x="538" y="439"/>
                  <a:pt x="536" y="442"/>
                </a:cubicBezTo>
                <a:cubicBezTo>
                  <a:pt x="534" y="446"/>
                  <a:pt x="530" y="461"/>
                  <a:pt x="523" y="488"/>
                </a:cubicBezTo>
                <a:cubicBezTo>
                  <a:pt x="518" y="508"/>
                  <a:pt x="513" y="525"/>
                  <a:pt x="510" y="539"/>
                </a:cubicBezTo>
                <a:cubicBezTo>
                  <a:pt x="495" y="601"/>
                  <a:pt x="486" y="633"/>
                  <a:pt x="485" y="635"/>
                </a:cubicBezTo>
                <a:cubicBezTo>
                  <a:pt x="483" y="636"/>
                  <a:pt x="482" y="636"/>
                  <a:pt x="480" y="636"/>
                </a:cubicBezTo>
                <a:cubicBezTo>
                  <a:pt x="474" y="636"/>
                  <a:pt x="466" y="630"/>
                  <a:pt x="455" y="618"/>
                </a:cubicBezTo>
                <a:cubicBezTo>
                  <a:pt x="444" y="606"/>
                  <a:pt x="437" y="597"/>
                  <a:pt x="434" y="590"/>
                </a:cubicBezTo>
                <a:cubicBezTo>
                  <a:pt x="434" y="590"/>
                  <a:pt x="433" y="590"/>
                  <a:pt x="432" y="590"/>
                </a:cubicBezTo>
                <a:cubicBezTo>
                  <a:pt x="431" y="591"/>
                  <a:pt x="429" y="593"/>
                  <a:pt x="427" y="595"/>
                </a:cubicBezTo>
                <a:cubicBezTo>
                  <a:pt x="382" y="636"/>
                  <a:pt x="321" y="657"/>
                  <a:pt x="245" y="657"/>
                </a:cubicBezTo>
                <a:cubicBezTo>
                  <a:pt x="173" y="657"/>
                  <a:pt x="114" y="634"/>
                  <a:pt x="69" y="588"/>
                </a:cubicBezTo>
                <a:cubicBezTo>
                  <a:pt x="24" y="540"/>
                  <a:pt x="1" y="481"/>
                  <a:pt x="0" y="40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4143600" y="433404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7135200" y="4400280"/>
            <a:ext cx="203040" cy="236520"/>
          </a:xfrm>
          <a:custGeom>
            <a:avLst/>
            <a:gdLst/>
            <a:ahLst/>
            <a:rect l="0" t="0" r="r" b="b"/>
            <a:pathLst>
              <a:path w="564" h="657">
                <a:moveTo>
                  <a:pt x="27" y="657"/>
                </a:moveTo>
                <a:cubicBezTo>
                  <a:pt x="27" y="657"/>
                  <a:pt x="22" y="657"/>
                  <a:pt x="13" y="657"/>
                </a:cubicBezTo>
                <a:cubicBezTo>
                  <a:pt x="4" y="657"/>
                  <a:pt x="0" y="654"/>
                  <a:pt x="0" y="647"/>
                </a:cubicBezTo>
                <a:cubicBezTo>
                  <a:pt x="0" y="641"/>
                  <a:pt x="7" y="631"/>
                  <a:pt x="21" y="616"/>
                </a:cubicBezTo>
                <a:cubicBezTo>
                  <a:pt x="36" y="601"/>
                  <a:pt x="44" y="591"/>
                  <a:pt x="46" y="588"/>
                </a:cubicBezTo>
                <a:cubicBezTo>
                  <a:pt x="64" y="563"/>
                  <a:pt x="80" y="527"/>
                  <a:pt x="95" y="481"/>
                </a:cubicBezTo>
                <a:cubicBezTo>
                  <a:pt x="110" y="435"/>
                  <a:pt x="123" y="391"/>
                  <a:pt x="134" y="348"/>
                </a:cubicBezTo>
                <a:cubicBezTo>
                  <a:pt x="145" y="304"/>
                  <a:pt x="161" y="258"/>
                  <a:pt x="183" y="210"/>
                </a:cubicBezTo>
                <a:cubicBezTo>
                  <a:pt x="205" y="161"/>
                  <a:pt x="232" y="120"/>
                  <a:pt x="263" y="87"/>
                </a:cubicBezTo>
                <a:cubicBezTo>
                  <a:pt x="288" y="63"/>
                  <a:pt x="317" y="42"/>
                  <a:pt x="350" y="26"/>
                </a:cubicBezTo>
                <a:cubicBezTo>
                  <a:pt x="383" y="9"/>
                  <a:pt x="417" y="0"/>
                  <a:pt x="451" y="0"/>
                </a:cubicBezTo>
                <a:cubicBezTo>
                  <a:pt x="468" y="0"/>
                  <a:pt x="482" y="3"/>
                  <a:pt x="493" y="8"/>
                </a:cubicBezTo>
                <a:cubicBezTo>
                  <a:pt x="505" y="14"/>
                  <a:pt x="513" y="21"/>
                  <a:pt x="517" y="31"/>
                </a:cubicBezTo>
                <a:cubicBezTo>
                  <a:pt x="521" y="41"/>
                  <a:pt x="524" y="48"/>
                  <a:pt x="527" y="54"/>
                </a:cubicBezTo>
                <a:cubicBezTo>
                  <a:pt x="529" y="60"/>
                  <a:pt x="530" y="67"/>
                  <a:pt x="530" y="74"/>
                </a:cubicBezTo>
                <a:lnTo>
                  <a:pt x="530" y="85"/>
                </a:lnTo>
                <a:cubicBezTo>
                  <a:pt x="530" y="103"/>
                  <a:pt x="529" y="115"/>
                  <a:pt x="527" y="121"/>
                </a:cubicBezTo>
                <a:cubicBezTo>
                  <a:pt x="525" y="128"/>
                  <a:pt x="520" y="135"/>
                  <a:pt x="511" y="142"/>
                </a:cubicBezTo>
                <a:cubicBezTo>
                  <a:pt x="501" y="152"/>
                  <a:pt x="489" y="161"/>
                  <a:pt x="475" y="167"/>
                </a:cubicBezTo>
                <a:cubicBezTo>
                  <a:pt x="462" y="174"/>
                  <a:pt x="450" y="177"/>
                  <a:pt x="439" y="177"/>
                </a:cubicBezTo>
                <a:cubicBezTo>
                  <a:pt x="430" y="177"/>
                  <a:pt x="426" y="174"/>
                  <a:pt x="426" y="167"/>
                </a:cubicBezTo>
                <a:cubicBezTo>
                  <a:pt x="426" y="165"/>
                  <a:pt x="426" y="161"/>
                  <a:pt x="428" y="153"/>
                </a:cubicBezTo>
                <a:cubicBezTo>
                  <a:pt x="429" y="145"/>
                  <a:pt x="429" y="138"/>
                  <a:pt x="429" y="131"/>
                </a:cubicBezTo>
                <a:cubicBezTo>
                  <a:pt x="429" y="113"/>
                  <a:pt x="425" y="98"/>
                  <a:pt x="418" y="86"/>
                </a:cubicBezTo>
                <a:cubicBezTo>
                  <a:pt x="410" y="74"/>
                  <a:pt x="397" y="68"/>
                  <a:pt x="380" y="68"/>
                </a:cubicBezTo>
                <a:cubicBezTo>
                  <a:pt x="362" y="68"/>
                  <a:pt x="350" y="72"/>
                  <a:pt x="342" y="80"/>
                </a:cubicBezTo>
                <a:cubicBezTo>
                  <a:pt x="316" y="103"/>
                  <a:pt x="293" y="141"/>
                  <a:pt x="272" y="192"/>
                </a:cubicBezTo>
                <a:cubicBezTo>
                  <a:pt x="252" y="244"/>
                  <a:pt x="233" y="302"/>
                  <a:pt x="216" y="365"/>
                </a:cubicBezTo>
                <a:cubicBezTo>
                  <a:pt x="200" y="428"/>
                  <a:pt x="188" y="467"/>
                  <a:pt x="182" y="483"/>
                </a:cubicBezTo>
                <a:cubicBezTo>
                  <a:pt x="169" y="511"/>
                  <a:pt x="160" y="529"/>
                  <a:pt x="156" y="535"/>
                </a:cubicBezTo>
                <a:lnTo>
                  <a:pt x="151" y="543"/>
                </a:lnTo>
                <a:lnTo>
                  <a:pt x="174" y="544"/>
                </a:lnTo>
                <a:cubicBezTo>
                  <a:pt x="208" y="544"/>
                  <a:pt x="252" y="552"/>
                  <a:pt x="305" y="566"/>
                </a:cubicBezTo>
                <a:cubicBezTo>
                  <a:pt x="358" y="580"/>
                  <a:pt x="400" y="588"/>
                  <a:pt x="431" y="590"/>
                </a:cubicBezTo>
                <a:lnTo>
                  <a:pt x="444" y="590"/>
                </a:lnTo>
                <a:cubicBezTo>
                  <a:pt x="451" y="583"/>
                  <a:pt x="457" y="573"/>
                  <a:pt x="463" y="559"/>
                </a:cubicBezTo>
                <a:cubicBezTo>
                  <a:pt x="468" y="544"/>
                  <a:pt x="479" y="532"/>
                  <a:pt x="494" y="521"/>
                </a:cubicBezTo>
                <a:cubicBezTo>
                  <a:pt x="517" y="506"/>
                  <a:pt x="535" y="499"/>
                  <a:pt x="550" y="499"/>
                </a:cubicBezTo>
                <a:cubicBezTo>
                  <a:pt x="559" y="499"/>
                  <a:pt x="564" y="502"/>
                  <a:pt x="564" y="508"/>
                </a:cubicBezTo>
                <a:cubicBezTo>
                  <a:pt x="564" y="533"/>
                  <a:pt x="543" y="565"/>
                  <a:pt x="502" y="601"/>
                </a:cubicBezTo>
                <a:cubicBezTo>
                  <a:pt x="462" y="638"/>
                  <a:pt x="415" y="657"/>
                  <a:pt x="363" y="657"/>
                </a:cubicBezTo>
                <a:cubicBezTo>
                  <a:pt x="331" y="657"/>
                  <a:pt x="288" y="650"/>
                  <a:pt x="233" y="636"/>
                </a:cubicBezTo>
                <a:cubicBezTo>
                  <a:pt x="177" y="623"/>
                  <a:pt x="137" y="614"/>
                  <a:pt x="112" y="612"/>
                </a:cubicBezTo>
                <a:lnTo>
                  <a:pt x="98" y="611"/>
                </a:lnTo>
                <a:lnTo>
                  <a:pt x="89" y="619"/>
                </a:lnTo>
                <a:cubicBezTo>
                  <a:pt x="77" y="631"/>
                  <a:pt x="64" y="641"/>
                  <a:pt x="49" y="647"/>
                </a:cubicBezTo>
                <a:lnTo>
                  <a:pt x="27" y="65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7367400" y="4576680"/>
            <a:ext cx="91080" cy="104400"/>
          </a:xfrm>
          <a:custGeom>
            <a:avLst/>
            <a:gdLst/>
            <a:ahLst/>
            <a:rect l="0" t="0" r="r" b="b"/>
            <a:pathLst>
              <a:path w="253" h="290">
                <a:moveTo>
                  <a:pt x="0" y="181"/>
                </a:moveTo>
                <a:cubicBezTo>
                  <a:pt x="0" y="134"/>
                  <a:pt x="18" y="92"/>
                  <a:pt x="55" y="55"/>
                </a:cubicBezTo>
                <a:cubicBezTo>
                  <a:pt x="92" y="18"/>
                  <a:pt x="132" y="0"/>
                  <a:pt x="174" y="0"/>
                </a:cubicBezTo>
                <a:cubicBezTo>
                  <a:pt x="198" y="0"/>
                  <a:pt x="217" y="5"/>
                  <a:pt x="231" y="15"/>
                </a:cubicBezTo>
                <a:cubicBezTo>
                  <a:pt x="244" y="25"/>
                  <a:pt x="251" y="39"/>
                  <a:pt x="252" y="55"/>
                </a:cubicBezTo>
                <a:cubicBezTo>
                  <a:pt x="252" y="68"/>
                  <a:pt x="248" y="78"/>
                  <a:pt x="240" y="86"/>
                </a:cubicBezTo>
                <a:cubicBezTo>
                  <a:pt x="231" y="95"/>
                  <a:pt x="221" y="99"/>
                  <a:pt x="209" y="100"/>
                </a:cubicBezTo>
                <a:cubicBezTo>
                  <a:pt x="201" y="100"/>
                  <a:pt x="194" y="98"/>
                  <a:pt x="190" y="93"/>
                </a:cubicBezTo>
                <a:cubicBezTo>
                  <a:pt x="185" y="89"/>
                  <a:pt x="183" y="83"/>
                  <a:pt x="183" y="74"/>
                </a:cubicBezTo>
                <a:cubicBezTo>
                  <a:pt x="183" y="66"/>
                  <a:pt x="185" y="59"/>
                  <a:pt x="190" y="53"/>
                </a:cubicBezTo>
                <a:cubicBezTo>
                  <a:pt x="194" y="47"/>
                  <a:pt x="199" y="42"/>
                  <a:pt x="204" y="39"/>
                </a:cubicBezTo>
                <a:cubicBezTo>
                  <a:pt x="208" y="36"/>
                  <a:pt x="211" y="35"/>
                  <a:pt x="213" y="35"/>
                </a:cubicBezTo>
                <a:cubicBezTo>
                  <a:pt x="213" y="35"/>
                  <a:pt x="212" y="33"/>
                  <a:pt x="210" y="32"/>
                </a:cubicBezTo>
                <a:cubicBezTo>
                  <a:pt x="207" y="30"/>
                  <a:pt x="203" y="28"/>
                  <a:pt x="196" y="27"/>
                </a:cubicBezTo>
                <a:cubicBezTo>
                  <a:pt x="190" y="25"/>
                  <a:pt x="183" y="24"/>
                  <a:pt x="174" y="24"/>
                </a:cubicBezTo>
                <a:cubicBezTo>
                  <a:pt x="162" y="24"/>
                  <a:pt x="150" y="27"/>
                  <a:pt x="138" y="33"/>
                </a:cubicBezTo>
                <a:cubicBezTo>
                  <a:pt x="129" y="37"/>
                  <a:pt x="120" y="43"/>
                  <a:pt x="111" y="53"/>
                </a:cubicBezTo>
                <a:cubicBezTo>
                  <a:pt x="92" y="71"/>
                  <a:pt x="78" y="98"/>
                  <a:pt x="69" y="132"/>
                </a:cubicBezTo>
                <a:cubicBezTo>
                  <a:pt x="60" y="167"/>
                  <a:pt x="56" y="191"/>
                  <a:pt x="55" y="207"/>
                </a:cubicBezTo>
                <a:cubicBezTo>
                  <a:pt x="55" y="226"/>
                  <a:pt x="61" y="241"/>
                  <a:pt x="72" y="251"/>
                </a:cubicBezTo>
                <a:cubicBezTo>
                  <a:pt x="82" y="261"/>
                  <a:pt x="95" y="266"/>
                  <a:pt x="110" y="266"/>
                </a:cubicBezTo>
                <a:lnTo>
                  <a:pt x="113" y="266"/>
                </a:lnTo>
                <a:cubicBezTo>
                  <a:pt x="160" y="266"/>
                  <a:pt x="200" y="248"/>
                  <a:pt x="231" y="212"/>
                </a:cubicBezTo>
                <a:cubicBezTo>
                  <a:pt x="234" y="208"/>
                  <a:pt x="237" y="205"/>
                  <a:pt x="238" y="205"/>
                </a:cubicBezTo>
                <a:cubicBezTo>
                  <a:pt x="240" y="205"/>
                  <a:pt x="243" y="207"/>
                  <a:pt x="247" y="211"/>
                </a:cubicBezTo>
                <a:cubicBezTo>
                  <a:pt x="250" y="215"/>
                  <a:pt x="252" y="218"/>
                  <a:pt x="253" y="220"/>
                </a:cubicBezTo>
                <a:cubicBezTo>
                  <a:pt x="253" y="222"/>
                  <a:pt x="251" y="225"/>
                  <a:pt x="247" y="230"/>
                </a:cubicBezTo>
                <a:cubicBezTo>
                  <a:pt x="243" y="234"/>
                  <a:pt x="237" y="240"/>
                  <a:pt x="229" y="248"/>
                </a:cubicBezTo>
                <a:cubicBezTo>
                  <a:pt x="221" y="255"/>
                  <a:pt x="211" y="262"/>
                  <a:pt x="200" y="267"/>
                </a:cubicBezTo>
                <a:cubicBezTo>
                  <a:pt x="189" y="272"/>
                  <a:pt x="175" y="277"/>
                  <a:pt x="159" y="283"/>
                </a:cubicBezTo>
                <a:cubicBezTo>
                  <a:pt x="143" y="288"/>
                  <a:pt x="126" y="291"/>
                  <a:pt x="108" y="290"/>
                </a:cubicBezTo>
                <a:cubicBezTo>
                  <a:pt x="76" y="290"/>
                  <a:pt x="50" y="279"/>
                  <a:pt x="30" y="259"/>
                </a:cubicBezTo>
                <a:cubicBezTo>
                  <a:pt x="10" y="239"/>
                  <a:pt x="0" y="213"/>
                  <a:pt x="0" y="18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7574760" y="4541760"/>
            <a:ext cx="198360" cy="13320"/>
          </a:xfrm>
          <a:custGeom>
            <a:avLst/>
            <a:gdLst/>
            <a:ahLst/>
            <a:rect l="0" t="0" r="r" b="b"/>
            <a:pathLst>
              <a:path w="551" h="37">
                <a:moveTo>
                  <a:pt x="13" y="0"/>
                </a:moveTo>
                <a:lnTo>
                  <a:pt x="538" y="0"/>
                </a:lnTo>
                <a:cubicBezTo>
                  <a:pt x="547" y="6"/>
                  <a:pt x="551" y="12"/>
                  <a:pt x="551" y="19"/>
                </a:cubicBezTo>
                <a:cubicBezTo>
                  <a:pt x="551" y="26"/>
                  <a:pt x="547" y="32"/>
                  <a:pt x="538" y="37"/>
                </a:cubicBezTo>
                <a:lnTo>
                  <a:pt x="13" y="37"/>
                </a:lnTo>
                <a:cubicBezTo>
                  <a:pt x="4" y="33"/>
                  <a:pt x="0" y="27"/>
                  <a:pt x="0" y="19"/>
                </a:cubicBezTo>
                <a:cubicBezTo>
                  <a:pt x="0" y="11"/>
                  <a:pt x="4" y="5"/>
                  <a:pt x="13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7882560" y="4400280"/>
            <a:ext cx="203040" cy="236520"/>
          </a:xfrm>
          <a:custGeom>
            <a:avLst/>
            <a:gdLst/>
            <a:ahLst/>
            <a:rect l="0" t="0" r="r" b="b"/>
            <a:pathLst>
              <a:path w="564" h="657">
                <a:moveTo>
                  <a:pt x="27" y="657"/>
                </a:moveTo>
                <a:cubicBezTo>
                  <a:pt x="27" y="657"/>
                  <a:pt x="23" y="657"/>
                  <a:pt x="14" y="657"/>
                </a:cubicBezTo>
                <a:cubicBezTo>
                  <a:pt x="5" y="657"/>
                  <a:pt x="0" y="654"/>
                  <a:pt x="0" y="647"/>
                </a:cubicBezTo>
                <a:cubicBezTo>
                  <a:pt x="0" y="641"/>
                  <a:pt x="8" y="631"/>
                  <a:pt x="22" y="616"/>
                </a:cubicBezTo>
                <a:cubicBezTo>
                  <a:pt x="37" y="601"/>
                  <a:pt x="45" y="591"/>
                  <a:pt x="46" y="588"/>
                </a:cubicBezTo>
                <a:cubicBezTo>
                  <a:pt x="64" y="563"/>
                  <a:pt x="81" y="527"/>
                  <a:pt x="96" y="481"/>
                </a:cubicBezTo>
                <a:cubicBezTo>
                  <a:pt x="111" y="435"/>
                  <a:pt x="124" y="391"/>
                  <a:pt x="134" y="348"/>
                </a:cubicBezTo>
                <a:cubicBezTo>
                  <a:pt x="144" y="304"/>
                  <a:pt x="160" y="258"/>
                  <a:pt x="183" y="210"/>
                </a:cubicBezTo>
                <a:cubicBezTo>
                  <a:pt x="205" y="161"/>
                  <a:pt x="232" y="120"/>
                  <a:pt x="263" y="87"/>
                </a:cubicBezTo>
                <a:cubicBezTo>
                  <a:pt x="288" y="63"/>
                  <a:pt x="318" y="42"/>
                  <a:pt x="351" y="26"/>
                </a:cubicBezTo>
                <a:cubicBezTo>
                  <a:pt x="384" y="9"/>
                  <a:pt x="417" y="0"/>
                  <a:pt x="452" y="0"/>
                </a:cubicBezTo>
                <a:cubicBezTo>
                  <a:pt x="468" y="0"/>
                  <a:pt x="483" y="3"/>
                  <a:pt x="494" y="8"/>
                </a:cubicBezTo>
                <a:cubicBezTo>
                  <a:pt x="505" y="14"/>
                  <a:pt x="513" y="21"/>
                  <a:pt x="518" y="31"/>
                </a:cubicBezTo>
                <a:cubicBezTo>
                  <a:pt x="522" y="41"/>
                  <a:pt x="525" y="48"/>
                  <a:pt x="527" y="54"/>
                </a:cubicBezTo>
                <a:cubicBezTo>
                  <a:pt x="530" y="60"/>
                  <a:pt x="531" y="67"/>
                  <a:pt x="530" y="74"/>
                </a:cubicBezTo>
                <a:lnTo>
                  <a:pt x="530" y="85"/>
                </a:lnTo>
                <a:cubicBezTo>
                  <a:pt x="530" y="103"/>
                  <a:pt x="529" y="115"/>
                  <a:pt x="527" y="121"/>
                </a:cubicBezTo>
                <a:cubicBezTo>
                  <a:pt x="526" y="128"/>
                  <a:pt x="521" y="135"/>
                  <a:pt x="512" y="142"/>
                </a:cubicBezTo>
                <a:cubicBezTo>
                  <a:pt x="502" y="152"/>
                  <a:pt x="490" y="161"/>
                  <a:pt x="476" y="167"/>
                </a:cubicBezTo>
                <a:cubicBezTo>
                  <a:pt x="462" y="174"/>
                  <a:pt x="450" y="177"/>
                  <a:pt x="440" y="177"/>
                </a:cubicBezTo>
                <a:cubicBezTo>
                  <a:pt x="431" y="177"/>
                  <a:pt x="426" y="174"/>
                  <a:pt x="426" y="167"/>
                </a:cubicBezTo>
                <a:cubicBezTo>
                  <a:pt x="426" y="165"/>
                  <a:pt x="427" y="161"/>
                  <a:pt x="428" y="153"/>
                </a:cubicBezTo>
                <a:cubicBezTo>
                  <a:pt x="429" y="145"/>
                  <a:pt x="430" y="138"/>
                  <a:pt x="430" y="131"/>
                </a:cubicBezTo>
                <a:cubicBezTo>
                  <a:pt x="430" y="113"/>
                  <a:pt x="426" y="98"/>
                  <a:pt x="418" y="86"/>
                </a:cubicBezTo>
                <a:cubicBezTo>
                  <a:pt x="410" y="74"/>
                  <a:pt x="398" y="68"/>
                  <a:pt x="380" y="68"/>
                </a:cubicBezTo>
                <a:cubicBezTo>
                  <a:pt x="363" y="68"/>
                  <a:pt x="350" y="72"/>
                  <a:pt x="342" y="80"/>
                </a:cubicBezTo>
                <a:cubicBezTo>
                  <a:pt x="317" y="103"/>
                  <a:pt x="292" y="141"/>
                  <a:pt x="272" y="192"/>
                </a:cubicBezTo>
                <a:cubicBezTo>
                  <a:pt x="252" y="244"/>
                  <a:pt x="233" y="302"/>
                  <a:pt x="216" y="365"/>
                </a:cubicBezTo>
                <a:cubicBezTo>
                  <a:pt x="199" y="428"/>
                  <a:pt x="188" y="467"/>
                  <a:pt x="182" y="483"/>
                </a:cubicBezTo>
                <a:cubicBezTo>
                  <a:pt x="169" y="511"/>
                  <a:pt x="160" y="529"/>
                  <a:pt x="156" y="535"/>
                </a:cubicBezTo>
                <a:lnTo>
                  <a:pt x="150" y="543"/>
                </a:lnTo>
                <a:lnTo>
                  <a:pt x="174" y="544"/>
                </a:lnTo>
                <a:cubicBezTo>
                  <a:pt x="208" y="544"/>
                  <a:pt x="252" y="552"/>
                  <a:pt x="305" y="566"/>
                </a:cubicBezTo>
                <a:cubicBezTo>
                  <a:pt x="358" y="580"/>
                  <a:pt x="401" y="588"/>
                  <a:pt x="432" y="590"/>
                </a:cubicBezTo>
                <a:lnTo>
                  <a:pt x="444" y="590"/>
                </a:lnTo>
                <a:cubicBezTo>
                  <a:pt x="452" y="583"/>
                  <a:pt x="458" y="573"/>
                  <a:pt x="463" y="559"/>
                </a:cubicBezTo>
                <a:cubicBezTo>
                  <a:pt x="469" y="544"/>
                  <a:pt x="479" y="532"/>
                  <a:pt x="495" y="521"/>
                </a:cubicBezTo>
                <a:cubicBezTo>
                  <a:pt x="517" y="506"/>
                  <a:pt x="536" y="499"/>
                  <a:pt x="551" y="499"/>
                </a:cubicBezTo>
                <a:cubicBezTo>
                  <a:pt x="560" y="499"/>
                  <a:pt x="564" y="502"/>
                  <a:pt x="564" y="508"/>
                </a:cubicBezTo>
                <a:cubicBezTo>
                  <a:pt x="564" y="533"/>
                  <a:pt x="544" y="565"/>
                  <a:pt x="503" y="601"/>
                </a:cubicBezTo>
                <a:cubicBezTo>
                  <a:pt x="462" y="638"/>
                  <a:pt x="416" y="657"/>
                  <a:pt x="363" y="657"/>
                </a:cubicBezTo>
                <a:cubicBezTo>
                  <a:pt x="332" y="657"/>
                  <a:pt x="288" y="650"/>
                  <a:pt x="232" y="636"/>
                </a:cubicBezTo>
                <a:cubicBezTo>
                  <a:pt x="177" y="623"/>
                  <a:pt x="137" y="614"/>
                  <a:pt x="112" y="612"/>
                </a:cubicBezTo>
                <a:lnTo>
                  <a:pt x="99" y="611"/>
                </a:lnTo>
                <a:lnTo>
                  <a:pt x="90" y="619"/>
                </a:lnTo>
                <a:cubicBezTo>
                  <a:pt x="78" y="631"/>
                  <a:pt x="64" y="641"/>
                  <a:pt x="50" y="647"/>
                </a:cubicBezTo>
                <a:lnTo>
                  <a:pt x="27" y="65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8119440" y="4576680"/>
            <a:ext cx="84240" cy="104040"/>
          </a:xfrm>
          <a:custGeom>
            <a:avLst/>
            <a:gdLst/>
            <a:ahLst/>
            <a:rect l="0" t="0" r="r" b="b"/>
            <a:pathLst>
              <a:path w="234" h="289">
                <a:moveTo>
                  <a:pt x="49" y="97"/>
                </a:moveTo>
                <a:cubicBezTo>
                  <a:pt x="49" y="84"/>
                  <a:pt x="53" y="70"/>
                  <a:pt x="60" y="56"/>
                </a:cubicBezTo>
                <a:cubicBezTo>
                  <a:pt x="66" y="42"/>
                  <a:pt x="78" y="29"/>
                  <a:pt x="95" y="17"/>
                </a:cubicBezTo>
                <a:cubicBezTo>
                  <a:pt x="112" y="5"/>
                  <a:pt x="133" y="-1"/>
                  <a:pt x="157" y="0"/>
                </a:cubicBezTo>
                <a:cubicBezTo>
                  <a:pt x="185" y="0"/>
                  <a:pt x="204" y="5"/>
                  <a:pt x="216" y="17"/>
                </a:cubicBezTo>
                <a:cubicBezTo>
                  <a:pt x="228" y="28"/>
                  <a:pt x="234" y="41"/>
                  <a:pt x="234" y="55"/>
                </a:cubicBezTo>
                <a:cubicBezTo>
                  <a:pt x="234" y="69"/>
                  <a:pt x="231" y="79"/>
                  <a:pt x="223" y="85"/>
                </a:cubicBezTo>
                <a:cubicBezTo>
                  <a:pt x="216" y="92"/>
                  <a:pt x="208" y="95"/>
                  <a:pt x="199" y="95"/>
                </a:cubicBezTo>
                <a:cubicBezTo>
                  <a:pt x="194" y="95"/>
                  <a:pt x="188" y="94"/>
                  <a:pt x="184" y="90"/>
                </a:cubicBezTo>
                <a:cubicBezTo>
                  <a:pt x="179" y="87"/>
                  <a:pt x="177" y="81"/>
                  <a:pt x="176" y="74"/>
                </a:cubicBezTo>
                <a:cubicBezTo>
                  <a:pt x="176" y="67"/>
                  <a:pt x="178" y="61"/>
                  <a:pt x="182" y="56"/>
                </a:cubicBezTo>
                <a:cubicBezTo>
                  <a:pt x="186" y="51"/>
                  <a:pt x="189" y="47"/>
                  <a:pt x="193" y="44"/>
                </a:cubicBezTo>
                <a:cubicBezTo>
                  <a:pt x="196" y="42"/>
                  <a:pt x="199" y="41"/>
                  <a:pt x="201" y="41"/>
                </a:cubicBezTo>
                <a:lnTo>
                  <a:pt x="202" y="40"/>
                </a:lnTo>
                <a:cubicBezTo>
                  <a:pt x="202" y="39"/>
                  <a:pt x="200" y="37"/>
                  <a:pt x="197" y="34"/>
                </a:cubicBezTo>
                <a:cubicBezTo>
                  <a:pt x="194" y="32"/>
                  <a:pt x="189" y="29"/>
                  <a:pt x="181" y="27"/>
                </a:cubicBezTo>
                <a:cubicBezTo>
                  <a:pt x="174" y="25"/>
                  <a:pt x="165" y="24"/>
                  <a:pt x="155" y="23"/>
                </a:cubicBezTo>
                <a:cubicBezTo>
                  <a:pt x="135" y="23"/>
                  <a:pt x="120" y="29"/>
                  <a:pt x="111" y="40"/>
                </a:cubicBezTo>
                <a:cubicBezTo>
                  <a:pt x="101" y="51"/>
                  <a:pt x="96" y="62"/>
                  <a:pt x="96" y="74"/>
                </a:cubicBezTo>
                <a:cubicBezTo>
                  <a:pt x="96" y="84"/>
                  <a:pt x="100" y="92"/>
                  <a:pt x="108" y="96"/>
                </a:cubicBezTo>
                <a:cubicBezTo>
                  <a:pt x="116" y="100"/>
                  <a:pt x="128" y="105"/>
                  <a:pt x="143" y="108"/>
                </a:cubicBezTo>
                <a:cubicBezTo>
                  <a:pt x="159" y="111"/>
                  <a:pt x="171" y="114"/>
                  <a:pt x="177" y="117"/>
                </a:cubicBezTo>
                <a:cubicBezTo>
                  <a:pt x="205" y="130"/>
                  <a:pt x="219" y="150"/>
                  <a:pt x="219" y="179"/>
                </a:cubicBezTo>
                <a:cubicBezTo>
                  <a:pt x="219" y="191"/>
                  <a:pt x="217" y="203"/>
                  <a:pt x="212" y="214"/>
                </a:cubicBezTo>
                <a:cubicBezTo>
                  <a:pt x="208" y="226"/>
                  <a:pt x="201" y="238"/>
                  <a:pt x="191" y="250"/>
                </a:cubicBezTo>
                <a:cubicBezTo>
                  <a:pt x="182" y="262"/>
                  <a:pt x="169" y="271"/>
                  <a:pt x="150" y="278"/>
                </a:cubicBezTo>
                <a:cubicBezTo>
                  <a:pt x="133" y="285"/>
                  <a:pt x="113" y="289"/>
                  <a:pt x="90" y="289"/>
                </a:cubicBezTo>
                <a:cubicBezTo>
                  <a:pt x="58" y="289"/>
                  <a:pt x="34" y="283"/>
                  <a:pt x="21" y="271"/>
                </a:cubicBezTo>
                <a:cubicBezTo>
                  <a:pt x="7" y="258"/>
                  <a:pt x="0" y="244"/>
                  <a:pt x="0" y="227"/>
                </a:cubicBezTo>
                <a:cubicBezTo>
                  <a:pt x="0" y="211"/>
                  <a:pt x="4" y="199"/>
                  <a:pt x="13" y="191"/>
                </a:cubicBezTo>
                <a:cubicBezTo>
                  <a:pt x="22" y="184"/>
                  <a:pt x="31" y="181"/>
                  <a:pt x="41" y="181"/>
                </a:cubicBezTo>
                <a:cubicBezTo>
                  <a:pt x="48" y="181"/>
                  <a:pt x="53" y="183"/>
                  <a:pt x="59" y="186"/>
                </a:cubicBezTo>
                <a:cubicBezTo>
                  <a:pt x="65" y="190"/>
                  <a:pt x="68" y="197"/>
                  <a:pt x="68" y="206"/>
                </a:cubicBezTo>
                <a:cubicBezTo>
                  <a:pt x="68" y="217"/>
                  <a:pt x="64" y="227"/>
                  <a:pt x="56" y="234"/>
                </a:cubicBezTo>
                <a:cubicBezTo>
                  <a:pt x="49" y="242"/>
                  <a:pt x="42" y="246"/>
                  <a:pt x="37" y="246"/>
                </a:cubicBezTo>
                <a:cubicBezTo>
                  <a:pt x="36" y="246"/>
                  <a:pt x="35" y="246"/>
                  <a:pt x="35" y="246"/>
                </a:cubicBezTo>
                <a:cubicBezTo>
                  <a:pt x="34" y="246"/>
                  <a:pt x="34" y="247"/>
                  <a:pt x="34" y="248"/>
                </a:cubicBezTo>
                <a:cubicBezTo>
                  <a:pt x="35" y="249"/>
                  <a:pt x="36" y="251"/>
                  <a:pt x="39" y="253"/>
                </a:cubicBezTo>
                <a:cubicBezTo>
                  <a:pt x="42" y="255"/>
                  <a:pt x="49" y="258"/>
                  <a:pt x="59" y="261"/>
                </a:cubicBezTo>
                <a:cubicBezTo>
                  <a:pt x="69" y="264"/>
                  <a:pt x="81" y="266"/>
                  <a:pt x="94" y="265"/>
                </a:cubicBezTo>
                <a:cubicBezTo>
                  <a:pt x="109" y="265"/>
                  <a:pt x="123" y="263"/>
                  <a:pt x="134" y="258"/>
                </a:cubicBezTo>
                <a:cubicBezTo>
                  <a:pt x="145" y="254"/>
                  <a:pt x="153" y="248"/>
                  <a:pt x="158" y="241"/>
                </a:cubicBezTo>
                <a:cubicBezTo>
                  <a:pt x="163" y="233"/>
                  <a:pt x="168" y="227"/>
                  <a:pt x="170" y="221"/>
                </a:cubicBezTo>
                <a:cubicBezTo>
                  <a:pt x="172" y="215"/>
                  <a:pt x="173" y="210"/>
                  <a:pt x="173" y="205"/>
                </a:cubicBezTo>
                <a:cubicBezTo>
                  <a:pt x="173" y="193"/>
                  <a:pt x="168" y="184"/>
                  <a:pt x="159" y="178"/>
                </a:cubicBezTo>
                <a:cubicBezTo>
                  <a:pt x="150" y="172"/>
                  <a:pt x="139" y="168"/>
                  <a:pt x="128" y="167"/>
                </a:cubicBezTo>
                <a:cubicBezTo>
                  <a:pt x="116" y="166"/>
                  <a:pt x="104" y="163"/>
                  <a:pt x="90" y="158"/>
                </a:cubicBezTo>
                <a:cubicBezTo>
                  <a:pt x="77" y="153"/>
                  <a:pt x="67" y="145"/>
                  <a:pt x="60" y="135"/>
                </a:cubicBezTo>
                <a:cubicBezTo>
                  <a:pt x="53" y="125"/>
                  <a:pt x="49" y="112"/>
                  <a:pt x="49" y="9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4833720" y="4334040"/>
            <a:ext cx="234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に関して小さく、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8678160" y="4400280"/>
            <a:ext cx="250560" cy="222480"/>
          </a:xfrm>
          <a:custGeom>
            <a:avLst/>
            <a:gdLst/>
            <a:ahLst/>
            <a:rect l="0" t="0" r="r" b="b"/>
            <a:pathLst>
              <a:path w="696" h="618">
                <a:moveTo>
                  <a:pt x="230" y="50"/>
                </a:moveTo>
                <a:cubicBezTo>
                  <a:pt x="230" y="46"/>
                  <a:pt x="212" y="43"/>
                  <a:pt x="178" y="42"/>
                </a:cubicBezTo>
                <a:cubicBezTo>
                  <a:pt x="164" y="42"/>
                  <a:pt x="155" y="42"/>
                  <a:pt x="151" y="41"/>
                </a:cubicBezTo>
                <a:cubicBezTo>
                  <a:pt x="147" y="40"/>
                  <a:pt x="145" y="38"/>
                  <a:pt x="145" y="33"/>
                </a:cubicBezTo>
                <a:cubicBezTo>
                  <a:pt x="145" y="28"/>
                  <a:pt x="146" y="22"/>
                  <a:pt x="148" y="15"/>
                </a:cubicBezTo>
                <a:cubicBezTo>
                  <a:pt x="151" y="8"/>
                  <a:pt x="153" y="3"/>
                  <a:pt x="155" y="1"/>
                </a:cubicBezTo>
                <a:cubicBezTo>
                  <a:pt x="156" y="1"/>
                  <a:pt x="216" y="0"/>
                  <a:pt x="334" y="0"/>
                </a:cubicBezTo>
                <a:cubicBezTo>
                  <a:pt x="435" y="1"/>
                  <a:pt x="491" y="1"/>
                  <a:pt x="503" y="1"/>
                </a:cubicBezTo>
                <a:cubicBezTo>
                  <a:pt x="515" y="1"/>
                  <a:pt x="527" y="3"/>
                  <a:pt x="540" y="7"/>
                </a:cubicBezTo>
                <a:cubicBezTo>
                  <a:pt x="583" y="17"/>
                  <a:pt x="620" y="41"/>
                  <a:pt x="650" y="78"/>
                </a:cubicBezTo>
                <a:cubicBezTo>
                  <a:pt x="680" y="115"/>
                  <a:pt x="695" y="165"/>
                  <a:pt x="696" y="228"/>
                </a:cubicBezTo>
                <a:cubicBezTo>
                  <a:pt x="696" y="322"/>
                  <a:pt x="664" y="407"/>
                  <a:pt x="600" y="481"/>
                </a:cubicBezTo>
                <a:cubicBezTo>
                  <a:pt x="535" y="556"/>
                  <a:pt x="458" y="600"/>
                  <a:pt x="371" y="615"/>
                </a:cubicBezTo>
                <a:lnTo>
                  <a:pt x="359" y="617"/>
                </a:lnTo>
                <a:lnTo>
                  <a:pt x="184" y="618"/>
                </a:lnTo>
                <a:lnTo>
                  <a:pt x="83" y="618"/>
                </a:lnTo>
                <a:lnTo>
                  <a:pt x="36" y="618"/>
                </a:lnTo>
                <a:cubicBezTo>
                  <a:pt x="21" y="618"/>
                  <a:pt x="12" y="617"/>
                  <a:pt x="8" y="616"/>
                </a:cubicBezTo>
                <a:cubicBezTo>
                  <a:pt x="3" y="615"/>
                  <a:pt x="1" y="612"/>
                  <a:pt x="0" y="608"/>
                </a:cubicBezTo>
                <a:cubicBezTo>
                  <a:pt x="0" y="606"/>
                  <a:pt x="1" y="602"/>
                  <a:pt x="3" y="595"/>
                </a:cubicBezTo>
                <a:cubicBezTo>
                  <a:pt x="5" y="585"/>
                  <a:pt x="8" y="580"/>
                  <a:pt x="10" y="579"/>
                </a:cubicBezTo>
                <a:cubicBezTo>
                  <a:pt x="13" y="578"/>
                  <a:pt x="20" y="577"/>
                  <a:pt x="31" y="576"/>
                </a:cubicBezTo>
                <a:cubicBezTo>
                  <a:pt x="47" y="576"/>
                  <a:pt x="65" y="575"/>
                  <a:pt x="85" y="573"/>
                </a:cubicBezTo>
                <a:cubicBezTo>
                  <a:pt x="94" y="572"/>
                  <a:pt x="99" y="568"/>
                  <a:pt x="102" y="563"/>
                </a:cubicBezTo>
                <a:cubicBezTo>
                  <a:pt x="104" y="560"/>
                  <a:pt x="126" y="477"/>
                  <a:pt x="167" y="311"/>
                </a:cubicBezTo>
                <a:cubicBezTo>
                  <a:pt x="209" y="146"/>
                  <a:pt x="230" y="59"/>
                  <a:pt x="230" y="50"/>
                </a:cubicBezTo>
                <a:moveTo>
                  <a:pt x="606" y="193"/>
                </a:moveTo>
                <a:cubicBezTo>
                  <a:pt x="606" y="171"/>
                  <a:pt x="603" y="150"/>
                  <a:pt x="596" y="132"/>
                </a:cubicBezTo>
                <a:cubicBezTo>
                  <a:pt x="589" y="114"/>
                  <a:pt x="581" y="100"/>
                  <a:pt x="572" y="90"/>
                </a:cubicBezTo>
                <a:cubicBezTo>
                  <a:pt x="563" y="79"/>
                  <a:pt x="552" y="71"/>
                  <a:pt x="539" y="63"/>
                </a:cubicBezTo>
                <a:cubicBezTo>
                  <a:pt x="525" y="56"/>
                  <a:pt x="513" y="51"/>
                  <a:pt x="503" y="49"/>
                </a:cubicBezTo>
                <a:cubicBezTo>
                  <a:pt x="493" y="47"/>
                  <a:pt x="482" y="45"/>
                  <a:pt x="471" y="43"/>
                </a:cubicBezTo>
                <a:cubicBezTo>
                  <a:pt x="470" y="43"/>
                  <a:pt x="466" y="43"/>
                  <a:pt x="459" y="43"/>
                </a:cubicBezTo>
                <a:cubicBezTo>
                  <a:pt x="451" y="43"/>
                  <a:pt x="443" y="43"/>
                  <a:pt x="433" y="43"/>
                </a:cubicBezTo>
                <a:cubicBezTo>
                  <a:pt x="422" y="43"/>
                  <a:pt x="412" y="42"/>
                  <a:pt x="403" y="42"/>
                </a:cubicBezTo>
                <a:lnTo>
                  <a:pt x="364" y="42"/>
                </a:lnTo>
                <a:cubicBezTo>
                  <a:pt x="337" y="42"/>
                  <a:pt x="322" y="45"/>
                  <a:pt x="319" y="51"/>
                </a:cubicBezTo>
                <a:cubicBezTo>
                  <a:pt x="318" y="53"/>
                  <a:pt x="296" y="140"/>
                  <a:pt x="253" y="311"/>
                </a:cubicBezTo>
                <a:cubicBezTo>
                  <a:pt x="210" y="483"/>
                  <a:pt x="189" y="569"/>
                  <a:pt x="189" y="571"/>
                </a:cubicBezTo>
                <a:cubicBezTo>
                  <a:pt x="189" y="573"/>
                  <a:pt x="192" y="574"/>
                  <a:pt x="199" y="574"/>
                </a:cubicBezTo>
                <a:cubicBezTo>
                  <a:pt x="205" y="574"/>
                  <a:pt x="229" y="575"/>
                  <a:pt x="268" y="575"/>
                </a:cubicBezTo>
                <a:cubicBezTo>
                  <a:pt x="271" y="575"/>
                  <a:pt x="277" y="575"/>
                  <a:pt x="285" y="575"/>
                </a:cubicBezTo>
                <a:cubicBezTo>
                  <a:pt x="294" y="575"/>
                  <a:pt x="301" y="575"/>
                  <a:pt x="307" y="576"/>
                </a:cubicBezTo>
                <a:cubicBezTo>
                  <a:pt x="383" y="576"/>
                  <a:pt x="445" y="551"/>
                  <a:pt x="495" y="502"/>
                </a:cubicBezTo>
                <a:cubicBezTo>
                  <a:pt x="516" y="480"/>
                  <a:pt x="535" y="455"/>
                  <a:pt x="549" y="426"/>
                </a:cubicBezTo>
                <a:cubicBezTo>
                  <a:pt x="563" y="396"/>
                  <a:pt x="576" y="358"/>
                  <a:pt x="588" y="311"/>
                </a:cubicBezTo>
                <a:cubicBezTo>
                  <a:pt x="600" y="263"/>
                  <a:pt x="606" y="224"/>
                  <a:pt x="606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8229600" y="433404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を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8933400" y="4334040"/>
            <a:ext cx="234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に関して小さくす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747720" y="4743360"/>
            <a:ext cx="276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747720" y="827640"/>
            <a:ext cx="469656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12.4.5 pix2pix </a:t>
            </a:r>
            <a:r>
              <a:rPr b="1" lang="zh-CN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と </a:t>
            </a:r>
            <a:r>
              <a:rPr b="1" lang="en-US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CycleGAN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747720" y="1442520"/>
            <a:ext cx="115920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8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pix2pix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747720" y="1990800"/>
            <a:ext cx="36234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条件付き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GAN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を使って画像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4204080" y="2018880"/>
            <a:ext cx="276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4480560" y="1990800"/>
            <a:ext cx="40003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画像への変換を学習するモデル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1028520" y="32670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2" y="284"/>
                  <a:pt x="183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4"/>
                  <a:pt x="192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747720" y="2552760"/>
            <a:ext cx="276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1300320" y="3124080"/>
            <a:ext cx="1242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白黒画像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2484360" y="3152520"/>
            <a:ext cx="276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1028520" y="37432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7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2" y="284"/>
                  <a:pt x="183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7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2"/>
                </a:cubicBezTo>
                <a:cubicBezTo>
                  <a:pt x="183" y="4"/>
                  <a:pt x="192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29"/>
                  <a:pt x="243" y="35"/>
                  <a:pt x="249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7" y="107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2760480" y="3124080"/>
            <a:ext cx="1517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カラー画像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1300320" y="3600360"/>
            <a:ext cx="690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線画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1931760" y="3628440"/>
            <a:ext cx="276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1028520" y="4228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2" y="285"/>
                  <a:pt x="183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0"/>
                  <a:pt x="43" y="44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5"/>
                  <a:pt x="192" y="7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4"/>
                </a:cubicBezTo>
                <a:cubicBezTo>
                  <a:pt x="256" y="50"/>
                  <a:pt x="262" y="58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7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2207880" y="3600360"/>
            <a:ext cx="690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写真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1300320" y="4086360"/>
            <a:ext cx="690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地図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1931760" y="4114440"/>
            <a:ext cx="276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2207880" y="4086360"/>
            <a:ext cx="1242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航空写真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747720" y="4657680"/>
            <a:ext cx="85518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教師データとして入力画像と対応する正解画像（ペアデータ）が必要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747720" y="5219640"/>
            <a:ext cx="107614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GAN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の損失に加えて、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L1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損失（出力と正解の距離）を足すことで、ノイズの少ない自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747720" y="5638680"/>
            <a:ext cx="1931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然な画像を生成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747720" y="1452240"/>
            <a:ext cx="159300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8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CycleGAN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5467320" y="204768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6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6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5490360" y="2116800"/>
            <a:ext cx="230400" cy="138600"/>
          </a:xfrm>
          <a:custGeom>
            <a:avLst/>
            <a:gdLst/>
            <a:ahLst/>
            <a:rect l="0" t="0" r="r" b="b"/>
            <a:pathLst>
              <a:path w="640" h="385">
                <a:moveTo>
                  <a:pt x="213" y="0"/>
                </a:moveTo>
                <a:lnTo>
                  <a:pt x="0" y="193"/>
                </a:lnTo>
                <a:lnTo>
                  <a:pt x="213" y="385"/>
                </a:lnTo>
                <a:lnTo>
                  <a:pt x="213" y="0"/>
                </a:lnTo>
                <a:moveTo>
                  <a:pt x="640" y="193"/>
                </a:moveTo>
                <a:lnTo>
                  <a:pt x="427" y="0"/>
                </a:lnTo>
                <a:lnTo>
                  <a:pt x="427" y="385"/>
                </a:lnTo>
                <a:lnTo>
                  <a:pt x="640" y="1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5559120" y="2154960"/>
            <a:ext cx="92520" cy="61920"/>
          </a:xfrm>
          <a:custGeom>
            <a:avLst/>
            <a:gdLst/>
            <a:ahLst/>
            <a:rect l="0" t="0" r="r" b="b"/>
            <a:pathLst>
              <a:path w="257" h="172">
                <a:moveTo>
                  <a:pt x="0" y="0"/>
                </a:moveTo>
                <a:lnTo>
                  <a:pt x="257" y="0"/>
                </a:lnTo>
                <a:lnTo>
                  <a:pt x="257" y="172"/>
                </a:lnTo>
                <a:lnTo>
                  <a:pt x="0" y="1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747720" y="2000160"/>
            <a:ext cx="48646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ペアデータがない場合でも「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A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の世界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5757120" y="2000160"/>
            <a:ext cx="52999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B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の世界」の画像変換を学習できるモデル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1028520" y="3276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4"/>
                  <a:pt x="285" y="194"/>
                  <a:pt x="281" y="202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5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2" y="285"/>
                  <a:pt x="183" y="288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5"/>
                  <a:pt x="25" y="228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7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5"/>
                  <a:pt x="192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7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747720" y="2571840"/>
            <a:ext cx="276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1685880" y="318132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682"/>
                </a:moveTo>
                <a:cubicBezTo>
                  <a:pt x="768" y="729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29"/>
                  <a:pt x="0" y="682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2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1708920" y="3250080"/>
            <a:ext cx="230400" cy="138600"/>
          </a:xfrm>
          <a:custGeom>
            <a:avLst/>
            <a:gdLst/>
            <a:ahLst/>
            <a:rect l="0" t="0" r="r" b="b"/>
            <a:pathLst>
              <a:path w="640" h="385">
                <a:moveTo>
                  <a:pt x="214" y="0"/>
                </a:moveTo>
                <a:lnTo>
                  <a:pt x="0" y="192"/>
                </a:lnTo>
                <a:lnTo>
                  <a:pt x="214" y="385"/>
                </a:lnTo>
                <a:lnTo>
                  <a:pt x="214" y="0"/>
                </a:lnTo>
                <a:moveTo>
                  <a:pt x="640" y="192"/>
                </a:moveTo>
                <a:lnTo>
                  <a:pt x="427" y="0"/>
                </a:lnTo>
                <a:lnTo>
                  <a:pt x="427" y="385"/>
                </a:lnTo>
                <a:lnTo>
                  <a:pt x="640" y="19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1777680" y="3288600"/>
            <a:ext cx="92520" cy="61560"/>
          </a:xfrm>
          <a:custGeom>
            <a:avLst/>
            <a:gdLst/>
            <a:ahLst/>
            <a:rect l="0" t="0" r="r" b="b"/>
            <a:pathLst>
              <a:path w="257" h="171">
                <a:moveTo>
                  <a:pt x="0" y="0"/>
                </a:moveTo>
                <a:lnTo>
                  <a:pt x="257" y="0"/>
                </a:lnTo>
                <a:lnTo>
                  <a:pt x="257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1300320" y="3133800"/>
            <a:ext cx="414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馬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1028520" y="3762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2" y="284"/>
                  <a:pt x="183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cubicBezTo>
                  <a:pt x="155" y="0"/>
                  <a:pt x="165" y="0"/>
                  <a:pt x="174" y="2"/>
                </a:cubicBezTo>
                <a:cubicBezTo>
                  <a:pt x="183" y="4"/>
                  <a:pt x="192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29"/>
                  <a:pt x="243" y="35"/>
                  <a:pt x="249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7" y="107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1973160" y="3133800"/>
            <a:ext cx="1242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シマウマ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1685880" y="366696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1708920" y="3736080"/>
            <a:ext cx="230400" cy="138240"/>
          </a:xfrm>
          <a:custGeom>
            <a:avLst/>
            <a:gdLst/>
            <a:ahLst/>
            <a:rect l="0" t="0" r="r" b="b"/>
            <a:pathLst>
              <a:path w="640" h="384">
                <a:moveTo>
                  <a:pt x="214" y="0"/>
                </a:moveTo>
                <a:lnTo>
                  <a:pt x="0" y="193"/>
                </a:lnTo>
                <a:lnTo>
                  <a:pt x="214" y="384"/>
                </a:lnTo>
                <a:lnTo>
                  <a:pt x="214" y="0"/>
                </a:lnTo>
                <a:moveTo>
                  <a:pt x="640" y="193"/>
                </a:moveTo>
                <a:lnTo>
                  <a:pt x="427" y="0"/>
                </a:lnTo>
                <a:lnTo>
                  <a:pt x="427" y="384"/>
                </a:lnTo>
                <a:lnTo>
                  <a:pt x="640" y="1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1777680" y="3774240"/>
            <a:ext cx="92520" cy="61920"/>
          </a:xfrm>
          <a:custGeom>
            <a:avLst/>
            <a:gdLst/>
            <a:ahLst/>
            <a:rect l="0" t="0" r="r" b="b"/>
            <a:pathLst>
              <a:path w="257" h="172">
                <a:moveTo>
                  <a:pt x="0" y="0"/>
                </a:moveTo>
                <a:lnTo>
                  <a:pt x="257" y="0"/>
                </a:lnTo>
                <a:lnTo>
                  <a:pt x="257" y="172"/>
                </a:lnTo>
                <a:lnTo>
                  <a:pt x="0" y="1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1300320" y="3619440"/>
            <a:ext cx="414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夏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1973160" y="3619440"/>
            <a:ext cx="1242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冬の風景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747720" y="4181400"/>
            <a:ext cx="21214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2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つの生成器（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A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2773080" y="4209480"/>
            <a:ext cx="276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3049200" y="4181400"/>
            <a:ext cx="5220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B, B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3573000" y="4209480"/>
            <a:ext cx="276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3849480" y="4181400"/>
            <a:ext cx="32983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A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）と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2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つの識別器を使う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747720" y="4600440"/>
            <a:ext cx="104500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Cycle Consistency Loss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（元に戻したら元画像に近くなるようにする）を導入し、対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747720" y="5010120"/>
            <a:ext cx="38624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応データなしでも安定して学習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747720" y="2208960"/>
            <a:ext cx="466920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12.4.6 GAN</a:t>
            </a:r>
            <a:r>
              <a:rPr b="1" lang="zh-CN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のためのデータ拡張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747720" y="2781360"/>
            <a:ext cx="106020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GAN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の学習はデータが少ないと不安定なので多様なデータを学習させるためにデータ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1028520" y="3904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2" y="285"/>
                  <a:pt x="183" y="288"/>
                  <a:pt x="174" y="290"/>
                </a:cubicBezTo>
                <a:cubicBezTo>
                  <a:pt x="165" y="292"/>
                  <a:pt x="155" y="292"/>
                  <a:pt x="146" y="292"/>
                </a:cubicBezTo>
                <a:cubicBezTo>
                  <a:pt x="136" y="292"/>
                  <a:pt x="127" y="292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7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5"/>
                  <a:pt x="192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7" y="109"/>
                  <a:pt x="289" y="119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747720" y="3200400"/>
            <a:ext cx="3578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拡張 </a:t>
            </a:r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(augmentation) </a:t>
            </a:r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を行う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1028520" y="4390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2" y="284"/>
                  <a:pt x="183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4"/>
                  <a:pt x="192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4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8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1300320" y="3762360"/>
            <a:ext cx="524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画像を左右反転・回転・色調変更するなど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4982760" y="4324320"/>
            <a:ext cx="250200" cy="222120"/>
          </a:xfrm>
          <a:custGeom>
            <a:avLst/>
            <a:gdLst/>
            <a:ahLst/>
            <a:rect l="0" t="0" r="r" b="b"/>
            <a:pathLst>
              <a:path w="695" h="617">
                <a:moveTo>
                  <a:pt x="229" y="49"/>
                </a:moveTo>
                <a:cubicBezTo>
                  <a:pt x="229" y="45"/>
                  <a:pt x="212" y="42"/>
                  <a:pt x="177" y="41"/>
                </a:cubicBezTo>
                <a:cubicBezTo>
                  <a:pt x="163" y="41"/>
                  <a:pt x="154" y="41"/>
                  <a:pt x="150" y="40"/>
                </a:cubicBezTo>
                <a:cubicBezTo>
                  <a:pt x="146" y="40"/>
                  <a:pt x="144" y="37"/>
                  <a:pt x="144" y="32"/>
                </a:cubicBezTo>
                <a:cubicBezTo>
                  <a:pt x="144" y="27"/>
                  <a:pt x="145" y="21"/>
                  <a:pt x="147" y="14"/>
                </a:cubicBezTo>
                <a:cubicBezTo>
                  <a:pt x="150" y="7"/>
                  <a:pt x="152" y="2"/>
                  <a:pt x="154" y="1"/>
                </a:cubicBezTo>
                <a:cubicBezTo>
                  <a:pt x="155" y="0"/>
                  <a:pt x="215" y="0"/>
                  <a:pt x="333" y="0"/>
                </a:cubicBezTo>
                <a:cubicBezTo>
                  <a:pt x="435" y="0"/>
                  <a:pt x="491" y="1"/>
                  <a:pt x="503" y="1"/>
                </a:cubicBezTo>
                <a:cubicBezTo>
                  <a:pt x="515" y="1"/>
                  <a:pt x="527" y="2"/>
                  <a:pt x="539" y="6"/>
                </a:cubicBezTo>
                <a:cubicBezTo>
                  <a:pt x="582" y="16"/>
                  <a:pt x="619" y="40"/>
                  <a:pt x="649" y="77"/>
                </a:cubicBezTo>
                <a:cubicBezTo>
                  <a:pt x="679" y="115"/>
                  <a:pt x="695" y="164"/>
                  <a:pt x="695" y="227"/>
                </a:cubicBezTo>
                <a:cubicBezTo>
                  <a:pt x="695" y="321"/>
                  <a:pt x="663" y="405"/>
                  <a:pt x="599" y="480"/>
                </a:cubicBezTo>
                <a:cubicBezTo>
                  <a:pt x="534" y="554"/>
                  <a:pt x="459" y="599"/>
                  <a:pt x="370" y="613"/>
                </a:cubicBezTo>
                <a:lnTo>
                  <a:pt x="358" y="615"/>
                </a:lnTo>
                <a:lnTo>
                  <a:pt x="183" y="617"/>
                </a:lnTo>
                <a:lnTo>
                  <a:pt x="83" y="617"/>
                </a:lnTo>
                <a:lnTo>
                  <a:pt x="35" y="617"/>
                </a:lnTo>
                <a:cubicBezTo>
                  <a:pt x="20" y="617"/>
                  <a:pt x="11" y="615"/>
                  <a:pt x="7" y="614"/>
                </a:cubicBezTo>
                <a:cubicBezTo>
                  <a:pt x="3" y="613"/>
                  <a:pt x="0" y="610"/>
                  <a:pt x="0" y="606"/>
                </a:cubicBezTo>
                <a:cubicBezTo>
                  <a:pt x="0" y="605"/>
                  <a:pt x="0" y="601"/>
                  <a:pt x="2" y="593"/>
                </a:cubicBezTo>
                <a:cubicBezTo>
                  <a:pt x="5" y="584"/>
                  <a:pt x="7" y="578"/>
                  <a:pt x="9" y="577"/>
                </a:cubicBezTo>
                <a:cubicBezTo>
                  <a:pt x="12" y="576"/>
                  <a:pt x="19" y="575"/>
                  <a:pt x="30" y="574"/>
                </a:cubicBezTo>
                <a:cubicBezTo>
                  <a:pt x="46" y="574"/>
                  <a:pt x="64" y="573"/>
                  <a:pt x="84" y="572"/>
                </a:cubicBezTo>
                <a:cubicBezTo>
                  <a:pt x="93" y="570"/>
                  <a:pt x="98" y="566"/>
                  <a:pt x="101" y="561"/>
                </a:cubicBezTo>
                <a:cubicBezTo>
                  <a:pt x="103" y="558"/>
                  <a:pt x="125" y="475"/>
                  <a:pt x="166" y="310"/>
                </a:cubicBezTo>
                <a:cubicBezTo>
                  <a:pt x="208" y="145"/>
                  <a:pt x="229" y="58"/>
                  <a:pt x="229" y="49"/>
                </a:cubicBezTo>
                <a:moveTo>
                  <a:pt x="605" y="193"/>
                </a:moveTo>
                <a:cubicBezTo>
                  <a:pt x="605" y="170"/>
                  <a:pt x="602" y="149"/>
                  <a:pt x="595" y="131"/>
                </a:cubicBezTo>
                <a:cubicBezTo>
                  <a:pt x="588" y="113"/>
                  <a:pt x="581" y="99"/>
                  <a:pt x="572" y="89"/>
                </a:cubicBezTo>
                <a:cubicBezTo>
                  <a:pt x="563" y="79"/>
                  <a:pt x="551" y="70"/>
                  <a:pt x="538" y="63"/>
                </a:cubicBezTo>
                <a:cubicBezTo>
                  <a:pt x="525" y="56"/>
                  <a:pt x="513" y="51"/>
                  <a:pt x="503" y="48"/>
                </a:cubicBezTo>
                <a:cubicBezTo>
                  <a:pt x="493" y="46"/>
                  <a:pt x="482" y="44"/>
                  <a:pt x="471" y="42"/>
                </a:cubicBezTo>
                <a:cubicBezTo>
                  <a:pt x="470" y="42"/>
                  <a:pt x="466" y="42"/>
                  <a:pt x="459" y="42"/>
                </a:cubicBezTo>
                <a:cubicBezTo>
                  <a:pt x="452" y="42"/>
                  <a:pt x="443" y="42"/>
                  <a:pt x="433" y="42"/>
                </a:cubicBezTo>
                <a:cubicBezTo>
                  <a:pt x="422" y="42"/>
                  <a:pt x="413" y="42"/>
                  <a:pt x="403" y="41"/>
                </a:cubicBezTo>
                <a:lnTo>
                  <a:pt x="363" y="41"/>
                </a:lnTo>
                <a:cubicBezTo>
                  <a:pt x="337" y="41"/>
                  <a:pt x="322" y="44"/>
                  <a:pt x="318" y="50"/>
                </a:cubicBezTo>
                <a:cubicBezTo>
                  <a:pt x="317" y="53"/>
                  <a:pt x="295" y="139"/>
                  <a:pt x="252" y="310"/>
                </a:cubicBezTo>
                <a:cubicBezTo>
                  <a:pt x="209" y="481"/>
                  <a:pt x="188" y="567"/>
                  <a:pt x="188" y="569"/>
                </a:cubicBezTo>
                <a:cubicBezTo>
                  <a:pt x="188" y="571"/>
                  <a:pt x="191" y="573"/>
                  <a:pt x="198" y="573"/>
                </a:cubicBezTo>
                <a:cubicBezTo>
                  <a:pt x="205" y="573"/>
                  <a:pt x="228" y="573"/>
                  <a:pt x="267" y="573"/>
                </a:cubicBezTo>
                <a:cubicBezTo>
                  <a:pt x="270" y="573"/>
                  <a:pt x="276" y="573"/>
                  <a:pt x="285" y="573"/>
                </a:cubicBezTo>
                <a:cubicBezTo>
                  <a:pt x="293" y="573"/>
                  <a:pt x="300" y="574"/>
                  <a:pt x="306" y="574"/>
                </a:cubicBezTo>
                <a:cubicBezTo>
                  <a:pt x="382" y="574"/>
                  <a:pt x="446" y="550"/>
                  <a:pt x="495" y="500"/>
                </a:cubicBezTo>
                <a:cubicBezTo>
                  <a:pt x="517" y="479"/>
                  <a:pt x="534" y="453"/>
                  <a:pt x="548" y="425"/>
                </a:cubicBezTo>
                <a:cubicBezTo>
                  <a:pt x="562" y="396"/>
                  <a:pt x="575" y="358"/>
                  <a:pt x="587" y="310"/>
                </a:cubicBezTo>
                <a:cubicBezTo>
                  <a:pt x="599" y="263"/>
                  <a:pt x="605" y="223"/>
                  <a:pt x="605" y="19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1300320" y="4248000"/>
            <a:ext cx="37245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生成画像にも同じ変換を加え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5239440" y="4248000"/>
            <a:ext cx="40003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 の判定が変わらないようにする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1028520" y="1761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2" y="285"/>
                  <a:pt x="183" y="288"/>
                  <a:pt x="174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5"/>
                  <a:pt x="192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747720" y="1046880"/>
            <a:ext cx="238968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(</a:t>
            </a:r>
            <a:r>
              <a:rPr b="1" lang="zh-CN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補足</a:t>
            </a:r>
            <a:r>
              <a:rPr b="1" lang="en-US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) </a:t>
            </a:r>
            <a:r>
              <a:rPr b="1" lang="zh-CN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論文実装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1028520" y="2247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2" y="284"/>
                  <a:pt x="183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7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2"/>
                </a:cubicBezTo>
                <a:cubicBezTo>
                  <a:pt x="183" y="4"/>
                  <a:pt x="192" y="7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7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2"/>
                  <a:pt x="281" y="90"/>
                </a:cubicBezTo>
                <a:cubicBezTo>
                  <a:pt x="285" y="99"/>
                  <a:pt x="287" y="108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1300320" y="1619280"/>
            <a:ext cx="16102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Optim: Adam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1028520" y="2724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4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2" y="284"/>
                  <a:pt x="183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2"/>
                </a:cubicBezTo>
                <a:cubicBezTo>
                  <a:pt x="183" y="4"/>
                  <a:pt x="192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29"/>
                  <a:pt x="243" y="35"/>
                  <a:pt x="249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7" y="107"/>
                  <a:pt x="289" y="117"/>
                </a:cubicBezTo>
                <a:cubicBezTo>
                  <a:pt x="291" y="126"/>
                  <a:pt x="292" y="136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1300320" y="2104920"/>
            <a:ext cx="15948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Data: MNIST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1028520" y="3209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7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6"/>
                </a:cubicBezTo>
                <a:cubicBezTo>
                  <a:pt x="262" y="234"/>
                  <a:pt x="256" y="242"/>
                  <a:pt x="249" y="248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2" y="285"/>
                  <a:pt x="183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8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7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5"/>
                  <a:pt x="192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1300320" y="2581200"/>
            <a:ext cx="1886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Batch size: 128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1028520" y="3695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2" y="285"/>
                  <a:pt x="183" y="288"/>
                  <a:pt x="174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7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5"/>
                  <a:pt x="192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7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1300320" y="3067200"/>
            <a:ext cx="26233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Learning rate: 0.0003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1028520" y="4181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2" y="284"/>
                  <a:pt x="183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4"/>
                  <a:pt x="192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8"/>
                  <a:pt x="287" y="107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1300320" y="3552840"/>
            <a:ext cx="13809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Epochs: 30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1028520" y="4657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2" y="284"/>
                  <a:pt x="183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2"/>
                </a:cubicBezTo>
                <a:cubicBezTo>
                  <a:pt x="183" y="4"/>
                  <a:pt x="192" y="7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2"/>
                  <a:pt x="281" y="90"/>
                </a:cubicBezTo>
                <a:cubicBezTo>
                  <a:pt x="285" y="99"/>
                  <a:pt x="287" y="108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1300320" y="4038480"/>
            <a:ext cx="27151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Latent dimension: 100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1028520" y="5143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2" y="285"/>
                  <a:pt x="183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3" y="5"/>
                  <a:pt x="192" y="7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1300320" y="4514760"/>
            <a:ext cx="41853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Loss: Binary Cross-Entropy (BCE)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1581120" y="5562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4"/>
                  <a:pt x="284" y="194"/>
                  <a:pt x="281" y="202"/>
                </a:cubicBezTo>
                <a:cubicBezTo>
                  <a:pt x="277" y="211"/>
                  <a:pt x="272" y="220"/>
                  <a:pt x="267" y="228"/>
                </a:cubicBezTo>
                <a:cubicBezTo>
                  <a:pt x="262" y="235"/>
                  <a:pt x="256" y="243"/>
                  <a:pt x="249" y="250"/>
                </a:cubicBezTo>
                <a:cubicBezTo>
                  <a:pt x="242" y="256"/>
                  <a:pt x="235" y="262"/>
                  <a:pt x="227" y="268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7" y="292"/>
                  <a:pt x="127" y="291"/>
                  <a:pt x="117" y="289"/>
                </a:cubicBezTo>
                <a:cubicBezTo>
                  <a:pt x="107" y="288"/>
                  <a:pt x="98" y="285"/>
                  <a:pt x="89" y="281"/>
                </a:cubicBezTo>
                <a:cubicBezTo>
                  <a:pt x="81" y="277"/>
                  <a:pt x="72" y="273"/>
                  <a:pt x="64" y="268"/>
                </a:cubicBezTo>
                <a:cubicBezTo>
                  <a:pt x="56" y="262"/>
                  <a:pt x="49" y="256"/>
                  <a:pt x="42" y="250"/>
                </a:cubicBezTo>
                <a:cubicBezTo>
                  <a:pt x="35" y="243"/>
                  <a:pt x="29" y="235"/>
                  <a:pt x="24" y="228"/>
                </a:cubicBezTo>
                <a:cubicBezTo>
                  <a:pt x="19" y="220"/>
                  <a:pt x="14" y="211"/>
                  <a:pt x="11" y="202"/>
                </a:cubicBezTo>
                <a:cubicBezTo>
                  <a:pt x="7" y="194"/>
                  <a:pt x="4" y="184"/>
                  <a:pt x="2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7" y="1"/>
                  <a:pt x="137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2" y="36"/>
                  <a:pt x="249" y="43"/>
                </a:cubicBezTo>
                <a:cubicBezTo>
                  <a:pt x="256" y="50"/>
                  <a:pt x="262" y="57"/>
                  <a:pt x="267" y="65"/>
                </a:cubicBezTo>
                <a:cubicBezTo>
                  <a:pt x="272" y="73"/>
                  <a:pt x="277" y="81"/>
                  <a:pt x="281" y="90"/>
                </a:cubicBezTo>
                <a:cubicBezTo>
                  <a:pt x="284" y="99"/>
                  <a:pt x="287" y="108"/>
                  <a:pt x="289" y="117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33333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1867680" y="5569560"/>
            <a:ext cx="140040" cy="144720"/>
          </a:xfrm>
          <a:custGeom>
            <a:avLst/>
            <a:gdLst/>
            <a:ahLst/>
            <a:rect l="0" t="0" r="r" b="b"/>
            <a:pathLst>
              <a:path w="389" h="402">
                <a:moveTo>
                  <a:pt x="15" y="165"/>
                </a:moveTo>
                <a:cubicBezTo>
                  <a:pt x="15" y="163"/>
                  <a:pt x="17" y="137"/>
                  <a:pt x="20" y="86"/>
                </a:cubicBezTo>
                <a:cubicBezTo>
                  <a:pt x="24" y="35"/>
                  <a:pt x="26" y="9"/>
                  <a:pt x="26" y="8"/>
                </a:cubicBezTo>
                <a:lnTo>
                  <a:pt x="26" y="0"/>
                </a:lnTo>
                <a:lnTo>
                  <a:pt x="200" y="0"/>
                </a:lnTo>
                <a:cubicBezTo>
                  <a:pt x="222" y="0"/>
                  <a:pt x="247" y="0"/>
                  <a:pt x="276" y="0"/>
                </a:cubicBezTo>
                <a:cubicBezTo>
                  <a:pt x="304" y="0"/>
                  <a:pt x="321" y="0"/>
                  <a:pt x="328" y="0"/>
                </a:cubicBezTo>
                <a:cubicBezTo>
                  <a:pt x="356" y="0"/>
                  <a:pt x="373" y="1"/>
                  <a:pt x="379" y="3"/>
                </a:cubicBezTo>
                <a:cubicBezTo>
                  <a:pt x="384" y="6"/>
                  <a:pt x="387" y="12"/>
                  <a:pt x="387" y="24"/>
                </a:cubicBezTo>
                <a:cubicBezTo>
                  <a:pt x="387" y="31"/>
                  <a:pt x="386" y="35"/>
                  <a:pt x="386" y="37"/>
                </a:cubicBezTo>
                <a:cubicBezTo>
                  <a:pt x="385" y="40"/>
                  <a:pt x="345" y="92"/>
                  <a:pt x="268" y="194"/>
                </a:cubicBezTo>
                <a:cubicBezTo>
                  <a:pt x="190" y="297"/>
                  <a:pt x="150" y="349"/>
                  <a:pt x="148" y="352"/>
                </a:cubicBezTo>
                <a:lnTo>
                  <a:pt x="186" y="352"/>
                </a:lnTo>
                <a:cubicBezTo>
                  <a:pt x="200" y="351"/>
                  <a:pt x="209" y="351"/>
                  <a:pt x="214" y="351"/>
                </a:cubicBezTo>
                <a:cubicBezTo>
                  <a:pt x="219" y="351"/>
                  <a:pt x="228" y="350"/>
                  <a:pt x="240" y="349"/>
                </a:cubicBezTo>
                <a:cubicBezTo>
                  <a:pt x="253" y="348"/>
                  <a:pt x="262" y="345"/>
                  <a:pt x="266" y="342"/>
                </a:cubicBezTo>
                <a:cubicBezTo>
                  <a:pt x="270" y="339"/>
                  <a:pt x="277" y="336"/>
                  <a:pt x="286" y="332"/>
                </a:cubicBezTo>
                <a:cubicBezTo>
                  <a:pt x="296" y="327"/>
                  <a:pt x="303" y="321"/>
                  <a:pt x="306" y="313"/>
                </a:cubicBezTo>
                <a:cubicBezTo>
                  <a:pt x="310" y="304"/>
                  <a:pt x="314" y="295"/>
                  <a:pt x="319" y="286"/>
                </a:cubicBezTo>
                <a:cubicBezTo>
                  <a:pt x="324" y="276"/>
                  <a:pt x="327" y="263"/>
                  <a:pt x="329" y="248"/>
                </a:cubicBezTo>
                <a:cubicBezTo>
                  <a:pt x="332" y="231"/>
                  <a:pt x="333" y="218"/>
                  <a:pt x="333" y="206"/>
                </a:cubicBezTo>
                <a:cubicBezTo>
                  <a:pt x="333" y="206"/>
                  <a:pt x="343" y="205"/>
                  <a:pt x="361" y="205"/>
                </a:cubicBezTo>
                <a:lnTo>
                  <a:pt x="389" y="205"/>
                </a:lnTo>
                <a:lnTo>
                  <a:pt x="389" y="211"/>
                </a:lnTo>
                <a:cubicBezTo>
                  <a:pt x="389" y="213"/>
                  <a:pt x="386" y="244"/>
                  <a:pt x="381" y="304"/>
                </a:cubicBezTo>
                <a:cubicBezTo>
                  <a:pt x="376" y="364"/>
                  <a:pt x="374" y="396"/>
                  <a:pt x="373" y="397"/>
                </a:cubicBezTo>
                <a:lnTo>
                  <a:pt x="373" y="402"/>
                </a:lnTo>
                <a:lnTo>
                  <a:pt x="194" y="402"/>
                </a:lnTo>
                <a:cubicBezTo>
                  <a:pt x="74" y="402"/>
                  <a:pt x="12" y="402"/>
                  <a:pt x="10" y="400"/>
                </a:cubicBezTo>
                <a:cubicBezTo>
                  <a:pt x="4" y="397"/>
                  <a:pt x="0" y="390"/>
                  <a:pt x="0" y="377"/>
                </a:cubicBezTo>
                <a:lnTo>
                  <a:pt x="0" y="372"/>
                </a:lnTo>
                <a:cubicBezTo>
                  <a:pt x="0" y="367"/>
                  <a:pt x="3" y="361"/>
                  <a:pt x="8" y="354"/>
                </a:cubicBezTo>
                <a:cubicBezTo>
                  <a:pt x="12" y="348"/>
                  <a:pt x="26" y="330"/>
                  <a:pt x="47" y="300"/>
                </a:cubicBezTo>
                <a:cubicBezTo>
                  <a:pt x="75" y="265"/>
                  <a:pt x="99" y="234"/>
                  <a:pt x="120" y="205"/>
                </a:cubicBezTo>
                <a:lnTo>
                  <a:pt x="241" y="46"/>
                </a:lnTo>
                <a:lnTo>
                  <a:pt x="203" y="46"/>
                </a:lnTo>
                <a:cubicBezTo>
                  <a:pt x="163" y="47"/>
                  <a:pt x="136" y="51"/>
                  <a:pt x="121" y="58"/>
                </a:cubicBezTo>
                <a:cubicBezTo>
                  <a:pt x="97" y="70"/>
                  <a:pt x="82" y="93"/>
                  <a:pt x="76" y="128"/>
                </a:cubicBezTo>
                <a:cubicBezTo>
                  <a:pt x="73" y="142"/>
                  <a:pt x="72" y="156"/>
                  <a:pt x="72" y="170"/>
                </a:cubicBezTo>
                <a:cubicBezTo>
                  <a:pt x="72" y="171"/>
                  <a:pt x="62" y="172"/>
                  <a:pt x="43" y="172"/>
                </a:cubicBezTo>
                <a:lnTo>
                  <a:pt x="15" y="172"/>
                </a:lnTo>
                <a:lnTo>
                  <a:pt x="15" y="16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2131560" y="5594760"/>
            <a:ext cx="217080" cy="76320"/>
          </a:xfrm>
          <a:custGeom>
            <a:avLst/>
            <a:gdLst/>
            <a:ahLst/>
            <a:rect l="0" t="0" r="r" b="b"/>
            <a:pathLst>
              <a:path w="603" h="212">
                <a:moveTo>
                  <a:pt x="0" y="182"/>
                </a:moveTo>
                <a:cubicBezTo>
                  <a:pt x="0" y="136"/>
                  <a:pt x="14" y="95"/>
                  <a:pt x="41" y="57"/>
                </a:cubicBezTo>
                <a:cubicBezTo>
                  <a:pt x="69" y="19"/>
                  <a:pt x="106" y="0"/>
                  <a:pt x="151" y="0"/>
                </a:cubicBezTo>
                <a:cubicBezTo>
                  <a:pt x="173" y="0"/>
                  <a:pt x="196" y="5"/>
                  <a:pt x="217" y="16"/>
                </a:cubicBezTo>
                <a:cubicBezTo>
                  <a:pt x="239" y="27"/>
                  <a:pt x="259" y="41"/>
                  <a:pt x="277" y="57"/>
                </a:cubicBezTo>
                <a:cubicBezTo>
                  <a:pt x="295" y="73"/>
                  <a:pt x="313" y="89"/>
                  <a:pt x="330" y="104"/>
                </a:cubicBezTo>
                <a:cubicBezTo>
                  <a:pt x="348" y="119"/>
                  <a:pt x="367" y="132"/>
                  <a:pt x="387" y="143"/>
                </a:cubicBezTo>
                <a:cubicBezTo>
                  <a:pt x="409" y="155"/>
                  <a:pt x="430" y="161"/>
                  <a:pt x="451" y="161"/>
                </a:cubicBezTo>
                <a:cubicBezTo>
                  <a:pt x="489" y="161"/>
                  <a:pt x="519" y="146"/>
                  <a:pt x="542" y="118"/>
                </a:cubicBezTo>
                <a:cubicBezTo>
                  <a:pt x="566" y="90"/>
                  <a:pt x="578" y="59"/>
                  <a:pt x="578" y="26"/>
                </a:cubicBezTo>
                <a:cubicBezTo>
                  <a:pt x="578" y="19"/>
                  <a:pt x="579" y="13"/>
                  <a:pt x="581" y="8"/>
                </a:cubicBezTo>
                <a:cubicBezTo>
                  <a:pt x="584" y="3"/>
                  <a:pt x="587" y="1"/>
                  <a:pt x="590" y="0"/>
                </a:cubicBezTo>
                <a:cubicBezTo>
                  <a:pt x="599" y="0"/>
                  <a:pt x="603" y="10"/>
                  <a:pt x="603" y="30"/>
                </a:cubicBezTo>
                <a:cubicBezTo>
                  <a:pt x="603" y="74"/>
                  <a:pt x="589" y="115"/>
                  <a:pt x="562" y="153"/>
                </a:cubicBezTo>
                <a:cubicBezTo>
                  <a:pt x="535" y="192"/>
                  <a:pt x="501" y="211"/>
                  <a:pt x="458" y="211"/>
                </a:cubicBezTo>
                <a:lnTo>
                  <a:pt x="451" y="211"/>
                </a:lnTo>
                <a:cubicBezTo>
                  <a:pt x="429" y="211"/>
                  <a:pt x="407" y="206"/>
                  <a:pt x="384" y="195"/>
                </a:cubicBezTo>
                <a:cubicBezTo>
                  <a:pt x="363" y="184"/>
                  <a:pt x="343" y="170"/>
                  <a:pt x="324" y="154"/>
                </a:cubicBezTo>
                <a:cubicBezTo>
                  <a:pt x="305" y="139"/>
                  <a:pt x="287" y="123"/>
                  <a:pt x="271" y="107"/>
                </a:cubicBezTo>
                <a:cubicBezTo>
                  <a:pt x="254" y="92"/>
                  <a:pt x="235" y="78"/>
                  <a:pt x="214" y="67"/>
                </a:cubicBezTo>
                <a:cubicBezTo>
                  <a:pt x="193" y="55"/>
                  <a:pt x="172" y="50"/>
                  <a:pt x="152" y="50"/>
                </a:cubicBezTo>
                <a:cubicBezTo>
                  <a:pt x="125" y="50"/>
                  <a:pt x="102" y="58"/>
                  <a:pt x="81" y="73"/>
                </a:cubicBezTo>
                <a:cubicBezTo>
                  <a:pt x="59" y="90"/>
                  <a:pt x="45" y="111"/>
                  <a:pt x="37" y="134"/>
                </a:cubicBezTo>
                <a:cubicBezTo>
                  <a:pt x="29" y="158"/>
                  <a:pt x="24" y="177"/>
                  <a:pt x="22" y="191"/>
                </a:cubicBezTo>
                <a:cubicBezTo>
                  <a:pt x="21" y="205"/>
                  <a:pt x="17" y="212"/>
                  <a:pt x="13" y="212"/>
                </a:cubicBezTo>
                <a:cubicBezTo>
                  <a:pt x="4" y="212"/>
                  <a:pt x="0" y="202"/>
                  <a:pt x="0" y="18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2448000" y="5457600"/>
            <a:ext cx="327240" cy="272880"/>
          </a:xfrm>
          <a:custGeom>
            <a:avLst/>
            <a:gdLst/>
            <a:ahLst/>
            <a:rect l="0" t="0" r="r" b="b"/>
            <a:pathLst>
              <a:path w="909" h="758">
                <a:moveTo>
                  <a:pt x="335" y="76"/>
                </a:moveTo>
                <a:cubicBezTo>
                  <a:pt x="344" y="76"/>
                  <a:pt x="348" y="78"/>
                  <a:pt x="348" y="82"/>
                </a:cubicBezTo>
                <a:cubicBezTo>
                  <a:pt x="349" y="83"/>
                  <a:pt x="353" y="95"/>
                  <a:pt x="359" y="118"/>
                </a:cubicBezTo>
                <a:cubicBezTo>
                  <a:pt x="365" y="141"/>
                  <a:pt x="377" y="182"/>
                  <a:pt x="396" y="239"/>
                </a:cubicBezTo>
                <a:cubicBezTo>
                  <a:pt x="415" y="297"/>
                  <a:pt x="437" y="360"/>
                  <a:pt x="462" y="425"/>
                </a:cubicBezTo>
                <a:cubicBezTo>
                  <a:pt x="493" y="512"/>
                  <a:pt x="525" y="584"/>
                  <a:pt x="557" y="639"/>
                </a:cubicBezTo>
                <a:lnTo>
                  <a:pt x="562" y="647"/>
                </a:lnTo>
                <a:lnTo>
                  <a:pt x="580" y="576"/>
                </a:lnTo>
                <a:cubicBezTo>
                  <a:pt x="599" y="503"/>
                  <a:pt x="619" y="426"/>
                  <a:pt x="641" y="345"/>
                </a:cubicBezTo>
                <a:cubicBezTo>
                  <a:pt x="669" y="246"/>
                  <a:pt x="690" y="177"/>
                  <a:pt x="704" y="137"/>
                </a:cubicBezTo>
                <a:cubicBezTo>
                  <a:pt x="718" y="98"/>
                  <a:pt x="732" y="71"/>
                  <a:pt x="746" y="56"/>
                </a:cubicBezTo>
                <a:cubicBezTo>
                  <a:pt x="778" y="24"/>
                  <a:pt x="819" y="6"/>
                  <a:pt x="871" y="1"/>
                </a:cubicBezTo>
                <a:cubicBezTo>
                  <a:pt x="872" y="1"/>
                  <a:pt x="875" y="1"/>
                  <a:pt x="880" y="1"/>
                </a:cubicBezTo>
                <a:cubicBezTo>
                  <a:pt x="884" y="1"/>
                  <a:pt x="888" y="1"/>
                  <a:pt x="890" y="0"/>
                </a:cubicBezTo>
                <a:lnTo>
                  <a:pt x="893" y="0"/>
                </a:lnTo>
                <a:cubicBezTo>
                  <a:pt x="903" y="0"/>
                  <a:pt x="909" y="7"/>
                  <a:pt x="909" y="22"/>
                </a:cubicBezTo>
                <a:cubicBezTo>
                  <a:pt x="909" y="48"/>
                  <a:pt x="900" y="70"/>
                  <a:pt x="883" y="88"/>
                </a:cubicBezTo>
                <a:cubicBezTo>
                  <a:pt x="878" y="93"/>
                  <a:pt x="870" y="96"/>
                  <a:pt x="859" y="96"/>
                </a:cubicBezTo>
                <a:cubicBezTo>
                  <a:pt x="837" y="97"/>
                  <a:pt x="818" y="100"/>
                  <a:pt x="800" y="106"/>
                </a:cubicBezTo>
                <a:cubicBezTo>
                  <a:pt x="783" y="111"/>
                  <a:pt x="770" y="117"/>
                  <a:pt x="763" y="122"/>
                </a:cubicBezTo>
                <a:cubicBezTo>
                  <a:pt x="756" y="127"/>
                  <a:pt x="752" y="132"/>
                  <a:pt x="750" y="135"/>
                </a:cubicBezTo>
                <a:cubicBezTo>
                  <a:pt x="738" y="154"/>
                  <a:pt x="710" y="249"/>
                  <a:pt x="664" y="423"/>
                </a:cubicBezTo>
                <a:cubicBezTo>
                  <a:pt x="618" y="595"/>
                  <a:pt x="595" y="687"/>
                  <a:pt x="594" y="700"/>
                </a:cubicBezTo>
                <a:cubicBezTo>
                  <a:pt x="594" y="698"/>
                  <a:pt x="593" y="698"/>
                  <a:pt x="593" y="700"/>
                </a:cubicBezTo>
                <a:cubicBezTo>
                  <a:pt x="592" y="700"/>
                  <a:pt x="592" y="701"/>
                  <a:pt x="592" y="702"/>
                </a:cubicBezTo>
                <a:cubicBezTo>
                  <a:pt x="588" y="712"/>
                  <a:pt x="579" y="721"/>
                  <a:pt x="567" y="728"/>
                </a:cubicBezTo>
                <a:cubicBezTo>
                  <a:pt x="555" y="736"/>
                  <a:pt x="543" y="741"/>
                  <a:pt x="530" y="741"/>
                </a:cubicBezTo>
                <a:cubicBezTo>
                  <a:pt x="524" y="741"/>
                  <a:pt x="520" y="740"/>
                  <a:pt x="518" y="738"/>
                </a:cubicBezTo>
                <a:cubicBezTo>
                  <a:pt x="515" y="737"/>
                  <a:pt x="511" y="730"/>
                  <a:pt x="503" y="719"/>
                </a:cubicBezTo>
                <a:cubicBezTo>
                  <a:pt x="476" y="675"/>
                  <a:pt x="454" y="636"/>
                  <a:pt x="438" y="602"/>
                </a:cubicBezTo>
                <a:cubicBezTo>
                  <a:pt x="423" y="568"/>
                  <a:pt x="405" y="524"/>
                  <a:pt x="384" y="468"/>
                </a:cubicBezTo>
                <a:cubicBezTo>
                  <a:pt x="357" y="395"/>
                  <a:pt x="331" y="322"/>
                  <a:pt x="308" y="248"/>
                </a:cubicBezTo>
                <a:lnTo>
                  <a:pt x="301" y="229"/>
                </a:lnTo>
                <a:lnTo>
                  <a:pt x="301" y="230"/>
                </a:lnTo>
                <a:cubicBezTo>
                  <a:pt x="301" y="231"/>
                  <a:pt x="298" y="245"/>
                  <a:pt x="292" y="272"/>
                </a:cubicBezTo>
                <a:cubicBezTo>
                  <a:pt x="286" y="299"/>
                  <a:pt x="279" y="332"/>
                  <a:pt x="271" y="371"/>
                </a:cubicBezTo>
                <a:cubicBezTo>
                  <a:pt x="262" y="410"/>
                  <a:pt x="251" y="452"/>
                  <a:pt x="236" y="497"/>
                </a:cubicBezTo>
                <a:cubicBezTo>
                  <a:pt x="222" y="543"/>
                  <a:pt x="207" y="585"/>
                  <a:pt x="192" y="623"/>
                </a:cubicBezTo>
                <a:cubicBezTo>
                  <a:pt x="177" y="661"/>
                  <a:pt x="160" y="693"/>
                  <a:pt x="140" y="719"/>
                </a:cubicBezTo>
                <a:cubicBezTo>
                  <a:pt x="120" y="746"/>
                  <a:pt x="100" y="759"/>
                  <a:pt x="80" y="758"/>
                </a:cubicBezTo>
                <a:cubicBezTo>
                  <a:pt x="64" y="758"/>
                  <a:pt x="47" y="753"/>
                  <a:pt x="29" y="744"/>
                </a:cubicBezTo>
                <a:cubicBezTo>
                  <a:pt x="11" y="734"/>
                  <a:pt x="0" y="722"/>
                  <a:pt x="0" y="706"/>
                </a:cubicBezTo>
                <a:cubicBezTo>
                  <a:pt x="0" y="691"/>
                  <a:pt x="5" y="675"/>
                  <a:pt x="14" y="658"/>
                </a:cubicBezTo>
                <a:cubicBezTo>
                  <a:pt x="23" y="641"/>
                  <a:pt x="32" y="633"/>
                  <a:pt x="41" y="632"/>
                </a:cubicBezTo>
                <a:cubicBezTo>
                  <a:pt x="43" y="632"/>
                  <a:pt x="49" y="636"/>
                  <a:pt x="58" y="644"/>
                </a:cubicBezTo>
                <a:cubicBezTo>
                  <a:pt x="67" y="651"/>
                  <a:pt x="82" y="657"/>
                  <a:pt x="104" y="662"/>
                </a:cubicBezTo>
                <a:lnTo>
                  <a:pt x="108" y="662"/>
                </a:lnTo>
                <a:cubicBezTo>
                  <a:pt x="118" y="662"/>
                  <a:pt x="128" y="655"/>
                  <a:pt x="136" y="643"/>
                </a:cubicBezTo>
                <a:cubicBezTo>
                  <a:pt x="144" y="630"/>
                  <a:pt x="156" y="602"/>
                  <a:pt x="171" y="557"/>
                </a:cubicBezTo>
                <a:cubicBezTo>
                  <a:pt x="198" y="481"/>
                  <a:pt x="219" y="408"/>
                  <a:pt x="234" y="336"/>
                </a:cubicBezTo>
                <a:cubicBezTo>
                  <a:pt x="250" y="265"/>
                  <a:pt x="260" y="210"/>
                  <a:pt x="264" y="172"/>
                </a:cubicBezTo>
                <a:cubicBezTo>
                  <a:pt x="268" y="133"/>
                  <a:pt x="272" y="113"/>
                  <a:pt x="274" y="110"/>
                </a:cubicBezTo>
                <a:cubicBezTo>
                  <a:pt x="279" y="102"/>
                  <a:pt x="287" y="94"/>
                  <a:pt x="299" y="87"/>
                </a:cubicBezTo>
                <a:cubicBezTo>
                  <a:pt x="311" y="80"/>
                  <a:pt x="323" y="76"/>
                  <a:pt x="335" y="7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2805120" y="547020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0" y="452"/>
                </a:moveTo>
                <a:cubicBezTo>
                  <a:pt x="0" y="410"/>
                  <a:pt x="3" y="371"/>
                  <a:pt x="9" y="333"/>
                </a:cubicBezTo>
                <a:cubicBezTo>
                  <a:pt x="15" y="296"/>
                  <a:pt x="22" y="264"/>
                  <a:pt x="30" y="237"/>
                </a:cubicBezTo>
                <a:cubicBezTo>
                  <a:pt x="38" y="210"/>
                  <a:pt x="49" y="183"/>
                  <a:pt x="65" y="157"/>
                </a:cubicBezTo>
                <a:cubicBezTo>
                  <a:pt x="79" y="131"/>
                  <a:pt x="90" y="111"/>
                  <a:pt x="99" y="97"/>
                </a:cubicBezTo>
                <a:cubicBezTo>
                  <a:pt x="107" y="82"/>
                  <a:pt x="120" y="67"/>
                  <a:pt x="137" y="50"/>
                </a:cubicBezTo>
                <a:cubicBezTo>
                  <a:pt x="154" y="33"/>
                  <a:pt x="163" y="23"/>
                  <a:pt x="167" y="19"/>
                </a:cubicBezTo>
                <a:cubicBezTo>
                  <a:pt x="170" y="16"/>
                  <a:pt x="177" y="9"/>
                  <a:pt x="189" y="0"/>
                </a:cubicBezTo>
                <a:lnTo>
                  <a:pt x="201" y="0"/>
                </a:lnTo>
                <a:lnTo>
                  <a:pt x="204" y="0"/>
                </a:lnTo>
                <a:cubicBezTo>
                  <a:pt x="213" y="0"/>
                  <a:pt x="217" y="3"/>
                  <a:pt x="217" y="8"/>
                </a:cubicBezTo>
                <a:cubicBezTo>
                  <a:pt x="217" y="10"/>
                  <a:pt x="212" y="17"/>
                  <a:pt x="202" y="27"/>
                </a:cubicBezTo>
                <a:cubicBezTo>
                  <a:pt x="191" y="38"/>
                  <a:pt x="179" y="54"/>
                  <a:pt x="165" y="75"/>
                </a:cubicBezTo>
                <a:cubicBezTo>
                  <a:pt x="150" y="96"/>
                  <a:pt x="136" y="122"/>
                  <a:pt x="120" y="153"/>
                </a:cubicBezTo>
                <a:cubicBezTo>
                  <a:pt x="105" y="184"/>
                  <a:pt x="93" y="225"/>
                  <a:pt x="83" y="277"/>
                </a:cubicBezTo>
                <a:cubicBezTo>
                  <a:pt x="72" y="330"/>
                  <a:pt x="67" y="388"/>
                  <a:pt x="67" y="452"/>
                </a:cubicBezTo>
                <a:cubicBezTo>
                  <a:pt x="67" y="515"/>
                  <a:pt x="72" y="573"/>
                  <a:pt x="83" y="626"/>
                </a:cubicBezTo>
                <a:cubicBezTo>
                  <a:pt x="93" y="678"/>
                  <a:pt x="105" y="719"/>
                  <a:pt x="120" y="751"/>
                </a:cubicBezTo>
                <a:cubicBezTo>
                  <a:pt x="134" y="783"/>
                  <a:pt x="149" y="809"/>
                  <a:pt x="164" y="829"/>
                </a:cubicBezTo>
                <a:cubicBezTo>
                  <a:pt x="179" y="849"/>
                  <a:pt x="191" y="865"/>
                  <a:pt x="202" y="877"/>
                </a:cubicBezTo>
                <a:cubicBezTo>
                  <a:pt x="212" y="889"/>
                  <a:pt x="217" y="895"/>
                  <a:pt x="217" y="896"/>
                </a:cubicBezTo>
                <a:cubicBezTo>
                  <a:pt x="217" y="901"/>
                  <a:pt x="213" y="904"/>
                  <a:pt x="204" y="904"/>
                </a:cubicBezTo>
                <a:lnTo>
                  <a:pt x="201" y="904"/>
                </a:lnTo>
                <a:lnTo>
                  <a:pt x="189" y="904"/>
                </a:lnTo>
                <a:lnTo>
                  <a:pt x="164" y="882"/>
                </a:lnTo>
                <a:cubicBezTo>
                  <a:pt x="107" y="831"/>
                  <a:pt x="66" y="767"/>
                  <a:pt x="39" y="691"/>
                </a:cubicBezTo>
                <a:cubicBezTo>
                  <a:pt x="13" y="614"/>
                  <a:pt x="0" y="534"/>
                  <a:pt x="0" y="45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2913840" y="5497560"/>
            <a:ext cx="137160" cy="223920"/>
          </a:xfrm>
          <a:custGeom>
            <a:avLst/>
            <a:gdLst/>
            <a:ahLst/>
            <a:rect l="0" t="0" r="r" b="b"/>
            <a:pathLst>
              <a:path w="381" h="622">
                <a:moveTo>
                  <a:pt x="51" y="73"/>
                </a:moveTo>
                <a:cubicBezTo>
                  <a:pt x="86" y="24"/>
                  <a:pt x="132" y="0"/>
                  <a:pt x="190" y="0"/>
                </a:cubicBezTo>
                <a:cubicBezTo>
                  <a:pt x="219" y="0"/>
                  <a:pt x="248" y="8"/>
                  <a:pt x="277" y="24"/>
                </a:cubicBezTo>
                <a:cubicBezTo>
                  <a:pt x="306" y="39"/>
                  <a:pt x="329" y="67"/>
                  <a:pt x="347" y="107"/>
                </a:cubicBezTo>
                <a:cubicBezTo>
                  <a:pt x="370" y="157"/>
                  <a:pt x="381" y="225"/>
                  <a:pt x="381" y="312"/>
                </a:cubicBezTo>
                <a:cubicBezTo>
                  <a:pt x="381" y="406"/>
                  <a:pt x="368" y="477"/>
                  <a:pt x="342" y="526"/>
                </a:cubicBezTo>
                <a:cubicBezTo>
                  <a:pt x="330" y="553"/>
                  <a:pt x="313" y="573"/>
                  <a:pt x="292" y="588"/>
                </a:cubicBezTo>
                <a:cubicBezTo>
                  <a:pt x="271" y="603"/>
                  <a:pt x="253" y="612"/>
                  <a:pt x="237" y="616"/>
                </a:cubicBezTo>
                <a:cubicBezTo>
                  <a:pt x="222" y="619"/>
                  <a:pt x="206" y="621"/>
                  <a:pt x="191" y="622"/>
                </a:cubicBezTo>
                <a:cubicBezTo>
                  <a:pt x="176" y="622"/>
                  <a:pt x="160" y="620"/>
                  <a:pt x="144" y="617"/>
                </a:cubicBezTo>
                <a:cubicBezTo>
                  <a:pt x="129" y="613"/>
                  <a:pt x="110" y="603"/>
                  <a:pt x="89" y="588"/>
                </a:cubicBezTo>
                <a:cubicBezTo>
                  <a:pt x="68" y="572"/>
                  <a:pt x="51" y="552"/>
                  <a:pt x="39" y="526"/>
                </a:cubicBezTo>
                <a:cubicBezTo>
                  <a:pt x="13" y="477"/>
                  <a:pt x="0" y="406"/>
                  <a:pt x="0" y="312"/>
                </a:cubicBezTo>
                <a:cubicBezTo>
                  <a:pt x="0" y="208"/>
                  <a:pt x="17" y="128"/>
                  <a:pt x="51" y="73"/>
                </a:cubicBezTo>
                <a:moveTo>
                  <a:pt x="255" y="62"/>
                </a:moveTo>
                <a:cubicBezTo>
                  <a:pt x="237" y="43"/>
                  <a:pt x="216" y="34"/>
                  <a:pt x="191" y="34"/>
                </a:cubicBezTo>
                <a:cubicBezTo>
                  <a:pt x="166" y="34"/>
                  <a:pt x="144" y="43"/>
                  <a:pt x="126" y="62"/>
                </a:cubicBezTo>
                <a:cubicBezTo>
                  <a:pt x="111" y="78"/>
                  <a:pt x="101" y="100"/>
                  <a:pt x="96" y="127"/>
                </a:cubicBezTo>
                <a:cubicBezTo>
                  <a:pt x="92" y="155"/>
                  <a:pt x="89" y="213"/>
                  <a:pt x="89" y="301"/>
                </a:cubicBezTo>
                <a:cubicBezTo>
                  <a:pt x="89" y="396"/>
                  <a:pt x="92" y="458"/>
                  <a:pt x="96" y="488"/>
                </a:cubicBezTo>
                <a:cubicBezTo>
                  <a:pt x="101" y="518"/>
                  <a:pt x="112" y="543"/>
                  <a:pt x="129" y="561"/>
                </a:cubicBezTo>
                <a:cubicBezTo>
                  <a:pt x="146" y="579"/>
                  <a:pt x="167" y="588"/>
                  <a:pt x="191" y="588"/>
                </a:cubicBezTo>
                <a:cubicBezTo>
                  <a:pt x="215" y="588"/>
                  <a:pt x="236" y="579"/>
                  <a:pt x="253" y="561"/>
                </a:cubicBezTo>
                <a:cubicBezTo>
                  <a:pt x="270" y="543"/>
                  <a:pt x="281" y="516"/>
                  <a:pt x="285" y="484"/>
                </a:cubicBezTo>
                <a:cubicBezTo>
                  <a:pt x="289" y="451"/>
                  <a:pt x="292" y="390"/>
                  <a:pt x="292" y="301"/>
                </a:cubicBezTo>
                <a:cubicBezTo>
                  <a:pt x="292" y="213"/>
                  <a:pt x="290" y="156"/>
                  <a:pt x="285" y="128"/>
                </a:cubicBezTo>
                <a:cubicBezTo>
                  <a:pt x="280" y="101"/>
                  <a:pt x="270" y="79"/>
                  <a:pt x="255" y="6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3088800" y="5674680"/>
            <a:ext cx="43200" cy="102600"/>
          </a:xfrm>
          <a:custGeom>
            <a:avLst/>
            <a:gdLst/>
            <a:ahLst/>
            <a:rect l="0" t="0" r="r" b="b"/>
            <a:pathLst>
              <a:path w="120" h="285">
                <a:moveTo>
                  <a:pt x="0" y="78"/>
                </a:moveTo>
                <a:cubicBezTo>
                  <a:pt x="0" y="78"/>
                  <a:pt x="0" y="70"/>
                  <a:pt x="0" y="55"/>
                </a:cubicBezTo>
                <a:cubicBezTo>
                  <a:pt x="0" y="40"/>
                  <a:pt x="5" y="27"/>
                  <a:pt x="15" y="16"/>
                </a:cubicBezTo>
                <a:cubicBezTo>
                  <a:pt x="24" y="5"/>
                  <a:pt x="37" y="0"/>
                  <a:pt x="54" y="0"/>
                </a:cubicBezTo>
                <a:cubicBezTo>
                  <a:pt x="71" y="0"/>
                  <a:pt x="86" y="7"/>
                  <a:pt x="100" y="23"/>
                </a:cubicBezTo>
                <a:cubicBezTo>
                  <a:pt x="113" y="38"/>
                  <a:pt x="120" y="64"/>
                  <a:pt x="120" y="102"/>
                </a:cubicBezTo>
                <a:cubicBezTo>
                  <a:pt x="120" y="123"/>
                  <a:pt x="118" y="143"/>
                  <a:pt x="112" y="163"/>
                </a:cubicBezTo>
                <a:cubicBezTo>
                  <a:pt x="107" y="183"/>
                  <a:pt x="100" y="200"/>
                  <a:pt x="93" y="215"/>
                </a:cubicBezTo>
                <a:cubicBezTo>
                  <a:pt x="86" y="229"/>
                  <a:pt x="78" y="241"/>
                  <a:pt x="70" y="252"/>
                </a:cubicBezTo>
                <a:cubicBezTo>
                  <a:pt x="61" y="262"/>
                  <a:pt x="54" y="270"/>
                  <a:pt x="47" y="276"/>
                </a:cubicBezTo>
                <a:cubicBezTo>
                  <a:pt x="41" y="282"/>
                  <a:pt x="37" y="286"/>
                  <a:pt x="35" y="285"/>
                </a:cubicBezTo>
                <a:cubicBezTo>
                  <a:pt x="33" y="285"/>
                  <a:pt x="29" y="281"/>
                  <a:pt x="24" y="276"/>
                </a:cubicBezTo>
                <a:cubicBezTo>
                  <a:pt x="18" y="271"/>
                  <a:pt x="16" y="267"/>
                  <a:pt x="16" y="264"/>
                </a:cubicBezTo>
                <a:cubicBezTo>
                  <a:pt x="16" y="262"/>
                  <a:pt x="19" y="257"/>
                  <a:pt x="25" y="250"/>
                </a:cubicBezTo>
                <a:cubicBezTo>
                  <a:pt x="32" y="243"/>
                  <a:pt x="40" y="234"/>
                  <a:pt x="49" y="223"/>
                </a:cubicBezTo>
                <a:cubicBezTo>
                  <a:pt x="57" y="212"/>
                  <a:pt x="65" y="197"/>
                  <a:pt x="72" y="178"/>
                </a:cubicBezTo>
                <a:cubicBezTo>
                  <a:pt x="80" y="158"/>
                  <a:pt x="85" y="137"/>
                  <a:pt x="87" y="112"/>
                </a:cubicBezTo>
                <a:lnTo>
                  <a:pt x="87" y="101"/>
                </a:lnTo>
                <a:lnTo>
                  <a:pt x="86" y="102"/>
                </a:lnTo>
                <a:cubicBezTo>
                  <a:pt x="85" y="103"/>
                  <a:pt x="83" y="103"/>
                  <a:pt x="81" y="104"/>
                </a:cubicBezTo>
                <a:cubicBezTo>
                  <a:pt x="80" y="104"/>
                  <a:pt x="78" y="105"/>
                  <a:pt x="76" y="106"/>
                </a:cubicBezTo>
                <a:cubicBezTo>
                  <a:pt x="74" y="108"/>
                  <a:pt x="72" y="108"/>
                  <a:pt x="68" y="108"/>
                </a:cubicBezTo>
                <a:cubicBezTo>
                  <a:pt x="64" y="108"/>
                  <a:pt x="61" y="109"/>
                  <a:pt x="57" y="109"/>
                </a:cubicBezTo>
                <a:cubicBezTo>
                  <a:pt x="40" y="109"/>
                  <a:pt x="27" y="104"/>
                  <a:pt x="16" y="94"/>
                </a:cubicBezTo>
                <a:lnTo>
                  <a:pt x="0" y="7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3234960" y="5497560"/>
            <a:ext cx="111960" cy="216720"/>
          </a:xfrm>
          <a:custGeom>
            <a:avLst/>
            <a:gdLst/>
            <a:ahLst/>
            <a:rect l="0" t="0" r="r" b="b"/>
            <a:pathLst>
              <a:path w="311" h="602">
                <a:moveTo>
                  <a:pt x="117" y="81"/>
                </a:moveTo>
                <a:lnTo>
                  <a:pt x="105" y="85"/>
                </a:lnTo>
                <a:cubicBezTo>
                  <a:pt x="97" y="88"/>
                  <a:pt x="85" y="91"/>
                  <a:pt x="69" y="94"/>
                </a:cubicBezTo>
                <a:cubicBezTo>
                  <a:pt x="54" y="97"/>
                  <a:pt x="36" y="99"/>
                  <a:pt x="17" y="100"/>
                </a:cubicBezTo>
                <a:lnTo>
                  <a:pt x="0" y="100"/>
                </a:lnTo>
                <a:lnTo>
                  <a:pt x="0" y="59"/>
                </a:lnTo>
                <a:lnTo>
                  <a:pt x="17" y="59"/>
                </a:lnTo>
                <a:cubicBezTo>
                  <a:pt x="45" y="58"/>
                  <a:pt x="72" y="52"/>
                  <a:pt x="96" y="44"/>
                </a:cubicBezTo>
                <a:cubicBezTo>
                  <a:pt x="120" y="37"/>
                  <a:pt x="136" y="29"/>
                  <a:pt x="146" y="23"/>
                </a:cubicBezTo>
                <a:cubicBezTo>
                  <a:pt x="156" y="16"/>
                  <a:pt x="165" y="9"/>
                  <a:pt x="172" y="3"/>
                </a:cubicBezTo>
                <a:cubicBezTo>
                  <a:pt x="174" y="1"/>
                  <a:pt x="177" y="0"/>
                  <a:pt x="183" y="0"/>
                </a:cubicBezTo>
                <a:cubicBezTo>
                  <a:pt x="189" y="0"/>
                  <a:pt x="194" y="2"/>
                  <a:pt x="199" y="6"/>
                </a:cubicBezTo>
                <a:lnTo>
                  <a:pt x="199" y="276"/>
                </a:lnTo>
                <a:lnTo>
                  <a:pt x="199" y="547"/>
                </a:lnTo>
                <a:cubicBezTo>
                  <a:pt x="204" y="551"/>
                  <a:pt x="207" y="554"/>
                  <a:pt x="210" y="555"/>
                </a:cubicBezTo>
                <a:cubicBezTo>
                  <a:pt x="213" y="556"/>
                  <a:pt x="220" y="558"/>
                  <a:pt x="232" y="559"/>
                </a:cubicBezTo>
                <a:cubicBezTo>
                  <a:pt x="243" y="560"/>
                  <a:pt x="262" y="561"/>
                  <a:pt x="288" y="561"/>
                </a:cubicBezTo>
                <a:lnTo>
                  <a:pt x="311" y="561"/>
                </a:lnTo>
                <a:lnTo>
                  <a:pt x="311" y="602"/>
                </a:lnTo>
                <a:lnTo>
                  <a:pt x="301" y="602"/>
                </a:lnTo>
                <a:cubicBezTo>
                  <a:pt x="289" y="600"/>
                  <a:pt x="241" y="599"/>
                  <a:pt x="157" y="599"/>
                </a:cubicBezTo>
                <a:cubicBezTo>
                  <a:pt x="75" y="599"/>
                  <a:pt x="28" y="600"/>
                  <a:pt x="15" y="602"/>
                </a:cubicBezTo>
                <a:lnTo>
                  <a:pt x="4" y="602"/>
                </a:lnTo>
                <a:lnTo>
                  <a:pt x="4" y="561"/>
                </a:lnTo>
                <a:lnTo>
                  <a:pt x="28" y="561"/>
                </a:lnTo>
                <a:cubicBezTo>
                  <a:pt x="41" y="561"/>
                  <a:pt x="53" y="561"/>
                  <a:pt x="62" y="561"/>
                </a:cubicBezTo>
                <a:cubicBezTo>
                  <a:pt x="72" y="561"/>
                  <a:pt x="79" y="560"/>
                  <a:pt x="85" y="560"/>
                </a:cubicBezTo>
                <a:cubicBezTo>
                  <a:pt x="90" y="559"/>
                  <a:pt x="95" y="558"/>
                  <a:pt x="99" y="557"/>
                </a:cubicBezTo>
                <a:cubicBezTo>
                  <a:pt x="103" y="556"/>
                  <a:pt x="106" y="555"/>
                  <a:pt x="106" y="555"/>
                </a:cubicBezTo>
                <a:cubicBezTo>
                  <a:pt x="107" y="555"/>
                  <a:pt x="109" y="554"/>
                  <a:pt x="112" y="551"/>
                </a:cubicBezTo>
                <a:cubicBezTo>
                  <a:pt x="115" y="548"/>
                  <a:pt x="117" y="546"/>
                  <a:pt x="117" y="547"/>
                </a:cubicBezTo>
                <a:lnTo>
                  <a:pt x="117" y="8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3388320" y="5470200"/>
            <a:ext cx="78120" cy="325440"/>
          </a:xfrm>
          <a:custGeom>
            <a:avLst/>
            <a:gdLst/>
            <a:ahLst/>
            <a:rect l="0" t="0" r="r" b="b"/>
            <a:pathLst>
              <a:path w="217" h="904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3"/>
                  <a:pt x="151" y="137"/>
                  <a:pt x="178" y="213"/>
                </a:cubicBezTo>
                <a:cubicBezTo>
                  <a:pt x="204" y="290"/>
                  <a:pt x="217" y="369"/>
                  <a:pt x="217" y="452"/>
                </a:cubicBezTo>
                <a:cubicBezTo>
                  <a:pt x="217" y="492"/>
                  <a:pt x="214" y="532"/>
                  <a:pt x="208" y="570"/>
                </a:cubicBezTo>
                <a:cubicBezTo>
                  <a:pt x="201" y="609"/>
                  <a:pt x="195" y="641"/>
                  <a:pt x="187" y="667"/>
                </a:cubicBezTo>
                <a:cubicBezTo>
                  <a:pt x="179" y="694"/>
                  <a:pt x="168" y="720"/>
                  <a:pt x="152" y="747"/>
                </a:cubicBezTo>
                <a:cubicBezTo>
                  <a:pt x="138" y="773"/>
                  <a:pt x="126" y="793"/>
                  <a:pt x="118" y="807"/>
                </a:cubicBezTo>
                <a:cubicBezTo>
                  <a:pt x="110" y="821"/>
                  <a:pt x="97" y="836"/>
                  <a:pt x="81" y="853"/>
                </a:cubicBezTo>
                <a:cubicBezTo>
                  <a:pt x="65" y="870"/>
                  <a:pt x="55" y="880"/>
                  <a:pt x="52" y="883"/>
                </a:cubicBezTo>
                <a:cubicBezTo>
                  <a:pt x="49" y="886"/>
                  <a:pt x="42" y="892"/>
                  <a:pt x="31" y="900"/>
                </a:cubicBezTo>
                <a:cubicBezTo>
                  <a:pt x="30" y="902"/>
                  <a:pt x="28" y="903"/>
                  <a:pt x="28" y="904"/>
                </a:cubicBezTo>
                <a:lnTo>
                  <a:pt x="17" y="904"/>
                </a:lnTo>
                <a:cubicBezTo>
                  <a:pt x="12" y="904"/>
                  <a:pt x="9" y="904"/>
                  <a:pt x="7" y="904"/>
                </a:cubicBezTo>
                <a:cubicBezTo>
                  <a:pt x="5" y="904"/>
                  <a:pt x="4" y="903"/>
                  <a:pt x="3" y="901"/>
                </a:cubicBezTo>
                <a:cubicBezTo>
                  <a:pt x="1" y="899"/>
                  <a:pt x="0" y="897"/>
                  <a:pt x="0" y="893"/>
                </a:cubicBezTo>
                <a:cubicBezTo>
                  <a:pt x="0" y="892"/>
                  <a:pt x="4" y="888"/>
                  <a:pt x="10" y="881"/>
                </a:cubicBezTo>
                <a:cubicBezTo>
                  <a:pt x="103" y="784"/>
                  <a:pt x="150" y="641"/>
                  <a:pt x="150" y="452"/>
                </a:cubicBezTo>
                <a:cubicBezTo>
                  <a:pt x="150" y="263"/>
                  <a:pt x="103" y="120"/>
                  <a:pt x="10" y="23"/>
                </a:cubicBezTo>
                <a:cubicBezTo>
                  <a:pt x="4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1300320" y="5000760"/>
            <a:ext cx="56887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Initialization: Normal random for latent variable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752400" y="1285560"/>
            <a:ext cx="5277240" cy="533880"/>
          </a:xfrm>
          <a:custGeom>
            <a:avLst/>
            <a:gdLst/>
            <a:ahLst/>
            <a:rect l="0" t="0" r="r" b="b"/>
            <a:pathLst>
              <a:path w="14659" h="1483">
                <a:moveTo>
                  <a:pt x="0" y="0"/>
                </a:moveTo>
                <a:lnTo>
                  <a:pt x="14659" y="0"/>
                </a:lnTo>
                <a:lnTo>
                  <a:pt x="1465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6029280" y="1285560"/>
            <a:ext cx="5410440" cy="533880"/>
          </a:xfrm>
          <a:custGeom>
            <a:avLst/>
            <a:gdLst/>
            <a:ahLst/>
            <a:rect l="0" t="0" r="r" b="b"/>
            <a:pathLst>
              <a:path w="15029" h="1483">
                <a:moveTo>
                  <a:pt x="0" y="0"/>
                </a:moveTo>
                <a:lnTo>
                  <a:pt x="15029" y="0"/>
                </a:lnTo>
                <a:lnTo>
                  <a:pt x="1502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752400" y="1819080"/>
            <a:ext cx="5277240" cy="5038920"/>
          </a:xfrm>
          <a:custGeom>
            <a:avLst/>
            <a:gdLst/>
            <a:ahLst/>
            <a:rect l="0" t="0" r="r" b="b"/>
            <a:pathLst>
              <a:path w="14659" h="13997">
                <a:moveTo>
                  <a:pt x="0" y="0"/>
                </a:moveTo>
                <a:lnTo>
                  <a:pt x="14659" y="0"/>
                </a:lnTo>
                <a:lnTo>
                  <a:pt x="14659" y="13997"/>
                </a:lnTo>
                <a:lnTo>
                  <a:pt x="0" y="139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6029280" y="1819080"/>
            <a:ext cx="5410440" cy="5038920"/>
          </a:xfrm>
          <a:custGeom>
            <a:avLst/>
            <a:gdLst/>
            <a:ahLst/>
            <a:rect l="0" t="0" r="r" b="b"/>
            <a:pathLst>
              <a:path w="15029" h="13997">
                <a:moveTo>
                  <a:pt x="0" y="0"/>
                </a:moveTo>
                <a:lnTo>
                  <a:pt x="15029" y="0"/>
                </a:lnTo>
                <a:lnTo>
                  <a:pt x="15029" y="13997"/>
                </a:lnTo>
                <a:lnTo>
                  <a:pt x="0" y="139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752400" y="127620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752400" y="1276200"/>
            <a:ext cx="5286600" cy="9720"/>
          </a:xfrm>
          <a:custGeom>
            <a:avLst/>
            <a:gdLst/>
            <a:ahLst/>
            <a:rect l="0" t="0" r="r" b="b"/>
            <a:pathLst>
              <a:path w="14685" h="27">
                <a:moveTo>
                  <a:pt x="0" y="0"/>
                </a:moveTo>
                <a:lnTo>
                  <a:pt x="14685" y="0"/>
                </a:lnTo>
                <a:lnTo>
                  <a:pt x="146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6029280" y="127620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6038640" y="1276200"/>
            <a:ext cx="5410440" cy="9720"/>
          </a:xfrm>
          <a:custGeom>
            <a:avLst/>
            <a:gdLst/>
            <a:ahLst/>
            <a:rect l="0" t="0" r="r" b="b"/>
            <a:pathLst>
              <a:path w="15029" h="27">
                <a:moveTo>
                  <a:pt x="0" y="0"/>
                </a:moveTo>
                <a:lnTo>
                  <a:pt x="15029" y="0"/>
                </a:lnTo>
                <a:lnTo>
                  <a:pt x="150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11439360" y="127620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752400" y="1819080"/>
            <a:ext cx="5286600" cy="9720"/>
          </a:xfrm>
          <a:custGeom>
            <a:avLst/>
            <a:gdLst/>
            <a:ahLst/>
            <a:rect l="0" t="0" r="r" b="b"/>
            <a:pathLst>
              <a:path w="14685" h="27">
                <a:moveTo>
                  <a:pt x="0" y="0"/>
                </a:moveTo>
                <a:lnTo>
                  <a:pt x="14685" y="0"/>
                </a:lnTo>
                <a:lnTo>
                  <a:pt x="146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6038640" y="1819080"/>
            <a:ext cx="5410440" cy="9720"/>
          </a:xfrm>
          <a:custGeom>
            <a:avLst/>
            <a:gdLst/>
            <a:ahLst/>
            <a:rect l="0" t="0" r="r" b="b"/>
            <a:pathLst>
              <a:path w="15029" h="27">
                <a:moveTo>
                  <a:pt x="0" y="0"/>
                </a:moveTo>
                <a:lnTo>
                  <a:pt x="15029" y="0"/>
                </a:lnTo>
                <a:lnTo>
                  <a:pt x="150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752400" y="1828440"/>
            <a:ext cx="9720" cy="5029560"/>
          </a:xfrm>
          <a:custGeom>
            <a:avLst/>
            <a:gdLst/>
            <a:ahLst/>
            <a:rect l="0" t="0" r="r" b="b"/>
            <a:pathLst>
              <a:path w="27" h="13971">
                <a:moveTo>
                  <a:pt x="0" y="0"/>
                </a:moveTo>
                <a:lnTo>
                  <a:pt x="27" y="0"/>
                </a:lnTo>
                <a:lnTo>
                  <a:pt x="27" y="13971"/>
                </a:lnTo>
                <a:lnTo>
                  <a:pt x="0" y="139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6029280" y="1828440"/>
            <a:ext cx="9720" cy="5029560"/>
          </a:xfrm>
          <a:custGeom>
            <a:avLst/>
            <a:gdLst/>
            <a:ahLst/>
            <a:rect l="0" t="0" r="r" b="b"/>
            <a:pathLst>
              <a:path w="27" h="13971">
                <a:moveTo>
                  <a:pt x="0" y="0"/>
                </a:moveTo>
                <a:lnTo>
                  <a:pt x="27" y="0"/>
                </a:lnTo>
                <a:lnTo>
                  <a:pt x="27" y="13971"/>
                </a:lnTo>
                <a:lnTo>
                  <a:pt x="0" y="139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11439360" y="1828440"/>
            <a:ext cx="9720" cy="5029560"/>
          </a:xfrm>
          <a:custGeom>
            <a:avLst/>
            <a:gdLst/>
            <a:ahLst/>
            <a:rect l="0" t="0" r="r" b="b"/>
            <a:pathLst>
              <a:path w="27" h="13971">
                <a:moveTo>
                  <a:pt x="0" y="0"/>
                </a:moveTo>
                <a:lnTo>
                  <a:pt x="27" y="0"/>
                </a:lnTo>
                <a:lnTo>
                  <a:pt x="27" y="13971"/>
                </a:lnTo>
                <a:lnTo>
                  <a:pt x="0" y="139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747720" y="741960"/>
            <a:ext cx="464724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Loss</a:t>
            </a:r>
            <a:r>
              <a:rPr b="1" lang="zh-CN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と</a:t>
            </a:r>
            <a:r>
              <a:rPr b="1" lang="en-US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5epoch</a:t>
            </a:r>
            <a:r>
              <a:rPr b="1" lang="zh-CN" sz="239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ごとの生成画像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2538000" y="1371600"/>
            <a:ext cx="18403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epoch 1...15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33" name="" descr=""/>
          <p:cNvPicPr/>
          <p:nvPr/>
        </p:nvPicPr>
        <p:blipFill>
          <a:blip r:embed="rId1"/>
          <a:stretch/>
        </p:blipFill>
        <p:spPr>
          <a:xfrm>
            <a:off x="885960" y="2009880"/>
            <a:ext cx="5019480" cy="570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4" name="" descr=""/>
          <p:cNvPicPr/>
          <p:nvPr/>
        </p:nvPicPr>
        <p:blipFill>
          <a:blip r:embed="rId2"/>
          <a:stretch/>
        </p:blipFill>
        <p:spPr>
          <a:xfrm>
            <a:off x="6162840" y="1886040"/>
            <a:ext cx="5142960" cy="596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5" name=""/>
          <p:cNvSpPr txBox="1"/>
          <p:nvPr/>
        </p:nvSpPr>
        <p:spPr>
          <a:xfrm>
            <a:off x="7792200" y="1371600"/>
            <a:ext cx="202428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70" strike="noStrike" u="none">
                <a:solidFill>
                  <a:srgbClr val="333333"/>
                </a:solidFill>
                <a:effectLst/>
                <a:uFillTx/>
                <a:latin typeface="MPLUS2"/>
                <a:ea typeface="MPLUS2"/>
              </a:rPr>
              <a:t>epoch 16...30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747720" y="3247920"/>
            <a:ext cx="65322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MPLUS2"/>
                <a:ea typeface="MPLUS2"/>
              </a:rPr>
              <a:t>Generative Adversarial Nets (Goodfellow et al., 2014)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LibreOffice/25.8.1.1$MacOSX_AARCH64 LibreOffice_project/54047653041915e595ad4e45cccea684809c77b5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