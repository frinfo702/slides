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Default Extension="fntdata" ContentType="application/x-fontdata"/>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ppt/_rels/presentation.xml.rels" ContentType="application/vnd.openxmlformats-package.relationships+xml"/>
  <Override PartName="/ppt/presentation.xml" ContentType="application/vnd.openxmlformats-officedocument.presentationml.presentation.main+xml"/>
  <Override PartName="/ppt/theme/theme1.xml" ContentType="application/vnd.openxmlformats-officedocument.theme+xml"/>
  <Override PartName="/ppt/slides/_rels/slide24.xml.rels" ContentType="application/vnd.openxmlformats-package.relationships+xml"/>
  <Override PartName="/ppt/slides/_rels/slide16.xml.rels" ContentType="application/vnd.openxmlformats-package.relationships+xml"/>
  <Override PartName="/ppt/slides/_rels/slide23.xml.rels" ContentType="application/vnd.openxmlformats-package.relationships+xml"/>
  <Override PartName="/ppt/slides/_rels/slide22.xml.rels" ContentType="application/vnd.openxmlformats-package.relationships+xml"/>
  <Override PartName="/ppt/slides/_rels/slide6.xml.rels" ContentType="application/vnd.openxmlformats-package.relationships+xml"/>
  <Override PartName="/ppt/slides/_rels/slide4.xml.rels" ContentType="application/vnd.openxmlformats-package.relationships+xml"/>
  <Override PartName="/ppt/slides/_rels/slide11.xml.rels" ContentType="application/vnd.openxmlformats-package.relationships+xml"/>
  <Override PartName="/ppt/slides/_rels/slide15.xml.rels" ContentType="application/vnd.openxmlformats-package.relationships+xml"/>
  <Override PartName="/ppt/slides/_rels/slide13.xml.rels" ContentType="application/vnd.openxmlformats-package.relationships+xml"/>
  <Override PartName="/ppt/slides/_rels/slide14.xml.rels" ContentType="application/vnd.openxmlformats-package.relationships+xml"/>
  <Override PartName="/ppt/slides/_rels/slide21.xml.rels" ContentType="application/vnd.openxmlformats-package.relationships+xml"/>
  <Override PartName="/ppt/slides/_rels/slide20.xml.rels" ContentType="application/vnd.openxmlformats-package.relationships+xml"/>
  <Override PartName="/ppt/slides/_rels/slide1.xml.rels" ContentType="application/vnd.openxmlformats-package.relationships+xml"/>
  <Override PartName="/ppt/slides/_rels/slide12.xml.rels" ContentType="application/vnd.openxmlformats-package.relationships+xml"/>
  <Override PartName="/ppt/slides/_rels/slide2.xml.rels" ContentType="application/vnd.openxmlformats-package.relationships+xml"/>
  <Override PartName="/ppt/slides/_rels/slide5.xml.rels" ContentType="application/vnd.openxmlformats-package.relationships+xml"/>
  <Override PartName="/ppt/slides/_rels/slide17.xml.rels" ContentType="application/vnd.openxmlformats-package.relationships+xml"/>
  <Override PartName="/ppt/slides/_rels/slide9.xml.rels" ContentType="application/vnd.openxmlformats-package.relationships+xml"/>
  <Override PartName="/ppt/slides/_rels/slide8.xml.rels" ContentType="application/vnd.openxmlformats-package.relationships+xml"/>
  <Override PartName="/ppt/slides/_rels/slide19.xml.rels" ContentType="application/vnd.openxmlformats-package.relationships+xml"/>
  <Override PartName="/ppt/slides/_rels/slide7.xml.rels" ContentType="application/vnd.openxmlformats-package.relationships+xml"/>
  <Override PartName="/ppt/slides/_rels/slide18.xml.rels" ContentType="application/vnd.openxmlformats-package.relationships+xml"/>
  <Override PartName="/ppt/slides/_rels/slide3.xml.rels" ContentType="application/vnd.openxmlformats-package.relationships+xml"/>
  <Override PartName="/ppt/slides/_rels/slide10.xml.rels" ContentType="application/vnd.openxmlformats-package.relationships+xml"/>
  <Override PartName="/ppt/slides/slide16.xml" ContentType="application/vnd.openxmlformats-officedocument.presentationml.slide+xml"/>
  <Override PartName="/ppt/slides/slide10.xml" ContentType="application/vnd.openxmlformats-officedocument.presentationml.slide+xml"/>
  <Override PartName="/ppt/slides/slide17.xml" ContentType="application/vnd.openxmlformats-officedocument.presentationml.slide+xml"/>
  <Override PartName="/ppt/slides/slide12.xml" ContentType="application/vnd.openxmlformats-officedocument.presentationml.slide+xml"/>
  <Override PartName="/ppt/slides/slide19.xml" ContentType="application/vnd.openxmlformats-officedocument.presentationml.slide+xml"/>
  <Override PartName="/ppt/slides/slide11.xml" ContentType="application/vnd.openxmlformats-officedocument.presentationml.slide+xml"/>
  <Override PartName="/ppt/slides/slide22.xml" ContentType="application/vnd.openxmlformats-officedocument.presentationml.slide+xml"/>
  <Override PartName="/ppt/slides/slide4.xml" ContentType="application/vnd.openxmlformats-officedocument.presentationml.slide+xml"/>
  <Override PartName="/ppt/slides/slide2.xml" ContentType="application/vnd.openxmlformats-officedocument.presentationml.slide+xml"/>
  <Override PartName="/ppt/slides/slide6.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21.xml" ContentType="application/vnd.openxmlformats-officedocument.presentationml.slide+xml"/>
  <Override PartName="/ppt/slides/slide13.xml" ContentType="application/vnd.openxmlformats-officedocument.presentationml.slide+xml"/>
  <Override PartName="/ppt/slides/slide15.xml" ContentType="application/vnd.openxmlformats-officedocument.presentationml.slide+xml"/>
  <Override PartName="/ppt/slides/slide1.xml" ContentType="application/vnd.openxmlformats-officedocument.presentationml.slide+xml"/>
  <Override PartName="/ppt/slides/slide18.xml" ContentType="application/vnd.openxmlformats-officedocument.presentationml.slide+xml"/>
  <Override PartName="/ppt/slides/slide14.xml" ContentType="application/vnd.openxmlformats-officedocument.presentationml.slide+xml"/>
  <Override PartName="/ppt/slides/slide7.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20.xml" ContentType="application/vnd.openxmlformats-officedocument.presentationml.slide+xml"/>
  <Override PartName="/ppt/slides/slide5.xml" ContentType="application/vnd.openxmlformats-officedocument.presentationml.slide+xml"/>
  <Override PartName="/ppt/slides/slide24.xml" ContentType="application/vnd.openxmlformats-officedocument.presentationml.slide+xml"/>
  <Override PartName="/ppt/slideMasters/_rels/slideMaster1.xml.rels" ContentType="application/vnd.openxmlformats-package.relationships+xml"/>
  <Override PartName="/ppt/slideMasters/slideMaster1.xml" ContentType="application/vnd.openxmlformats-officedocument.presentationml.slideMaster+xml"/>
  <Override PartName="/ppt/presProps.xml" ContentType="application/vnd.openxmlformats-officedocument.presentationml.presProps+xml"/>
  <Override PartName="/ppt/slideLayouts/_rels/slideLayout2.xml.rels" ContentType="application/vnd.openxmlformats-package.relationships+xml"/>
  <Override PartName="/ppt/slideLayouts/_rels/slideLayout1.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Types>
</file>

<file path=_rels/.rels><?xml version="1.0" encoding="UTF-8"?>
<Relationships xmlns="http://schemas.openxmlformats.org/package/2006/relationships"><Relationship Id="rId1" Type="http://schemas.openxmlformats.org/officedocument/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Lst>
  <p:sldSz cx="12192000" cy="6858000"/>
  <p:notesSz cx="7559675" cy="10691813"/>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slide" Target="slides/slide23.xml"/><Relationship Id="rId26" Type="http://schemas.openxmlformats.org/officeDocument/2006/relationships/slide" Target="slides/slide24.xml"/><Relationship Id="rId27"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master-page3">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master-page3">
    <p:spTree>
      <p:nvGrpSpPr>
        <p:cNvPr id="1" name=""/>
        <p:cNvGrpSpPr/>
        <p:nvPr/>
      </p:nvGrpSpPr>
      <p:grpSpPr>
        <a:xfrm>
          <a:off x="0" y="0"/>
          <a:ext cx="0" cy="0"/>
          <a:chOff x="0" y="0"/>
          <a:chExt cx="0" cy="0"/>
        </a:xfrm>
      </p:grpSpPr>
      <p:sp>
        <p:nvSpPr>
          <p:cNvPr id="4" name="PlaceHolder 1"/>
          <p:cNvSpPr>
            <a:spLocks noGrp="1"/>
          </p:cNvSpPr>
          <p:nvPr>
            <p:ph type="title"/>
          </p:nvPr>
        </p:nvSpPr>
        <p:spPr>
          <a:xfrm>
            <a:off x="609480" y="259200"/>
            <a:ext cx="10972080" cy="1084680"/>
          </a:xfrm>
          <a:prstGeom prst="rect">
            <a:avLst/>
          </a:prstGeom>
          <a:noFill/>
          <a:ln w="0">
            <a:noFill/>
          </a:ln>
        </p:spPr>
        <p:txBody>
          <a:bodyPr lIns="0" rIns="0" tIns="0" bIns="0" anchor="ctr">
            <a:spAutoFit/>
          </a:bodyPr>
          <a:p>
            <a:pPr indent="0" algn="ctr">
              <a:buNone/>
            </a:pPr>
            <a:endParaRPr b="0" lang="en-US" sz="4400" strike="noStrike" u="none">
              <a:solidFill>
                <a:srgbClr val="000000"/>
              </a:solidFill>
              <a:effectLst/>
              <a:uFillTx/>
              <a:latin typeface="Arial"/>
            </a:endParaRPr>
          </a:p>
        </p:txBody>
      </p:sp>
      <p:sp>
        <p:nvSpPr>
          <p:cNvPr id="5" name="PlaceHolder 2"/>
          <p:cNvSpPr>
            <a:spLocks noGrp="1"/>
          </p:cNvSpPr>
          <p:nvPr>
            <p:ph type="subTitle"/>
          </p:nvPr>
        </p:nvSpPr>
        <p:spPr>
          <a:xfrm>
            <a:off x="609480" y="1520280"/>
            <a:ext cx="10972080" cy="3768480"/>
          </a:xfrm>
          <a:prstGeom prst="rect">
            <a:avLst/>
          </a:prstGeom>
          <a:noFill/>
          <a:ln w="0">
            <a:noFill/>
          </a:ln>
        </p:spPr>
        <p:txBody>
          <a:bodyPr lIns="0" rIns="0" tIns="0" bIns="0" anchor="ctr">
            <a:spAutoFit/>
          </a:bodyPr>
          <a:p>
            <a:pPr indent="0" algn="ctr">
              <a:buNone/>
            </a:pPr>
            <a:endParaRPr b="0" lang="en-US" sz="3200" strike="noStrike" u="none">
              <a:solidFill>
                <a:srgbClr val="000000"/>
              </a:solidFill>
              <a:effectLst/>
              <a:uFillTx/>
              <a:latin typeface="Arial"/>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 name="PlaceHolder 1"/>
          <p:cNvSpPr>
            <a:spLocks noGrp="1"/>
          </p:cNvSpPr>
          <p:nvPr>
            <p:ph type="title"/>
          </p:nvPr>
        </p:nvSpPr>
        <p:spPr>
          <a:xfrm>
            <a:off x="609480" y="259200"/>
            <a:ext cx="10972080" cy="1084680"/>
          </a:xfrm>
          <a:prstGeom prst="rect">
            <a:avLst/>
          </a:prstGeom>
          <a:noFill/>
          <a:ln w="0">
            <a:noFill/>
          </a:ln>
        </p:spPr>
        <p:txBody>
          <a:bodyPr lIns="0" rIns="0" tIns="0" bIns="0" anchor="ctr">
            <a:noAutofit/>
          </a:bodyPr>
          <a:p>
            <a:pPr indent="0" algn="ctr">
              <a:buNone/>
            </a:pPr>
            <a:r>
              <a:rPr b="0" lang="en-US" sz="4400" strike="noStrike" u="none">
                <a:solidFill>
                  <a:srgbClr val="000000"/>
                </a:solidFill>
                <a:effectLst/>
                <a:uFillTx/>
                <a:latin typeface="Arial"/>
              </a:rPr>
              <a:t>Click to edit the title text format</a:t>
            </a:r>
            <a:endParaRPr b="0" lang="en-US" sz="4400" strike="noStrike" u="none">
              <a:solidFill>
                <a:srgbClr val="000000"/>
              </a:solidFill>
              <a:effectLst/>
              <a:uFillTx/>
              <a:latin typeface="Arial"/>
            </a:endParaRPr>
          </a:p>
        </p:txBody>
      </p:sp>
      <p:sp>
        <p:nvSpPr>
          <p:cNvPr id="3" name="PlaceHolder 2"/>
          <p:cNvSpPr>
            <a:spLocks noGrp="1"/>
          </p:cNvSpPr>
          <p:nvPr>
            <p:ph type="body"/>
          </p:nvPr>
        </p:nvSpPr>
        <p:spPr>
          <a:xfrm>
            <a:off x="609480" y="1520280"/>
            <a:ext cx="10972080" cy="37684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trike="noStrike" u="none">
                <a:solidFill>
                  <a:srgbClr val="000000"/>
                </a:solidFill>
                <a:effectLst/>
                <a:uFillTx/>
                <a:latin typeface="Arial"/>
              </a:rPr>
              <a:t>Click to edit the outline text format</a:t>
            </a:r>
            <a:endParaRPr b="0" lang="en-US" sz="32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2800" strike="noStrike" u="none">
                <a:solidFill>
                  <a:srgbClr val="000000"/>
                </a:solidFill>
                <a:effectLst/>
                <a:uFillTx/>
                <a:latin typeface="Arial"/>
              </a:rPr>
              <a:t>Second Outline Level</a:t>
            </a:r>
            <a:endParaRPr b="0" lang="en-US" sz="2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2400" strike="noStrike" u="none">
                <a:solidFill>
                  <a:srgbClr val="000000"/>
                </a:solidFill>
                <a:effectLst/>
                <a:uFillTx/>
                <a:latin typeface="Arial"/>
              </a:rPr>
              <a:t>Third Outline Level</a:t>
            </a:r>
            <a:endParaRPr b="0" lang="en-US" sz="24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2000" strike="noStrike" u="none">
                <a:solidFill>
                  <a:srgbClr val="000000"/>
                </a:solidFill>
                <a:effectLst/>
                <a:uFillTx/>
                <a:latin typeface="Arial"/>
              </a:rPr>
              <a:t>Fourth Outline Level</a:t>
            </a:r>
            <a:endParaRPr b="0" lang="en-US" sz="20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Fifth Outline Level</a:t>
            </a:r>
            <a:endParaRPr b="0" lang="en-US" sz="20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Sixth Outline Level</a:t>
            </a:r>
            <a:endParaRPr b="0" lang="en-US" sz="20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Seventh Outline Level</a:t>
            </a:r>
            <a:endParaRPr b="0" lang="en-US" sz="2000" strike="noStrike" u="none">
              <a:solidFill>
                <a:srgbClr val="000000"/>
              </a:solidFill>
              <a:effectLst/>
              <a:uFillTx/>
              <a:latin typeface="Arial"/>
            </a:endParaRPr>
          </a:p>
        </p:txBody>
      </p:sp>
    </p:spTree>
  </p:cSld>
  <p:clrMap bg1="lt1" tx1="dk1" bg2="lt2" tx2="dk2" accent1="accent1" accent2="accent2" accent3="accent3" accent4="accent4" accent5="accent5" accent6="accent6" hlink="hlink" folHlink="folHlink"/>
  <p:sldLayoutIdLst>
    <p:sldLayoutId id="2147483649" r:id="rId2"/>
    <p:sldLayoutId id="2147483650" r:id="rId3"/>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0.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2.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3.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4.xml.rels><?xml version="1.0" encoding="UTF-8"?>
<Relationships xmlns="http://schemas.openxmlformats.org/package/2006/relationships"><Relationship Id="rId1" Type="http://schemas.openxmlformats.org/officeDocument/2006/relationships/slideLayout" Target="../slideLayouts/slideLayout1.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7"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8"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9" name=""/>
          <p:cNvSpPr txBox="1"/>
          <p:nvPr/>
        </p:nvSpPr>
        <p:spPr>
          <a:xfrm>
            <a:off x="380880" y="1380960"/>
            <a:ext cx="9441720" cy="671040"/>
          </a:xfrm>
          <a:prstGeom prst="rect">
            <a:avLst/>
          </a:prstGeom>
          <a:noFill/>
          <a:ln w="0">
            <a:noFill/>
          </a:ln>
        </p:spPr>
        <p:txBody>
          <a:bodyPr wrap="none" lIns="0" rIns="0" tIns="0" bIns="0" anchor="t">
            <a:spAutoFit/>
          </a:bodyPr>
          <a:p>
            <a:r>
              <a:rPr b="1" lang="en-US" sz="4730" strike="noStrike" u="none">
                <a:solidFill>
                  <a:srgbClr val="800000"/>
                </a:solidFill>
                <a:effectLst/>
                <a:uFillTx/>
                <a:latin typeface="NotoSansJP-Thin_"/>
                <a:ea typeface="NotoSansJP-Thin_"/>
              </a:rPr>
              <a:t>Denoising Diffusion Probabilistic</a:t>
            </a:r>
            <a:endParaRPr b="0" lang="en-US" sz="4730" strike="noStrike" u="none">
              <a:solidFill>
                <a:srgbClr val="000000"/>
              </a:solidFill>
              <a:effectLst/>
              <a:uFillTx/>
              <a:latin typeface="Times New Roman"/>
            </a:endParaRPr>
          </a:p>
        </p:txBody>
      </p:sp>
      <p:sp>
        <p:nvSpPr>
          <p:cNvPr id="10" name=""/>
          <p:cNvSpPr txBox="1"/>
          <p:nvPr/>
        </p:nvSpPr>
        <p:spPr>
          <a:xfrm>
            <a:off x="380880" y="2190600"/>
            <a:ext cx="4403880" cy="671040"/>
          </a:xfrm>
          <a:prstGeom prst="rect">
            <a:avLst/>
          </a:prstGeom>
          <a:noFill/>
          <a:ln w="0">
            <a:noFill/>
          </a:ln>
        </p:spPr>
        <p:txBody>
          <a:bodyPr wrap="none" lIns="0" rIns="0" tIns="0" bIns="0" anchor="t">
            <a:spAutoFit/>
          </a:bodyPr>
          <a:p>
            <a:r>
              <a:rPr b="1" lang="en-US" sz="4730" strike="noStrike" u="none">
                <a:solidFill>
                  <a:srgbClr val="800000"/>
                </a:solidFill>
                <a:effectLst/>
                <a:uFillTx/>
                <a:latin typeface="NotoSansJP-Thin_"/>
                <a:ea typeface="NotoSansJP-Thin_"/>
              </a:rPr>
              <a:t>Models (DDPM)</a:t>
            </a:r>
            <a:endParaRPr b="0" lang="en-US" sz="4730" strike="noStrike" u="none">
              <a:solidFill>
                <a:srgbClr val="000000"/>
              </a:solidFill>
              <a:effectLst/>
              <a:uFillTx/>
              <a:latin typeface="Times New Roman"/>
            </a:endParaRPr>
          </a:p>
        </p:txBody>
      </p:sp>
      <p:sp>
        <p:nvSpPr>
          <p:cNvPr id="11" name=""/>
          <p:cNvSpPr txBox="1"/>
          <p:nvPr/>
        </p:nvSpPr>
        <p:spPr>
          <a:xfrm>
            <a:off x="9450000" y="3279600"/>
            <a:ext cx="2171520" cy="372240"/>
          </a:xfrm>
          <a:prstGeom prst="rect">
            <a:avLst/>
          </a:prstGeom>
          <a:noFill/>
          <a:ln w="0">
            <a:noFill/>
          </a:ln>
        </p:spPr>
        <p:txBody>
          <a:bodyPr wrap="none" lIns="0" rIns="0" tIns="0" bIns="0" anchor="t">
            <a:spAutoFit/>
          </a:bodyPr>
          <a:p>
            <a:r>
              <a:rPr b="0" lang="en-US" sz="2620" strike="noStrike" u="none">
                <a:solidFill>
                  <a:srgbClr val="333333"/>
                </a:solidFill>
                <a:effectLst/>
                <a:uFillTx/>
                <a:latin typeface="NotoSansJP-Thin_"/>
                <a:ea typeface="NotoSansJP-Thin_"/>
              </a:rPr>
              <a:t>Ho et al., 2020</a:t>
            </a:r>
            <a:endParaRPr b="0" lang="en-US" sz="2620" strike="noStrike" u="none">
              <a:solidFill>
                <a:srgbClr val="000000"/>
              </a:solidFill>
              <a:effectLst/>
              <a:uFillTx/>
              <a:latin typeface="Times New Roman"/>
            </a:endParaRPr>
          </a:p>
        </p:txBody>
      </p:sp>
      <p:sp>
        <p:nvSpPr>
          <p:cNvPr id="12" name=""/>
          <p:cNvSpPr txBox="1"/>
          <p:nvPr/>
        </p:nvSpPr>
        <p:spPr>
          <a:xfrm>
            <a:off x="9341280" y="4508280"/>
            <a:ext cx="2208600" cy="372240"/>
          </a:xfrm>
          <a:prstGeom prst="rect">
            <a:avLst/>
          </a:prstGeom>
          <a:noFill/>
          <a:ln w="0">
            <a:noFill/>
          </a:ln>
        </p:spPr>
        <p:txBody>
          <a:bodyPr wrap="none" lIns="0" rIns="0" tIns="0" bIns="0" anchor="t">
            <a:spAutoFit/>
          </a:bodyPr>
          <a:p>
            <a:r>
              <a:rPr b="0" lang="en-US" sz="2620" strike="noStrike" u="none">
                <a:solidFill>
                  <a:srgbClr val="333333"/>
                </a:solidFill>
                <a:effectLst/>
                <a:uFillTx/>
                <a:latin typeface="NotoSansJP-Thin_"/>
                <a:ea typeface="NotoSansJP-Thin_"/>
              </a:rPr>
              <a:t>Kenichiro Goto</a:t>
            </a:r>
            <a:endParaRPr b="0" lang="en-US" sz="2620" strike="noStrike" u="none">
              <a:solidFill>
                <a:srgbClr val="000000"/>
              </a:solidFill>
              <a:effectLst/>
              <a:uFillTx/>
              <a:latin typeface="Times New Roman"/>
            </a:endParaRPr>
          </a:p>
        </p:txBody>
      </p:sp>
      <p:sp>
        <p:nvSpPr>
          <p:cNvPr id="13" name=""/>
          <p:cNvSpPr txBox="1"/>
          <p:nvPr/>
        </p:nvSpPr>
        <p:spPr>
          <a:xfrm>
            <a:off x="9570240" y="4965480"/>
            <a:ext cx="2311200" cy="372240"/>
          </a:xfrm>
          <a:prstGeom prst="rect">
            <a:avLst/>
          </a:prstGeom>
          <a:noFill/>
          <a:ln w="0">
            <a:noFill/>
          </a:ln>
        </p:spPr>
        <p:txBody>
          <a:bodyPr wrap="none" lIns="0" rIns="0" tIns="0" bIns="0" anchor="t">
            <a:spAutoFit/>
          </a:bodyPr>
          <a:p>
            <a:r>
              <a:rPr b="0" lang="zh-CN" sz="2620" strike="noStrike" u="none">
                <a:solidFill>
                  <a:srgbClr val="333333"/>
                </a:solidFill>
                <a:effectLst/>
                <a:uFillTx/>
                <a:latin typeface="NotoSansJP-Thin_"/>
                <a:ea typeface="NotoSansJP-Thin_"/>
              </a:rPr>
              <a:t>西川研究室 </a:t>
            </a:r>
            <a:r>
              <a:rPr b="0" lang="en-US" sz="2620" strike="noStrike" u="none">
                <a:solidFill>
                  <a:srgbClr val="333333"/>
                </a:solidFill>
                <a:effectLst/>
                <a:uFillTx/>
                <a:latin typeface="NotoSansJP-Thin_"/>
                <a:ea typeface="NotoSansJP-Thin_"/>
              </a:rPr>
              <a:t>B3</a:t>
            </a:r>
            <a:endParaRPr b="0" lang="en-US" sz="2620" strike="noStrike" u="none">
              <a:solidFill>
                <a:srgbClr val="000000"/>
              </a:solidFill>
              <a:effectLst/>
              <a:uFillTx/>
              <a:latin typeface="Times New Roman"/>
            </a:endParaRPr>
          </a:p>
        </p:txBody>
      </p:sp>
      <p:sp>
        <p:nvSpPr>
          <p:cNvPr id="14" name=""/>
          <p:cNvSpPr txBox="1"/>
          <p:nvPr/>
        </p:nvSpPr>
        <p:spPr>
          <a:xfrm>
            <a:off x="9979560" y="5413320"/>
            <a:ext cx="1707840" cy="372240"/>
          </a:xfrm>
          <a:prstGeom prst="rect">
            <a:avLst/>
          </a:prstGeom>
          <a:noFill/>
          <a:ln w="0">
            <a:noFill/>
          </a:ln>
        </p:spPr>
        <p:txBody>
          <a:bodyPr wrap="none" lIns="0" rIns="0" tIns="0" bIns="0" anchor="t">
            <a:spAutoFit/>
          </a:bodyPr>
          <a:p>
            <a:r>
              <a:rPr b="0" lang="en-US" sz="2620" strike="noStrike" u="none">
                <a:solidFill>
                  <a:srgbClr val="333333"/>
                </a:solidFill>
                <a:effectLst/>
                <a:uFillTx/>
                <a:latin typeface="NotoSansJP-Thin_"/>
                <a:ea typeface="NotoSansJP-Thin_"/>
              </a:rPr>
              <a:t>2025-11-14</a:t>
            </a:r>
            <a:endParaRPr b="0" lang="en-US" sz="2620" strike="noStrike" u="none">
              <a:solidFill>
                <a:srgbClr val="000000"/>
              </a:solidFill>
              <a:effectLst/>
              <a:uFillTx/>
              <a:latin typeface="Times New Roman"/>
            </a:endParaRPr>
          </a:p>
        </p:txBody>
      </p:sp>
      <p:sp>
        <p:nvSpPr>
          <p:cNvPr id="15" name=""/>
          <p:cNvSpPr txBox="1"/>
          <p:nvPr/>
        </p:nvSpPr>
        <p:spPr>
          <a:xfrm>
            <a:off x="11331000" y="6397560"/>
            <a:ext cx="519840" cy="297720"/>
          </a:xfrm>
          <a:prstGeom prst="rect">
            <a:avLst/>
          </a:prstGeom>
          <a:noFill/>
          <a:ln w="0">
            <a:noFill/>
          </a:ln>
        </p:spPr>
        <p:txBody>
          <a:bodyPr wrap="none" lIns="0" rIns="0" tIns="0" bIns="0" anchor="t">
            <a:spAutoFit/>
          </a:bodyPr>
          <a:p>
            <a:r>
              <a:rPr b="1" lang="en-US" sz="2100" strike="noStrike" u="none">
                <a:solidFill>
                  <a:srgbClr val="333333"/>
                </a:solidFill>
                <a:effectLst/>
                <a:uFillTx/>
                <a:latin typeface="NotoSansJP-Thin_"/>
                <a:ea typeface="NotoSansJP-Thin_"/>
              </a:rPr>
              <a:t>1/24</a:t>
            </a:r>
            <a:endParaRPr b="0" lang="en-US" sz="2100" strike="noStrike" u="non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17"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18"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19" name=""/>
          <p:cNvSpPr txBox="1"/>
          <p:nvPr/>
        </p:nvSpPr>
        <p:spPr>
          <a:xfrm>
            <a:off x="374040" y="1031760"/>
            <a:ext cx="1113480" cy="372240"/>
          </a:xfrm>
          <a:prstGeom prst="rect">
            <a:avLst/>
          </a:prstGeom>
          <a:noFill/>
          <a:ln w="0">
            <a:noFill/>
          </a:ln>
        </p:spPr>
        <p:txBody>
          <a:bodyPr wrap="none" lIns="0" rIns="0" tIns="0" bIns="0" anchor="t">
            <a:spAutoFit/>
          </a:bodyPr>
          <a:p>
            <a:r>
              <a:rPr b="0" lang="en-US" sz="2620" strike="noStrike" u="none">
                <a:solidFill>
                  <a:srgbClr val="333333"/>
                </a:solidFill>
                <a:effectLst/>
                <a:uFillTx/>
                <a:latin typeface="NotoSansJP-Thin_"/>
                <a:ea typeface="NotoSansJP-Thin_"/>
              </a:rPr>
              <a:t>1. </a:t>
            </a:r>
            <a:r>
              <a:rPr b="0" lang="zh-CN" sz="2620" strike="noStrike" u="none">
                <a:solidFill>
                  <a:srgbClr val="333333"/>
                </a:solidFill>
                <a:effectLst/>
                <a:uFillTx/>
                <a:latin typeface="NotoSansJP-Thin_"/>
                <a:ea typeface="NotoSansJP-Thin_"/>
              </a:rPr>
              <a:t>導入</a:t>
            </a:r>
            <a:endParaRPr b="0" lang="en-US" sz="2620" strike="noStrike" u="none">
              <a:solidFill>
                <a:srgbClr val="000000"/>
              </a:solidFill>
              <a:effectLst/>
              <a:uFillTx/>
              <a:latin typeface="Times New Roman"/>
            </a:endParaRPr>
          </a:p>
        </p:txBody>
      </p:sp>
      <p:sp>
        <p:nvSpPr>
          <p:cNvPr id="20" name=""/>
          <p:cNvSpPr txBox="1"/>
          <p:nvPr/>
        </p:nvSpPr>
        <p:spPr>
          <a:xfrm>
            <a:off x="754920" y="1574640"/>
            <a:ext cx="1113480" cy="372240"/>
          </a:xfrm>
          <a:prstGeom prst="rect">
            <a:avLst/>
          </a:prstGeom>
          <a:noFill/>
          <a:ln w="0">
            <a:noFill/>
          </a:ln>
        </p:spPr>
        <p:txBody>
          <a:bodyPr wrap="none" lIns="0" rIns="0" tIns="0" bIns="0" anchor="t">
            <a:spAutoFit/>
          </a:bodyPr>
          <a:p>
            <a:r>
              <a:rPr b="0" lang="en-US" sz="2620" strike="noStrike" u="none">
                <a:solidFill>
                  <a:srgbClr val="333333"/>
                </a:solidFill>
                <a:effectLst/>
                <a:uFillTx/>
                <a:latin typeface="NotoSansJP-Thin_"/>
                <a:ea typeface="NotoSansJP-Thin_"/>
              </a:rPr>
              <a:t>1. </a:t>
            </a:r>
            <a:r>
              <a:rPr b="0" lang="zh-CN" sz="2620" strike="noStrike" u="none">
                <a:solidFill>
                  <a:srgbClr val="333333"/>
                </a:solidFill>
                <a:effectLst/>
                <a:uFillTx/>
                <a:latin typeface="NotoSansJP-Thin_"/>
                <a:ea typeface="NotoSansJP-Thin_"/>
              </a:rPr>
              <a:t>背景</a:t>
            </a:r>
            <a:endParaRPr b="0" lang="en-US" sz="2620" strike="noStrike" u="none">
              <a:solidFill>
                <a:srgbClr val="000000"/>
              </a:solidFill>
              <a:effectLst/>
              <a:uFillTx/>
              <a:latin typeface="Times New Roman"/>
            </a:endParaRPr>
          </a:p>
        </p:txBody>
      </p:sp>
      <p:sp>
        <p:nvSpPr>
          <p:cNvPr id="21" name=""/>
          <p:cNvSpPr txBox="1"/>
          <p:nvPr/>
        </p:nvSpPr>
        <p:spPr>
          <a:xfrm>
            <a:off x="754920" y="2127240"/>
            <a:ext cx="3097440" cy="372240"/>
          </a:xfrm>
          <a:prstGeom prst="rect">
            <a:avLst/>
          </a:prstGeom>
          <a:noFill/>
          <a:ln w="0">
            <a:noFill/>
          </a:ln>
        </p:spPr>
        <p:txBody>
          <a:bodyPr wrap="none" lIns="0" rIns="0" tIns="0" bIns="0" anchor="t">
            <a:spAutoFit/>
          </a:bodyPr>
          <a:p>
            <a:r>
              <a:rPr b="0" lang="en-US" sz="2620" strike="noStrike" u="none">
                <a:solidFill>
                  <a:srgbClr val="333333"/>
                </a:solidFill>
                <a:effectLst/>
                <a:uFillTx/>
                <a:latin typeface="NotoSansJP-Thin_"/>
                <a:ea typeface="NotoSansJP-Thin_"/>
              </a:rPr>
              <a:t>2. DDPM</a:t>
            </a:r>
            <a:r>
              <a:rPr b="0" lang="zh-CN" sz="2620" strike="noStrike" u="none">
                <a:solidFill>
                  <a:srgbClr val="333333"/>
                </a:solidFill>
                <a:effectLst/>
                <a:uFillTx/>
                <a:latin typeface="NotoSansJP-Thin_"/>
                <a:ea typeface="NotoSansJP-Thin_"/>
              </a:rPr>
              <a:t>の位置付け</a:t>
            </a:r>
            <a:endParaRPr b="0" lang="en-US" sz="2620" strike="noStrike" u="none">
              <a:solidFill>
                <a:srgbClr val="000000"/>
              </a:solidFill>
              <a:effectLst/>
              <a:uFillTx/>
              <a:latin typeface="Times New Roman"/>
            </a:endParaRPr>
          </a:p>
        </p:txBody>
      </p:sp>
      <p:sp>
        <p:nvSpPr>
          <p:cNvPr id="22" name=""/>
          <p:cNvSpPr txBox="1"/>
          <p:nvPr/>
        </p:nvSpPr>
        <p:spPr>
          <a:xfrm>
            <a:off x="374040" y="2679480"/>
            <a:ext cx="3116160" cy="372240"/>
          </a:xfrm>
          <a:prstGeom prst="rect">
            <a:avLst/>
          </a:prstGeom>
          <a:noFill/>
          <a:ln w="0">
            <a:noFill/>
          </a:ln>
        </p:spPr>
        <p:txBody>
          <a:bodyPr wrap="none" lIns="0" rIns="0" tIns="0" bIns="0" anchor="t">
            <a:spAutoFit/>
          </a:bodyPr>
          <a:p>
            <a:r>
              <a:rPr b="0" lang="en-US" sz="2620" strike="noStrike" u="none">
                <a:solidFill>
                  <a:srgbClr val="333333"/>
                </a:solidFill>
                <a:effectLst/>
                <a:uFillTx/>
                <a:latin typeface="NotoSansJP-Thin_"/>
                <a:ea typeface="NotoSansJP-Thin_"/>
              </a:rPr>
              <a:t>2. </a:t>
            </a:r>
            <a:r>
              <a:rPr b="0" lang="zh-CN" sz="2620" strike="noStrike" u="none">
                <a:solidFill>
                  <a:srgbClr val="333333"/>
                </a:solidFill>
                <a:effectLst/>
                <a:uFillTx/>
                <a:latin typeface="NotoSansJP-Thin_"/>
                <a:ea typeface="NotoSansJP-Thin_"/>
              </a:rPr>
              <a:t>メカニズムの理解</a:t>
            </a:r>
            <a:endParaRPr b="0" lang="en-US" sz="2620" strike="noStrike" u="none">
              <a:solidFill>
                <a:srgbClr val="000000"/>
              </a:solidFill>
              <a:effectLst/>
              <a:uFillTx/>
              <a:latin typeface="Times New Roman"/>
            </a:endParaRPr>
          </a:p>
        </p:txBody>
      </p:sp>
      <p:sp>
        <p:nvSpPr>
          <p:cNvPr id="23" name=""/>
          <p:cNvSpPr txBox="1"/>
          <p:nvPr/>
        </p:nvSpPr>
        <p:spPr>
          <a:xfrm>
            <a:off x="754920" y="3232080"/>
            <a:ext cx="4685040" cy="372240"/>
          </a:xfrm>
          <a:prstGeom prst="rect">
            <a:avLst/>
          </a:prstGeom>
          <a:noFill/>
          <a:ln w="0">
            <a:noFill/>
          </a:ln>
        </p:spPr>
        <p:txBody>
          <a:bodyPr wrap="none" lIns="0" rIns="0" tIns="0" bIns="0" anchor="t">
            <a:spAutoFit/>
          </a:bodyPr>
          <a:p>
            <a:r>
              <a:rPr b="0" lang="en-US" sz="2620" strike="noStrike" u="none">
                <a:solidFill>
                  <a:srgbClr val="333333"/>
                </a:solidFill>
                <a:effectLst/>
                <a:uFillTx/>
                <a:latin typeface="NotoSansJP-Thin_"/>
                <a:ea typeface="NotoSansJP-Thin_"/>
              </a:rPr>
              <a:t>1. Forward Process (</a:t>
            </a:r>
            <a:r>
              <a:rPr b="0" lang="zh-CN" sz="2620" strike="noStrike" u="none">
                <a:solidFill>
                  <a:srgbClr val="333333"/>
                </a:solidFill>
                <a:effectLst/>
                <a:uFillTx/>
                <a:latin typeface="NotoSansJP-Thin_"/>
                <a:ea typeface="NotoSansJP-Thin_"/>
              </a:rPr>
              <a:t>拡散過程</a:t>
            </a:r>
            <a:r>
              <a:rPr b="0" lang="en-US" sz="2620" strike="noStrike" u="none">
                <a:solidFill>
                  <a:srgbClr val="333333"/>
                </a:solidFill>
                <a:effectLst/>
                <a:uFillTx/>
                <a:latin typeface="NotoSansJP-Thin_"/>
                <a:ea typeface="NotoSansJP-Thin_"/>
              </a:rPr>
              <a:t>)</a:t>
            </a:r>
            <a:endParaRPr b="0" lang="en-US" sz="2620" strike="noStrike" u="none">
              <a:solidFill>
                <a:srgbClr val="000000"/>
              </a:solidFill>
              <a:effectLst/>
              <a:uFillTx/>
              <a:latin typeface="Times New Roman"/>
            </a:endParaRPr>
          </a:p>
        </p:txBody>
      </p:sp>
      <p:sp>
        <p:nvSpPr>
          <p:cNvPr id="24" name=""/>
          <p:cNvSpPr txBox="1"/>
          <p:nvPr/>
        </p:nvSpPr>
        <p:spPr>
          <a:xfrm>
            <a:off x="754920" y="3774960"/>
            <a:ext cx="5037840" cy="372240"/>
          </a:xfrm>
          <a:prstGeom prst="rect">
            <a:avLst/>
          </a:prstGeom>
          <a:noFill/>
          <a:ln w="0">
            <a:noFill/>
          </a:ln>
        </p:spPr>
        <p:txBody>
          <a:bodyPr wrap="none" lIns="0" rIns="0" tIns="0" bIns="0" anchor="t">
            <a:spAutoFit/>
          </a:bodyPr>
          <a:p>
            <a:r>
              <a:rPr b="0" lang="en-US" sz="2620" strike="noStrike" u="none">
                <a:solidFill>
                  <a:srgbClr val="333333"/>
                </a:solidFill>
                <a:effectLst/>
                <a:uFillTx/>
                <a:latin typeface="NotoSansJP-Thin_"/>
                <a:ea typeface="NotoSansJP-Thin_"/>
              </a:rPr>
              <a:t>2. Reverse Process (</a:t>
            </a:r>
            <a:r>
              <a:rPr b="0" lang="zh-CN" sz="2620" strike="noStrike" u="none">
                <a:solidFill>
                  <a:srgbClr val="333333"/>
                </a:solidFill>
                <a:effectLst/>
                <a:uFillTx/>
                <a:latin typeface="NotoSansJP-Thin_"/>
                <a:ea typeface="NotoSansJP-Thin_"/>
              </a:rPr>
              <a:t>逆拡散過程</a:t>
            </a:r>
            <a:r>
              <a:rPr b="0" lang="en-US" sz="2620" strike="noStrike" u="none">
                <a:solidFill>
                  <a:srgbClr val="333333"/>
                </a:solidFill>
                <a:effectLst/>
                <a:uFillTx/>
                <a:latin typeface="NotoSansJP-Thin_"/>
                <a:ea typeface="NotoSansJP-Thin_"/>
              </a:rPr>
              <a:t>)</a:t>
            </a:r>
            <a:endParaRPr b="0" lang="en-US" sz="2620" strike="noStrike" u="none">
              <a:solidFill>
                <a:srgbClr val="000000"/>
              </a:solidFill>
              <a:effectLst/>
              <a:uFillTx/>
              <a:latin typeface="Times New Roman"/>
            </a:endParaRPr>
          </a:p>
        </p:txBody>
      </p:sp>
      <p:sp>
        <p:nvSpPr>
          <p:cNvPr id="25" name=""/>
          <p:cNvSpPr txBox="1"/>
          <p:nvPr/>
        </p:nvSpPr>
        <p:spPr>
          <a:xfrm>
            <a:off x="374040" y="4327560"/>
            <a:ext cx="2448720" cy="372240"/>
          </a:xfrm>
          <a:prstGeom prst="rect">
            <a:avLst/>
          </a:prstGeom>
          <a:noFill/>
          <a:ln w="0">
            <a:noFill/>
          </a:ln>
        </p:spPr>
        <p:txBody>
          <a:bodyPr wrap="none" lIns="0" rIns="0" tIns="0" bIns="0" anchor="t">
            <a:spAutoFit/>
          </a:bodyPr>
          <a:p>
            <a:r>
              <a:rPr b="0" lang="en-US" sz="2620" strike="noStrike" u="none">
                <a:solidFill>
                  <a:srgbClr val="333333"/>
                </a:solidFill>
                <a:effectLst/>
                <a:uFillTx/>
                <a:latin typeface="NotoSansJP-Thin_"/>
                <a:ea typeface="NotoSansJP-Thin_"/>
              </a:rPr>
              <a:t>3. </a:t>
            </a:r>
            <a:r>
              <a:rPr b="0" lang="zh-CN" sz="2620" strike="noStrike" u="none">
                <a:solidFill>
                  <a:srgbClr val="333333"/>
                </a:solidFill>
                <a:effectLst/>
                <a:uFillTx/>
                <a:latin typeface="NotoSansJP-Thin_"/>
                <a:ea typeface="NotoSansJP-Thin_"/>
              </a:rPr>
              <a:t>理論と定式化</a:t>
            </a:r>
            <a:endParaRPr b="0" lang="en-US" sz="2620" strike="noStrike" u="none">
              <a:solidFill>
                <a:srgbClr val="000000"/>
              </a:solidFill>
              <a:effectLst/>
              <a:uFillTx/>
              <a:latin typeface="Times New Roman"/>
            </a:endParaRPr>
          </a:p>
        </p:txBody>
      </p:sp>
      <p:sp>
        <p:nvSpPr>
          <p:cNvPr id="26" name=""/>
          <p:cNvSpPr txBox="1"/>
          <p:nvPr/>
        </p:nvSpPr>
        <p:spPr>
          <a:xfrm>
            <a:off x="754920" y="4879800"/>
            <a:ext cx="2782440" cy="372240"/>
          </a:xfrm>
          <a:prstGeom prst="rect">
            <a:avLst/>
          </a:prstGeom>
          <a:noFill/>
          <a:ln w="0">
            <a:noFill/>
          </a:ln>
        </p:spPr>
        <p:txBody>
          <a:bodyPr wrap="none" lIns="0" rIns="0" tIns="0" bIns="0" anchor="t">
            <a:spAutoFit/>
          </a:bodyPr>
          <a:p>
            <a:r>
              <a:rPr b="0" lang="en-US" sz="2620" strike="noStrike" u="none">
                <a:solidFill>
                  <a:srgbClr val="333333"/>
                </a:solidFill>
                <a:effectLst/>
                <a:uFillTx/>
                <a:latin typeface="NotoSansJP-Thin_"/>
                <a:ea typeface="NotoSansJP-Thin_"/>
              </a:rPr>
              <a:t>1. </a:t>
            </a:r>
            <a:r>
              <a:rPr b="0" lang="zh-CN" sz="2620" strike="noStrike" u="none">
                <a:solidFill>
                  <a:srgbClr val="333333"/>
                </a:solidFill>
                <a:effectLst/>
                <a:uFillTx/>
                <a:latin typeface="NotoSansJP-Thin_"/>
                <a:ea typeface="NotoSansJP-Thin_"/>
              </a:rPr>
              <a:t>損失関数の導出</a:t>
            </a:r>
            <a:endParaRPr b="0" lang="en-US" sz="2620" strike="noStrike" u="none">
              <a:solidFill>
                <a:srgbClr val="000000"/>
              </a:solidFill>
              <a:effectLst/>
              <a:uFillTx/>
              <a:latin typeface="Times New Roman"/>
            </a:endParaRPr>
          </a:p>
        </p:txBody>
      </p:sp>
      <p:sp>
        <p:nvSpPr>
          <p:cNvPr id="27" name=""/>
          <p:cNvSpPr/>
          <p:nvPr/>
        </p:nvSpPr>
        <p:spPr>
          <a:xfrm>
            <a:off x="4127760" y="5448240"/>
            <a:ext cx="252360" cy="280800"/>
          </a:xfrm>
          <a:custGeom>
            <a:avLst/>
            <a:gdLst/>
            <a:ahLst/>
            <a:rect l="0" t="0" r="r" b="b"/>
            <a:pathLst>
              <a:path w="701" h="780">
                <a:moveTo>
                  <a:pt x="224" y="53"/>
                </a:moveTo>
                <a:cubicBezTo>
                  <a:pt x="199" y="53"/>
                  <a:pt x="185" y="52"/>
                  <a:pt x="183" y="48"/>
                </a:cubicBezTo>
                <a:cubicBezTo>
                  <a:pt x="183" y="47"/>
                  <a:pt x="182" y="44"/>
                  <a:pt x="182" y="39"/>
                </a:cubicBezTo>
                <a:cubicBezTo>
                  <a:pt x="182" y="20"/>
                  <a:pt x="186" y="8"/>
                  <a:pt x="195" y="1"/>
                </a:cubicBezTo>
                <a:cubicBezTo>
                  <a:pt x="196" y="0"/>
                  <a:pt x="202" y="0"/>
                  <a:pt x="212" y="0"/>
                </a:cubicBezTo>
                <a:cubicBezTo>
                  <a:pt x="253" y="2"/>
                  <a:pt x="301" y="3"/>
                  <a:pt x="356" y="3"/>
                </a:cubicBezTo>
                <a:cubicBezTo>
                  <a:pt x="463" y="3"/>
                  <a:pt x="525" y="2"/>
                  <a:pt x="541" y="0"/>
                </a:cubicBezTo>
                <a:lnTo>
                  <a:pt x="554" y="0"/>
                </a:lnTo>
                <a:cubicBezTo>
                  <a:pt x="559" y="4"/>
                  <a:pt x="561" y="8"/>
                  <a:pt x="561" y="10"/>
                </a:cubicBezTo>
                <a:cubicBezTo>
                  <a:pt x="561" y="12"/>
                  <a:pt x="561" y="19"/>
                  <a:pt x="559" y="30"/>
                </a:cubicBezTo>
                <a:cubicBezTo>
                  <a:pt x="555" y="43"/>
                  <a:pt x="552" y="50"/>
                  <a:pt x="549" y="53"/>
                </a:cubicBezTo>
                <a:lnTo>
                  <a:pt x="506" y="53"/>
                </a:lnTo>
                <a:cubicBezTo>
                  <a:pt x="453" y="54"/>
                  <a:pt x="422" y="57"/>
                  <a:pt x="413" y="63"/>
                </a:cubicBezTo>
                <a:cubicBezTo>
                  <a:pt x="408" y="66"/>
                  <a:pt x="403" y="77"/>
                  <a:pt x="397" y="95"/>
                </a:cubicBezTo>
                <a:cubicBezTo>
                  <a:pt x="392" y="113"/>
                  <a:pt x="367" y="213"/>
                  <a:pt x="321" y="396"/>
                </a:cubicBezTo>
                <a:cubicBezTo>
                  <a:pt x="309" y="445"/>
                  <a:pt x="296" y="497"/>
                  <a:pt x="282" y="553"/>
                </a:cubicBezTo>
                <a:cubicBezTo>
                  <a:pt x="269" y="608"/>
                  <a:pt x="259" y="650"/>
                  <a:pt x="252" y="678"/>
                </a:cubicBezTo>
                <a:lnTo>
                  <a:pt x="241" y="719"/>
                </a:lnTo>
                <a:cubicBezTo>
                  <a:pt x="241" y="722"/>
                  <a:pt x="245" y="723"/>
                  <a:pt x="252" y="723"/>
                </a:cubicBezTo>
                <a:cubicBezTo>
                  <a:pt x="259" y="723"/>
                  <a:pt x="281" y="724"/>
                  <a:pt x="319" y="726"/>
                </a:cubicBezTo>
                <a:lnTo>
                  <a:pt x="338" y="726"/>
                </a:lnTo>
                <a:cubicBezTo>
                  <a:pt x="362" y="726"/>
                  <a:pt x="382" y="725"/>
                  <a:pt x="396" y="725"/>
                </a:cubicBezTo>
                <a:cubicBezTo>
                  <a:pt x="411" y="724"/>
                  <a:pt x="429" y="721"/>
                  <a:pt x="452" y="717"/>
                </a:cubicBezTo>
                <a:cubicBezTo>
                  <a:pt x="475" y="712"/>
                  <a:pt x="494" y="705"/>
                  <a:pt x="509" y="696"/>
                </a:cubicBezTo>
                <a:cubicBezTo>
                  <a:pt x="524" y="687"/>
                  <a:pt x="541" y="674"/>
                  <a:pt x="559" y="657"/>
                </a:cubicBezTo>
                <a:cubicBezTo>
                  <a:pt x="577" y="641"/>
                  <a:pt x="593" y="620"/>
                  <a:pt x="607" y="595"/>
                </a:cubicBezTo>
                <a:cubicBezTo>
                  <a:pt x="619" y="572"/>
                  <a:pt x="630" y="547"/>
                  <a:pt x="641" y="519"/>
                </a:cubicBezTo>
                <a:cubicBezTo>
                  <a:pt x="652" y="490"/>
                  <a:pt x="658" y="475"/>
                  <a:pt x="660" y="471"/>
                </a:cubicBezTo>
                <a:cubicBezTo>
                  <a:pt x="664" y="468"/>
                  <a:pt x="671" y="467"/>
                  <a:pt x="680" y="467"/>
                </a:cubicBezTo>
                <a:lnTo>
                  <a:pt x="694" y="467"/>
                </a:lnTo>
                <a:cubicBezTo>
                  <a:pt x="699" y="474"/>
                  <a:pt x="701" y="478"/>
                  <a:pt x="701" y="480"/>
                </a:cubicBezTo>
                <a:cubicBezTo>
                  <a:pt x="701" y="481"/>
                  <a:pt x="694" y="504"/>
                  <a:pt x="679" y="547"/>
                </a:cubicBezTo>
                <a:cubicBezTo>
                  <a:pt x="663" y="590"/>
                  <a:pt x="647" y="636"/>
                  <a:pt x="628" y="684"/>
                </a:cubicBezTo>
                <a:cubicBezTo>
                  <a:pt x="610" y="731"/>
                  <a:pt x="600" y="759"/>
                  <a:pt x="599" y="768"/>
                </a:cubicBezTo>
                <a:cubicBezTo>
                  <a:pt x="597" y="772"/>
                  <a:pt x="596" y="774"/>
                  <a:pt x="594" y="775"/>
                </a:cubicBezTo>
                <a:cubicBezTo>
                  <a:pt x="593" y="775"/>
                  <a:pt x="587" y="776"/>
                  <a:pt x="576" y="778"/>
                </a:cubicBezTo>
                <a:cubicBezTo>
                  <a:pt x="565" y="780"/>
                  <a:pt x="549" y="780"/>
                  <a:pt x="527" y="779"/>
                </a:cubicBezTo>
                <a:cubicBezTo>
                  <a:pt x="519" y="779"/>
                  <a:pt x="490" y="779"/>
                  <a:pt x="441" y="779"/>
                </a:cubicBezTo>
                <a:cubicBezTo>
                  <a:pt x="391" y="779"/>
                  <a:pt x="344" y="779"/>
                  <a:pt x="300" y="778"/>
                </a:cubicBezTo>
                <a:lnTo>
                  <a:pt x="97" y="778"/>
                </a:lnTo>
                <a:cubicBezTo>
                  <a:pt x="32" y="778"/>
                  <a:pt x="0" y="774"/>
                  <a:pt x="0" y="767"/>
                </a:cubicBezTo>
                <a:cubicBezTo>
                  <a:pt x="0" y="761"/>
                  <a:pt x="1" y="756"/>
                  <a:pt x="3" y="751"/>
                </a:cubicBezTo>
                <a:cubicBezTo>
                  <a:pt x="6" y="736"/>
                  <a:pt x="10" y="728"/>
                  <a:pt x="14" y="727"/>
                </a:cubicBezTo>
                <a:cubicBezTo>
                  <a:pt x="17" y="726"/>
                  <a:pt x="23" y="726"/>
                  <a:pt x="31" y="726"/>
                </a:cubicBezTo>
                <a:lnTo>
                  <a:pt x="38" y="726"/>
                </a:lnTo>
                <a:cubicBezTo>
                  <a:pt x="58" y="726"/>
                  <a:pt x="82" y="725"/>
                  <a:pt x="107" y="722"/>
                </a:cubicBezTo>
                <a:cubicBezTo>
                  <a:pt x="118" y="720"/>
                  <a:pt x="125" y="715"/>
                  <a:pt x="129" y="709"/>
                </a:cubicBezTo>
                <a:cubicBezTo>
                  <a:pt x="131" y="706"/>
                  <a:pt x="158" y="600"/>
                  <a:pt x="211" y="392"/>
                </a:cubicBezTo>
                <a:cubicBezTo>
                  <a:pt x="263" y="184"/>
                  <a:pt x="289" y="75"/>
                  <a:pt x="289" y="63"/>
                </a:cubicBezTo>
                <a:cubicBezTo>
                  <a:pt x="289" y="58"/>
                  <a:pt x="268" y="55"/>
                  <a:pt x="224" y="53"/>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28" name=""/>
          <p:cNvSpPr/>
          <p:nvPr/>
        </p:nvSpPr>
        <p:spPr>
          <a:xfrm>
            <a:off x="4416840" y="5659560"/>
            <a:ext cx="94680" cy="133560"/>
          </a:xfrm>
          <a:custGeom>
            <a:avLst/>
            <a:gdLst/>
            <a:ahLst/>
            <a:rect l="0" t="0" r="r" b="b"/>
            <a:pathLst>
              <a:path w="263" h="371">
                <a:moveTo>
                  <a:pt x="212" y="106"/>
                </a:moveTo>
                <a:cubicBezTo>
                  <a:pt x="212" y="85"/>
                  <a:pt x="205" y="66"/>
                  <a:pt x="190" y="51"/>
                </a:cubicBezTo>
                <a:cubicBezTo>
                  <a:pt x="175" y="35"/>
                  <a:pt x="154" y="28"/>
                  <a:pt x="126" y="28"/>
                </a:cubicBezTo>
                <a:cubicBezTo>
                  <a:pt x="107" y="28"/>
                  <a:pt x="90" y="31"/>
                  <a:pt x="77" y="38"/>
                </a:cubicBezTo>
                <a:cubicBezTo>
                  <a:pt x="60" y="48"/>
                  <a:pt x="52" y="62"/>
                  <a:pt x="52" y="80"/>
                </a:cubicBezTo>
                <a:cubicBezTo>
                  <a:pt x="52" y="83"/>
                  <a:pt x="52" y="86"/>
                  <a:pt x="52" y="90"/>
                </a:cubicBezTo>
                <a:cubicBezTo>
                  <a:pt x="53" y="95"/>
                  <a:pt x="57" y="101"/>
                  <a:pt x="65" y="110"/>
                </a:cubicBezTo>
                <a:cubicBezTo>
                  <a:pt x="73" y="118"/>
                  <a:pt x="85" y="125"/>
                  <a:pt x="100" y="130"/>
                </a:cubicBezTo>
                <a:cubicBezTo>
                  <a:pt x="110" y="132"/>
                  <a:pt x="121" y="135"/>
                  <a:pt x="135" y="137"/>
                </a:cubicBezTo>
                <a:cubicBezTo>
                  <a:pt x="149" y="139"/>
                  <a:pt x="161" y="142"/>
                  <a:pt x="171" y="144"/>
                </a:cubicBezTo>
                <a:cubicBezTo>
                  <a:pt x="181" y="147"/>
                  <a:pt x="190" y="150"/>
                  <a:pt x="197" y="155"/>
                </a:cubicBezTo>
                <a:cubicBezTo>
                  <a:pt x="207" y="159"/>
                  <a:pt x="215" y="164"/>
                  <a:pt x="224" y="171"/>
                </a:cubicBezTo>
                <a:cubicBezTo>
                  <a:pt x="233" y="177"/>
                  <a:pt x="241" y="188"/>
                  <a:pt x="250" y="204"/>
                </a:cubicBezTo>
                <a:cubicBezTo>
                  <a:pt x="258" y="219"/>
                  <a:pt x="263" y="236"/>
                  <a:pt x="263" y="254"/>
                </a:cubicBezTo>
                <a:cubicBezTo>
                  <a:pt x="263" y="287"/>
                  <a:pt x="253" y="314"/>
                  <a:pt x="233" y="337"/>
                </a:cubicBezTo>
                <a:cubicBezTo>
                  <a:pt x="212" y="358"/>
                  <a:pt x="179" y="369"/>
                  <a:pt x="133" y="370"/>
                </a:cubicBezTo>
                <a:lnTo>
                  <a:pt x="126" y="370"/>
                </a:lnTo>
                <a:cubicBezTo>
                  <a:pt x="99" y="370"/>
                  <a:pt x="73" y="360"/>
                  <a:pt x="49" y="341"/>
                </a:cubicBezTo>
                <a:lnTo>
                  <a:pt x="43" y="346"/>
                </a:lnTo>
                <a:lnTo>
                  <a:pt x="35" y="354"/>
                </a:lnTo>
                <a:cubicBezTo>
                  <a:pt x="32" y="357"/>
                  <a:pt x="29" y="360"/>
                  <a:pt x="26" y="363"/>
                </a:cubicBezTo>
                <a:lnTo>
                  <a:pt x="17" y="371"/>
                </a:lnTo>
                <a:lnTo>
                  <a:pt x="11" y="371"/>
                </a:lnTo>
                <a:lnTo>
                  <a:pt x="7" y="371"/>
                </a:lnTo>
                <a:cubicBezTo>
                  <a:pt x="6" y="371"/>
                  <a:pt x="3" y="369"/>
                  <a:pt x="0" y="366"/>
                </a:cubicBezTo>
                <a:lnTo>
                  <a:pt x="0" y="301"/>
                </a:lnTo>
                <a:lnTo>
                  <a:pt x="0" y="255"/>
                </a:lnTo>
                <a:cubicBezTo>
                  <a:pt x="0" y="243"/>
                  <a:pt x="1" y="237"/>
                  <a:pt x="2" y="234"/>
                </a:cubicBezTo>
                <a:cubicBezTo>
                  <a:pt x="3" y="232"/>
                  <a:pt x="5" y="231"/>
                  <a:pt x="10" y="230"/>
                </a:cubicBezTo>
                <a:lnTo>
                  <a:pt x="17" y="230"/>
                </a:lnTo>
                <a:cubicBezTo>
                  <a:pt x="23" y="230"/>
                  <a:pt x="28" y="231"/>
                  <a:pt x="30" y="234"/>
                </a:cubicBezTo>
                <a:cubicBezTo>
                  <a:pt x="32" y="236"/>
                  <a:pt x="33" y="239"/>
                  <a:pt x="34" y="243"/>
                </a:cubicBezTo>
                <a:cubicBezTo>
                  <a:pt x="34" y="248"/>
                  <a:pt x="36" y="255"/>
                  <a:pt x="40" y="265"/>
                </a:cubicBezTo>
                <a:cubicBezTo>
                  <a:pt x="43" y="275"/>
                  <a:pt x="48" y="286"/>
                  <a:pt x="55" y="299"/>
                </a:cubicBezTo>
                <a:cubicBezTo>
                  <a:pt x="74" y="326"/>
                  <a:pt x="100" y="341"/>
                  <a:pt x="133" y="341"/>
                </a:cubicBezTo>
                <a:cubicBezTo>
                  <a:pt x="186" y="341"/>
                  <a:pt x="212" y="319"/>
                  <a:pt x="212" y="277"/>
                </a:cubicBezTo>
                <a:cubicBezTo>
                  <a:pt x="212" y="261"/>
                  <a:pt x="207" y="249"/>
                  <a:pt x="197" y="239"/>
                </a:cubicBezTo>
                <a:cubicBezTo>
                  <a:pt x="187" y="226"/>
                  <a:pt x="163" y="217"/>
                  <a:pt x="130" y="210"/>
                </a:cubicBezTo>
                <a:cubicBezTo>
                  <a:pt x="96" y="204"/>
                  <a:pt x="74" y="198"/>
                  <a:pt x="63" y="192"/>
                </a:cubicBezTo>
                <a:cubicBezTo>
                  <a:pt x="44" y="183"/>
                  <a:pt x="28" y="170"/>
                  <a:pt x="17" y="155"/>
                </a:cubicBezTo>
                <a:cubicBezTo>
                  <a:pt x="6" y="139"/>
                  <a:pt x="0" y="123"/>
                  <a:pt x="0" y="105"/>
                </a:cubicBezTo>
                <a:cubicBezTo>
                  <a:pt x="0" y="84"/>
                  <a:pt x="5" y="66"/>
                  <a:pt x="14" y="52"/>
                </a:cubicBezTo>
                <a:cubicBezTo>
                  <a:pt x="23" y="37"/>
                  <a:pt x="34" y="27"/>
                  <a:pt x="48" y="20"/>
                </a:cubicBezTo>
                <a:cubicBezTo>
                  <a:pt x="62" y="13"/>
                  <a:pt x="76" y="8"/>
                  <a:pt x="89" y="5"/>
                </a:cubicBezTo>
                <a:cubicBezTo>
                  <a:pt x="101" y="2"/>
                  <a:pt x="113" y="1"/>
                  <a:pt x="124" y="1"/>
                </a:cubicBezTo>
                <a:lnTo>
                  <a:pt x="133" y="1"/>
                </a:lnTo>
                <a:cubicBezTo>
                  <a:pt x="154" y="1"/>
                  <a:pt x="173" y="5"/>
                  <a:pt x="190" y="13"/>
                </a:cubicBezTo>
                <a:lnTo>
                  <a:pt x="202" y="20"/>
                </a:lnTo>
                <a:lnTo>
                  <a:pt x="209" y="14"/>
                </a:lnTo>
                <a:cubicBezTo>
                  <a:pt x="215" y="9"/>
                  <a:pt x="221" y="5"/>
                  <a:pt x="227" y="0"/>
                </a:cubicBezTo>
                <a:lnTo>
                  <a:pt x="234" y="0"/>
                </a:lnTo>
                <a:lnTo>
                  <a:pt x="237" y="0"/>
                </a:lnTo>
                <a:cubicBezTo>
                  <a:pt x="238" y="0"/>
                  <a:pt x="241" y="2"/>
                  <a:pt x="244" y="5"/>
                </a:cubicBezTo>
                <a:lnTo>
                  <a:pt x="244" y="111"/>
                </a:lnTo>
                <a:lnTo>
                  <a:pt x="239" y="116"/>
                </a:lnTo>
                <a:lnTo>
                  <a:pt x="217" y="116"/>
                </a:lnTo>
                <a:cubicBezTo>
                  <a:pt x="214" y="113"/>
                  <a:pt x="212" y="110"/>
                  <a:pt x="212" y="106"/>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29" name=""/>
          <p:cNvSpPr/>
          <p:nvPr/>
        </p:nvSpPr>
        <p:spPr>
          <a:xfrm>
            <a:off x="4528800" y="5595480"/>
            <a:ext cx="66960" cy="194400"/>
          </a:xfrm>
          <a:custGeom>
            <a:avLst/>
            <a:gdLst/>
            <a:ahLst/>
            <a:rect l="0" t="0" r="r" b="b"/>
            <a:pathLst>
              <a:path w="186" h="540">
                <a:moveTo>
                  <a:pt x="36" y="49"/>
                </a:moveTo>
                <a:cubicBezTo>
                  <a:pt x="36" y="34"/>
                  <a:pt x="41" y="22"/>
                  <a:pt x="51" y="13"/>
                </a:cubicBezTo>
                <a:cubicBezTo>
                  <a:pt x="60" y="5"/>
                  <a:pt x="72" y="0"/>
                  <a:pt x="86" y="0"/>
                </a:cubicBezTo>
                <a:cubicBezTo>
                  <a:pt x="98" y="1"/>
                  <a:pt x="109" y="6"/>
                  <a:pt x="118" y="14"/>
                </a:cubicBezTo>
                <a:cubicBezTo>
                  <a:pt x="127" y="22"/>
                  <a:pt x="132" y="34"/>
                  <a:pt x="132" y="49"/>
                </a:cubicBezTo>
                <a:cubicBezTo>
                  <a:pt x="132" y="65"/>
                  <a:pt x="127" y="77"/>
                  <a:pt x="118" y="85"/>
                </a:cubicBezTo>
                <a:cubicBezTo>
                  <a:pt x="109" y="93"/>
                  <a:pt x="98" y="97"/>
                  <a:pt x="84" y="97"/>
                </a:cubicBezTo>
                <a:cubicBezTo>
                  <a:pt x="71" y="97"/>
                  <a:pt x="60" y="93"/>
                  <a:pt x="51" y="85"/>
                </a:cubicBezTo>
                <a:cubicBezTo>
                  <a:pt x="41" y="77"/>
                  <a:pt x="37" y="65"/>
                  <a:pt x="36" y="49"/>
                </a:cubicBezTo>
                <a:moveTo>
                  <a:pt x="179" y="540"/>
                </a:moveTo>
                <a:cubicBezTo>
                  <a:pt x="171" y="538"/>
                  <a:pt x="143" y="537"/>
                  <a:pt x="96" y="537"/>
                </a:cubicBezTo>
                <a:cubicBezTo>
                  <a:pt x="90" y="537"/>
                  <a:pt x="80" y="537"/>
                  <a:pt x="66" y="537"/>
                </a:cubicBezTo>
                <a:cubicBezTo>
                  <a:pt x="52" y="537"/>
                  <a:pt x="39" y="538"/>
                  <a:pt x="26" y="539"/>
                </a:cubicBezTo>
                <a:lnTo>
                  <a:pt x="7" y="540"/>
                </a:lnTo>
                <a:lnTo>
                  <a:pt x="0" y="540"/>
                </a:lnTo>
                <a:lnTo>
                  <a:pt x="0" y="503"/>
                </a:lnTo>
                <a:lnTo>
                  <a:pt x="13" y="503"/>
                </a:lnTo>
                <a:cubicBezTo>
                  <a:pt x="29" y="503"/>
                  <a:pt x="43" y="502"/>
                  <a:pt x="54" y="500"/>
                </a:cubicBezTo>
                <a:cubicBezTo>
                  <a:pt x="59" y="498"/>
                  <a:pt x="62" y="495"/>
                  <a:pt x="63" y="491"/>
                </a:cubicBezTo>
                <a:cubicBezTo>
                  <a:pt x="64" y="488"/>
                  <a:pt x="64" y="476"/>
                  <a:pt x="64" y="458"/>
                </a:cubicBezTo>
                <a:lnTo>
                  <a:pt x="64" y="375"/>
                </a:lnTo>
                <a:lnTo>
                  <a:pt x="64" y="303"/>
                </a:lnTo>
                <a:cubicBezTo>
                  <a:pt x="64" y="275"/>
                  <a:pt x="64" y="257"/>
                  <a:pt x="63" y="250"/>
                </a:cubicBezTo>
                <a:cubicBezTo>
                  <a:pt x="62" y="242"/>
                  <a:pt x="58" y="237"/>
                  <a:pt x="51" y="235"/>
                </a:cubicBezTo>
                <a:cubicBezTo>
                  <a:pt x="44" y="231"/>
                  <a:pt x="31" y="229"/>
                  <a:pt x="13" y="229"/>
                </a:cubicBezTo>
                <a:lnTo>
                  <a:pt x="4" y="229"/>
                </a:lnTo>
                <a:lnTo>
                  <a:pt x="4" y="210"/>
                </a:lnTo>
                <a:cubicBezTo>
                  <a:pt x="4" y="198"/>
                  <a:pt x="4" y="192"/>
                  <a:pt x="5" y="192"/>
                </a:cubicBezTo>
                <a:lnTo>
                  <a:pt x="13" y="191"/>
                </a:lnTo>
                <a:cubicBezTo>
                  <a:pt x="19" y="191"/>
                  <a:pt x="27" y="190"/>
                  <a:pt x="37" y="190"/>
                </a:cubicBezTo>
                <a:cubicBezTo>
                  <a:pt x="47" y="189"/>
                  <a:pt x="56" y="188"/>
                  <a:pt x="66" y="188"/>
                </a:cubicBezTo>
                <a:cubicBezTo>
                  <a:pt x="75" y="187"/>
                  <a:pt x="85" y="187"/>
                  <a:pt x="95" y="186"/>
                </a:cubicBezTo>
                <a:cubicBezTo>
                  <a:pt x="105" y="186"/>
                  <a:pt x="113" y="185"/>
                  <a:pt x="118" y="184"/>
                </a:cubicBezTo>
                <a:cubicBezTo>
                  <a:pt x="124" y="183"/>
                  <a:pt x="126" y="183"/>
                  <a:pt x="127" y="183"/>
                </a:cubicBezTo>
                <a:lnTo>
                  <a:pt x="129" y="183"/>
                </a:lnTo>
                <a:lnTo>
                  <a:pt x="129" y="490"/>
                </a:lnTo>
                <a:cubicBezTo>
                  <a:pt x="132" y="495"/>
                  <a:pt x="135" y="498"/>
                  <a:pt x="139" y="500"/>
                </a:cubicBezTo>
                <a:cubicBezTo>
                  <a:pt x="143" y="501"/>
                  <a:pt x="152" y="502"/>
                  <a:pt x="167" y="503"/>
                </a:cubicBezTo>
                <a:lnTo>
                  <a:pt x="186" y="503"/>
                </a:lnTo>
                <a:lnTo>
                  <a:pt x="186" y="540"/>
                </a:lnTo>
                <a:lnTo>
                  <a:pt x="179" y="540"/>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30" name=""/>
          <p:cNvSpPr/>
          <p:nvPr/>
        </p:nvSpPr>
        <p:spPr>
          <a:xfrm>
            <a:off x="4609080" y="5661360"/>
            <a:ext cx="230400" cy="128520"/>
          </a:xfrm>
          <a:custGeom>
            <a:avLst/>
            <a:gdLst/>
            <a:ahLst/>
            <a:rect l="0" t="0" r="r" b="b"/>
            <a:pathLst>
              <a:path w="640" h="357">
                <a:moveTo>
                  <a:pt x="13" y="320"/>
                </a:moveTo>
                <a:lnTo>
                  <a:pt x="25" y="320"/>
                </a:lnTo>
                <a:cubicBezTo>
                  <a:pt x="45" y="320"/>
                  <a:pt x="58" y="316"/>
                  <a:pt x="62" y="308"/>
                </a:cubicBezTo>
                <a:lnTo>
                  <a:pt x="62" y="302"/>
                </a:lnTo>
                <a:cubicBezTo>
                  <a:pt x="62" y="297"/>
                  <a:pt x="62" y="291"/>
                  <a:pt x="62" y="284"/>
                </a:cubicBezTo>
                <a:cubicBezTo>
                  <a:pt x="62" y="276"/>
                  <a:pt x="62" y="268"/>
                  <a:pt x="62" y="259"/>
                </a:cubicBezTo>
                <a:cubicBezTo>
                  <a:pt x="62" y="249"/>
                  <a:pt x="63" y="239"/>
                  <a:pt x="63" y="227"/>
                </a:cubicBezTo>
                <a:cubicBezTo>
                  <a:pt x="64" y="215"/>
                  <a:pt x="64" y="204"/>
                  <a:pt x="63" y="193"/>
                </a:cubicBezTo>
                <a:cubicBezTo>
                  <a:pt x="63" y="177"/>
                  <a:pt x="63" y="159"/>
                  <a:pt x="63" y="140"/>
                </a:cubicBezTo>
                <a:cubicBezTo>
                  <a:pt x="63" y="122"/>
                  <a:pt x="63" y="106"/>
                  <a:pt x="62" y="93"/>
                </a:cubicBezTo>
                <a:lnTo>
                  <a:pt x="62" y="74"/>
                </a:lnTo>
                <a:cubicBezTo>
                  <a:pt x="61" y="63"/>
                  <a:pt x="57" y="56"/>
                  <a:pt x="51" y="53"/>
                </a:cubicBezTo>
                <a:cubicBezTo>
                  <a:pt x="45" y="50"/>
                  <a:pt x="33" y="48"/>
                  <a:pt x="15" y="46"/>
                </a:cubicBezTo>
                <a:lnTo>
                  <a:pt x="0" y="46"/>
                </a:lnTo>
                <a:lnTo>
                  <a:pt x="0" y="27"/>
                </a:lnTo>
                <a:cubicBezTo>
                  <a:pt x="0" y="15"/>
                  <a:pt x="1" y="9"/>
                  <a:pt x="2" y="9"/>
                </a:cubicBezTo>
                <a:lnTo>
                  <a:pt x="10" y="8"/>
                </a:lnTo>
                <a:cubicBezTo>
                  <a:pt x="15" y="8"/>
                  <a:pt x="23" y="7"/>
                  <a:pt x="33" y="7"/>
                </a:cubicBezTo>
                <a:cubicBezTo>
                  <a:pt x="42" y="6"/>
                  <a:pt x="52" y="5"/>
                  <a:pt x="62" y="5"/>
                </a:cubicBezTo>
                <a:cubicBezTo>
                  <a:pt x="71" y="4"/>
                  <a:pt x="81" y="4"/>
                  <a:pt x="91" y="3"/>
                </a:cubicBezTo>
                <a:cubicBezTo>
                  <a:pt x="102" y="3"/>
                  <a:pt x="109" y="2"/>
                  <a:pt x="115" y="1"/>
                </a:cubicBezTo>
                <a:cubicBezTo>
                  <a:pt x="120" y="0"/>
                  <a:pt x="123" y="0"/>
                  <a:pt x="124" y="0"/>
                </a:cubicBezTo>
                <a:lnTo>
                  <a:pt x="126" y="0"/>
                </a:lnTo>
                <a:lnTo>
                  <a:pt x="126" y="32"/>
                </a:lnTo>
                <a:cubicBezTo>
                  <a:pt x="126" y="53"/>
                  <a:pt x="126" y="63"/>
                  <a:pt x="127" y="63"/>
                </a:cubicBezTo>
                <a:cubicBezTo>
                  <a:pt x="127" y="63"/>
                  <a:pt x="129" y="61"/>
                  <a:pt x="131" y="59"/>
                </a:cubicBezTo>
                <a:cubicBezTo>
                  <a:pt x="133" y="56"/>
                  <a:pt x="136" y="52"/>
                  <a:pt x="140" y="47"/>
                </a:cubicBezTo>
                <a:cubicBezTo>
                  <a:pt x="145" y="41"/>
                  <a:pt x="150" y="37"/>
                  <a:pt x="156" y="32"/>
                </a:cubicBezTo>
                <a:cubicBezTo>
                  <a:pt x="162" y="28"/>
                  <a:pt x="169" y="23"/>
                  <a:pt x="179" y="17"/>
                </a:cubicBezTo>
                <a:cubicBezTo>
                  <a:pt x="189" y="11"/>
                  <a:pt x="199" y="7"/>
                  <a:pt x="210" y="4"/>
                </a:cubicBezTo>
                <a:cubicBezTo>
                  <a:pt x="220" y="1"/>
                  <a:pt x="234" y="0"/>
                  <a:pt x="251" y="0"/>
                </a:cubicBezTo>
                <a:cubicBezTo>
                  <a:pt x="259" y="0"/>
                  <a:pt x="266" y="1"/>
                  <a:pt x="273" y="2"/>
                </a:cubicBezTo>
                <a:cubicBezTo>
                  <a:pt x="281" y="3"/>
                  <a:pt x="287" y="4"/>
                  <a:pt x="293" y="7"/>
                </a:cubicBezTo>
                <a:cubicBezTo>
                  <a:pt x="298" y="9"/>
                  <a:pt x="303" y="11"/>
                  <a:pt x="308" y="13"/>
                </a:cubicBezTo>
                <a:cubicBezTo>
                  <a:pt x="313" y="15"/>
                  <a:pt x="317" y="18"/>
                  <a:pt x="320" y="20"/>
                </a:cubicBezTo>
                <a:cubicBezTo>
                  <a:pt x="323" y="23"/>
                  <a:pt x="326" y="26"/>
                  <a:pt x="329" y="29"/>
                </a:cubicBezTo>
                <a:cubicBezTo>
                  <a:pt x="332" y="32"/>
                  <a:pt x="334" y="35"/>
                  <a:pt x="336" y="38"/>
                </a:cubicBezTo>
                <a:cubicBezTo>
                  <a:pt x="338" y="41"/>
                  <a:pt x="340" y="44"/>
                  <a:pt x="342" y="47"/>
                </a:cubicBezTo>
                <a:cubicBezTo>
                  <a:pt x="343" y="50"/>
                  <a:pt x="344" y="53"/>
                  <a:pt x="345" y="55"/>
                </a:cubicBezTo>
                <a:cubicBezTo>
                  <a:pt x="346" y="57"/>
                  <a:pt x="346" y="59"/>
                  <a:pt x="347" y="61"/>
                </a:cubicBezTo>
                <a:lnTo>
                  <a:pt x="349" y="65"/>
                </a:lnTo>
                <a:lnTo>
                  <a:pt x="351" y="62"/>
                </a:lnTo>
                <a:cubicBezTo>
                  <a:pt x="353" y="60"/>
                  <a:pt x="355" y="58"/>
                  <a:pt x="356" y="56"/>
                </a:cubicBezTo>
                <a:cubicBezTo>
                  <a:pt x="358" y="53"/>
                  <a:pt x="360" y="50"/>
                  <a:pt x="363" y="47"/>
                </a:cubicBezTo>
                <a:cubicBezTo>
                  <a:pt x="367" y="43"/>
                  <a:pt x="370" y="40"/>
                  <a:pt x="374" y="36"/>
                </a:cubicBezTo>
                <a:cubicBezTo>
                  <a:pt x="378" y="33"/>
                  <a:pt x="382" y="30"/>
                  <a:pt x="386" y="26"/>
                </a:cubicBezTo>
                <a:cubicBezTo>
                  <a:pt x="390" y="22"/>
                  <a:pt x="396" y="19"/>
                  <a:pt x="402" y="16"/>
                </a:cubicBezTo>
                <a:cubicBezTo>
                  <a:pt x="409" y="13"/>
                  <a:pt x="415" y="11"/>
                  <a:pt x="421" y="8"/>
                </a:cubicBezTo>
                <a:cubicBezTo>
                  <a:pt x="427" y="5"/>
                  <a:pt x="433" y="4"/>
                  <a:pt x="442" y="2"/>
                </a:cubicBezTo>
                <a:cubicBezTo>
                  <a:pt x="450" y="1"/>
                  <a:pt x="458" y="1"/>
                  <a:pt x="466" y="0"/>
                </a:cubicBezTo>
                <a:cubicBezTo>
                  <a:pt x="534" y="0"/>
                  <a:pt x="571" y="30"/>
                  <a:pt x="577" y="92"/>
                </a:cubicBezTo>
                <a:cubicBezTo>
                  <a:pt x="577" y="96"/>
                  <a:pt x="578" y="133"/>
                  <a:pt x="578" y="204"/>
                </a:cubicBezTo>
                <a:lnTo>
                  <a:pt x="578" y="273"/>
                </a:lnTo>
                <a:cubicBezTo>
                  <a:pt x="578" y="293"/>
                  <a:pt x="578" y="306"/>
                  <a:pt x="579" y="309"/>
                </a:cubicBezTo>
                <a:cubicBezTo>
                  <a:pt x="580" y="313"/>
                  <a:pt x="583" y="316"/>
                  <a:pt x="588" y="317"/>
                </a:cubicBezTo>
                <a:cubicBezTo>
                  <a:pt x="599" y="319"/>
                  <a:pt x="612" y="320"/>
                  <a:pt x="627" y="320"/>
                </a:cubicBezTo>
                <a:lnTo>
                  <a:pt x="640" y="320"/>
                </a:lnTo>
                <a:lnTo>
                  <a:pt x="640" y="357"/>
                </a:lnTo>
                <a:lnTo>
                  <a:pt x="634" y="357"/>
                </a:lnTo>
                <a:lnTo>
                  <a:pt x="615" y="356"/>
                </a:lnTo>
                <a:cubicBezTo>
                  <a:pt x="602" y="355"/>
                  <a:pt x="589" y="355"/>
                  <a:pt x="574" y="355"/>
                </a:cubicBezTo>
                <a:cubicBezTo>
                  <a:pt x="560" y="355"/>
                  <a:pt x="550" y="355"/>
                  <a:pt x="544" y="354"/>
                </a:cubicBezTo>
                <a:cubicBezTo>
                  <a:pt x="488" y="354"/>
                  <a:pt x="458" y="355"/>
                  <a:pt x="454" y="357"/>
                </a:cubicBezTo>
                <a:lnTo>
                  <a:pt x="447" y="357"/>
                </a:lnTo>
                <a:lnTo>
                  <a:pt x="447" y="320"/>
                </a:lnTo>
                <a:lnTo>
                  <a:pt x="460" y="320"/>
                </a:lnTo>
                <a:cubicBezTo>
                  <a:pt x="493" y="320"/>
                  <a:pt x="509" y="315"/>
                  <a:pt x="509" y="307"/>
                </a:cubicBezTo>
                <a:cubicBezTo>
                  <a:pt x="510" y="306"/>
                  <a:pt x="510" y="269"/>
                  <a:pt x="510" y="196"/>
                </a:cubicBezTo>
                <a:cubicBezTo>
                  <a:pt x="509" y="123"/>
                  <a:pt x="509" y="85"/>
                  <a:pt x="508" y="81"/>
                </a:cubicBezTo>
                <a:cubicBezTo>
                  <a:pt x="505" y="65"/>
                  <a:pt x="500" y="53"/>
                  <a:pt x="492" y="46"/>
                </a:cubicBezTo>
                <a:cubicBezTo>
                  <a:pt x="485" y="38"/>
                  <a:pt x="478" y="34"/>
                  <a:pt x="473" y="32"/>
                </a:cubicBezTo>
                <a:cubicBezTo>
                  <a:pt x="468" y="31"/>
                  <a:pt x="461" y="30"/>
                  <a:pt x="452" y="31"/>
                </a:cubicBezTo>
                <a:cubicBezTo>
                  <a:pt x="428" y="31"/>
                  <a:pt x="407" y="40"/>
                  <a:pt x="388" y="58"/>
                </a:cubicBezTo>
                <a:cubicBezTo>
                  <a:pt x="374" y="73"/>
                  <a:pt x="365" y="88"/>
                  <a:pt x="361" y="103"/>
                </a:cubicBezTo>
                <a:cubicBezTo>
                  <a:pt x="357" y="118"/>
                  <a:pt x="355" y="141"/>
                  <a:pt x="355" y="170"/>
                </a:cubicBezTo>
                <a:lnTo>
                  <a:pt x="355" y="222"/>
                </a:lnTo>
                <a:lnTo>
                  <a:pt x="355" y="270"/>
                </a:lnTo>
                <a:cubicBezTo>
                  <a:pt x="355" y="286"/>
                  <a:pt x="355" y="297"/>
                  <a:pt x="355" y="302"/>
                </a:cubicBezTo>
                <a:cubicBezTo>
                  <a:pt x="356" y="307"/>
                  <a:pt x="357" y="311"/>
                  <a:pt x="358" y="312"/>
                </a:cubicBezTo>
                <a:cubicBezTo>
                  <a:pt x="359" y="314"/>
                  <a:pt x="361" y="316"/>
                  <a:pt x="365" y="317"/>
                </a:cubicBezTo>
                <a:cubicBezTo>
                  <a:pt x="376" y="319"/>
                  <a:pt x="390" y="320"/>
                  <a:pt x="405" y="320"/>
                </a:cubicBezTo>
                <a:lnTo>
                  <a:pt x="417" y="320"/>
                </a:lnTo>
                <a:lnTo>
                  <a:pt x="417" y="357"/>
                </a:lnTo>
                <a:lnTo>
                  <a:pt x="411" y="357"/>
                </a:lnTo>
                <a:lnTo>
                  <a:pt x="392" y="356"/>
                </a:lnTo>
                <a:cubicBezTo>
                  <a:pt x="379" y="355"/>
                  <a:pt x="366" y="355"/>
                  <a:pt x="351" y="355"/>
                </a:cubicBezTo>
                <a:cubicBezTo>
                  <a:pt x="337" y="355"/>
                  <a:pt x="327" y="355"/>
                  <a:pt x="321" y="354"/>
                </a:cubicBezTo>
                <a:cubicBezTo>
                  <a:pt x="265" y="354"/>
                  <a:pt x="235" y="355"/>
                  <a:pt x="230" y="357"/>
                </a:cubicBezTo>
                <a:lnTo>
                  <a:pt x="223" y="357"/>
                </a:lnTo>
                <a:lnTo>
                  <a:pt x="223" y="320"/>
                </a:lnTo>
                <a:lnTo>
                  <a:pt x="236" y="320"/>
                </a:lnTo>
                <a:cubicBezTo>
                  <a:pt x="269" y="320"/>
                  <a:pt x="286" y="315"/>
                  <a:pt x="286" y="307"/>
                </a:cubicBezTo>
                <a:cubicBezTo>
                  <a:pt x="287" y="306"/>
                  <a:pt x="287" y="269"/>
                  <a:pt x="287" y="196"/>
                </a:cubicBezTo>
                <a:cubicBezTo>
                  <a:pt x="287" y="123"/>
                  <a:pt x="286" y="85"/>
                  <a:pt x="285" y="81"/>
                </a:cubicBezTo>
                <a:cubicBezTo>
                  <a:pt x="282" y="65"/>
                  <a:pt x="276" y="53"/>
                  <a:pt x="268" y="46"/>
                </a:cubicBezTo>
                <a:cubicBezTo>
                  <a:pt x="261" y="38"/>
                  <a:pt x="254" y="34"/>
                  <a:pt x="249" y="32"/>
                </a:cubicBezTo>
                <a:cubicBezTo>
                  <a:pt x="244" y="31"/>
                  <a:pt x="237" y="30"/>
                  <a:pt x="228" y="31"/>
                </a:cubicBezTo>
                <a:cubicBezTo>
                  <a:pt x="204" y="31"/>
                  <a:pt x="183" y="40"/>
                  <a:pt x="165" y="58"/>
                </a:cubicBezTo>
                <a:cubicBezTo>
                  <a:pt x="150" y="73"/>
                  <a:pt x="141" y="88"/>
                  <a:pt x="137" y="103"/>
                </a:cubicBezTo>
                <a:cubicBezTo>
                  <a:pt x="133" y="118"/>
                  <a:pt x="131" y="141"/>
                  <a:pt x="131" y="170"/>
                </a:cubicBezTo>
                <a:lnTo>
                  <a:pt x="131" y="222"/>
                </a:lnTo>
                <a:lnTo>
                  <a:pt x="131" y="270"/>
                </a:lnTo>
                <a:cubicBezTo>
                  <a:pt x="131" y="286"/>
                  <a:pt x="131" y="297"/>
                  <a:pt x="132" y="302"/>
                </a:cubicBezTo>
                <a:cubicBezTo>
                  <a:pt x="132" y="307"/>
                  <a:pt x="133" y="311"/>
                  <a:pt x="134" y="312"/>
                </a:cubicBezTo>
                <a:cubicBezTo>
                  <a:pt x="135" y="314"/>
                  <a:pt x="137" y="316"/>
                  <a:pt x="141" y="317"/>
                </a:cubicBezTo>
                <a:cubicBezTo>
                  <a:pt x="152" y="319"/>
                  <a:pt x="166" y="320"/>
                  <a:pt x="181" y="320"/>
                </a:cubicBezTo>
                <a:lnTo>
                  <a:pt x="194" y="320"/>
                </a:lnTo>
                <a:lnTo>
                  <a:pt x="194" y="357"/>
                </a:lnTo>
                <a:lnTo>
                  <a:pt x="187" y="357"/>
                </a:lnTo>
                <a:lnTo>
                  <a:pt x="169" y="356"/>
                </a:lnTo>
                <a:cubicBezTo>
                  <a:pt x="156" y="355"/>
                  <a:pt x="142" y="355"/>
                  <a:pt x="128" y="355"/>
                </a:cubicBezTo>
                <a:cubicBezTo>
                  <a:pt x="113" y="355"/>
                  <a:pt x="103" y="355"/>
                  <a:pt x="97" y="354"/>
                </a:cubicBezTo>
                <a:cubicBezTo>
                  <a:pt x="42" y="354"/>
                  <a:pt x="12" y="355"/>
                  <a:pt x="7" y="357"/>
                </a:cubicBezTo>
                <a:lnTo>
                  <a:pt x="0" y="357"/>
                </a:lnTo>
                <a:lnTo>
                  <a:pt x="0" y="320"/>
                </a:lnTo>
                <a:lnTo>
                  <a:pt x="13" y="320"/>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31" name=""/>
          <p:cNvSpPr/>
          <p:nvPr/>
        </p:nvSpPr>
        <p:spPr>
          <a:xfrm>
            <a:off x="4849200" y="5661360"/>
            <a:ext cx="145800" cy="184680"/>
          </a:xfrm>
          <a:custGeom>
            <a:avLst/>
            <a:gdLst/>
            <a:ahLst/>
            <a:rect l="0" t="0" r="r" b="b"/>
            <a:pathLst>
              <a:path w="405" h="513">
                <a:moveTo>
                  <a:pt x="13" y="476"/>
                </a:moveTo>
                <a:lnTo>
                  <a:pt x="24" y="476"/>
                </a:lnTo>
                <a:cubicBezTo>
                  <a:pt x="46" y="476"/>
                  <a:pt x="58" y="472"/>
                  <a:pt x="63" y="465"/>
                </a:cubicBezTo>
                <a:lnTo>
                  <a:pt x="63" y="458"/>
                </a:lnTo>
                <a:cubicBezTo>
                  <a:pt x="63" y="454"/>
                  <a:pt x="63" y="449"/>
                  <a:pt x="63" y="443"/>
                </a:cubicBezTo>
                <a:cubicBezTo>
                  <a:pt x="63" y="436"/>
                  <a:pt x="63" y="428"/>
                  <a:pt x="63" y="419"/>
                </a:cubicBezTo>
                <a:cubicBezTo>
                  <a:pt x="63" y="409"/>
                  <a:pt x="63" y="398"/>
                  <a:pt x="63" y="386"/>
                </a:cubicBezTo>
                <a:cubicBezTo>
                  <a:pt x="64" y="375"/>
                  <a:pt x="64" y="363"/>
                  <a:pt x="63" y="351"/>
                </a:cubicBezTo>
                <a:cubicBezTo>
                  <a:pt x="63" y="339"/>
                  <a:pt x="63" y="325"/>
                  <a:pt x="63" y="311"/>
                </a:cubicBezTo>
                <a:cubicBezTo>
                  <a:pt x="64" y="298"/>
                  <a:pt x="64" y="284"/>
                  <a:pt x="63" y="270"/>
                </a:cubicBezTo>
                <a:cubicBezTo>
                  <a:pt x="63" y="252"/>
                  <a:pt x="63" y="233"/>
                  <a:pt x="63" y="213"/>
                </a:cubicBezTo>
                <a:cubicBezTo>
                  <a:pt x="63" y="193"/>
                  <a:pt x="63" y="176"/>
                  <a:pt x="63" y="160"/>
                </a:cubicBezTo>
                <a:cubicBezTo>
                  <a:pt x="63" y="145"/>
                  <a:pt x="63" y="130"/>
                  <a:pt x="63" y="118"/>
                </a:cubicBezTo>
                <a:cubicBezTo>
                  <a:pt x="63" y="105"/>
                  <a:pt x="63" y="94"/>
                  <a:pt x="63" y="86"/>
                </a:cubicBezTo>
                <a:cubicBezTo>
                  <a:pt x="62" y="78"/>
                  <a:pt x="62" y="74"/>
                  <a:pt x="63" y="73"/>
                </a:cubicBezTo>
                <a:cubicBezTo>
                  <a:pt x="61" y="63"/>
                  <a:pt x="57" y="56"/>
                  <a:pt x="51" y="53"/>
                </a:cubicBezTo>
                <a:cubicBezTo>
                  <a:pt x="45" y="50"/>
                  <a:pt x="33" y="48"/>
                  <a:pt x="14" y="46"/>
                </a:cubicBezTo>
                <a:lnTo>
                  <a:pt x="0" y="46"/>
                </a:lnTo>
                <a:lnTo>
                  <a:pt x="0" y="27"/>
                </a:lnTo>
                <a:cubicBezTo>
                  <a:pt x="0" y="15"/>
                  <a:pt x="0" y="9"/>
                  <a:pt x="1" y="9"/>
                </a:cubicBezTo>
                <a:lnTo>
                  <a:pt x="9" y="8"/>
                </a:lnTo>
                <a:cubicBezTo>
                  <a:pt x="15" y="8"/>
                  <a:pt x="22" y="7"/>
                  <a:pt x="34" y="7"/>
                </a:cubicBezTo>
                <a:cubicBezTo>
                  <a:pt x="44" y="6"/>
                  <a:pt x="54" y="5"/>
                  <a:pt x="63" y="5"/>
                </a:cubicBezTo>
                <a:cubicBezTo>
                  <a:pt x="73" y="4"/>
                  <a:pt x="82" y="4"/>
                  <a:pt x="93" y="3"/>
                </a:cubicBezTo>
                <a:cubicBezTo>
                  <a:pt x="104" y="3"/>
                  <a:pt x="112" y="2"/>
                  <a:pt x="117" y="1"/>
                </a:cubicBezTo>
                <a:cubicBezTo>
                  <a:pt x="123" y="0"/>
                  <a:pt x="126" y="0"/>
                  <a:pt x="126" y="0"/>
                </a:cubicBezTo>
                <a:lnTo>
                  <a:pt x="129" y="0"/>
                </a:lnTo>
                <a:lnTo>
                  <a:pt x="129" y="21"/>
                </a:lnTo>
                <a:lnTo>
                  <a:pt x="129" y="42"/>
                </a:lnTo>
                <a:lnTo>
                  <a:pt x="136" y="36"/>
                </a:lnTo>
                <a:cubicBezTo>
                  <a:pt x="167" y="13"/>
                  <a:pt x="204" y="1"/>
                  <a:pt x="247" y="1"/>
                </a:cubicBezTo>
                <a:cubicBezTo>
                  <a:pt x="290" y="1"/>
                  <a:pt x="327" y="18"/>
                  <a:pt x="358" y="52"/>
                </a:cubicBezTo>
                <a:cubicBezTo>
                  <a:pt x="388" y="87"/>
                  <a:pt x="404" y="130"/>
                  <a:pt x="405" y="182"/>
                </a:cubicBezTo>
                <a:cubicBezTo>
                  <a:pt x="405" y="236"/>
                  <a:pt x="387" y="280"/>
                  <a:pt x="352" y="314"/>
                </a:cubicBezTo>
                <a:cubicBezTo>
                  <a:pt x="317" y="348"/>
                  <a:pt x="278" y="365"/>
                  <a:pt x="234" y="365"/>
                </a:cubicBezTo>
                <a:cubicBezTo>
                  <a:pt x="198" y="365"/>
                  <a:pt x="165" y="353"/>
                  <a:pt x="137" y="329"/>
                </a:cubicBezTo>
                <a:lnTo>
                  <a:pt x="131" y="324"/>
                </a:lnTo>
                <a:lnTo>
                  <a:pt x="131" y="392"/>
                </a:lnTo>
                <a:lnTo>
                  <a:pt x="131" y="438"/>
                </a:lnTo>
                <a:cubicBezTo>
                  <a:pt x="131" y="452"/>
                  <a:pt x="132" y="461"/>
                  <a:pt x="133" y="465"/>
                </a:cubicBezTo>
                <a:cubicBezTo>
                  <a:pt x="134" y="468"/>
                  <a:pt x="137" y="471"/>
                  <a:pt x="141" y="473"/>
                </a:cubicBezTo>
                <a:cubicBezTo>
                  <a:pt x="153" y="475"/>
                  <a:pt x="166" y="476"/>
                  <a:pt x="181" y="476"/>
                </a:cubicBezTo>
                <a:lnTo>
                  <a:pt x="194" y="476"/>
                </a:lnTo>
                <a:lnTo>
                  <a:pt x="194" y="513"/>
                </a:lnTo>
                <a:lnTo>
                  <a:pt x="187" y="513"/>
                </a:lnTo>
                <a:lnTo>
                  <a:pt x="168" y="512"/>
                </a:lnTo>
                <a:cubicBezTo>
                  <a:pt x="156" y="511"/>
                  <a:pt x="142" y="511"/>
                  <a:pt x="128" y="511"/>
                </a:cubicBezTo>
                <a:cubicBezTo>
                  <a:pt x="113" y="511"/>
                  <a:pt x="103" y="511"/>
                  <a:pt x="97" y="510"/>
                </a:cubicBezTo>
                <a:cubicBezTo>
                  <a:pt x="42" y="510"/>
                  <a:pt x="11" y="511"/>
                  <a:pt x="6" y="513"/>
                </a:cubicBezTo>
                <a:lnTo>
                  <a:pt x="0" y="513"/>
                </a:lnTo>
                <a:lnTo>
                  <a:pt x="0" y="476"/>
                </a:lnTo>
                <a:lnTo>
                  <a:pt x="13" y="476"/>
                </a:lnTo>
                <a:moveTo>
                  <a:pt x="326" y="180"/>
                </a:moveTo>
                <a:cubicBezTo>
                  <a:pt x="326" y="141"/>
                  <a:pt x="317" y="106"/>
                  <a:pt x="298" y="77"/>
                </a:cubicBezTo>
                <a:cubicBezTo>
                  <a:pt x="280" y="47"/>
                  <a:pt x="257" y="32"/>
                  <a:pt x="230" y="32"/>
                </a:cubicBezTo>
                <a:cubicBezTo>
                  <a:pt x="192" y="32"/>
                  <a:pt x="159" y="50"/>
                  <a:pt x="131" y="85"/>
                </a:cubicBezTo>
                <a:lnTo>
                  <a:pt x="131" y="277"/>
                </a:lnTo>
                <a:cubicBezTo>
                  <a:pt x="152" y="316"/>
                  <a:pt x="183" y="335"/>
                  <a:pt x="221" y="335"/>
                </a:cubicBezTo>
                <a:cubicBezTo>
                  <a:pt x="248" y="335"/>
                  <a:pt x="273" y="320"/>
                  <a:pt x="294" y="291"/>
                </a:cubicBezTo>
                <a:cubicBezTo>
                  <a:pt x="314" y="262"/>
                  <a:pt x="325" y="225"/>
                  <a:pt x="326" y="180"/>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32" name=""/>
          <p:cNvSpPr/>
          <p:nvPr/>
        </p:nvSpPr>
        <p:spPr>
          <a:xfrm>
            <a:off x="5011920" y="5588280"/>
            <a:ext cx="69120" cy="201600"/>
          </a:xfrm>
          <a:custGeom>
            <a:avLst/>
            <a:gdLst/>
            <a:ahLst/>
            <a:rect l="0" t="0" r="r" b="b"/>
            <a:pathLst>
              <a:path w="192" h="560">
                <a:moveTo>
                  <a:pt x="13" y="523"/>
                </a:moveTo>
                <a:lnTo>
                  <a:pt x="24" y="523"/>
                </a:lnTo>
                <a:cubicBezTo>
                  <a:pt x="46" y="523"/>
                  <a:pt x="59" y="519"/>
                  <a:pt x="63" y="511"/>
                </a:cubicBezTo>
                <a:lnTo>
                  <a:pt x="63" y="505"/>
                </a:lnTo>
                <a:cubicBezTo>
                  <a:pt x="63" y="500"/>
                  <a:pt x="63" y="494"/>
                  <a:pt x="63" y="487"/>
                </a:cubicBezTo>
                <a:cubicBezTo>
                  <a:pt x="63" y="479"/>
                  <a:pt x="63" y="470"/>
                  <a:pt x="63" y="460"/>
                </a:cubicBezTo>
                <a:cubicBezTo>
                  <a:pt x="63" y="450"/>
                  <a:pt x="63" y="438"/>
                  <a:pt x="64" y="425"/>
                </a:cubicBezTo>
                <a:cubicBezTo>
                  <a:pt x="64" y="412"/>
                  <a:pt x="64" y="399"/>
                  <a:pt x="64" y="385"/>
                </a:cubicBezTo>
                <a:cubicBezTo>
                  <a:pt x="63" y="370"/>
                  <a:pt x="63" y="355"/>
                  <a:pt x="64" y="340"/>
                </a:cubicBezTo>
                <a:cubicBezTo>
                  <a:pt x="64" y="324"/>
                  <a:pt x="64" y="309"/>
                  <a:pt x="64" y="294"/>
                </a:cubicBezTo>
                <a:cubicBezTo>
                  <a:pt x="64" y="274"/>
                  <a:pt x="64" y="253"/>
                  <a:pt x="64" y="231"/>
                </a:cubicBezTo>
                <a:cubicBezTo>
                  <a:pt x="64" y="209"/>
                  <a:pt x="64" y="189"/>
                  <a:pt x="64" y="171"/>
                </a:cubicBezTo>
                <a:cubicBezTo>
                  <a:pt x="64" y="153"/>
                  <a:pt x="64" y="137"/>
                  <a:pt x="64" y="123"/>
                </a:cubicBezTo>
                <a:cubicBezTo>
                  <a:pt x="64" y="109"/>
                  <a:pt x="63" y="97"/>
                  <a:pt x="63" y="87"/>
                </a:cubicBezTo>
                <a:cubicBezTo>
                  <a:pt x="62" y="78"/>
                  <a:pt x="62" y="73"/>
                  <a:pt x="63" y="74"/>
                </a:cubicBezTo>
                <a:cubicBezTo>
                  <a:pt x="61" y="63"/>
                  <a:pt x="57" y="57"/>
                  <a:pt x="52" y="53"/>
                </a:cubicBezTo>
                <a:cubicBezTo>
                  <a:pt x="46" y="50"/>
                  <a:pt x="33" y="48"/>
                  <a:pt x="14" y="46"/>
                </a:cubicBezTo>
                <a:lnTo>
                  <a:pt x="0" y="46"/>
                </a:lnTo>
                <a:lnTo>
                  <a:pt x="0" y="28"/>
                </a:lnTo>
                <a:cubicBezTo>
                  <a:pt x="0" y="15"/>
                  <a:pt x="0" y="9"/>
                  <a:pt x="1" y="9"/>
                </a:cubicBezTo>
                <a:lnTo>
                  <a:pt x="10" y="8"/>
                </a:lnTo>
                <a:cubicBezTo>
                  <a:pt x="15" y="8"/>
                  <a:pt x="23" y="7"/>
                  <a:pt x="33" y="7"/>
                </a:cubicBezTo>
                <a:cubicBezTo>
                  <a:pt x="44" y="6"/>
                  <a:pt x="54" y="6"/>
                  <a:pt x="64" y="5"/>
                </a:cubicBezTo>
                <a:cubicBezTo>
                  <a:pt x="73" y="5"/>
                  <a:pt x="83" y="4"/>
                  <a:pt x="93" y="4"/>
                </a:cubicBezTo>
                <a:cubicBezTo>
                  <a:pt x="104" y="3"/>
                  <a:pt x="112" y="2"/>
                  <a:pt x="118" y="1"/>
                </a:cubicBezTo>
                <a:cubicBezTo>
                  <a:pt x="123" y="0"/>
                  <a:pt x="126" y="0"/>
                  <a:pt x="126" y="0"/>
                </a:cubicBezTo>
                <a:lnTo>
                  <a:pt x="129" y="0"/>
                </a:lnTo>
                <a:lnTo>
                  <a:pt x="129" y="254"/>
                </a:lnTo>
                <a:cubicBezTo>
                  <a:pt x="129" y="425"/>
                  <a:pt x="129" y="510"/>
                  <a:pt x="130" y="511"/>
                </a:cubicBezTo>
                <a:cubicBezTo>
                  <a:pt x="132" y="516"/>
                  <a:pt x="135" y="519"/>
                  <a:pt x="139" y="520"/>
                </a:cubicBezTo>
                <a:cubicBezTo>
                  <a:pt x="151" y="522"/>
                  <a:pt x="164" y="523"/>
                  <a:pt x="179" y="523"/>
                </a:cubicBezTo>
                <a:lnTo>
                  <a:pt x="192" y="523"/>
                </a:lnTo>
                <a:lnTo>
                  <a:pt x="192" y="560"/>
                </a:lnTo>
                <a:lnTo>
                  <a:pt x="185" y="560"/>
                </a:lnTo>
                <a:lnTo>
                  <a:pt x="167" y="559"/>
                </a:lnTo>
                <a:cubicBezTo>
                  <a:pt x="154" y="558"/>
                  <a:pt x="141" y="558"/>
                  <a:pt x="127" y="558"/>
                </a:cubicBezTo>
                <a:cubicBezTo>
                  <a:pt x="113" y="558"/>
                  <a:pt x="103" y="558"/>
                  <a:pt x="97" y="557"/>
                </a:cubicBezTo>
                <a:cubicBezTo>
                  <a:pt x="90" y="557"/>
                  <a:pt x="80" y="557"/>
                  <a:pt x="66" y="557"/>
                </a:cubicBezTo>
                <a:cubicBezTo>
                  <a:pt x="52" y="558"/>
                  <a:pt x="38" y="558"/>
                  <a:pt x="25" y="559"/>
                </a:cubicBezTo>
                <a:lnTo>
                  <a:pt x="6" y="560"/>
                </a:lnTo>
                <a:lnTo>
                  <a:pt x="0" y="560"/>
                </a:lnTo>
                <a:lnTo>
                  <a:pt x="0" y="523"/>
                </a:lnTo>
                <a:lnTo>
                  <a:pt x="13" y="523"/>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33" name=""/>
          <p:cNvSpPr/>
          <p:nvPr/>
        </p:nvSpPr>
        <p:spPr>
          <a:xfrm>
            <a:off x="5092920" y="5659560"/>
            <a:ext cx="112680" cy="133560"/>
          </a:xfrm>
          <a:custGeom>
            <a:avLst/>
            <a:gdLst/>
            <a:ahLst/>
            <a:rect l="0" t="0" r="r" b="b"/>
            <a:pathLst>
              <a:path w="313" h="371">
                <a:moveTo>
                  <a:pt x="0" y="185"/>
                </a:moveTo>
                <a:cubicBezTo>
                  <a:pt x="0" y="156"/>
                  <a:pt x="7" y="129"/>
                  <a:pt x="17" y="105"/>
                </a:cubicBezTo>
                <a:cubicBezTo>
                  <a:pt x="28" y="81"/>
                  <a:pt x="41" y="61"/>
                  <a:pt x="58" y="46"/>
                </a:cubicBezTo>
                <a:cubicBezTo>
                  <a:pt x="74" y="31"/>
                  <a:pt x="91" y="20"/>
                  <a:pt x="110" y="12"/>
                </a:cubicBezTo>
                <a:cubicBezTo>
                  <a:pt x="129" y="5"/>
                  <a:pt x="146" y="1"/>
                  <a:pt x="163" y="0"/>
                </a:cubicBezTo>
                <a:cubicBezTo>
                  <a:pt x="191" y="0"/>
                  <a:pt x="216" y="5"/>
                  <a:pt x="236" y="15"/>
                </a:cubicBezTo>
                <a:cubicBezTo>
                  <a:pt x="257" y="24"/>
                  <a:pt x="272" y="38"/>
                  <a:pt x="283" y="55"/>
                </a:cubicBezTo>
                <a:cubicBezTo>
                  <a:pt x="294" y="72"/>
                  <a:pt x="301" y="89"/>
                  <a:pt x="305" y="106"/>
                </a:cubicBezTo>
                <a:cubicBezTo>
                  <a:pt x="310" y="124"/>
                  <a:pt x="312" y="143"/>
                  <a:pt x="313" y="164"/>
                </a:cubicBezTo>
                <a:cubicBezTo>
                  <a:pt x="313" y="167"/>
                  <a:pt x="311" y="171"/>
                  <a:pt x="307" y="175"/>
                </a:cubicBezTo>
                <a:lnTo>
                  <a:pt x="80" y="175"/>
                </a:lnTo>
                <a:lnTo>
                  <a:pt x="80" y="187"/>
                </a:lnTo>
                <a:cubicBezTo>
                  <a:pt x="80" y="266"/>
                  <a:pt x="107" y="315"/>
                  <a:pt x="161" y="333"/>
                </a:cubicBezTo>
                <a:cubicBezTo>
                  <a:pt x="171" y="336"/>
                  <a:pt x="183" y="338"/>
                  <a:pt x="196" y="338"/>
                </a:cubicBezTo>
                <a:cubicBezTo>
                  <a:pt x="218" y="338"/>
                  <a:pt x="238" y="328"/>
                  <a:pt x="254" y="311"/>
                </a:cubicBezTo>
                <a:cubicBezTo>
                  <a:pt x="263" y="302"/>
                  <a:pt x="270" y="290"/>
                  <a:pt x="276" y="277"/>
                </a:cubicBezTo>
                <a:lnTo>
                  <a:pt x="284" y="258"/>
                </a:lnTo>
                <a:cubicBezTo>
                  <a:pt x="285" y="256"/>
                  <a:pt x="290" y="255"/>
                  <a:pt x="296" y="255"/>
                </a:cubicBezTo>
                <a:lnTo>
                  <a:pt x="299" y="255"/>
                </a:lnTo>
                <a:cubicBezTo>
                  <a:pt x="308" y="255"/>
                  <a:pt x="313" y="258"/>
                  <a:pt x="313" y="263"/>
                </a:cubicBezTo>
                <a:cubicBezTo>
                  <a:pt x="313" y="266"/>
                  <a:pt x="312" y="269"/>
                  <a:pt x="310" y="274"/>
                </a:cubicBezTo>
                <a:cubicBezTo>
                  <a:pt x="300" y="303"/>
                  <a:pt x="283" y="327"/>
                  <a:pt x="259" y="345"/>
                </a:cubicBezTo>
                <a:cubicBezTo>
                  <a:pt x="236" y="362"/>
                  <a:pt x="209" y="371"/>
                  <a:pt x="180" y="371"/>
                </a:cubicBezTo>
                <a:cubicBezTo>
                  <a:pt x="129" y="371"/>
                  <a:pt x="86" y="352"/>
                  <a:pt x="53" y="314"/>
                </a:cubicBezTo>
                <a:cubicBezTo>
                  <a:pt x="19" y="277"/>
                  <a:pt x="1" y="234"/>
                  <a:pt x="0" y="185"/>
                </a:cubicBezTo>
                <a:moveTo>
                  <a:pt x="247" y="139"/>
                </a:moveTo>
                <a:cubicBezTo>
                  <a:pt x="241" y="71"/>
                  <a:pt x="215" y="34"/>
                  <a:pt x="170" y="30"/>
                </a:cubicBezTo>
                <a:lnTo>
                  <a:pt x="169" y="30"/>
                </a:lnTo>
                <a:cubicBezTo>
                  <a:pt x="164" y="30"/>
                  <a:pt x="160" y="30"/>
                  <a:pt x="156" y="31"/>
                </a:cubicBezTo>
                <a:cubicBezTo>
                  <a:pt x="151" y="31"/>
                  <a:pt x="145" y="34"/>
                  <a:pt x="136" y="37"/>
                </a:cubicBezTo>
                <a:cubicBezTo>
                  <a:pt x="126" y="41"/>
                  <a:pt x="119" y="47"/>
                  <a:pt x="112" y="54"/>
                </a:cubicBezTo>
                <a:cubicBezTo>
                  <a:pt x="106" y="62"/>
                  <a:pt x="100" y="73"/>
                  <a:pt x="94" y="87"/>
                </a:cubicBezTo>
                <a:cubicBezTo>
                  <a:pt x="88" y="102"/>
                  <a:pt x="84" y="119"/>
                  <a:pt x="81" y="140"/>
                </a:cubicBezTo>
                <a:lnTo>
                  <a:pt x="81" y="146"/>
                </a:lnTo>
                <a:lnTo>
                  <a:pt x="247" y="146"/>
                </a:lnTo>
                <a:lnTo>
                  <a:pt x="247" y="139"/>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34" name=""/>
          <p:cNvSpPr txBox="1"/>
          <p:nvPr/>
        </p:nvSpPr>
        <p:spPr>
          <a:xfrm>
            <a:off x="754920" y="5432400"/>
            <a:ext cx="3460680" cy="372240"/>
          </a:xfrm>
          <a:prstGeom prst="rect">
            <a:avLst/>
          </a:prstGeom>
          <a:noFill/>
          <a:ln w="0">
            <a:noFill/>
          </a:ln>
        </p:spPr>
        <p:txBody>
          <a:bodyPr wrap="none" lIns="0" rIns="0" tIns="0" bIns="0" anchor="t">
            <a:spAutoFit/>
          </a:bodyPr>
          <a:p>
            <a:r>
              <a:rPr b="0" lang="en-US" sz="2620" strike="noStrike" u="none">
                <a:solidFill>
                  <a:srgbClr val="333333"/>
                </a:solidFill>
                <a:effectLst/>
                <a:uFillTx/>
                <a:latin typeface="NotoSansJP-Thin_"/>
                <a:ea typeface="NotoSansJP-Thin_"/>
              </a:rPr>
              <a:t>2. </a:t>
            </a:r>
            <a:r>
              <a:rPr b="0" lang="zh-CN" sz="2620" strike="noStrike" u="none">
                <a:solidFill>
                  <a:srgbClr val="333333"/>
                </a:solidFill>
                <a:effectLst/>
                <a:uFillTx/>
                <a:latin typeface="NotoSansJP-Thin_"/>
                <a:ea typeface="NotoSansJP-Thin_"/>
              </a:rPr>
              <a:t>損失関数の簡略化 </a:t>
            </a:r>
            <a:r>
              <a:rPr b="0" lang="en-US" sz="2620" strike="noStrike" u="none">
                <a:solidFill>
                  <a:srgbClr val="333333"/>
                </a:solidFill>
                <a:effectLst/>
                <a:uFillTx/>
                <a:latin typeface="NotoSansJP-Thin_"/>
                <a:ea typeface="NotoSansJP-Thin_"/>
              </a:rPr>
              <a:t>(</a:t>
            </a:r>
            <a:endParaRPr b="0" lang="en-US" sz="2620" strike="noStrike" u="none">
              <a:solidFill>
                <a:srgbClr val="000000"/>
              </a:solidFill>
              <a:effectLst/>
              <a:uFillTx/>
              <a:latin typeface="Times New Roman"/>
            </a:endParaRPr>
          </a:p>
        </p:txBody>
      </p:sp>
      <p:sp>
        <p:nvSpPr>
          <p:cNvPr id="35" name=""/>
          <p:cNvSpPr/>
          <p:nvPr/>
        </p:nvSpPr>
        <p:spPr>
          <a:xfrm>
            <a:off x="5447160" y="5543280"/>
            <a:ext cx="166680" cy="185040"/>
          </a:xfrm>
          <a:custGeom>
            <a:avLst/>
            <a:gdLst/>
            <a:ahLst/>
            <a:rect l="0" t="0" r="r" b="b"/>
            <a:pathLst>
              <a:path w="463" h="514">
                <a:moveTo>
                  <a:pt x="423" y="405"/>
                </a:moveTo>
                <a:cubicBezTo>
                  <a:pt x="429" y="405"/>
                  <a:pt x="434" y="411"/>
                  <a:pt x="439" y="422"/>
                </a:cubicBezTo>
                <a:cubicBezTo>
                  <a:pt x="444" y="434"/>
                  <a:pt x="446" y="444"/>
                  <a:pt x="447" y="454"/>
                </a:cubicBezTo>
                <a:cubicBezTo>
                  <a:pt x="447" y="456"/>
                  <a:pt x="446" y="459"/>
                  <a:pt x="445" y="462"/>
                </a:cubicBezTo>
                <a:cubicBezTo>
                  <a:pt x="443" y="464"/>
                  <a:pt x="438" y="468"/>
                  <a:pt x="429" y="473"/>
                </a:cubicBezTo>
                <a:cubicBezTo>
                  <a:pt x="420" y="479"/>
                  <a:pt x="404" y="485"/>
                  <a:pt x="383" y="494"/>
                </a:cubicBezTo>
                <a:cubicBezTo>
                  <a:pt x="362" y="502"/>
                  <a:pt x="340" y="508"/>
                  <a:pt x="317" y="512"/>
                </a:cubicBezTo>
                <a:cubicBezTo>
                  <a:pt x="308" y="514"/>
                  <a:pt x="292" y="514"/>
                  <a:pt x="270" y="514"/>
                </a:cubicBezTo>
                <a:cubicBezTo>
                  <a:pt x="220" y="514"/>
                  <a:pt x="177" y="508"/>
                  <a:pt x="141" y="495"/>
                </a:cubicBezTo>
                <a:cubicBezTo>
                  <a:pt x="105" y="482"/>
                  <a:pt x="77" y="465"/>
                  <a:pt x="57" y="445"/>
                </a:cubicBezTo>
                <a:cubicBezTo>
                  <a:pt x="37" y="424"/>
                  <a:pt x="23" y="403"/>
                  <a:pt x="14" y="381"/>
                </a:cubicBezTo>
                <a:cubicBezTo>
                  <a:pt x="5" y="359"/>
                  <a:pt x="0" y="338"/>
                  <a:pt x="0" y="316"/>
                </a:cubicBezTo>
                <a:lnTo>
                  <a:pt x="0" y="300"/>
                </a:lnTo>
                <a:cubicBezTo>
                  <a:pt x="0" y="238"/>
                  <a:pt x="19" y="182"/>
                  <a:pt x="57" y="131"/>
                </a:cubicBezTo>
                <a:cubicBezTo>
                  <a:pt x="64" y="120"/>
                  <a:pt x="74" y="110"/>
                  <a:pt x="85" y="99"/>
                </a:cubicBezTo>
                <a:cubicBezTo>
                  <a:pt x="97" y="89"/>
                  <a:pt x="113" y="76"/>
                  <a:pt x="134" y="61"/>
                </a:cubicBezTo>
                <a:cubicBezTo>
                  <a:pt x="155" y="45"/>
                  <a:pt x="183" y="32"/>
                  <a:pt x="216" y="22"/>
                </a:cubicBezTo>
                <a:cubicBezTo>
                  <a:pt x="250" y="11"/>
                  <a:pt x="285" y="4"/>
                  <a:pt x="323" y="1"/>
                </a:cubicBezTo>
                <a:cubicBezTo>
                  <a:pt x="324" y="1"/>
                  <a:pt x="332" y="1"/>
                  <a:pt x="347" y="1"/>
                </a:cubicBezTo>
                <a:cubicBezTo>
                  <a:pt x="362" y="1"/>
                  <a:pt x="375" y="1"/>
                  <a:pt x="387" y="0"/>
                </a:cubicBezTo>
                <a:cubicBezTo>
                  <a:pt x="425" y="0"/>
                  <a:pt x="448" y="3"/>
                  <a:pt x="454" y="7"/>
                </a:cubicBezTo>
                <a:cubicBezTo>
                  <a:pt x="460" y="13"/>
                  <a:pt x="463" y="21"/>
                  <a:pt x="463" y="32"/>
                </a:cubicBezTo>
                <a:cubicBezTo>
                  <a:pt x="460" y="50"/>
                  <a:pt x="450" y="63"/>
                  <a:pt x="433" y="70"/>
                </a:cubicBezTo>
                <a:lnTo>
                  <a:pt x="379" y="71"/>
                </a:lnTo>
                <a:cubicBezTo>
                  <a:pt x="326" y="72"/>
                  <a:pt x="287" y="76"/>
                  <a:pt x="266" y="86"/>
                </a:cubicBezTo>
                <a:cubicBezTo>
                  <a:pt x="230" y="101"/>
                  <a:pt x="203" y="129"/>
                  <a:pt x="187" y="171"/>
                </a:cubicBezTo>
                <a:cubicBezTo>
                  <a:pt x="180" y="186"/>
                  <a:pt x="176" y="196"/>
                  <a:pt x="176" y="200"/>
                </a:cubicBezTo>
                <a:cubicBezTo>
                  <a:pt x="176" y="201"/>
                  <a:pt x="211" y="202"/>
                  <a:pt x="281" y="202"/>
                </a:cubicBezTo>
                <a:cubicBezTo>
                  <a:pt x="292" y="202"/>
                  <a:pt x="304" y="202"/>
                  <a:pt x="321" y="202"/>
                </a:cubicBezTo>
                <a:cubicBezTo>
                  <a:pt x="336" y="202"/>
                  <a:pt x="346" y="201"/>
                  <a:pt x="353" y="200"/>
                </a:cubicBezTo>
                <a:cubicBezTo>
                  <a:pt x="375" y="200"/>
                  <a:pt x="391" y="202"/>
                  <a:pt x="399" y="206"/>
                </a:cubicBezTo>
                <a:cubicBezTo>
                  <a:pt x="407" y="210"/>
                  <a:pt x="412" y="218"/>
                  <a:pt x="413" y="231"/>
                </a:cubicBezTo>
                <a:cubicBezTo>
                  <a:pt x="413" y="253"/>
                  <a:pt x="403" y="266"/>
                  <a:pt x="383" y="272"/>
                </a:cubicBezTo>
                <a:cubicBezTo>
                  <a:pt x="379" y="273"/>
                  <a:pt x="341" y="273"/>
                  <a:pt x="267" y="273"/>
                </a:cubicBezTo>
                <a:cubicBezTo>
                  <a:pt x="195" y="273"/>
                  <a:pt x="158" y="274"/>
                  <a:pt x="158" y="275"/>
                </a:cubicBezTo>
                <a:cubicBezTo>
                  <a:pt x="151" y="296"/>
                  <a:pt x="148" y="320"/>
                  <a:pt x="148" y="347"/>
                </a:cubicBezTo>
                <a:cubicBezTo>
                  <a:pt x="148" y="387"/>
                  <a:pt x="161" y="416"/>
                  <a:pt x="187" y="432"/>
                </a:cubicBezTo>
                <a:cubicBezTo>
                  <a:pt x="212" y="449"/>
                  <a:pt x="244" y="457"/>
                  <a:pt x="282" y="457"/>
                </a:cubicBezTo>
                <a:cubicBezTo>
                  <a:pt x="284" y="457"/>
                  <a:pt x="287" y="457"/>
                  <a:pt x="291" y="457"/>
                </a:cubicBezTo>
                <a:cubicBezTo>
                  <a:pt x="295" y="457"/>
                  <a:pt x="298" y="457"/>
                  <a:pt x="299" y="456"/>
                </a:cubicBezTo>
                <a:cubicBezTo>
                  <a:pt x="323" y="452"/>
                  <a:pt x="348" y="443"/>
                  <a:pt x="374" y="428"/>
                </a:cubicBezTo>
                <a:cubicBezTo>
                  <a:pt x="401" y="413"/>
                  <a:pt x="417" y="405"/>
                  <a:pt x="423" y="405"/>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36" name=""/>
          <p:cNvSpPr txBox="1"/>
          <p:nvPr/>
        </p:nvSpPr>
        <p:spPr>
          <a:xfrm>
            <a:off x="5236200" y="5432400"/>
            <a:ext cx="333000" cy="372240"/>
          </a:xfrm>
          <a:prstGeom prst="rect">
            <a:avLst/>
          </a:prstGeom>
          <a:noFill/>
          <a:ln w="0">
            <a:noFill/>
          </a:ln>
        </p:spPr>
        <p:txBody>
          <a:bodyPr wrap="none" lIns="0" rIns="0" tIns="0" bIns="0" anchor="t">
            <a:spAutoFit/>
          </a:bodyPr>
          <a:p>
            <a:r>
              <a:rPr b="0" lang="en-US" sz="2620" strike="noStrike" u="none">
                <a:solidFill>
                  <a:srgbClr val="333333"/>
                </a:solidFill>
                <a:effectLst/>
                <a:uFillTx/>
                <a:latin typeface="NotoSansJP-Thin_"/>
                <a:ea typeface="NotoSansJP-Thin_"/>
              </a:rPr>
              <a:t>, </a:t>
            </a:r>
            <a:endParaRPr b="0" lang="en-US" sz="2620" strike="noStrike" u="none">
              <a:solidFill>
                <a:srgbClr val="000000"/>
              </a:solidFill>
              <a:effectLst/>
              <a:uFillTx/>
              <a:latin typeface="Times New Roman"/>
            </a:endParaRPr>
          </a:p>
        </p:txBody>
      </p:sp>
      <p:sp>
        <p:nvSpPr>
          <p:cNvPr id="37" name=""/>
          <p:cNvSpPr txBox="1"/>
          <p:nvPr/>
        </p:nvSpPr>
        <p:spPr>
          <a:xfrm>
            <a:off x="5625000" y="5432400"/>
            <a:ext cx="1670040" cy="372240"/>
          </a:xfrm>
          <a:prstGeom prst="rect">
            <a:avLst/>
          </a:prstGeom>
          <a:noFill/>
          <a:ln w="0">
            <a:noFill/>
          </a:ln>
        </p:spPr>
        <p:txBody>
          <a:bodyPr wrap="none" lIns="0" rIns="0" tIns="0" bIns="0" anchor="t">
            <a:spAutoFit/>
          </a:bodyPr>
          <a:p>
            <a:r>
              <a:rPr b="0" lang="en-US" sz="2620" strike="noStrike" u="none">
                <a:solidFill>
                  <a:srgbClr val="333333"/>
                </a:solidFill>
                <a:effectLst/>
                <a:uFillTx/>
                <a:latin typeface="NotoSansJP-Thin_"/>
                <a:ea typeface="NotoSansJP-Thin_"/>
              </a:rPr>
              <a:t>-prediction)</a:t>
            </a:r>
            <a:endParaRPr b="0" lang="en-US" sz="2620" strike="noStrike" u="none">
              <a:solidFill>
                <a:srgbClr val="000000"/>
              </a:solidFill>
              <a:effectLst/>
              <a:uFillTx/>
              <a:latin typeface="Times New Roman"/>
            </a:endParaRPr>
          </a:p>
        </p:txBody>
      </p:sp>
      <p:sp>
        <p:nvSpPr>
          <p:cNvPr id="38" name=""/>
          <p:cNvSpPr txBox="1"/>
          <p:nvPr/>
        </p:nvSpPr>
        <p:spPr>
          <a:xfrm>
            <a:off x="754920" y="6013440"/>
            <a:ext cx="4526640" cy="372240"/>
          </a:xfrm>
          <a:prstGeom prst="rect">
            <a:avLst/>
          </a:prstGeom>
          <a:noFill/>
          <a:ln w="0">
            <a:noFill/>
          </a:ln>
        </p:spPr>
        <p:txBody>
          <a:bodyPr wrap="none" lIns="0" rIns="0" tIns="0" bIns="0" anchor="t">
            <a:spAutoFit/>
          </a:bodyPr>
          <a:p>
            <a:r>
              <a:rPr b="0" lang="en-US" sz="2620" strike="noStrike" u="none">
                <a:solidFill>
                  <a:srgbClr val="333333"/>
                </a:solidFill>
                <a:effectLst/>
                <a:uFillTx/>
                <a:latin typeface="NotoSansJP-Thin_"/>
                <a:ea typeface="NotoSansJP-Thin_"/>
              </a:rPr>
              <a:t>3. Score Matching </a:t>
            </a:r>
            <a:r>
              <a:rPr b="0" lang="zh-CN" sz="2620" strike="noStrike" u="none">
                <a:solidFill>
                  <a:srgbClr val="333333"/>
                </a:solidFill>
                <a:effectLst/>
                <a:uFillTx/>
                <a:latin typeface="NotoSansJP-Thin_"/>
                <a:ea typeface="NotoSansJP-Thin_"/>
              </a:rPr>
              <a:t>との関連性</a:t>
            </a:r>
            <a:endParaRPr b="0" lang="en-US" sz="2620" strike="noStrike" u="none">
              <a:solidFill>
                <a:srgbClr val="000000"/>
              </a:solidFill>
              <a:effectLst/>
              <a:uFillTx/>
              <a:latin typeface="Times New Roman"/>
            </a:endParaRPr>
          </a:p>
        </p:txBody>
      </p:sp>
      <p:sp>
        <p:nvSpPr>
          <p:cNvPr id="39" name=""/>
          <p:cNvSpPr/>
          <p:nvPr/>
        </p:nvSpPr>
        <p:spPr>
          <a:xfrm>
            <a:off x="0" y="0"/>
            <a:ext cx="12192120" cy="667080"/>
          </a:xfrm>
          <a:custGeom>
            <a:avLst/>
            <a:gdLst/>
            <a:ahLst/>
            <a:rect l="0" t="0" r="r" b="b"/>
            <a:pathLst>
              <a:path w="33867" h="1853">
                <a:moveTo>
                  <a:pt x="0" y="0"/>
                </a:moveTo>
                <a:lnTo>
                  <a:pt x="33867" y="0"/>
                </a:lnTo>
                <a:lnTo>
                  <a:pt x="33867" y="1853"/>
                </a:lnTo>
                <a:lnTo>
                  <a:pt x="0" y="1853"/>
                </a:lnTo>
                <a:lnTo>
                  <a:pt x="0" y="0"/>
                </a:lnTo>
                <a:close/>
              </a:path>
            </a:pathLst>
          </a:custGeom>
          <a:solidFill>
            <a:srgbClr val="800000"/>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40" name=""/>
          <p:cNvSpPr txBox="1"/>
          <p:nvPr/>
        </p:nvSpPr>
        <p:spPr>
          <a:xfrm>
            <a:off x="374040" y="6565680"/>
            <a:ext cx="3783600" cy="372240"/>
          </a:xfrm>
          <a:prstGeom prst="rect">
            <a:avLst/>
          </a:prstGeom>
          <a:noFill/>
          <a:ln w="0">
            <a:noFill/>
          </a:ln>
        </p:spPr>
        <p:txBody>
          <a:bodyPr wrap="none" lIns="0" rIns="0" tIns="0" bIns="0" anchor="t">
            <a:spAutoFit/>
          </a:bodyPr>
          <a:p>
            <a:r>
              <a:rPr b="0" lang="en-US" sz="2620" strike="noStrike" u="none">
                <a:solidFill>
                  <a:srgbClr val="333333"/>
                </a:solidFill>
                <a:effectLst/>
                <a:uFillTx/>
                <a:latin typeface="NotoSansJP-Thin_"/>
                <a:ea typeface="NotoSansJP-Thin_"/>
              </a:rPr>
              <a:t>4. </a:t>
            </a:r>
            <a:r>
              <a:rPr b="0" lang="zh-CN" sz="2620" strike="noStrike" u="none">
                <a:solidFill>
                  <a:srgbClr val="333333"/>
                </a:solidFill>
                <a:effectLst/>
                <a:uFillTx/>
                <a:latin typeface="NotoSansJP-Thin_"/>
                <a:ea typeface="NotoSansJP-Thin_"/>
              </a:rPr>
              <a:t>実験とアーキテクチャ</a:t>
            </a:r>
            <a:endParaRPr b="0" lang="en-US" sz="2620" strike="noStrike" u="none">
              <a:solidFill>
                <a:srgbClr val="000000"/>
              </a:solidFill>
              <a:effectLst/>
              <a:uFillTx/>
              <a:latin typeface="Times New Roman"/>
            </a:endParaRPr>
          </a:p>
        </p:txBody>
      </p:sp>
      <p:sp>
        <p:nvSpPr>
          <p:cNvPr id="41" name=""/>
          <p:cNvSpPr txBox="1"/>
          <p:nvPr/>
        </p:nvSpPr>
        <p:spPr>
          <a:xfrm>
            <a:off x="237960" y="174600"/>
            <a:ext cx="1224720" cy="372240"/>
          </a:xfrm>
          <a:prstGeom prst="rect">
            <a:avLst/>
          </a:prstGeom>
          <a:noFill/>
          <a:ln w="0">
            <a:noFill/>
          </a:ln>
        </p:spPr>
        <p:txBody>
          <a:bodyPr wrap="none" lIns="0" rIns="0" tIns="0" bIns="0" anchor="t">
            <a:spAutoFit/>
          </a:bodyPr>
          <a:p>
            <a:r>
              <a:rPr b="1" lang="en-US" sz="2620" strike="noStrike" u="none">
                <a:solidFill>
                  <a:srgbClr val="ffffff"/>
                </a:solidFill>
                <a:effectLst/>
                <a:uFillTx/>
                <a:latin typeface="NotoSansJP-Thin_"/>
                <a:ea typeface="NotoSansJP-Thin_"/>
              </a:rPr>
              <a:t>Agenda</a:t>
            </a:r>
            <a:endParaRPr b="0" lang="en-US" sz="2620" strike="noStrike" u="none">
              <a:solidFill>
                <a:srgbClr val="000000"/>
              </a:solidFill>
              <a:effectLst/>
              <a:uFillTx/>
              <a:latin typeface="Times New Roman"/>
            </a:endParaRPr>
          </a:p>
        </p:txBody>
      </p:sp>
      <p:sp>
        <p:nvSpPr>
          <p:cNvPr id="42" name=""/>
          <p:cNvSpPr txBox="1"/>
          <p:nvPr/>
        </p:nvSpPr>
        <p:spPr>
          <a:xfrm>
            <a:off x="11331000" y="6397560"/>
            <a:ext cx="519840" cy="297720"/>
          </a:xfrm>
          <a:prstGeom prst="rect">
            <a:avLst/>
          </a:prstGeom>
          <a:noFill/>
          <a:ln w="0">
            <a:noFill/>
          </a:ln>
        </p:spPr>
        <p:txBody>
          <a:bodyPr wrap="none" lIns="0" rIns="0" tIns="0" bIns="0" anchor="t">
            <a:spAutoFit/>
          </a:bodyPr>
          <a:p>
            <a:r>
              <a:rPr b="1" lang="en-US" sz="2100" strike="noStrike" u="none">
                <a:solidFill>
                  <a:srgbClr val="333333"/>
                </a:solidFill>
                <a:effectLst/>
                <a:uFillTx/>
                <a:latin typeface="NotoSansJP-Thin_"/>
                <a:ea typeface="NotoSansJP-Thin_"/>
              </a:rPr>
              <a:t>2/24</a:t>
            </a:r>
            <a:endParaRPr b="0" lang="en-US" sz="2100" strike="noStrike" u="non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44"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45"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46" name=""/>
          <p:cNvSpPr txBox="1"/>
          <p:nvPr/>
        </p:nvSpPr>
        <p:spPr>
          <a:xfrm>
            <a:off x="380880" y="3238200"/>
            <a:ext cx="2003040" cy="671040"/>
          </a:xfrm>
          <a:prstGeom prst="rect">
            <a:avLst/>
          </a:prstGeom>
          <a:noFill/>
          <a:ln w="0">
            <a:noFill/>
          </a:ln>
        </p:spPr>
        <p:txBody>
          <a:bodyPr wrap="none" lIns="0" rIns="0" tIns="0" bIns="0" anchor="t">
            <a:spAutoFit/>
          </a:bodyPr>
          <a:p>
            <a:r>
              <a:rPr b="1" lang="en-US" sz="4730" strike="noStrike" u="none">
                <a:solidFill>
                  <a:srgbClr val="800000"/>
                </a:solidFill>
                <a:effectLst/>
                <a:uFillTx/>
                <a:latin typeface="NotoSansJP-Thin_"/>
                <a:ea typeface="NotoSansJP-Thin_"/>
              </a:rPr>
              <a:t>1. </a:t>
            </a:r>
            <a:r>
              <a:rPr b="1" lang="zh-CN" sz="4730" strike="noStrike" u="none">
                <a:solidFill>
                  <a:srgbClr val="800000"/>
                </a:solidFill>
                <a:effectLst/>
                <a:uFillTx/>
                <a:latin typeface="NotoSansJP-Thin_"/>
                <a:ea typeface="NotoSansJP-Thin_"/>
              </a:rPr>
              <a:t>導入</a:t>
            </a:r>
            <a:endParaRPr b="0" lang="en-US" sz="4730" strike="noStrike" u="none">
              <a:solidFill>
                <a:srgbClr val="000000"/>
              </a:solidFill>
              <a:effectLst/>
              <a:uFillTx/>
              <a:latin typeface="Times New Roman"/>
            </a:endParaRPr>
          </a:p>
        </p:txBody>
      </p:sp>
      <p:sp>
        <p:nvSpPr>
          <p:cNvPr id="47" name=""/>
          <p:cNvSpPr txBox="1"/>
          <p:nvPr/>
        </p:nvSpPr>
        <p:spPr>
          <a:xfrm>
            <a:off x="11331000" y="6397560"/>
            <a:ext cx="519840" cy="297720"/>
          </a:xfrm>
          <a:prstGeom prst="rect">
            <a:avLst/>
          </a:prstGeom>
          <a:noFill/>
          <a:ln w="0">
            <a:noFill/>
          </a:ln>
        </p:spPr>
        <p:txBody>
          <a:bodyPr wrap="none" lIns="0" rIns="0" tIns="0" bIns="0" anchor="t">
            <a:spAutoFit/>
          </a:bodyPr>
          <a:p>
            <a:r>
              <a:rPr b="1" lang="en-US" sz="2100" strike="noStrike" u="none">
                <a:solidFill>
                  <a:srgbClr val="333333"/>
                </a:solidFill>
                <a:effectLst/>
                <a:uFillTx/>
                <a:latin typeface="NotoSansJP-Thin_"/>
                <a:ea typeface="NotoSansJP-Thin_"/>
              </a:rPr>
              <a:t>3/24</a:t>
            </a:r>
            <a:endParaRPr b="0" lang="en-US" sz="2100" strike="noStrike" u="non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49"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50"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51" name=""/>
          <p:cNvSpPr txBox="1"/>
          <p:nvPr/>
        </p:nvSpPr>
        <p:spPr>
          <a:xfrm>
            <a:off x="380880" y="927000"/>
            <a:ext cx="7343280" cy="334080"/>
          </a:xfrm>
          <a:prstGeom prst="rect">
            <a:avLst/>
          </a:prstGeom>
          <a:noFill/>
          <a:ln w="0">
            <a:noFill/>
          </a:ln>
        </p:spPr>
        <p:txBody>
          <a:bodyPr wrap="none" lIns="0" rIns="0" tIns="0" bIns="0" anchor="t">
            <a:spAutoFit/>
          </a:bodyPr>
          <a:p>
            <a:r>
              <a:rPr b="0" lang="zh-CN" sz="2620" strike="noStrike" u="none">
                <a:solidFill>
                  <a:srgbClr val="333333"/>
                </a:solidFill>
                <a:effectLst/>
                <a:uFillTx/>
                <a:latin typeface="NotoSansJP-Thin_"/>
                <a:ea typeface="NotoSansJP-Thin_"/>
              </a:rPr>
              <a:t>従来の生成モデルには以下のような弱点があった</a:t>
            </a:r>
            <a:endParaRPr b="0" lang="en-US" sz="2620" strike="noStrike" u="none">
              <a:solidFill>
                <a:srgbClr val="000000"/>
              </a:solidFill>
              <a:effectLst/>
              <a:uFillTx/>
              <a:latin typeface="Times New Roman"/>
            </a:endParaRPr>
          </a:p>
        </p:txBody>
      </p:sp>
      <p:sp>
        <p:nvSpPr>
          <p:cNvPr id="52" name=""/>
          <p:cNvSpPr/>
          <p:nvPr/>
        </p:nvSpPr>
        <p:spPr>
          <a:xfrm>
            <a:off x="438120" y="2609640"/>
            <a:ext cx="133560" cy="133560"/>
          </a:xfrm>
          <a:custGeom>
            <a:avLst/>
            <a:gdLst/>
            <a:ahLst/>
            <a:rect l="0" t="0" r="r" b="b"/>
            <a:pathLst>
              <a:path w="371" h="371">
                <a:moveTo>
                  <a:pt x="371" y="185"/>
                </a:moveTo>
                <a:cubicBezTo>
                  <a:pt x="371" y="197"/>
                  <a:pt x="370" y="209"/>
                  <a:pt x="367" y="221"/>
                </a:cubicBezTo>
                <a:cubicBezTo>
                  <a:pt x="365" y="233"/>
                  <a:pt x="362" y="245"/>
                  <a:pt x="357" y="256"/>
                </a:cubicBezTo>
                <a:cubicBezTo>
                  <a:pt x="352" y="267"/>
                  <a:pt x="347" y="278"/>
                  <a:pt x="340" y="288"/>
                </a:cubicBezTo>
                <a:cubicBezTo>
                  <a:pt x="333" y="298"/>
                  <a:pt x="325" y="308"/>
                  <a:pt x="317" y="316"/>
                </a:cubicBezTo>
                <a:cubicBezTo>
                  <a:pt x="308" y="325"/>
                  <a:pt x="299" y="333"/>
                  <a:pt x="289" y="340"/>
                </a:cubicBezTo>
                <a:cubicBezTo>
                  <a:pt x="279" y="347"/>
                  <a:pt x="268" y="353"/>
                  <a:pt x="257" y="357"/>
                </a:cubicBezTo>
                <a:cubicBezTo>
                  <a:pt x="245" y="362"/>
                  <a:pt x="234" y="366"/>
                  <a:pt x="222" y="368"/>
                </a:cubicBezTo>
                <a:cubicBezTo>
                  <a:pt x="210" y="370"/>
                  <a:pt x="198" y="371"/>
                  <a:pt x="186" y="371"/>
                </a:cubicBezTo>
                <a:cubicBezTo>
                  <a:pt x="174" y="371"/>
                  <a:pt x="162" y="370"/>
                  <a:pt x="150" y="368"/>
                </a:cubicBezTo>
                <a:cubicBezTo>
                  <a:pt x="138" y="366"/>
                  <a:pt x="126" y="362"/>
                  <a:pt x="115" y="357"/>
                </a:cubicBezTo>
                <a:cubicBezTo>
                  <a:pt x="104" y="353"/>
                  <a:pt x="93" y="347"/>
                  <a:pt x="83" y="340"/>
                </a:cubicBezTo>
                <a:cubicBezTo>
                  <a:pt x="72" y="333"/>
                  <a:pt x="62" y="325"/>
                  <a:pt x="54" y="316"/>
                </a:cubicBezTo>
                <a:cubicBezTo>
                  <a:pt x="45" y="308"/>
                  <a:pt x="38" y="298"/>
                  <a:pt x="31" y="288"/>
                </a:cubicBezTo>
                <a:cubicBezTo>
                  <a:pt x="24" y="278"/>
                  <a:pt x="18" y="267"/>
                  <a:pt x="14" y="256"/>
                </a:cubicBezTo>
                <a:cubicBezTo>
                  <a:pt x="9" y="245"/>
                  <a:pt x="6" y="233"/>
                  <a:pt x="3" y="221"/>
                </a:cubicBezTo>
                <a:cubicBezTo>
                  <a:pt x="1" y="209"/>
                  <a:pt x="0" y="197"/>
                  <a:pt x="0" y="185"/>
                </a:cubicBezTo>
                <a:cubicBezTo>
                  <a:pt x="0" y="173"/>
                  <a:pt x="1" y="161"/>
                  <a:pt x="3" y="149"/>
                </a:cubicBezTo>
                <a:cubicBezTo>
                  <a:pt x="6" y="137"/>
                  <a:pt x="9" y="126"/>
                  <a:pt x="14" y="114"/>
                </a:cubicBezTo>
                <a:cubicBezTo>
                  <a:pt x="18" y="103"/>
                  <a:pt x="24" y="93"/>
                  <a:pt x="31" y="82"/>
                </a:cubicBezTo>
                <a:cubicBezTo>
                  <a:pt x="38" y="72"/>
                  <a:pt x="45" y="63"/>
                  <a:pt x="54" y="54"/>
                </a:cubicBezTo>
                <a:cubicBezTo>
                  <a:pt x="62" y="46"/>
                  <a:pt x="72" y="38"/>
                  <a:pt x="83" y="31"/>
                </a:cubicBezTo>
                <a:cubicBezTo>
                  <a:pt x="93" y="25"/>
                  <a:pt x="104" y="19"/>
                  <a:pt x="115" y="14"/>
                </a:cubicBezTo>
                <a:cubicBezTo>
                  <a:pt x="126" y="10"/>
                  <a:pt x="138" y="6"/>
                  <a:pt x="150" y="4"/>
                </a:cubicBezTo>
                <a:cubicBezTo>
                  <a:pt x="162" y="1"/>
                  <a:pt x="174" y="0"/>
                  <a:pt x="186" y="0"/>
                </a:cubicBezTo>
                <a:cubicBezTo>
                  <a:pt x="198" y="0"/>
                  <a:pt x="210" y="1"/>
                  <a:pt x="222" y="4"/>
                </a:cubicBezTo>
                <a:cubicBezTo>
                  <a:pt x="234" y="6"/>
                  <a:pt x="245" y="10"/>
                  <a:pt x="257" y="14"/>
                </a:cubicBezTo>
                <a:cubicBezTo>
                  <a:pt x="268" y="19"/>
                  <a:pt x="279" y="25"/>
                  <a:pt x="289" y="31"/>
                </a:cubicBezTo>
                <a:cubicBezTo>
                  <a:pt x="299" y="38"/>
                  <a:pt x="308" y="46"/>
                  <a:pt x="317" y="54"/>
                </a:cubicBezTo>
                <a:cubicBezTo>
                  <a:pt x="325" y="63"/>
                  <a:pt x="333" y="72"/>
                  <a:pt x="340" y="82"/>
                </a:cubicBezTo>
                <a:cubicBezTo>
                  <a:pt x="347" y="93"/>
                  <a:pt x="352" y="103"/>
                  <a:pt x="357" y="114"/>
                </a:cubicBezTo>
                <a:cubicBezTo>
                  <a:pt x="362" y="126"/>
                  <a:pt x="365" y="137"/>
                  <a:pt x="367" y="149"/>
                </a:cubicBezTo>
                <a:cubicBezTo>
                  <a:pt x="370" y="161"/>
                  <a:pt x="371" y="173"/>
                  <a:pt x="371" y="185"/>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53" name=""/>
          <p:cNvSpPr txBox="1"/>
          <p:nvPr/>
        </p:nvSpPr>
        <p:spPr>
          <a:xfrm>
            <a:off x="380880" y="1708200"/>
            <a:ext cx="742320" cy="372240"/>
          </a:xfrm>
          <a:prstGeom prst="rect">
            <a:avLst/>
          </a:prstGeom>
          <a:noFill/>
          <a:ln w="0">
            <a:noFill/>
          </a:ln>
        </p:spPr>
        <p:txBody>
          <a:bodyPr wrap="none" lIns="0" rIns="0" tIns="0" bIns="0" anchor="t">
            <a:spAutoFit/>
          </a:bodyPr>
          <a:p>
            <a:r>
              <a:rPr b="1" lang="en-US" sz="2620" strike="noStrike" u="none">
                <a:solidFill>
                  <a:srgbClr val="333333"/>
                </a:solidFill>
                <a:effectLst/>
                <a:uFillTx/>
                <a:latin typeface="NotoSansJP-Thin_"/>
                <a:ea typeface="NotoSansJP-Thin_"/>
              </a:rPr>
              <a:t>GAN</a:t>
            </a:r>
            <a:endParaRPr b="0" lang="en-US" sz="2620" strike="noStrike" u="none">
              <a:solidFill>
                <a:srgbClr val="000000"/>
              </a:solidFill>
              <a:effectLst/>
              <a:uFillTx/>
              <a:latin typeface="Times New Roman"/>
            </a:endParaRPr>
          </a:p>
        </p:txBody>
      </p:sp>
      <p:sp>
        <p:nvSpPr>
          <p:cNvPr id="54" name=""/>
          <p:cNvSpPr/>
          <p:nvPr/>
        </p:nvSpPr>
        <p:spPr>
          <a:xfrm>
            <a:off x="438120" y="3152520"/>
            <a:ext cx="133560" cy="133920"/>
          </a:xfrm>
          <a:custGeom>
            <a:avLst/>
            <a:gdLst/>
            <a:ahLst/>
            <a:rect l="0" t="0" r="r" b="b"/>
            <a:pathLst>
              <a:path w="371" h="372">
                <a:moveTo>
                  <a:pt x="371" y="185"/>
                </a:moveTo>
                <a:cubicBezTo>
                  <a:pt x="371" y="198"/>
                  <a:pt x="370" y="210"/>
                  <a:pt x="367" y="222"/>
                </a:cubicBezTo>
                <a:cubicBezTo>
                  <a:pt x="365" y="233"/>
                  <a:pt x="362" y="245"/>
                  <a:pt x="357" y="256"/>
                </a:cubicBezTo>
                <a:cubicBezTo>
                  <a:pt x="352" y="268"/>
                  <a:pt x="347" y="278"/>
                  <a:pt x="340" y="288"/>
                </a:cubicBezTo>
                <a:cubicBezTo>
                  <a:pt x="333" y="298"/>
                  <a:pt x="325" y="309"/>
                  <a:pt x="317" y="317"/>
                </a:cubicBezTo>
                <a:cubicBezTo>
                  <a:pt x="308" y="326"/>
                  <a:pt x="299" y="334"/>
                  <a:pt x="289" y="340"/>
                </a:cubicBezTo>
                <a:cubicBezTo>
                  <a:pt x="279" y="347"/>
                  <a:pt x="268" y="353"/>
                  <a:pt x="257" y="358"/>
                </a:cubicBezTo>
                <a:cubicBezTo>
                  <a:pt x="245" y="362"/>
                  <a:pt x="234" y="366"/>
                  <a:pt x="222" y="368"/>
                </a:cubicBezTo>
                <a:cubicBezTo>
                  <a:pt x="210" y="370"/>
                  <a:pt x="198" y="372"/>
                  <a:pt x="186" y="372"/>
                </a:cubicBezTo>
                <a:cubicBezTo>
                  <a:pt x="174" y="372"/>
                  <a:pt x="162" y="370"/>
                  <a:pt x="150" y="368"/>
                </a:cubicBezTo>
                <a:cubicBezTo>
                  <a:pt x="138" y="366"/>
                  <a:pt x="126" y="362"/>
                  <a:pt x="115" y="358"/>
                </a:cubicBezTo>
                <a:cubicBezTo>
                  <a:pt x="104" y="353"/>
                  <a:pt x="93" y="347"/>
                  <a:pt x="83" y="340"/>
                </a:cubicBezTo>
                <a:cubicBezTo>
                  <a:pt x="72" y="334"/>
                  <a:pt x="62" y="326"/>
                  <a:pt x="54" y="317"/>
                </a:cubicBezTo>
                <a:cubicBezTo>
                  <a:pt x="45" y="309"/>
                  <a:pt x="38" y="298"/>
                  <a:pt x="31" y="288"/>
                </a:cubicBezTo>
                <a:cubicBezTo>
                  <a:pt x="24" y="278"/>
                  <a:pt x="18" y="268"/>
                  <a:pt x="14" y="256"/>
                </a:cubicBezTo>
                <a:cubicBezTo>
                  <a:pt x="9" y="245"/>
                  <a:pt x="6" y="233"/>
                  <a:pt x="3" y="222"/>
                </a:cubicBezTo>
                <a:cubicBezTo>
                  <a:pt x="1" y="210"/>
                  <a:pt x="0" y="198"/>
                  <a:pt x="0" y="185"/>
                </a:cubicBezTo>
                <a:cubicBezTo>
                  <a:pt x="0" y="173"/>
                  <a:pt x="1" y="161"/>
                  <a:pt x="3" y="149"/>
                </a:cubicBezTo>
                <a:cubicBezTo>
                  <a:pt x="6" y="137"/>
                  <a:pt x="9" y="126"/>
                  <a:pt x="14" y="115"/>
                </a:cubicBezTo>
                <a:cubicBezTo>
                  <a:pt x="18" y="103"/>
                  <a:pt x="24" y="93"/>
                  <a:pt x="31" y="83"/>
                </a:cubicBezTo>
                <a:cubicBezTo>
                  <a:pt x="38" y="72"/>
                  <a:pt x="45" y="63"/>
                  <a:pt x="54" y="54"/>
                </a:cubicBezTo>
                <a:cubicBezTo>
                  <a:pt x="62" y="46"/>
                  <a:pt x="72" y="38"/>
                  <a:pt x="83" y="31"/>
                </a:cubicBezTo>
                <a:cubicBezTo>
                  <a:pt x="93" y="25"/>
                  <a:pt x="104" y="19"/>
                  <a:pt x="115" y="14"/>
                </a:cubicBezTo>
                <a:cubicBezTo>
                  <a:pt x="126" y="10"/>
                  <a:pt x="138" y="6"/>
                  <a:pt x="150" y="4"/>
                </a:cubicBezTo>
                <a:cubicBezTo>
                  <a:pt x="162" y="1"/>
                  <a:pt x="174" y="0"/>
                  <a:pt x="186" y="0"/>
                </a:cubicBezTo>
                <a:cubicBezTo>
                  <a:pt x="198" y="0"/>
                  <a:pt x="210" y="1"/>
                  <a:pt x="222" y="4"/>
                </a:cubicBezTo>
                <a:cubicBezTo>
                  <a:pt x="234" y="6"/>
                  <a:pt x="245" y="10"/>
                  <a:pt x="257" y="14"/>
                </a:cubicBezTo>
                <a:cubicBezTo>
                  <a:pt x="268" y="19"/>
                  <a:pt x="279" y="25"/>
                  <a:pt x="289" y="31"/>
                </a:cubicBezTo>
                <a:cubicBezTo>
                  <a:pt x="299" y="38"/>
                  <a:pt x="308" y="46"/>
                  <a:pt x="317" y="54"/>
                </a:cubicBezTo>
                <a:cubicBezTo>
                  <a:pt x="325" y="63"/>
                  <a:pt x="333" y="72"/>
                  <a:pt x="340" y="83"/>
                </a:cubicBezTo>
                <a:cubicBezTo>
                  <a:pt x="347" y="93"/>
                  <a:pt x="352" y="103"/>
                  <a:pt x="357" y="115"/>
                </a:cubicBezTo>
                <a:cubicBezTo>
                  <a:pt x="362" y="126"/>
                  <a:pt x="365" y="137"/>
                  <a:pt x="367" y="149"/>
                </a:cubicBezTo>
                <a:cubicBezTo>
                  <a:pt x="370" y="161"/>
                  <a:pt x="371" y="173"/>
                  <a:pt x="371" y="185"/>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55" name=""/>
          <p:cNvSpPr txBox="1"/>
          <p:nvPr/>
        </p:nvSpPr>
        <p:spPr>
          <a:xfrm>
            <a:off x="762120" y="2498760"/>
            <a:ext cx="2949120" cy="372240"/>
          </a:xfrm>
          <a:prstGeom prst="rect">
            <a:avLst/>
          </a:prstGeom>
          <a:noFill/>
          <a:ln w="0">
            <a:noFill/>
          </a:ln>
        </p:spPr>
        <p:txBody>
          <a:bodyPr wrap="none" lIns="0" rIns="0" tIns="0" bIns="0" anchor="t">
            <a:spAutoFit/>
          </a:bodyPr>
          <a:p>
            <a:r>
              <a:rPr b="0" lang="en-US" sz="2620" strike="noStrike" u="none">
                <a:solidFill>
                  <a:srgbClr val="333333"/>
                </a:solidFill>
                <a:effectLst/>
                <a:uFillTx/>
                <a:latin typeface="NotoSansJP-Thin_"/>
                <a:ea typeface="NotoSansJP-Thin_"/>
              </a:rPr>
              <a:t>Pros: </a:t>
            </a:r>
            <a:r>
              <a:rPr b="0" lang="zh-CN" sz="2620" strike="noStrike" u="none">
                <a:solidFill>
                  <a:srgbClr val="333333"/>
                </a:solidFill>
                <a:effectLst/>
                <a:uFillTx/>
                <a:latin typeface="NotoSansJP-Thin_"/>
                <a:ea typeface="NotoSansJP-Thin_"/>
              </a:rPr>
              <a:t>高品質な生成</a:t>
            </a:r>
            <a:endParaRPr b="0" lang="en-US" sz="2620" strike="noStrike" u="none">
              <a:solidFill>
                <a:srgbClr val="000000"/>
              </a:solidFill>
              <a:effectLst/>
              <a:uFillTx/>
              <a:latin typeface="Times New Roman"/>
            </a:endParaRPr>
          </a:p>
        </p:txBody>
      </p:sp>
      <p:sp>
        <p:nvSpPr>
          <p:cNvPr id="56" name=""/>
          <p:cNvSpPr txBox="1"/>
          <p:nvPr/>
        </p:nvSpPr>
        <p:spPr>
          <a:xfrm>
            <a:off x="762120" y="3041640"/>
            <a:ext cx="9702000" cy="372240"/>
          </a:xfrm>
          <a:prstGeom prst="rect">
            <a:avLst/>
          </a:prstGeom>
          <a:noFill/>
          <a:ln w="0">
            <a:noFill/>
          </a:ln>
        </p:spPr>
        <p:txBody>
          <a:bodyPr wrap="none" lIns="0" rIns="0" tIns="0" bIns="0" anchor="t">
            <a:spAutoFit/>
          </a:bodyPr>
          <a:p>
            <a:r>
              <a:rPr b="0" lang="en-US" sz="2620" strike="noStrike" u="none">
                <a:solidFill>
                  <a:srgbClr val="333333"/>
                </a:solidFill>
                <a:effectLst/>
                <a:uFillTx/>
                <a:latin typeface="NotoSansJP-Thin_"/>
                <a:ea typeface="NotoSansJP-Thin_"/>
              </a:rPr>
              <a:t>Cons: </a:t>
            </a:r>
            <a:r>
              <a:rPr b="0" lang="zh-CN" sz="2620" strike="noStrike" u="none">
                <a:solidFill>
                  <a:srgbClr val="333333"/>
                </a:solidFill>
                <a:effectLst/>
                <a:uFillTx/>
                <a:latin typeface="NotoSansJP-Thin_"/>
                <a:ea typeface="NotoSansJP-Thin_"/>
              </a:rPr>
              <a:t>モード崩壊</a:t>
            </a:r>
            <a:r>
              <a:rPr b="0" lang="en-US" sz="2620" strike="noStrike" u="none">
                <a:solidFill>
                  <a:srgbClr val="333333"/>
                </a:solidFill>
                <a:effectLst/>
                <a:uFillTx/>
                <a:latin typeface="NotoSansJP-Thin_"/>
                <a:ea typeface="NotoSansJP-Thin_"/>
              </a:rPr>
              <a:t>, </a:t>
            </a:r>
            <a:r>
              <a:rPr b="0" lang="zh-CN" sz="2620" strike="noStrike" u="none">
                <a:solidFill>
                  <a:srgbClr val="333333"/>
                </a:solidFill>
                <a:effectLst/>
                <a:uFillTx/>
                <a:latin typeface="NotoSansJP-Thin_"/>
                <a:ea typeface="NotoSansJP-Thin_"/>
              </a:rPr>
              <a:t>学習が不安定（ </a:t>
            </a:r>
            <a:r>
              <a:rPr b="0" lang="en-US" sz="2620" strike="noStrike" u="none">
                <a:solidFill>
                  <a:srgbClr val="333333"/>
                </a:solidFill>
                <a:effectLst/>
                <a:uFillTx/>
                <a:latin typeface="NotoSansJP-Thin_"/>
                <a:ea typeface="NotoSansJP-Thin_"/>
              </a:rPr>
              <a:t>D, G</a:t>
            </a:r>
            <a:r>
              <a:rPr b="0" lang="zh-CN" sz="2620" strike="noStrike" u="none">
                <a:solidFill>
                  <a:srgbClr val="333333"/>
                </a:solidFill>
                <a:effectLst/>
                <a:uFillTx/>
                <a:latin typeface="NotoSansJP-Thin_"/>
                <a:ea typeface="NotoSansJP-Thin_"/>
              </a:rPr>
              <a:t>のバランスが難しい）</a:t>
            </a:r>
            <a:endParaRPr b="0" lang="en-US" sz="2620" strike="noStrike" u="none">
              <a:solidFill>
                <a:srgbClr val="000000"/>
              </a:solidFill>
              <a:effectLst/>
              <a:uFillTx/>
              <a:latin typeface="Times New Roman"/>
            </a:endParaRPr>
          </a:p>
        </p:txBody>
      </p:sp>
      <p:sp>
        <p:nvSpPr>
          <p:cNvPr id="57" name=""/>
          <p:cNvSpPr/>
          <p:nvPr/>
        </p:nvSpPr>
        <p:spPr>
          <a:xfrm>
            <a:off x="438120" y="4724280"/>
            <a:ext cx="133560" cy="133560"/>
          </a:xfrm>
          <a:custGeom>
            <a:avLst/>
            <a:gdLst/>
            <a:ahLst/>
            <a:rect l="0" t="0" r="r" b="b"/>
            <a:pathLst>
              <a:path w="371" h="371">
                <a:moveTo>
                  <a:pt x="371" y="186"/>
                </a:moveTo>
                <a:cubicBezTo>
                  <a:pt x="371" y="198"/>
                  <a:pt x="370" y="210"/>
                  <a:pt x="367" y="222"/>
                </a:cubicBezTo>
                <a:cubicBezTo>
                  <a:pt x="365" y="234"/>
                  <a:pt x="362" y="246"/>
                  <a:pt x="357" y="257"/>
                </a:cubicBezTo>
                <a:cubicBezTo>
                  <a:pt x="352" y="268"/>
                  <a:pt x="347" y="279"/>
                  <a:pt x="340" y="289"/>
                </a:cubicBezTo>
                <a:cubicBezTo>
                  <a:pt x="333" y="299"/>
                  <a:pt x="325" y="308"/>
                  <a:pt x="317" y="317"/>
                </a:cubicBezTo>
                <a:cubicBezTo>
                  <a:pt x="308" y="326"/>
                  <a:pt x="299" y="333"/>
                  <a:pt x="289" y="340"/>
                </a:cubicBezTo>
                <a:cubicBezTo>
                  <a:pt x="279" y="347"/>
                  <a:pt x="268" y="352"/>
                  <a:pt x="257" y="357"/>
                </a:cubicBezTo>
                <a:cubicBezTo>
                  <a:pt x="245" y="362"/>
                  <a:pt x="234" y="365"/>
                  <a:pt x="222" y="368"/>
                </a:cubicBezTo>
                <a:cubicBezTo>
                  <a:pt x="210" y="370"/>
                  <a:pt x="198" y="371"/>
                  <a:pt x="186" y="371"/>
                </a:cubicBezTo>
                <a:cubicBezTo>
                  <a:pt x="174" y="371"/>
                  <a:pt x="162" y="370"/>
                  <a:pt x="150" y="368"/>
                </a:cubicBezTo>
                <a:cubicBezTo>
                  <a:pt x="138" y="365"/>
                  <a:pt x="126" y="362"/>
                  <a:pt x="115" y="357"/>
                </a:cubicBezTo>
                <a:cubicBezTo>
                  <a:pt x="104" y="352"/>
                  <a:pt x="93" y="347"/>
                  <a:pt x="83" y="340"/>
                </a:cubicBezTo>
                <a:cubicBezTo>
                  <a:pt x="72" y="333"/>
                  <a:pt x="62" y="326"/>
                  <a:pt x="54" y="317"/>
                </a:cubicBezTo>
                <a:cubicBezTo>
                  <a:pt x="45" y="308"/>
                  <a:pt x="38" y="299"/>
                  <a:pt x="31" y="289"/>
                </a:cubicBezTo>
                <a:cubicBezTo>
                  <a:pt x="24" y="279"/>
                  <a:pt x="18" y="268"/>
                  <a:pt x="14" y="257"/>
                </a:cubicBezTo>
                <a:cubicBezTo>
                  <a:pt x="9" y="246"/>
                  <a:pt x="6" y="234"/>
                  <a:pt x="3" y="222"/>
                </a:cubicBezTo>
                <a:cubicBezTo>
                  <a:pt x="1" y="210"/>
                  <a:pt x="0" y="198"/>
                  <a:pt x="0" y="186"/>
                </a:cubicBezTo>
                <a:cubicBezTo>
                  <a:pt x="0" y="174"/>
                  <a:pt x="1" y="162"/>
                  <a:pt x="3" y="150"/>
                </a:cubicBezTo>
                <a:cubicBezTo>
                  <a:pt x="6" y="138"/>
                  <a:pt x="9" y="126"/>
                  <a:pt x="14" y="115"/>
                </a:cubicBezTo>
                <a:cubicBezTo>
                  <a:pt x="18" y="104"/>
                  <a:pt x="24" y="93"/>
                  <a:pt x="31" y="83"/>
                </a:cubicBezTo>
                <a:cubicBezTo>
                  <a:pt x="38" y="73"/>
                  <a:pt x="45" y="64"/>
                  <a:pt x="54" y="55"/>
                </a:cubicBezTo>
                <a:cubicBezTo>
                  <a:pt x="62" y="46"/>
                  <a:pt x="72" y="39"/>
                  <a:pt x="83" y="32"/>
                </a:cubicBezTo>
                <a:cubicBezTo>
                  <a:pt x="93" y="25"/>
                  <a:pt x="104" y="20"/>
                  <a:pt x="115" y="15"/>
                </a:cubicBezTo>
                <a:cubicBezTo>
                  <a:pt x="126" y="9"/>
                  <a:pt x="138" y="6"/>
                  <a:pt x="150" y="3"/>
                </a:cubicBezTo>
                <a:cubicBezTo>
                  <a:pt x="162" y="1"/>
                  <a:pt x="174" y="0"/>
                  <a:pt x="186" y="0"/>
                </a:cubicBezTo>
                <a:cubicBezTo>
                  <a:pt x="198" y="0"/>
                  <a:pt x="210" y="1"/>
                  <a:pt x="222" y="3"/>
                </a:cubicBezTo>
                <a:cubicBezTo>
                  <a:pt x="234" y="6"/>
                  <a:pt x="245" y="9"/>
                  <a:pt x="257" y="15"/>
                </a:cubicBezTo>
                <a:cubicBezTo>
                  <a:pt x="268" y="20"/>
                  <a:pt x="279" y="25"/>
                  <a:pt x="289" y="32"/>
                </a:cubicBezTo>
                <a:cubicBezTo>
                  <a:pt x="299" y="39"/>
                  <a:pt x="308" y="46"/>
                  <a:pt x="317" y="55"/>
                </a:cubicBezTo>
                <a:cubicBezTo>
                  <a:pt x="325" y="64"/>
                  <a:pt x="333" y="73"/>
                  <a:pt x="340" y="83"/>
                </a:cubicBezTo>
                <a:cubicBezTo>
                  <a:pt x="347" y="93"/>
                  <a:pt x="352" y="104"/>
                  <a:pt x="357" y="115"/>
                </a:cubicBezTo>
                <a:cubicBezTo>
                  <a:pt x="362" y="126"/>
                  <a:pt x="365" y="138"/>
                  <a:pt x="367" y="150"/>
                </a:cubicBezTo>
                <a:cubicBezTo>
                  <a:pt x="370" y="162"/>
                  <a:pt x="371" y="174"/>
                  <a:pt x="371" y="186"/>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58" name=""/>
          <p:cNvSpPr txBox="1"/>
          <p:nvPr/>
        </p:nvSpPr>
        <p:spPr>
          <a:xfrm>
            <a:off x="380880" y="3832200"/>
            <a:ext cx="686880" cy="372240"/>
          </a:xfrm>
          <a:prstGeom prst="rect">
            <a:avLst/>
          </a:prstGeom>
          <a:noFill/>
          <a:ln w="0">
            <a:noFill/>
          </a:ln>
        </p:spPr>
        <p:txBody>
          <a:bodyPr wrap="none" lIns="0" rIns="0" tIns="0" bIns="0" anchor="t">
            <a:spAutoFit/>
          </a:bodyPr>
          <a:p>
            <a:r>
              <a:rPr b="1" lang="en-US" sz="2620" strike="noStrike" u="none">
                <a:solidFill>
                  <a:srgbClr val="333333"/>
                </a:solidFill>
                <a:effectLst/>
                <a:uFillTx/>
                <a:latin typeface="NotoSansJP-Thin_"/>
                <a:ea typeface="NotoSansJP-Thin_"/>
              </a:rPr>
              <a:t>VAE</a:t>
            </a:r>
            <a:endParaRPr b="0" lang="en-US" sz="2620" strike="noStrike" u="none">
              <a:solidFill>
                <a:srgbClr val="000000"/>
              </a:solidFill>
              <a:effectLst/>
              <a:uFillTx/>
              <a:latin typeface="Times New Roman"/>
            </a:endParaRPr>
          </a:p>
        </p:txBody>
      </p:sp>
      <p:sp>
        <p:nvSpPr>
          <p:cNvPr id="59" name=""/>
          <p:cNvSpPr/>
          <p:nvPr/>
        </p:nvSpPr>
        <p:spPr>
          <a:xfrm>
            <a:off x="438120" y="5276520"/>
            <a:ext cx="133560" cy="133920"/>
          </a:xfrm>
          <a:custGeom>
            <a:avLst/>
            <a:gdLst/>
            <a:ahLst/>
            <a:rect l="0" t="0" r="r" b="b"/>
            <a:pathLst>
              <a:path w="371" h="372">
                <a:moveTo>
                  <a:pt x="371" y="186"/>
                </a:moveTo>
                <a:cubicBezTo>
                  <a:pt x="371" y="198"/>
                  <a:pt x="370" y="210"/>
                  <a:pt x="367" y="222"/>
                </a:cubicBezTo>
                <a:cubicBezTo>
                  <a:pt x="365" y="234"/>
                  <a:pt x="362" y="245"/>
                  <a:pt x="357" y="256"/>
                </a:cubicBezTo>
                <a:cubicBezTo>
                  <a:pt x="352" y="268"/>
                  <a:pt x="347" y="278"/>
                  <a:pt x="340" y="289"/>
                </a:cubicBezTo>
                <a:cubicBezTo>
                  <a:pt x="333" y="299"/>
                  <a:pt x="325" y="308"/>
                  <a:pt x="317" y="317"/>
                </a:cubicBezTo>
                <a:cubicBezTo>
                  <a:pt x="308" y="325"/>
                  <a:pt x="299" y="334"/>
                  <a:pt x="289" y="341"/>
                </a:cubicBezTo>
                <a:cubicBezTo>
                  <a:pt x="279" y="347"/>
                  <a:pt x="268" y="353"/>
                  <a:pt x="257" y="358"/>
                </a:cubicBezTo>
                <a:cubicBezTo>
                  <a:pt x="245" y="362"/>
                  <a:pt x="234" y="366"/>
                  <a:pt x="222" y="368"/>
                </a:cubicBezTo>
                <a:cubicBezTo>
                  <a:pt x="210" y="371"/>
                  <a:pt x="198" y="372"/>
                  <a:pt x="186" y="372"/>
                </a:cubicBezTo>
                <a:cubicBezTo>
                  <a:pt x="174" y="372"/>
                  <a:pt x="162" y="371"/>
                  <a:pt x="150" y="368"/>
                </a:cubicBezTo>
                <a:cubicBezTo>
                  <a:pt x="138" y="366"/>
                  <a:pt x="126" y="362"/>
                  <a:pt x="115" y="358"/>
                </a:cubicBezTo>
                <a:cubicBezTo>
                  <a:pt x="104" y="353"/>
                  <a:pt x="93" y="347"/>
                  <a:pt x="83" y="341"/>
                </a:cubicBezTo>
                <a:cubicBezTo>
                  <a:pt x="72" y="334"/>
                  <a:pt x="62" y="325"/>
                  <a:pt x="54" y="317"/>
                </a:cubicBezTo>
                <a:cubicBezTo>
                  <a:pt x="45" y="308"/>
                  <a:pt x="38" y="299"/>
                  <a:pt x="31" y="289"/>
                </a:cubicBezTo>
                <a:cubicBezTo>
                  <a:pt x="24" y="278"/>
                  <a:pt x="18" y="268"/>
                  <a:pt x="14" y="256"/>
                </a:cubicBezTo>
                <a:cubicBezTo>
                  <a:pt x="9" y="245"/>
                  <a:pt x="6" y="234"/>
                  <a:pt x="3" y="222"/>
                </a:cubicBezTo>
                <a:cubicBezTo>
                  <a:pt x="1" y="210"/>
                  <a:pt x="0" y="198"/>
                  <a:pt x="0" y="186"/>
                </a:cubicBezTo>
                <a:cubicBezTo>
                  <a:pt x="0" y="173"/>
                  <a:pt x="1" y="161"/>
                  <a:pt x="3" y="149"/>
                </a:cubicBezTo>
                <a:cubicBezTo>
                  <a:pt x="6" y="138"/>
                  <a:pt x="9" y="126"/>
                  <a:pt x="14" y="115"/>
                </a:cubicBezTo>
                <a:cubicBezTo>
                  <a:pt x="18" y="104"/>
                  <a:pt x="24" y="93"/>
                  <a:pt x="31" y="83"/>
                </a:cubicBezTo>
                <a:cubicBezTo>
                  <a:pt x="38" y="73"/>
                  <a:pt x="45" y="63"/>
                  <a:pt x="54" y="55"/>
                </a:cubicBezTo>
                <a:cubicBezTo>
                  <a:pt x="62" y="46"/>
                  <a:pt x="72" y="38"/>
                  <a:pt x="83" y="32"/>
                </a:cubicBezTo>
                <a:cubicBezTo>
                  <a:pt x="93" y="25"/>
                  <a:pt x="104" y="19"/>
                  <a:pt x="115" y="15"/>
                </a:cubicBezTo>
                <a:cubicBezTo>
                  <a:pt x="126" y="10"/>
                  <a:pt x="138" y="6"/>
                  <a:pt x="150" y="4"/>
                </a:cubicBezTo>
                <a:cubicBezTo>
                  <a:pt x="162" y="2"/>
                  <a:pt x="174" y="0"/>
                  <a:pt x="186" y="0"/>
                </a:cubicBezTo>
                <a:cubicBezTo>
                  <a:pt x="198" y="0"/>
                  <a:pt x="210" y="2"/>
                  <a:pt x="222" y="4"/>
                </a:cubicBezTo>
                <a:cubicBezTo>
                  <a:pt x="234" y="6"/>
                  <a:pt x="245" y="10"/>
                  <a:pt x="257" y="15"/>
                </a:cubicBezTo>
                <a:cubicBezTo>
                  <a:pt x="268" y="19"/>
                  <a:pt x="279" y="25"/>
                  <a:pt x="289" y="32"/>
                </a:cubicBezTo>
                <a:cubicBezTo>
                  <a:pt x="299" y="38"/>
                  <a:pt x="308" y="46"/>
                  <a:pt x="317" y="55"/>
                </a:cubicBezTo>
                <a:cubicBezTo>
                  <a:pt x="325" y="63"/>
                  <a:pt x="333" y="73"/>
                  <a:pt x="340" y="83"/>
                </a:cubicBezTo>
                <a:cubicBezTo>
                  <a:pt x="347" y="93"/>
                  <a:pt x="352" y="104"/>
                  <a:pt x="357" y="115"/>
                </a:cubicBezTo>
                <a:cubicBezTo>
                  <a:pt x="362" y="126"/>
                  <a:pt x="365" y="138"/>
                  <a:pt x="367" y="149"/>
                </a:cubicBezTo>
                <a:cubicBezTo>
                  <a:pt x="370" y="161"/>
                  <a:pt x="371" y="173"/>
                  <a:pt x="371" y="186"/>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60" name=""/>
          <p:cNvSpPr txBox="1"/>
          <p:nvPr/>
        </p:nvSpPr>
        <p:spPr>
          <a:xfrm>
            <a:off x="762120" y="4613040"/>
            <a:ext cx="4617720" cy="372240"/>
          </a:xfrm>
          <a:prstGeom prst="rect">
            <a:avLst/>
          </a:prstGeom>
          <a:noFill/>
          <a:ln w="0">
            <a:noFill/>
          </a:ln>
        </p:spPr>
        <p:txBody>
          <a:bodyPr wrap="none" lIns="0" rIns="0" tIns="0" bIns="0" anchor="t">
            <a:spAutoFit/>
          </a:bodyPr>
          <a:p>
            <a:r>
              <a:rPr b="0" lang="en-US" sz="2620" strike="noStrike" u="none">
                <a:solidFill>
                  <a:srgbClr val="333333"/>
                </a:solidFill>
                <a:effectLst/>
                <a:uFillTx/>
                <a:latin typeface="NotoSansJP-Thin_"/>
                <a:ea typeface="NotoSansJP-Thin_"/>
              </a:rPr>
              <a:t>Pros: </a:t>
            </a:r>
            <a:r>
              <a:rPr b="0" lang="zh-CN" sz="2620" strike="noStrike" u="none">
                <a:solidFill>
                  <a:srgbClr val="333333"/>
                </a:solidFill>
                <a:effectLst/>
                <a:uFillTx/>
                <a:latin typeface="NotoSansJP-Thin_"/>
                <a:ea typeface="NotoSansJP-Thin_"/>
              </a:rPr>
              <a:t>尤度ベースで学習が安定</a:t>
            </a:r>
            <a:endParaRPr b="0" lang="en-US" sz="2620" strike="noStrike" u="none">
              <a:solidFill>
                <a:srgbClr val="000000"/>
              </a:solidFill>
              <a:effectLst/>
              <a:uFillTx/>
              <a:latin typeface="Times New Roman"/>
            </a:endParaRPr>
          </a:p>
        </p:txBody>
      </p:sp>
      <p:sp>
        <p:nvSpPr>
          <p:cNvPr id="61" name=""/>
          <p:cNvSpPr txBox="1"/>
          <p:nvPr/>
        </p:nvSpPr>
        <p:spPr>
          <a:xfrm>
            <a:off x="762120" y="5165640"/>
            <a:ext cx="9272520" cy="372240"/>
          </a:xfrm>
          <a:prstGeom prst="rect">
            <a:avLst/>
          </a:prstGeom>
          <a:noFill/>
          <a:ln w="0">
            <a:noFill/>
          </a:ln>
        </p:spPr>
        <p:txBody>
          <a:bodyPr wrap="none" lIns="0" rIns="0" tIns="0" bIns="0" anchor="t">
            <a:spAutoFit/>
          </a:bodyPr>
          <a:p>
            <a:r>
              <a:rPr b="0" lang="en-US" sz="2620" strike="noStrike" u="none">
                <a:solidFill>
                  <a:srgbClr val="333333"/>
                </a:solidFill>
                <a:effectLst/>
                <a:uFillTx/>
                <a:latin typeface="NotoSansJP-Thin_"/>
                <a:ea typeface="NotoSansJP-Thin_"/>
              </a:rPr>
              <a:t>Cons: ELBO</a:t>
            </a:r>
            <a:r>
              <a:rPr b="0" lang="zh-CN" sz="2620" strike="noStrike" u="none">
                <a:solidFill>
                  <a:srgbClr val="333333"/>
                </a:solidFill>
                <a:effectLst/>
                <a:uFillTx/>
                <a:latin typeface="NotoSansJP-Thin_"/>
                <a:ea typeface="NotoSansJP-Thin_"/>
              </a:rPr>
              <a:t>という下界を最大化するため生成がぼやけやすい</a:t>
            </a:r>
            <a:endParaRPr b="0" lang="en-US" sz="2620" strike="noStrike" u="none">
              <a:solidFill>
                <a:srgbClr val="000000"/>
              </a:solidFill>
              <a:effectLst/>
              <a:uFillTx/>
              <a:latin typeface="Times New Roman"/>
            </a:endParaRPr>
          </a:p>
        </p:txBody>
      </p:sp>
      <p:sp>
        <p:nvSpPr>
          <p:cNvPr id="62" name=""/>
          <p:cNvSpPr/>
          <p:nvPr/>
        </p:nvSpPr>
        <p:spPr>
          <a:xfrm>
            <a:off x="457920" y="6838920"/>
            <a:ext cx="93600" cy="19080"/>
          </a:xfrm>
          <a:custGeom>
            <a:avLst/>
            <a:gdLst/>
            <a:ahLst/>
            <a:rect l="0" t="0" r="r" b="b"/>
            <a:pathLst>
              <a:path w="260" h="53">
                <a:moveTo>
                  <a:pt x="0" y="53"/>
                </a:moveTo>
                <a:cubicBezTo>
                  <a:pt x="8" y="45"/>
                  <a:pt x="17" y="38"/>
                  <a:pt x="27" y="32"/>
                </a:cubicBezTo>
                <a:cubicBezTo>
                  <a:pt x="37" y="25"/>
                  <a:pt x="48" y="19"/>
                  <a:pt x="59" y="15"/>
                </a:cubicBezTo>
                <a:cubicBezTo>
                  <a:pt x="70" y="10"/>
                  <a:pt x="82" y="6"/>
                  <a:pt x="94" y="3"/>
                </a:cubicBezTo>
                <a:cubicBezTo>
                  <a:pt x="106" y="1"/>
                  <a:pt x="118" y="0"/>
                  <a:pt x="130" y="0"/>
                </a:cubicBezTo>
                <a:cubicBezTo>
                  <a:pt x="142" y="0"/>
                  <a:pt x="155" y="1"/>
                  <a:pt x="167" y="3"/>
                </a:cubicBezTo>
                <a:cubicBezTo>
                  <a:pt x="179" y="6"/>
                  <a:pt x="190" y="10"/>
                  <a:pt x="202" y="15"/>
                </a:cubicBezTo>
                <a:cubicBezTo>
                  <a:pt x="213" y="19"/>
                  <a:pt x="224" y="25"/>
                  <a:pt x="234" y="32"/>
                </a:cubicBezTo>
                <a:cubicBezTo>
                  <a:pt x="243" y="38"/>
                  <a:pt x="252" y="45"/>
                  <a:pt x="260" y="53"/>
                </a:cubicBezTo>
                <a:lnTo>
                  <a:pt x="0" y="53"/>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63" name=""/>
          <p:cNvSpPr txBox="1"/>
          <p:nvPr/>
        </p:nvSpPr>
        <p:spPr>
          <a:xfrm>
            <a:off x="380880" y="5946840"/>
            <a:ext cx="2893320" cy="372240"/>
          </a:xfrm>
          <a:prstGeom prst="rect">
            <a:avLst/>
          </a:prstGeom>
          <a:noFill/>
          <a:ln w="0">
            <a:noFill/>
          </a:ln>
        </p:spPr>
        <p:txBody>
          <a:bodyPr wrap="none" lIns="0" rIns="0" tIns="0" bIns="0" anchor="t">
            <a:spAutoFit/>
          </a:bodyPr>
          <a:p>
            <a:r>
              <a:rPr b="1" lang="en-US" sz="2620" strike="noStrike" u="none">
                <a:solidFill>
                  <a:srgbClr val="333333"/>
                </a:solidFill>
                <a:effectLst/>
                <a:uFillTx/>
                <a:latin typeface="NotoSansJP-Thin_"/>
                <a:ea typeface="NotoSansJP-Thin_"/>
              </a:rPr>
              <a:t>Flow-based Model</a:t>
            </a:r>
            <a:endParaRPr b="0" lang="en-US" sz="2620" strike="noStrike" u="none">
              <a:solidFill>
                <a:srgbClr val="000000"/>
              </a:solidFill>
              <a:effectLst/>
              <a:uFillTx/>
              <a:latin typeface="Times New Roman"/>
            </a:endParaRPr>
          </a:p>
        </p:txBody>
      </p:sp>
      <p:sp>
        <p:nvSpPr>
          <p:cNvPr id="64" name=""/>
          <p:cNvSpPr/>
          <p:nvPr/>
        </p:nvSpPr>
        <p:spPr>
          <a:xfrm>
            <a:off x="0" y="0"/>
            <a:ext cx="12192120" cy="667080"/>
          </a:xfrm>
          <a:custGeom>
            <a:avLst/>
            <a:gdLst/>
            <a:ahLst/>
            <a:rect l="0" t="0" r="r" b="b"/>
            <a:pathLst>
              <a:path w="33867" h="1853">
                <a:moveTo>
                  <a:pt x="0" y="0"/>
                </a:moveTo>
                <a:lnTo>
                  <a:pt x="33867" y="0"/>
                </a:lnTo>
                <a:lnTo>
                  <a:pt x="33867" y="1853"/>
                </a:lnTo>
                <a:lnTo>
                  <a:pt x="0" y="1853"/>
                </a:lnTo>
                <a:lnTo>
                  <a:pt x="0" y="0"/>
                </a:lnTo>
                <a:close/>
              </a:path>
            </a:pathLst>
          </a:custGeom>
          <a:solidFill>
            <a:srgbClr val="800000"/>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65" name=""/>
          <p:cNvSpPr txBox="1"/>
          <p:nvPr/>
        </p:nvSpPr>
        <p:spPr>
          <a:xfrm>
            <a:off x="762120" y="6727680"/>
            <a:ext cx="4284000" cy="372240"/>
          </a:xfrm>
          <a:prstGeom prst="rect">
            <a:avLst/>
          </a:prstGeom>
          <a:noFill/>
          <a:ln w="0">
            <a:noFill/>
          </a:ln>
        </p:spPr>
        <p:txBody>
          <a:bodyPr wrap="none" lIns="0" rIns="0" tIns="0" bIns="0" anchor="t">
            <a:spAutoFit/>
          </a:bodyPr>
          <a:p>
            <a:r>
              <a:rPr b="0" lang="en-US" sz="2620" strike="noStrike" u="none">
                <a:solidFill>
                  <a:srgbClr val="333333"/>
                </a:solidFill>
                <a:effectLst/>
                <a:uFillTx/>
                <a:latin typeface="NotoSansJP-Thin_"/>
                <a:ea typeface="NotoSansJP-Thin_"/>
              </a:rPr>
              <a:t>Pros: </a:t>
            </a:r>
            <a:r>
              <a:rPr b="0" lang="zh-CN" sz="2620" strike="noStrike" u="none">
                <a:solidFill>
                  <a:srgbClr val="333333"/>
                </a:solidFill>
                <a:effectLst/>
                <a:uFillTx/>
                <a:latin typeface="NotoSansJP-Thin_"/>
                <a:ea typeface="NotoSansJP-Thin_"/>
              </a:rPr>
              <a:t>尤度を厳密に計算可能</a:t>
            </a:r>
            <a:endParaRPr b="0" lang="en-US" sz="2620" strike="noStrike" u="none">
              <a:solidFill>
                <a:srgbClr val="000000"/>
              </a:solidFill>
              <a:effectLst/>
              <a:uFillTx/>
              <a:latin typeface="Times New Roman"/>
            </a:endParaRPr>
          </a:p>
        </p:txBody>
      </p:sp>
      <p:sp>
        <p:nvSpPr>
          <p:cNvPr id="66" name=""/>
          <p:cNvSpPr txBox="1"/>
          <p:nvPr/>
        </p:nvSpPr>
        <p:spPr>
          <a:xfrm>
            <a:off x="237960" y="174600"/>
            <a:ext cx="1391760" cy="372240"/>
          </a:xfrm>
          <a:prstGeom prst="rect">
            <a:avLst/>
          </a:prstGeom>
          <a:noFill/>
          <a:ln w="0">
            <a:noFill/>
          </a:ln>
        </p:spPr>
        <p:txBody>
          <a:bodyPr wrap="none" lIns="0" rIns="0" tIns="0" bIns="0" anchor="t">
            <a:spAutoFit/>
          </a:bodyPr>
          <a:p>
            <a:r>
              <a:rPr b="1" lang="en-US" sz="2620" strike="noStrike" u="none">
                <a:solidFill>
                  <a:srgbClr val="ffffff"/>
                </a:solidFill>
                <a:effectLst/>
                <a:uFillTx/>
                <a:latin typeface="NotoSansJP-Thin_"/>
                <a:ea typeface="NotoSansJP-Thin_"/>
              </a:rPr>
              <a:t>1.1. </a:t>
            </a:r>
            <a:r>
              <a:rPr b="1" lang="zh-CN" sz="2620" strike="noStrike" u="none">
                <a:solidFill>
                  <a:srgbClr val="ffffff"/>
                </a:solidFill>
                <a:effectLst/>
                <a:uFillTx/>
                <a:latin typeface="NotoSansJP-Thin_"/>
                <a:ea typeface="NotoSansJP-Thin_"/>
              </a:rPr>
              <a:t>背景</a:t>
            </a:r>
            <a:endParaRPr b="0" lang="en-US" sz="2620" strike="noStrike" u="none">
              <a:solidFill>
                <a:srgbClr val="000000"/>
              </a:solidFill>
              <a:effectLst/>
              <a:uFillTx/>
              <a:latin typeface="Times New Roman"/>
            </a:endParaRPr>
          </a:p>
        </p:txBody>
      </p:sp>
      <p:sp>
        <p:nvSpPr>
          <p:cNvPr id="67" name=""/>
          <p:cNvSpPr txBox="1"/>
          <p:nvPr/>
        </p:nvSpPr>
        <p:spPr>
          <a:xfrm>
            <a:off x="11331000" y="6397560"/>
            <a:ext cx="519840" cy="297720"/>
          </a:xfrm>
          <a:prstGeom prst="rect">
            <a:avLst/>
          </a:prstGeom>
          <a:noFill/>
          <a:ln w="0">
            <a:noFill/>
          </a:ln>
        </p:spPr>
        <p:txBody>
          <a:bodyPr wrap="none" lIns="0" rIns="0" tIns="0" bIns="0" anchor="t">
            <a:spAutoFit/>
          </a:bodyPr>
          <a:p>
            <a:r>
              <a:rPr b="1" lang="en-US" sz="2100" strike="noStrike" u="none">
                <a:solidFill>
                  <a:srgbClr val="333333"/>
                </a:solidFill>
                <a:effectLst/>
                <a:uFillTx/>
                <a:latin typeface="NotoSansJP-Thin_"/>
                <a:ea typeface="NotoSansJP-Thin_"/>
              </a:rPr>
              <a:t>4/24</a:t>
            </a:r>
            <a:endParaRPr b="0" lang="en-US" sz="2100" strike="noStrike" u="non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8"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69"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70"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71" name=""/>
          <p:cNvSpPr txBox="1"/>
          <p:nvPr/>
        </p:nvSpPr>
        <p:spPr>
          <a:xfrm>
            <a:off x="380880" y="927000"/>
            <a:ext cx="10402920" cy="372240"/>
          </a:xfrm>
          <a:prstGeom prst="rect">
            <a:avLst/>
          </a:prstGeom>
          <a:noFill/>
          <a:ln w="0">
            <a:noFill/>
          </a:ln>
        </p:spPr>
        <p:txBody>
          <a:bodyPr wrap="none" lIns="0" rIns="0" tIns="0" bIns="0" anchor="t">
            <a:spAutoFit/>
          </a:bodyPr>
          <a:p>
            <a:r>
              <a:rPr b="0" lang="en-US" sz="2620" strike="noStrike" u="none">
                <a:solidFill>
                  <a:srgbClr val="333333"/>
                </a:solidFill>
                <a:effectLst/>
                <a:uFillTx/>
                <a:latin typeface="NotoSansJP-Thin_"/>
                <a:ea typeface="NotoSansJP-Thin_"/>
              </a:rPr>
              <a:t>DDPM</a:t>
            </a:r>
            <a:r>
              <a:rPr b="0" lang="zh-CN" sz="2620" strike="noStrike" u="none">
                <a:solidFill>
                  <a:srgbClr val="333333"/>
                </a:solidFill>
                <a:effectLst/>
                <a:uFillTx/>
                <a:latin typeface="NotoSansJP-Thin_"/>
                <a:ea typeface="NotoSansJP-Thin_"/>
              </a:rPr>
              <a:t>は高品質かつ安定した学習（尤度ベース）の両立を目標とする</a:t>
            </a:r>
            <a:endParaRPr b="0" lang="en-US" sz="2620" strike="noStrike" u="none">
              <a:solidFill>
                <a:srgbClr val="000000"/>
              </a:solidFill>
              <a:effectLst/>
              <a:uFillTx/>
              <a:latin typeface="Times New Roman"/>
            </a:endParaRPr>
          </a:p>
        </p:txBody>
      </p:sp>
      <p:sp>
        <p:nvSpPr>
          <p:cNvPr id="72" name=""/>
          <p:cNvSpPr txBox="1"/>
          <p:nvPr/>
        </p:nvSpPr>
        <p:spPr>
          <a:xfrm>
            <a:off x="380880" y="1708200"/>
            <a:ext cx="4265640" cy="372240"/>
          </a:xfrm>
          <a:prstGeom prst="rect">
            <a:avLst/>
          </a:prstGeom>
          <a:noFill/>
          <a:ln w="0">
            <a:noFill/>
          </a:ln>
        </p:spPr>
        <p:txBody>
          <a:bodyPr wrap="none" lIns="0" rIns="0" tIns="0" bIns="0" anchor="t">
            <a:spAutoFit/>
          </a:bodyPr>
          <a:p>
            <a:r>
              <a:rPr b="0" lang="en-US" sz="2620" strike="noStrike" u="none">
                <a:solidFill>
                  <a:srgbClr val="333333"/>
                </a:solidFill>
                <a:effectLst/>
                <a:uFillTx/>
                <a:latin typeface="NotoSansJP-Thin_"/>
                <a:ea typeface="NotoSansJP-Thin_"/>
              </a:rPr>
              <a:t>2</a:t>
            </a:r>
            <a:r>
              <a:rPr b="0" lang="zh-CN" sz="2620" strike="noStrike" u="none">
                <a:solidFill>
                  <a:srgbClr val="333333"/>
                </a:solidFill>
                <a:effectLst/>
                <a:uFillTx/>
                <a:latin typeface="NotoSansJP-Thin_"/>
                <a:ea typeface="NotoSansJP-Thin_"/>
              </a:rPr>
              <a:t>つのプロセスで構成される</a:t>
            </a:r>
            <a:endParaRPr b="0" lang="en-US" sz="2620" strike="noStrike" u="none">
              <a:solidFill>
                <a:srgbClr val="000000"/>
              </a:solidFill>
              <a:effectLst/>
              <a:uFillTx/>
              <a:latin typeface="Times New Roman"/>
            </a:endParaRPr>
          </a:p>
        </p:txBody>
      </p:sp>
      <p:sp>
        <p:nvSpPr>
          <p:cNvPr id="73" name=""/>
          <p:cNvSpPr txBox="1"/>
          <p:nvPr/>
        </p:nvSpPr>
        <p:spPr>
          <a:xfrm>
            <a:off x="374040" y="2498760"/>
            <a:ext cx="11129760" cy="372240"/>
          </a:xfrm>
          <a:prstGeom prst="rect">
            <a:avLst/>
          </a:prstGeom>
          <a:noFill/>
          <a:ln w="0">
            <a:noFill/>
          </a:ln>
        </p:spPr>
        <p:txBody>
          <a:bodyPr wrap="none" lIns="0" rIns="0" tIns="0" bIns="0" anchor="t">
            <a:spAutoFit/>
          </a:bodyPr>
          <a:p>
            <a:r>
              <a:rPr b="0" lang="en-US" sz="2620" strike="noStrike" u="none">
                <a:solidFill>
                  <a:srgbClr val="333333"/>
                </a:solidFill>
                <a:effectLst/>
                <a:uFillTx/>
                <a:latin typeface="NotoSansJP-Thin_"/>
                <a:ea typeface="NotoSansJP-Thin_"/>
              </a:rPr>
              <a:t>1. Forward Process (</a:t>
            </a:r>
            <a:r>
              <a:rPr b="0" lang="zh-CN" sz="2620" strike="noStrike" u="none">
                <a:solidFill>
                  <a:srgbClr val="333333"/>
                </a:solidFill>
                <a:effectLst/>
                <a:uFillTx/>
                <a:latin typeface="NotoSansJP-Thin_"/>
                <a:ea typeface="NotoSansJP-Thin_"/>
              </a:rPr>
              <a:t>拡散過程</a:t>
            </a:r>
            <a:r>
              <a:rPr b="0" lang="en-US" sz="2620" strike="noStrike" u="none">
                <a:solidFill>
                  <a:srgbClr val="333333"/>
                </a:solidFill>
                <a:effectLst/>
                <a:uFillTx/>
                <a:latin typeface="NotoSansJP-Thin_"/>
                <a:ea typeface="NotoSansJP-Thin_"/>
              </a:rPr>
              <a:t>) : </a:t>
            </a:r>
            <a:r>
              <a:rPr b="0" lang="zh-CN" sz="2620" strike="noStrike" u="none">
                <a:solidFill>
                  <a:srgbClr val="333333"/>
                </a:solidFill>
                <a:effectLst/>
                <a:uFillTx/>
                <a:latin typeface="NotoSansJP-Thin_"/>
                <a:ea typeface="NotoSansJP-Thin_"/>
              </a:rPr>
              <a:t>データを徐々にノイズにしていく </a:t>
            </a:r>
            <a:r>
              <a:rPr b="0" lang="en-US" sz="2620" strike="noStrike" u="none">
                <a:solidFill>
                  <a:srgbClr val="333333"/>
                </a:solidFill>
                <a:effectLst/>
                <a:uFillTx/>
                <a:latin typeface="NotoSansJP-Thin_"/>
                <a:ea typeface="NotoSansJP-Thin_"/>
              </a:rPr>
              <a:t>(</a:t>
            </a:r>
            <a:r>
              <a:rPr b="0" lang="zh-CN" sz="2620" strike="noStrike" u="none">
                <a:solidFill>
                  <a:srgbClr val="333333"/>
                </a:solidFill>
                <a:effectLst/>
                <a:uFillTx/>
                <a:latin typeface="NotoSansJP-Thin_"/>
                <a:ea typeface="NotoSansJP-Thin_"/>
              </a:rPr>
              <a:t>固定</a:t>
            </a:r>
            <a:endParaRPr b="0" lang="en-US" sz="2620" strike="noStrike" u="none">
              <a:solidFill>
                <a:srgbClr val="000000"/>
              </a:solidFill>
              <a:effectLst/>
              <a:uFillTx/>
              <a:latin typeface="Times New Roman"/>
            </a:endParaRPr>
          </a:p>
        </p:txBody>
      </p:sp>
      <p:sp>
        <p:nvSpPr>
          <p:cNvPr id="74" name=""/>
          <p:cNvSpPr txBox="1"/>
          <p:nvPr/>
        </p:nvSpPr>
        <p:spPr>
          <a:xfrm>
            <a:off x="762120" y="2946240"/>
            <a:ext cx="4183560" cy="372240"/>
          </a:xfrm>
          <a:prstGeom prst="rect">
            <a:avLst/>
          </a:prstGeom>
          <a:noFill/>
          <a:ln w="0">
            <a:noFill/>
          </a:ln>
        </p:spPr>
        <p:txBody>
          <a:bodyPr wrap="none" lIns="0" rIns="0" tIns="0" bIns="0" anchor="t">
            <a:spAutoFit/>
          </a:bodyPr>
          <a:p>
            <a:r>
              <a:rPr b="0" lang="zh-CN" sz="2620" strike="noStrike" u="none">
                <a:solidFill>
                  <a:srgbClr val="333333"/>
                </a:solidFill>
                <a:effectLst/>
                <a:uFillTx/>
                <a:latin typeface="NotoSansJP-Thin_"/>
                <a:ea typeface="NotoSansJP-Thin_"/>
              </a:rPr>
              <a:t>プロセスでアルゴリズム的</a:t>
            </a:r>
            <a:r>
              <a:rPr b="0" lang="en-US" sz="2620" strike="noStrike" u="none">
                <a:solidFill>
                  <a:srgbClr val="333333"/>
                </a:solidFill>
                <a:effectLst/>
                <a:uFillTx/>
                <a:latin typeface="NotoSansJP-Thin_"/>
                <a:ea typeface="NotoSansJP-Thin_"/>
              </a:rPr>
              <a:t>)</a:t>
            </a:r>
            <a:endParaRPr b="0" lang="en-US" sz="2620" strike="noStrike" u="none">
              <a:solidFill>
                <a:srgbClr val="000000"/>
              </a:solidFill>
              <a:effectLst/>
              <a:uFillTx/>
              <a:latin typeface="Times New Roman"/>
            </a:endParaRPr>
          </a:p>
        </p:txBody>
      </p:sp>
      <p:sp>
        <p:nvSpPr>
          <p:cNvPr id="75" name=""/>
          <p:cNvSpPr txBox="1"/>
          <p:nvPr/>
        </p:nvSpPr>
        <p:spPr>
          <a:xfrm>
            <a:off x="374040" y="3498840"/>
            <a:ext cx="10971360" cy="372240"/>
          </a:xfrm>
          <a:prstGeom prst="rect">
            <a:avLst/>
          </a:prstGeom>
          <a:noFill/>
          <a:ln w="0">
            <a:noFill/>
          </a:ln>
        </p:spPr>
        <p:txBody>
          <a:bodyPr wrap="none" lIns="0" rIns="0" tIns="0" bIns="0" anchor="t">
            <a:spAutoFit/>
          </a:bodyPr>
          <a:p>
            <a:r>
              <a:rPr b="0" lang="en-US" sz="2620" strike="noStrike" u="none">
                <a:solidFill>
                  <a:srgbClr val="333333"/>
                </a:solidFill>
                <a:effectLst/>
                <a:uFillTx/>
                <a:latin typeface="NotoSansJP-Thin_"/>
                <a:ea typeface="NotoSansJP-Thin_"/>
              </a:rPr>
              <a:t>2. Reverse Process (</a:t>
            </a:r>
            <a:r>
              <a:rPr b="0" lang="zh-CN" sz="2620" strike="noStrike" u="none">
                <a:solidFill>
                  <a:srgbClr val="333333"/>
                </a:solidFill>
                <a:effectLst/>
                <a:uFillTx/>
                <a:latin typeface="NotoSansJP-Thin_"/>
                <a:ea typeface="NotoSansJP-Thin_"/>
              </a:rPr>
              <a:t>逆拡散過程</a:t>
            </a:r>
            <a:r>
              <a:rPr b="0" lang="en-US" sz="2620" strike="noStrike" u="none">
                <a:solidFill>
                  <a:srgbClr val="333333"/>
                </a:solidFill>
                <a:effectLst/>
                <a:uFillTx/>
                <a:latin typeface="NotoSansJP-Thin_"/>
                <a:ea typeface="NotoSansJP-Thin_"/>
              </a:rPr>
              <a:t>): </a:t>
            </a:r>
            <a:r>
              <a:rPr b="0" lang="zh-CN" sz="2620" strike="noStrike" u="none">
                <a:solidFill>
                  <a:srgbClr val="333333"/>
                </a:solidFill>
                <a:effectLst/>
                <a:uFillTx/>
                <a:latin typeface="NotoSansJP-Thin_"/>
                <a:ea typeface="NotoSansJP-Thin_"/>
              </a:rPr>
              <a:t>学習対象。ノイズから画像空間上のデ</a:t>
            </a:r>
            <a:endParaRPr b="0" lang="en-US" sz="2620" strike="noStrike" u="none">
              <a:solidFill>
                <a:srgbClr val="000000"/>
              </a:solidFill>
              <a:effectLst/>
              <a:uFillTx/>
              <a:latin typeface="Times New Roman"/>
            </a:endParaRPr>
          </a:p>
        </p:txBody>
      </p:sp>
      <p:sp>
        <p:nvSpPr>
          <p:cNvPr id="76" name=""/>
          <p:cNvSpPr/>
          <p:nvPr/>
        </p:nvSpPr>
        <p:spPr>
          <a:xfrm>
            <a:off x="0" y="0"/>
            <a:ext cx="12192120" cy="667080"/>
          </a:xfrm>
          <a:custGeom>
            <a:avLst/>
            <a:gdLst/>
            <a:ahLst/>
            <a:rect l="0" t="0" r="r" b="b"/>
            <a:pathLst>
              <a:path w="33867" h="1853">
                <a:moveTo>
                  <a:pt x="0" y="0"/>
                </a:moveTo>
                <a:lnTo>
                  <a:pt x="33867" y="0"/>
                </a:lnTo>
                <a:lnTo>
                  <a:pt x="33867" y="1853"/>
                </a:lnTo>
                <a:lnTo>
                  <a:pt x="0" y="1853"/>
                </a:lnTo>
                <a:lnTo>
                  <a:pt x="0" y="0"/>
                </a:lnTo>
                <a:close/>
              </a:path>
            </a:pathLst>
          </a:custGeom>
          <a:solidFill>
            <a:srgbClr val="800000"/>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77" name=""/>
          <p:cNvSpPr txBox="1"/>
          <p:nvPr/>
        </p:nvSpPr>
        <p:spPr>
          <a:xfrm>
            <a:off x="762120" y="3946320"/>
            <a:ext cx="2337120" cy="334080"/>
          </a:xfrm>
          <a:prstGeom prst="rect">
            <a:avLst/>
          </a:prstGeom>
          <a:noFill/>
          <a:ln w="0">
            <a:noFill/>
          </a:ln>
        </p:spPr>
        <p:txBody>
          <a:bodyPr wrap="none" lIns="0" rIns="0" tIns="0" bIns="0" anchor="t">
            <a:spAutoFit/>
          </a:bodyPr>
          <a:p>
            <a:r>
              <a:rPr b="0" lang="zh-CN" sz="2620" strike="noStrike" u="none">
                <a:solidFill>
                  <a:srgbClr val="333333"/>
                </a:solidFill>
                <a:effectLst/>
                <a:uFillTx/>
                <a:latin typeface="NotoSansJP-Thin_"/>
                <a:ea typeface="NotoSansJP-Thin_"/>
              </a:rPr>
              <a:t>ータへ復元する</a:t>
            </a:r>
            <a:endParaRPr b="0" lang="en-US" sz="2620" strike="noStrike" u="none">
              <a:solidFill>
                <a:srgbClr val="000000"/>
              </a:solidFill>
              <a:effectLst/>
              <a:uFillTx/>
              <a:latin typeface="Times New Roman"/>
            </a:endParaRPr>
          </a:p>
        </p:txBody>
      </p:sp>
      <p:sp>
        <p:nvSpPr>
          <p:cNvPr id="78" name=""/>
          <p:cNvSpPr txBox="1"/>
          <p:nvPr/>
        </p:nvSpPr>
        <p:spPr>
          <a:xfrm>
            <a:off x="237960" y="174600"/>
            <a:ext cx="3376080" cy="372240"/>
          </a:xfrm>
          <a:prstGeom prst="rect">
            <a:avLst/>
          </a:prstGeom>
          <a:noFill/>
          <a:ln w="0">
            <a:noFill/>
          </a:ln>
        </p:spPr>
        <p:txBody>
          <a:bodyPr wrap="none" lIns="0" rIns="0" tIns="0" bIns="0" anchor="t">
            <a:spAutoFit/>
          </a:bodyPr>
          <a:p>
            <a:r>
              <a:rPr b="1" lang="en-US" sz="2620" strike="noStrike" u="none">
                <a:solidFill>
                  <a:srgbClr val="ffffff"/>
                </a:solidFill>
                <a:effectLst/>
                <a:uFillTx/>
                <a:latin typeface="NotoSansJP-Thin_"/>
                <a:ea typeface="NotoSansJP-Thin_"/>
              </a:rPr>
              <a:t>1.2. DDPM</a:t>
            </a:r>
            <a:r>
              <a:rPr b="1" lang="zh-CN" sz="2620" strike="noStrike" u="none">
                <a:solidFill>
                  <a:srgbClr val="ffffff"/>
                </a:solidFill>
                <a:effectLst/>
                <a:uFillTx/>
                <a:latin typeface="NotoSansJP-Thin_"/>
                <a:ea typeface="NotoSansJP-Thin_"/>
              </a:rPr>
              <a:t>の位置付け</a:t>
            </a:r>
            <a:endParaRPr b="0" lang="en-US" sz="2620" strike="noStrike" u="none">
              <a:solidFill>
                <a:srgbClr val="000000"/>
              </a:solidFill>
              <a:effectLst/>
              <a:uFillTx/>
              <a:latin typeface="Times New Roman"/>
            </a:endParaRPr>
          </a:p>
        </p:txBody>
      </p:sp>
      <p:sp>
        <p:nvSpPr>
          <p:cNvPr id="79" name=""/>
          <p:cNvSpPr txBox="1"/>
          <p:nvPr/>
        </p:nvSpPr>
        <p:spPr>
          <a:xfrm>
            <a:off x="11331000" y="6397560"/>
            <a:ext cx="519840" cy="297720"/>
          </a:xfrm>
          <a:prstGeom prst="rect">
            <a:avLst/>
          </a:prstGeom>
          <a:noFill/>
          <a:ln w="0">
            <a:noFill/>
          </a:ln>
        </p:spPr>
        <p:txBody>
          <a:bodyPr wrap="none" lIns="0" rIns="0" tIns="0" bIns="0" anchor="t">
            <a:spAutoFit/>
          </a:bodyPr>
          <a:p>
            <a:r>
              <a:rPr b="1" lang="en-US" sz="2100" strike="noStrike" u="none">
                <a:solidFill>
                  <a:srgbClr val="333333"/>
                </a:solidFill>
                <a:effectLst/>
                <a:uFillTx/>
                <a:latin typeface="NotoSansJP-Thin_"/>
                <a:ea typeface="NotoSansJP-Thin_"/>
              </a:rPr>
              <a:t>5/24</a:t>
            </a:r>
            <a:endParaRPr b="0" lang="en-US" sz="2100" strike="noStrike" u="non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0"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81"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82"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83" name=""/>
          <p:cNvSpPr txBox="1"/>
          <p:nvPr/>
        </p:nvSpPr>
        <p:spPr>
          <a:xfrm>
            <a:off x="380880" y="981000"/>
            <a:ext cx="5605560" cy="671040"/>
          </a:xfrm>
          <a:prstGeom prst="rect">
            <a:avLst/>
          </a:prstGeom>
          <a:noFill/>
          <a:ln w="0">
            <a:noFill/>
          </a:ln>
        </p:spPr>
        <p:txBody>
          <a:bodyPr wrap="none" lIns="0" rIns="0" tIns="0" bIns="0" anchor="t">
            <a:spAutoFit/>
          </a:bodyPr>
          <a:p>
            <a:r>
              <a:rPr b="1" lang="en-US" sz="4730" strike="noStrike" u="none">
                <a:solidFill>
                  <a:srgbClr val="333333"/>
                </a:solidFill>
                <a:effectLst/>
                <a:uFillTx/>
                <a:latin typeface="NotoSansJP-Thin_"/>
                <a:ea typeface="NotoSansJP-Thin_"/>
              </a:rPr>
              <a:t>2. </a:t>
            </a:r>
            <a:r>
              <a:rPr b="1" lang="zh-CN" sz="4730" strike="noStrike" u="none">
                <a:solidFill>
                  <a:srgbClr val="333333"/>
                </a:solidFill>
                <a:effectLst/>
                <a:uFillTx/>
                <a:latin typeface="NotoSansJP-Thin_"/>
                <a:ea typeface="NotoSansJP-Thin_"/>
              </a:rPr>
              <a:t>メカニズムの理解</a:t>
            </a:r>
            <a:endParaRPr b="0" lang="en-US" sz="4730" strike="noStrike" u="none">
              <a:solidFill>
                <a:srgbClr val="000000"/>
              </a:solidFill>
              <a:effectLst/>
              <a:uFillTx/>
              <a:latin typeface="Times New Roman"/>
            </a:endParaRPr>
          </a:p>
        </p:txBody>
      </p:sp>
      <p:sp>
        <p:nvSpPr>
          <p:cNvPr id="84" name=""/>
          <p:cNvSpPr txBox="1"/>
          <p:nvPr/>
        </p:nvSpPr>
        <p:spPr>
          <a:xfrm>
            <a:off x="380880" y="2070000"/>
            <a:ext cx="5173920" cy="372240"/>
          </a:xfrm>
          <a:prstGeom prst="rect">
            <a:avLst/>
          </a:prstGeom>
          <a:noFill/>
          <a:ln w="0">
            <a:noFill/>
          </a:ln>
        </p:spPr>
        <p:txBody>
          <a:bodyPr wrap="none" lIns="0" rIns="0" tIns="0" bIns="0" anchor="t">
            <a:spAutoFit/>
          </a:bodyPr>
          <a:p>
            <a:r>
              <a:rPr b="0" lang="en-US" sz="2620" strike="noStrike" u="none">
                <a:solidFill>
                  <a:srgbClr val="333333"/>
                </a:solidFill>
                <a:effectLst/>
                <a:uFillTx/>
                <a:latin typeface="NotoSansJP-Thin_"/>
                <a:ea typeface="NotoSansJP-Thin_"/>
              </a:rPr>
              <a:t>// TODO: </a:t>
            </a:r>
            <a:r>
              <a:rPr b="0" lang="zh-CN" sz="2620" strike="noStrike" u="none">
                <a:solidFill>
                  <a:srgbClr val="333333"/>
                </a:solidFill>
                <a:effectLst/>
                <a:uFillTx/>
                <a:latin typeface="NotoSansJP-Thin_"/>
                <a:ea typeface="NotoSansJP-Thin_"/>
              </a:rPr>
              <a:t>基本的なアイデアをかく</a:t>
            </a:r>
            <a:endParaRPr b="0" lang="en-US" sz="2620" strike="noStrike" u="none">
              <a:solidFill>
                <a:srgbClr val="000000"/>
              </a:solidFill>
              <a:effectLst/>
              <a:uFillTx/>
              <a:latin typeface="Times New Roman"/>
            </a:endParaRPr>
          </a:p>
        </p:txBody>
      </p:sp>
      <p:sp>
        <p:nvSpPr>
          <p:cNvPr id="85" name=""/>
          <p:cNvSpPr txBox="1"/>
          <p:nvPr/>
        </p:nvSpPr>
        <p:spPr>
          <a:xfrm>
            <a:off x="11331000" y="6397560"/>
            <a:ext cx="519840" cy="297720"/>
          </a:xfrm>
          <a:prstGeom prst="rect">
            <a:avLst/>
          </a:prstGeom>
          <a:noFill/>
          <a:ln w="0">
            <a:noFill/>
          </a:ln>
        </p:spPr>
        <p:txBody>
          <a:bodyPr wrap="none" lIns="0" rIns="0" tIns="0" bIns="0" anchor="t">
            <a:spAutoFit/>
          </a:bodyPr>
          <a:p>
            <a:r>
              <a:rPr b="1" lang="en-US" sz="2100" strike="noStrike" u="none">
                <a:solidFill>
                  <a:srgbClr val="333333"/>
                </a:solidFill>
                <a:effectLst/>
                <a:uFillTx/>
                <a:latin typeface="NotoSansJP-Thin_"/>
                <a:ea typeface="NotoSansJP-Thin_"/>
              </a:rPr>
              <a:t>6/24</a:t>
            </a:r>
            <a:endParaRPr b="0" lang="en-US" sz="2100" strike="noStrike" u="non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6"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87"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88"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89" name=""/>
          <p:cNvSpPr/>
          <p:nvPr/>
        </p:nvSpPr>
        <p:spPr>
          <a:xfrm>
            <a:off x="394560" y="1049760"/>
            <a:ext cx="175320" cy="261000"/>
          </a:xfrm>
          <a:custGeom>
            <a:avLst/>
            <a:gdLst/>
            <a:ahLst/>
            <a:rect l="0" t="0" r="r" b="b"/>
            <a:pathLst>
              <a:path w="487" h="725">
                <a:moveTo>
                  <a:pt x="0" y="325"/>
                </a:moveTo>
                <a:cubicBezTo>
                  <a:pt x="0" y="248"/>
                  <a:pt x="29" y="175"/>
                  <a:pt x="87" y="106"/>
                </a:cubicBezTo>
                <a:cubicBezTo>
                  <a:pt x="145" y="37"/>
                  <a:pt x="210" y="2"/>
                  <a:pt x="282" y="2"/>
                </a:cubicBezTo>
                <a:cubicBezTo>
                  <a:pt x="328" y="2"/>
                  <a:pt x="363" y="21"/>
                  <a:pt x="387" y="61"/>
                </a:cubicBezTo>
                <a:cubicBezTo>
                  <a:pt x="388" y="60"/>
                  <a:pt x="389" y="58"/>
                  <a:pt x="393" y="54"/>
                </a:cubicBezTo>
                <a:cubicBezTo>
                  <a:pt x="396" y="50"/>
                  <a:pt x="400" y="46"/>
                  <a:pt x="405" y="41"/>
                </a:cubicBezTo>
                <a:cubicBezTo>
                  <a:pt x="410" y="37"/>
                  <a:pt x="416" y="32"/>
                  <a:pt x="423" y="28"/>
                </a:cubicBezTo>
                <a:cubicBezTo>
                  <a:pt x="449" y="10"/>
                  <a:pt x="467" y="0"/>
                  <a:pt x="476" y="0"/>
                </a:cubicBezTo>
                <a:cubicBezTo>
                  <a:pt x="479" y="0"/>
                  <a:pt x="481" y="2"/>
                  <a:pt x="484" y="4"/>
                </a:cubicBezTo>
                <a:cubicBezTo>
                  <a:pt x="486" y="6"/>
                  <a:pt x="487" y="8"/>
                  <a:pt x="487" y="10"/>
                </a:cubicBezTo>
                <a:cubicBezTo>
                  <a:pt x="487" y="16"/>
                  <a:pt x="461" y="125"/>
                  <a:pt x="408" y="334"/>
                </a:cubicBezTo>
                <a:cubicBezTo>
                  <a:pt x="355" y="550"/>
                  <a:pt x="328" y="660"/>
                  <a:pt x="328" y="663"/>
                </a:cubicBezTo>
                <a:cubicBezTo>
                  <a:pt x="328" y="669"/>
                  <a:pt x="345" y="672"/>
                  <a:pt x="379" y="673"/>
                </a:cubicBezTo>
                <a:lnTo>
                  <a:pt x="407" y="673"/>
                </a:lnTo>
                <a:cubicBezTo>
                  <a:pt x="412" y="679"/>
                  <a:pt x="414" y="682"/>
                  <a:pt x="414" y="683"/>
                </a:cubicBezTo>
                <a:cubicBezTo>
                  <a:pt x="414" y="684"/>
                  <a:pt x="413" y="691"/>
                  <a:pt x="411" y="704"/>
                </a:cubicBezTo>
                <a:cubicBezTo>
                  <a:pt x="408" y="714"/>
                  <a:pt x="404" y="721"/>
                  <a:pt x="399" y="725"/>
                </a:cubicBezTo>
                <a:lnTo>
                  <a:pt x="385" y="725"/>
                </a:lnTo>
                <a:cubicBezTo>
                  <a:pt x="361" y="724"/>
                  <a:pt x="320" y="723"/>
                  <a:pt x="262" y="723"/>
                </a:cubicBezTo>
                <a:cubicBezTo>
                  <a:pt x="240" y="723"/>
                  <a:pt x="221" y="723"/>
                  <a:pt x="204" y="723"/>
                </a:cubicBezTo>
                <a:cubicBezTo>
                  <a:pt x="186" y="723"/>
                  <a:pt x="172" y="723"/>
                  <a:pt x="161" y="723"/>
                </a:cubicBezTo>
                <a:cubicBezTo>
                  <a:pt x="151" y="723"/>
                  <a:pt x="144" y="723"/>
                  <a:pt x="142" y="724"/>
                </a:cubicBezTo>
                <a:cubicBezTo>
                  <a:pt x="132" y="724"/>
                  <a:pt x="126" y="721"/>
                  <a:pt x="126" y="715"/>
                </a:cubicBezTo>
                <a:cubicBezTo>
                  <a:pt x="126" y="713"/>
                  <a:pt x="127" y="707"/>
                  <a:pt x="128" y="698"/>
                </a:cubicBezTo>
                <a:cubicBezTo>
                  <a:pt x="132" y="686"/>
                  <a:pt x="134" y="679"/>
                  <a:pt x="136" y="676"/>
                </a:cubicBezTo>
                <a:cubicBezTo>
                  <a:pt x="139" y="674"/>
                  <a:pt x="146" y="673"/>
                  <a:pt x="159" y="673"/>
                </a:cubicBezTo>
                <a:cubicBezTo>
                  <a:pt x="196" y="673"/>
                  <a:pt x="218" y="670"/>
                  <a:pt x="225" y="665"/>
                </a:cubicBezTo>
                <a:cubicBezTo>
                  <a:pt x="231" y="661"/>
                  <a:pt x="242" y="628"/>
                  <a:pt x="257" y="565"/>
                </a:cubicBezTo>
                <a:cubicBezTo>
                  <a:pt x="272" y="502"/>
                  <a:pt x="280" y="470"/>
                  <a:pt x="281" y="468"/>
                </a:cubicBezTo>
                <a:cubicBezTo>
                  <a:pt x="281" y="467"/>
                  <a:pt x="278" y="469"/>
                  <a:pt x="273" y="472"/>
                </a:cubicBezTo>
                <a:cubicBezTo>
                  <a:pt x="237" y="501"/>
                  <a:pt x="199" y="516"/>
                  <a:pt x="159" y="516"/>
                </a:cubicBezTo>
                <a:cubicBezTo>
                  <a:pt x="116" y="516"/>
                  <a:pt x="80" y="501"/>
                  <a:pt x="48" y="470"/>
                </a:cubicBezTo>
                <a:cubicBezTo>
                  <a:pt x="16" y="440"/>
                  <a:pt x="0" y="392"/>
                  <a:pt x="0" y="325"/>
                </a:cubicBezTo>
                <a:moveTo>
                  <a:pt x="364" y="133"/>
                </a:moveTo>
                <a:cubicBezTo>
                  <a:pt x="347" y="73"/>
                  <a:pt x="318" y="43"/>
                  <a:pt x="279" y="43"/>
                </a:cubicBezTo>
                <a:cubicBezTo>
                  <a:pt x="252" y="43"/>
                  <a:pt x="227" y="54"/>
                  <a:pt x="202" y="78"/>
                </a:cubicBezTo>
                <a:cubicBezTo>
                  <a:pt x="178" y="101"/>
                  <a:pt x="159" y="132"/>
                  <a:pt x="146" y="170"/>
                </a:cubicBezTo>
                <a:cubicBezTo>
                  <a:pt x="124" y="230"/>
                  <a:pt x="107" y="292"/>
                  <a:pt x="98" y="358"/>
                </a:cubicBezTo>
                <a:cubicBezTo>
                  <a:pt x="98" y="360"/>
                  <a:pt x="98" y="364"/>
                  <a:pt x="98" y="370"/>
                </a:cubicBezTo>
                <a:cubicBezTo>
                  <a:pt x="98" y="376"/>
                  <a:pt x="98" y="381"/>
                  <a:pt x="97" y="384"/>
                </a:cubicBezTo>
                <a:cubicBezTo>
                  <a:pt x="97" y="418"/>
                  <a:pt x="104" y="442"/>
                  <a:pt x="118" y="454"/>
                </a:cubicBezTo>
                <a:cubicBezTo>
                  <a:pt x="132" y="467"/>
                  <a:pt x="148" y="474"/>
                  <a:pt x="167" y="475"/>
                </a:cubicBezTo>
                <a:cubicBezTo>
                  <a:pt x="208" y="475"/>
                  <a:pt x="250" y="448"/>
                  <a:pt x="294" y="393"/>
                </a:cubicBezTo>
                <a:lnTo>
                  <a:pt x="303" y="380"/>
                </a:lnTo>
                <a:lnTo>
                  <a:pt x="364" y="133"/>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90" name=""/>
          <p:cNvSpPr/>
          <p:nvPr/>
        </p:nvSpPr>
        <p:spPr>
          <a:xfrm>
            <a:off x="608040" y="923760"/>
            <a:ext cx="98280" cy="410040"/>
          </a:xfrm>
          <a:custGeom>
            <a:avLst/>
            <a:gdLst/>
            <a:ahLst/>
            <a:rect l="0" t="0" r="r" b="b"/>
            <a:pathLst>
              <a:path w="273" h="1139">
                <a:moveTo>
                  <a:pt x="0" y="570"/>
                </a:moveTo>
                <a:cubicBezTo>
                  <a:pt x="0" y="518"/>
                  <a:pt x="4" y="468"/>
                  <a:pt x="11" y="421"/>
                </a:cubicBezTo>
                <a:cubicBezTo>
                  <a:pt x="19" y="374"/>
                  <a:pt x="28" y="333"/>
                  <a:pt x="38" y="299"/>
                </a:cubicBezTo>
                <a:cubicBezTo>
                  <a:pt x="47" y="264"/>
                  <a:pt x="61" y="231"/>
                  <a:pt x="81" y="198"/>
                </a:cubicBezTo>
                <a:cubicBezTo>
                  <a:pt x="99" y="165"/>
                  <a:pt x="113" y="140"/>
                  <a:pt x="124" y="122"/>
                </a:cubicBezTo>
                <a:cubicBezTo>
                  <a:pt x="135" y="104"/>
                  <a:pt x="150" y="84"/>
                  <a:pt x="172" y="63"/>
                </a:cubicBezTo>
                <a:cubicBezTo>
                  <a:pt x="193" y="41"/>
                  <a:pt x="205" y="28"/>
                  <a:pt x="209" y="24"/>
                </a:cubicBezTo>
                <a:cubicBezTo>
                  <a:pt x="213" y="19"/>
                  <a:pt x="223" y="11"/>
                  <a:pt x="238" y="0"/>
                </a:cubicBezTo>
                <a:lnTo>
                  <a:pt x="253" y="0"/>
                </a:lnTo>
                <a:lnTo>
                  <a:pt x="257" y="0"/>
                </a:lnTo>
                <a:cubicBezTo>
                  <a:pt x="268" y="0"/>
                  <a:pt x="273" y="3"/>
                  <a:pt x="273" y="10"/>
                </a:cubicBezTo>
                <a:cubicBezTo>
                  <a:pt x="273" y="12"/>
                  <a:pt x="267" y="20"/>
                  <a:pt x="254" y="34"/>
                </a:cubicBezTo>
                <a:cubicBezTo>
                  <a:pt x="241" y="48"/>
                  <a:pt x="225" y="68"/>
                  <a:pt x="207" y="94"/>
                </a:cubicBezTo>
                <a:cubicBezTo>
                  <a:pt x="189" y="121"/>
                  <a:pt x="170" y="154"/>
                  <a:pt x="151" y="192"/>
                </a:cubicBezTo>
                <a:cubicBezTo>
                  <a:pt x="132" y="231"/>
                  <a:pt x="116" y="284"/>
                  <a:pt x="103" y="350"/>
                </a:cubicBezTo>
                <a:cubicBezTo>
                  <a:pt x="91" y="416"/>
                  <a:pt x="84" y="490"/>
                  <a:pt x="84" y="570"/>
                </a:cubicBezTo>
                <a:cubicBezTo>
                  <a:pt x="84" y="650"/>
                  <a:pt x="91" y="723"/>
                  <a:pt x="103" y="789"/>
                </a:cubicBezTo>
                <a:cubicBezTo>
                  <a:pt x="116" y="854"/>
                  <a:pt x="132" y="907"/>
                  <a:pt x="150" y="947"/>
                </a:cubicBezTo>
                <a:cubicBezTo>
                  <a:pt x="168" y="987"/>
                  <a:pt x="187" y="1020"/>
                  <a:pt x="206" y="1045"/>
                </a:cubicBezTo>
                <a:cubicBezTo>
                  <a:pt x="225" y="1070"/>
                  <a:pt x="241" y="1090"/>
                  <a:pt x="254" y="1105"/>
                </a:cubicBezTo>
                <a:cubicBezTo>
                  <a:pt x="267" y="1120"/>
                  <a:pt x="273" y="1128"/>
                  <a:pt x="273" y="1129"/>
                </a:cubicBezTo>
                <a:cubicBezTo>
                  <a:pt x="273" y="1136"/>
                  <a:pt x="267" y="1139"/>
                  <a:pt x="256" y="1139"/>
                </a:cubicBezTo>
                <a:lnTo>
                  <a:pt x="253" y="1139"/>
                </a:lnTo>
                <a:lnTo>
                  <a:pt x="238" y="1139"/>
                </a:lnTo>
                <a:lnTo>
                  <a:pt x="206" y="1112"/>
                </a:lnTo>
                <a:cubicBezTo>
                  <a:pt x="135" y="1047"/>
                  <a:pt x="83" y="967"/>
                  <a:pt x="49" y="870"/>
                </a:cubicBezTo>
                <a:cubicBezTo>
                  <a:pt x="16" y="774"/>
                  <a:pt x="0" y="674"/>
                  <a:pt x="0" y="570"/>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91" name=""/>
          <p:cNvSpPr/>
          <p:nvPr/>
        </p:nvSpPr>
        <p:spPr>
          <a:xfrm>
            <a:off x="737640" y="1049040"/>
            <a:ext cx="231840" cy="182520"/>
          </a:xfrm>
          <a:custGeom>
            <a:avLst/>
            <a:gdLst/>
            <a:ahLst/>
            <a:rect l="0" t="0" r="r" b="b"/>
            <a:pathLst>
              <a:path w="644" h="507">
                <a:moveTo>
                  <a:pt x="235" y="507"/>
                </a:moveTo>
                <a:cubicBezTo>
                  <a:pt x="224" y="504"/>
                  <a:pt x="182" y="503"/>
                  <a:pt x="113" y="503"/>
                </a:cubicBezTo>
                <a:cubicBezTo>
                  <a:pt x="52" y="503"/>
                  <a:pt x="17" y="504"/>
                  <a:pt x="8" y="507"/>
                </a:cubicBezTo>
                <a:lnTo>
                  <a:pt x="0" y="507"/>
                </a:lnTo>
                <a:lnTo>
                  <a:pt x="0" y="436"/>
                </a:lnTo>
                <a:lnTo>
                  <a:pt x="109" y="436"/>
                </a:lnTo>
                <a:lnTo>
                  <a:pt x="256" y="263"/>
                </a:lnTo>
                <a:lnTo>
                  <a:pt x="100" y="71"/>
                </a:lnTo>
                <a:lnTo>
                  <a:pt x="5" y="71"/>
                </a:lnTo>
                <a:lnTo>
                  <a:pt x="5" y="0"/>
                </a:lnTo>
                <a:lnTo>
                  <a:pt x="14" y="0"/>
                </a:lnTo>
                <a:cubicBezTo>
                  <a:pt x="26" y="2"/>
                  <a:pt x="67" y="4"/>
                  <a:pt x="138" y="4"/>
                </a:cubicBezTo>
                <a:cubicBezTo>
                  <a:pt x="218" y="4"/>
                  <a:pt x="265" y="2"/>
                  <a:pt x="278" y="0"/>
                </a:cubicBezTo>
                <a:lnTo>
                  <a:pt x="289" y="0"/>
                </a:lnTo>
                <a:lnTo>
                  <a:pt x="289" y="71"/>
                </a:lnTo>
                <a:lnTo>
                  <a:pt x="257" y="71"/>
                </a:lnTo>
                <a:lnTo>
                  <a:pt x="297" y="120"/>
                </a:lnTo>
                <a:cubicBezTo>
                  <a:pt x="322" y="152"/>
                  <a:pt x="336" y="168"/>
                  <a:pt x="336" y="168"/>
                </a:cubicBezTo>
                <a:cubicBezTo>
                  <a:pt x="339" y="168"/>
                  <a:pt x="354" y="151"/>
                  <a:pt x="380" y="117"/>
                </a:cubicBezTo>
                <a:lnTo>
                  <a:pt x="419" y="71"/>
                </a:lnTo>
                <a:lnTo>
                  <a:pt x="377" y="71"/>
                </a:lnTo>
                <a:lnTo>
                  <a:pt x="377" y="0"/>
                </a:lnTo>
                <a:lnTo>
                  <a:pt x="386" y="0"/>
                </a:lnTo>
                <a:cubicBezTo>
                  <a:pt x="398" y="2"/>
                  <a:pt x="438" y="4"/>
                  <a:pt x="507" y="4"/>
                </a:cubicBezTo>
                <a:cubicBezTo>
                  <a:pt x="569" y="4"/>
                  <a:pt x="604" y="2"/>
                  <a:pt x="613" y="0"/>
                </a:cubicBezTo>
                <a:lnTo>
                  <a:pt x="621" y="0"/>
                </a:lnTo>
                <a:lnTo>
                  <a:pt x="621" y="71"/>
                </a:lnTo>
                <a:lnTo>
                  <a:pt x="513" y="71"/>
                </a:lnTo>
                <a:lnTo>
                  <a:pt x="381" y="226"/>
                </a:lnTo>
                <a:lnTo>
                  <a:pt x="550" y="435"/>
                </a:lnTo>
                <a:lnTo>
                  <a:pt x="597" y="436"/>
                </a:lnTo>
                <a:lnTo>
                  <a:pt x="644" y="436"/>
                </a:lnTo>
                <a:lnTo>
                  <a:pt x="644" y="507"/>
                </a:lnTo>
                <a:lnTo>
                  <a:pt x="635" y="507"/>
                </a:lnTo>
                <a:cubicBezTo>
                  <a:pt x="623" y="504"/>
                  <a:pt x="582" y="503"/>
                  <a:pt x="511" y="503"/>
                </a:cubicBezTo>
                <a:cubicBezTo>
                  <a:pt x="432" y="503"/>
                  <a:pt x="385" y="504"/>
                  <a:pt x="372" y="507"/>
                </a:cubicBezTo>
                <a:lnTo>
                  <a:pt x="361" y="507"/>
                </a:lnTo>
                <a:lnTo>
                  <a:pt x="361" y="436"/>
                </a:lnTo>
                <a:lnTo>
                  <a:pt x="393" y="436"/>
                </a:lnTo>
                <a:cubicBezTo>
                  <a:pt x="393" y="435"/>
                  <a:pt x="378" y="416"/>
                  <a:pt x="348" y="379"/>
                </a:cubicBezTo>
                <a:cubicBezTo>
                  <a:pt x="317" y="341"/>
                  <a:pt x="302" y="322"/>
                  <a:pt x="301" y="320"/>
                </a:cubicBezTo>
                <a:lnTo>
                  <a:pt x="201" y="435"/>
                </a:lnTo>
                <a:lnTo>
                  <a:pt x="224" y="436"/>
                </a:lnTo>
                <a:lnTo>
                  <a:pt x="244" y="436"/>
                </a:lnTo>
                <a:lnTo>
                  <a:pt x="244" y="507"/>
                </a:lnTo>
                <a:lnTo>
                  <a:pt x="235" y="507"/>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92" name=""/>
          <p:cNvSpPr/>
          <p:nvPr/>
        </p:nvSpPr>
        <p:spPr>
          <a:xfrm>
            <a:off x="996480" y="1111320"/>
            <a:ext cx="90720" cy="184680"/>
          </a:xfrm>
          <a:custGeom>
            <a:avLst/>
            <a:gdLst/>
            <a:ahLst/>
            <a:rect l="0" t="0" r="r" b="b"/>
            <a:pathLst>
              <a:path w="252" h="513">
                <a:moveTo>
                  <a:pt x="6" y="193"/>
                </a:moveTo>
                <a:cubicBezTo>
                  <a:pt x="2" y="190"/>
                  <a:pt x="0" y="187"/>
                  <a:pt x="0" y="185"/>
                </a:cubicBezTo>
                <a:cubicBezTo>
                  <a:pt x="0" y="183"/>
                  <a:pt x="1" y="179"/>
                  <a:pt x="3" y="173"/>
                </a:cubicBezTo>
                <a:cubicBezTo>
                  <a:pt x="4" y="166"/>
                  <a:pt x="6" y="162"/>
                  <a:pt x="7" y="161"/>
                </a:cubicBezTo>
                <a:cubicBezTo>
                  <a:pt x="8" y="159"/>
                  <a:pt x="10" y="157"/>
                  <a:pt x="14" y="157"/>
                </a:cubicBezTo>
                <a:cubicBezTo>
                  <a:pt x="18" y="157"/>
                  <a:pt x="32" y="157"/>
                  <a:pt x="55" y="156"/>
                </a:cubicBezTo>
                <a:lnTo>
                  <a:pt x="98" y="156"/>
                </a:lnTo>
                <a:lnTo>
                  <a:pt x="114" y="92"/>
                </a:lnTo>
                <a:cubicBezTo>
                  <a:pt x="116" y="86"/>
                  <a:pt x="118" y="78"/>
                  <a:pt x="120" y="69"/>
                </a:cubicBezTo>
                <a:cubicBezTo>
                  <a:pt x="122" y="59"/>
                  <a:pt x="124" y="52"/>
                  <a:pt x="125" y="48"/>
                </a:cubicBezTo>
                <a:cubicBezTo>
                  <a:pt x="127" y="44"/>
                  <a:pt x="129" y="38"/>
                  <a:pt x="130" y="32"/>
                </a:cubicBezTo>
                <a:cubicBezTo>
                  <a:pt x="132" y="25"/>
                  <a:pt x="134" y="21"/>
                  <a:pt x="137" y="18"/>
                </a:cubicBezTo>
                <a:cubicBezTo>
                  <a:pt x="139" y="15"/>
                  <a:pt x="142" y="12"/>
                  <a:pt x="145" y="8"/>
                </a:cubicBezTo>
                <a:cubicBezTo>
                  <a:pt x="147" y="5"/>
                  <a:pt x="151" y="2"/>
                  <a:pt x="156" y="1"/>
                </a:cubicBezTo>
                <a:cubicBezTo>
                  <a:pt x="161" y="0"/>
                  <a:pt x="166" y="0"/>
                  <a:pt x="170" y="0"/>
                </a:cubicBezTo>
                <a:cubicBezTo>
                  <a:pt x="180" y="0"/>
                  <a:pt x="187" y="3"/>
                  <a:pt x="191" y="8"/>
                </a:cubicBezTo>
                <a:cubicBezTo>
                  <a:pt x="194" y="14"/>
                  <a:pt x="196" y="19"/>
                  <a:pt x="196" y="24"/>
                </a:cubicBezTo>
                <a:cubicBezTo>
                  <a:pt x="196" y="27"/>
                  <a:pt x="194" y="40"/>
                  <a:pt x="189" y="62"/>
                </a:cubicBezTo>
                <a:cubicBezTo>
                  <a:pt x="184" y="83"/>
                  <a:pt x="179" y="104"/>
                  <a:pt x="173" y="125"/>
                </a:cubicBezTo>
                <a:lnTo>
                  <a:pt x="165" y="155"/>
                </a:lnTo>
                <a:cubicBezTo>
                  <a:pt x="165" y="156"/>
                  <a:pt x="178" y="156"/>
                  <a:pt x="205" y="156"/>
                </a:cubicBezTo>
                <a:lnTo>
                  <a:pt x="246" y="156"/>
                </a:lnTo>
                <a:cubicBezTo>
                  <a:pt x="250" y="160"/>
                  <a:pt x="252" y="163"/>
                  <a:pt x="252" y="165"/>
                </a:cubicBezTo>
                <a:cubicBezTo>
                  <a:pt x="252" y="177"/>
                  <a:pt x="248" y="187"/>
                  <a:pt x="241" y="193"/>
                </a:cubicBezTo>
                <a:lnTo>
                  <a:pt x="155" y="193"/>
                </a:lnTo>
                <a:lnTo>
                  <a:pt x="126" y="311"/>
                </a:lnTo>
                <a:cubicBezTo>
                  <a:pt x="104" y="397"/>
                  <a:pt x="94" y="443"/>
                  <a:pt x="94" y="450"/>
                </a:cubicBezTo>
                <a:cubicBezTo>
                  <a:pt x="94" y="472"/>
                  <a:pt x="101" y="483"/>
                  <a:pt x="116" y="483"/>
                </a:cubicBezTo>
                <a:cubicBezTo>
                  <a:pt x="135" y="483"/>
                  <a:pt x="153" y="474"/>
                  <a:pt x="171" y="456"/>
                </a:cubicBezTo>
                <a:cubicBezTo>
                  <a:pt x="189" y="438"/>
                  <a:pt x="203" y="415"/>
                  <a:pt x="214" y="388"/>
                </a:cubicBezTo>
                <a:cubicBezTo>
                  <a:pt x="215" y="385"/>
                  <a:pt x="216" y="383"/>
                  <a:pt x="218" y="383"/>
                </a:cubicBezTo>
                <a:cubicBezTo>
                  <a:pt x="219" y="382"/>
                  <a:pt x="223" y="382"/>
                  <a:pt x="230" y="381"/>
                </a:cubicBezTo>
                <a:lnTo>
                  <a:pt x="233" y="381"/>
                </a:lnTo>
                <a:cubicBezTo>
                  <a:pt x="241" y="381"/>
                  <a:pt x="245" y="383"/>
                  <a:pt x="245" y="388"/>
                </a:cubicBezTo>
                <a:cubicBezTo>
                  <a:pt x="245" y="389"/>
                  <a:pt x="244" y="392"/>
                  <a:pt x="243" y="397"/>
                </a:cubicBezTo>
                <a:cubicBezTo>
                  <a:pt x="240" y="406"/>
                  <a:pt x="235" y="416"/>
                  <a:pt x="228" y="428"/>
                </a:cubicBezTo>
                <a:cubicBezTo>
                  <a:pt x="221" y="440"/>
                  <a:pt x="212" y="452"/>
                  <a:pt x="201" y="466"/>
                </a:cubicBezTo>
                <a:cubicBezTo>
                  <a:pt x="190" y="479"/>
                  <a:pt x="176" y="490"/>
                  <a:pt x="160" y="499"/>
                </a:cubicBezTo>
                <a:cubicBezTo>
                  <a:pt x="144" y="509"/>
                  <a:pt x="127" y="513"/>
                  <a:pt x="111" y="513"/>
                </a:cubicBezTo>
                <a:cubicBezTo>
                  <a:pt x="94" y="513"/>
                  <a:pt x="78" y="509"/>
                  <a:pt x="64" y="501"/>
                </a:cubicBezTo>
                <a:cubicBezTo>
                  <a:pt x="49" y="493"/>
                  <a:pt x="39" y="479"/>
                  <a:pt x="33" y="459"/>
                </a:cubicBezTo>
                <a:cubicBezTo>
                  <a:pt x="32" y="455"/>
                  <a:pt x="31" y="448"/>
                  <a:pt x="31" y="437"/>
                </a:cubicBezTo>
                <a:lnTo>
                  <a:pt x="31" y="423"/>
                </a:lnTo>
                <a:lnTo>
                  <a:pt x="59" y="310"/>
                </a:lnTo>
                <a:cubicBezTo>
                  <a:pt x="78" y="234"/>
                  <a:pt x="88" y="196"/>
                  <a:pt x="88" y="195"/>
                </a:cubicBezTo>
                <a:cubicBezTo>
                  <a:pt x="88" y="194"/>
                  <a:pt x="74" y="193"/>
                  <a:pt x="47" y="193"/>
                </a:cubicBezTo>
                <a:lnTo>
                  <a:pt x="6" y="193"/>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93" name=""/>
          <p:cNvSpPr/>
          <p:nvPr/>
        </p:nvSpPr>
        <p:spPr>
          <a:xfrm>
            <a:off x="1164960" y="924120"/>
            <a:ext cx="16920" cy="409680"/>
          </a:xfrm>
          <a:custGeom>
            <a:avLst/>
            <a:gdLst/>
            <a:ahLst/>
            <a:rect l="0" t="0" r="r" b="b"/>
            <a:pathLst>
              <a:path w="47" h="1138">
                <a:moveTo>
                  <a:pt x="23" y="1138"/>
                </a:moveTo>
                <a:lnTo>
                  <a:pt x="21" y="1138"/>
                </a:lnTo>
                <a:cubicBezTo>
                  <a:pt x="11" y="1138"/>
                  <a:pt x="5" y="1132"/>
                  <a:pt x="0" y="1122"/>
                </a:cubicBezTo>
                <a:lnTo>
                  <a:pt x="0" y="568"/>
                </a:lnTo>
                <a:lnTo>
                  <a:pt x="1" y="14"/>
                </a:lnTo>
                <a:cubicBezTo>
                  <a:pt x="9" y="4"/>
                  <a:pt x="16" y="0"/>
                  <a:pt x="23" y="0"/>
                </a:cubicBezTo>
                <a:cubicBezTo>
                  <a:pt x="34" y="0"/>
                  <a:pt x="41" y="5"/>
                  <a:pt x="47" y="17"/>
                </a:cubicBezTo>
                <a:lnTo>
                  <a:pt x="47" y="1122"/>
                </a:lnTo>
                <a:cubicBezTo>
                  <a:pt x="40" y="1132"/>
                  <a:pt x="34" y="1138"/>
                  <a:pt x="25" y="1138"/>
                </a:cubicBezTo>
                <a:lnTo>
                  <a:pt x="23" y="1138"/>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94" name=""/>
          <p:cNvSpPr/>
          <p:nvPr/>
        </p:nvSpPr>
        <p:spPr>
          <a:xfrm>
            <a:off x="1238760" y="1049040"/>
            <a:ext cx="231840" cy="182520"/>
          </a:xfrm>
          <a:custGeom>
            <a:avLst/>
            <a:gdLst/>
            <a:ahLst/>
            <a:rect l="0" t="0" r="r" b="b"/>
            <a:pathLst>
              <a:path w="644" h="507">
                <a:moveTo>
                  <a:pt x="235" y="507"/>
                </a:moveTo>
                <a:cubicBezTo>
                  <a:pt x="224" y="504"/>
                  <a:pt x="184" y="503"/>
                  <a:pt x="115" y="503"/>
                </a:cubicBezTo>
                <a:cubicBezTo>
                  <a:pt x="52" y="503"/>
                  <a:pt x="17" y="504"/>
                  <a:pt x="8" y="507"/>
                </a:cubicBezTo>
                <a:lnTo>
                  <a:pt x="0" y="507"/>
                </a:lnTo>
                <a:lnTo>
                  <a:pt x="0" y="436"/>
                </a:lnTo>
                <a:lnTo>
                  <a:pt x="110" y="436"/>
                </a:lnTo>
                <a:lnTo>
                  <a:pt x="256" y="263"/>
                </a:lnTo>
                <a:lnTo>
                  <a:pt x="101" y="71"/>
                </a:lnTo>
                <a:lnTo>
                  <a:pt x="6" y="71"/>
                </a:lnTo>
                <a:lnTo>
                  <a:pt x="6" y="0"/>
                </a:lnTo>
                <a:lnTo>
                  <a:pt x="15" y="0"/>
                </a:lnTo>
                <a:cubicBezTo>
                  <a:pt x="26" y="2"/>
                  <a:pt x="67" y="4"/>
                  <a:pt x="140" y="4"/>
                </a:cubicBezTo>
                <a:cubicBezTo>
                  <a:pt x="219" y="4"/>
                  <a:pt x="265" y="2"/>
                  <a:pt x="279" y="0"/>
                </a:cubicBezTo>
                <a:lnTo>
                  <a:pt x="289" y="0"/>
                </a:lnTo>
                <a:lnTo>
                  <a:pt x="289" y="71"/>
                </a:lnTo>
                <a:lnTo>
                  <a:pt x="257" y="71"/>
                </a:lnTo>
                <a:lnTo>
                  <a:pt x="297" y="120"/>
                </a:lnTo>
                <a:cubicBezTo>
                  <a:pt x="323" y="152"/>
                  <a:pt x="336" y="168"/>
                  <a:pt x="337" y="168"/>
                </a:cubicBezTo>
                <a:cubicBezTo>
                  <a:pt x="340" y="168"/>
                  <a:pt x="354" y="151"/>
                  <a:pt x="380" y="117"/>
                </a:cubicBezTo>
                <a:lnTo>
                  <a:pt x="420" y="71"/>
                </a:lnTo>
                <a:lnTo>
                  <a:pt x="378" y="71"/>
                </a:lnTo>
                <a:lnTo>
                  <a:pt x="378" y="0"/>
                </a:lnTo>
                <a:lnTo>
                  <a:pt x="387" y="0"/>
                </a:lnTo>
                <a:cubicBezTo>
                  <a:pt x="398" y="2"/>
                  <a:pt x="438" y="4"/>
                  <a:pt x="507" y="4"/>
                </a:cubicBezTo>
                <a:cubicBezTo>
                  <a:pt x="569" y="4"/>
                  <a:pt x="604" y="2"/>
                  <a:pt x="613" y="0"/>
                </a:cubicBezTo>
                <a:lnTo>
                  <a:pt x="621" y="0"/>
                </a:lnTo>
                <a:lnTo>
                  <a:pt x="621" y="71"/>
                </a:lnTo>
                <a:lnTo>
                  <a:pt x="513" y="71"/>
                </a:lnTo>
                <a:lnTo>
                  <a:pt x="381" y="226"/>
                </a:lnTo>
                <a:lnTo>
                  <a:pt x="551" y="435"/>
                </a:lnTo>
                <a:lnTo>
                  <a:pt x="597" y="436"/>
                </a:lnTo>
                <a:lnTo>
                  <a:pt x="644" y="436"/>
                </a:lnTo>
                <a:lnTo>
                  <a:pt x="644" y="507"/>
                </a:lnTo>
                <a:lnTo>
                  <a:pt x="635" y="507"/>
                </a:lnTo>
                <a:cubicBezTo>
                  <a:pt x="623" y="504"/>
                  <a:pt x="582" y="503"/>
                  <a:pt x="511" y="503"/>
                </a:cubicBezTo>
                <a:cubicBezTo>
                  <a:pt x="432" y="503"/>
                  <a:pt x="386" y="504"/>
                  <a:pt x="372" y="507"/>
                </a:cubicBezTo>
                <a:lnTo>
                  <a:pt x="362" y="507"/>
                </a:lnTo>
                <a:lnTo>
                  <a:pt x="362" y="436"/>
                </a:lnTo>
                <a:lnTo>
                  <a:pt x="394" y="436"/>
                </a:lnTo>
                <a:cubicBezTo>
                  <a:pt x="394" y="435"/>
                  <a:pt x="378" y="416"/>
                  <a:pt x="348" y="379"/>
                </a:cubicBezTo>
                <a:cubicBezTo>
                  <a:pt x="318" y="341"/>
                  <a:pt x="302" y="322"/>
                  <a:pt x="301" y="320"/>
                </a:cubicBezTo>
                <a:lnTo>
                  <a:pt x="202" y="435"/>
                </a:lnTo>
                <a:lnTo>
                  <a:pt x="224" y="436"/>
                </a:lnTo>
                <a:lnTo>
                  <a:pt x="244" y="436"/>
                </a:lnTo>
                <a:lnTo>
                  <a:pt x="244" y="507"/>
                </a:lnTo>
                <a:lnTo>
                  <a:pt x="235" y="507"/>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95" name=""/>
          <p:cNvSpPr/>
          <p:nvPr/>
        </p:nvSpPr>
        <p:spPr>
          <a:xfrm>
            <a:off x="1497960" y="1111320"/>
            <a:ext cx="90360" cy="184680"/>
          </a:xfrm>
          <a:custGeom>
            <a:avLst/>
            <a:gdLst/>
            <a:ahLst/>
            <a:rect l="0" t="0" r="r" b="b"/>
            <a:pathLst>
              <a:path w="251" h="513">
                <a:moveTo>
                  <a:pt x="5" y="193"/>
                </a:moveTo>
                <a:cubicBezTo>
                  <a:pt x="2" y="190"/>
                  <a:pt x="0" y="187"/>
                  <a:pt x="0" y="185"/>
                </a:cubicBezTo>
                <a:cubicBezTo>
                  <a:pt x="0" y="183"/>
                  <a:pt x="0" y="179"/>
                  <a:pt x="2" y="173"/>
                </a:cubicBezTo>
                <a:cubicBezTo>
                  <a:pt x="4" y="166"/>
                  <a:pt x="5" y="162"/>
                  <a:pt x="6" y="161"/>
                </a:cubicBezTo>
                <a:cubicBezTo>
                  <a:pt x="7" y="159"/>
                  <a:pt x="10" y="157"/>
                  <a:pt x="13" y="157"/>
                </a:cubicBezTo>
                <a:cubicBezTo>
                  <a:pt x="17" y="157"/>
                  <a:pt x="31" y="157"/>
                  <a:pt x="54" y="156"/>
                </a:cubicBezTo>
                <a:lnTo>
                  <a:pt x="97" y="156"/>
                </a:lnTo>
                <a:lnTo>
                  <a:pt x="112" y="92"/>
                </a:lnTo>
                <a:cubicBezTo>
                  <a:pt x="114" y="86"/>
                  <a:pt x="116" y="78"/>
                  <a:pt x="118" y="69"/>
                </a:cubicBezTo>
                <a:cubicBezTo>
                  <a:pt x="120" y="59"/>
                  <a:pt x="122" y="52"/>
                  <a:pt x="124" y="48"/>
                </a:cubicBezTo>
                <a:cubicBezTo>
                  <a:pt x="125" y="44"/>
                  <a:pt x="127" y="38"/>
                  <a:pt x="128" y="32"/>
                </a:cubicBezTo>
                <a:cubicBezTo>
                  <a:pt x="130" y="25"/>
                  <a:pt x="132" y="21"/>
                  <a:pt x="135" y="18"/>
                </a:cubicBezTo>
                <a:cubicBezTo>
                  <a:pt x="138" y="15"/>
                  <a:pt x="140" y="12"/>
                  <a:pt x="143" y="8"/>
                </a:cubicBezTo>
                <a:cubicBezTo>
                  <a:pt x="146" y="5"/>
                  <a:pt x="149" y="2"/>
                  <a:pt x="154" y="1"/>
                </a:cubicBezTo>
                <a:cubicBezTo>
                  <a:pt x="159" y="0"/>
                  <a:pt x="164" y="0"/>
                  <a:pt x="169" y="0"/>
                </a:cubicBezTo>
                <a:cubicBezTo>
                  <a:pt x="178" y="0"/>
                  <a:pt x="185" y="3"/>
                  <a:pt x="189" y="8"/>
                </a:cubicBezTo>
                <a:cubicBezTo>
                  <a:pt x="193" y="14"/>
                  <a:pt x="194" y="19"/>
                  <a:pt x="194" y="24"/>
                </a:cubicBezTo>
                <a:cubicBezTo>
                  <a:pt x="194" y="27"/>
                  <a:pt x="192" y="40"/>
                  <a:pt x="187" y="62"/>
                </a:cubicBezTo>
                <a:cubicBezTo>
                  <a:pt x="182" y="83"/>
                  <a:pt x="177" y="104"/>
                  <a:pt x="171" y="125"/>
                </a:cubicBezTo>
                <a:lnTo>
                  <a:pt x="163" y="155"/>
                </a:lnTo>
                <a:cubicBezTo>
                  <a:pt x="163" y="156"/>
                  <a:pt x="176" y="156"/>
                  <a:pt x="203" y="156"/>
                </a:cubicBezTo>
                <a:lnTo>
                  <a:pt x="245" y="156"/>
                </a:lnTo>
                <a:cubicBezTo>
                  <a:pt x="249" y="160"/>
                  <a:pt x="251" y="163"/>
                  <a:pt x="251" y="165"/>
                </a:cubicBezTo>
                <a:cubicBezTo>
                  <a:pt x="251" y="177"/>
                  <a:pt x="247" y="187"/>
                  <a:pt x="240" y="193"/>
                </a:cubicBezTo>
                <a:lnTo>
                  <a:pt x="153" y="193"/>
                </a:lnTo>
                <a:lnTo>
                  <a:pt x="124" y="311"/>
                </a:lnTo>
                <a:cubicBezTo>
                  <a:pt x="103" y="397"/>
                  <a:pt x="93" y="443"/>
                  <a:pt x="93" y="450"/>
                </a:cubicBezTo>
                <a:cubicBezTo>
                  <a:pt x="93" y="472"/>
                  <a:pt x="100" y="483"/>
                  <a:pt x="115" y="483"/>
                </a:cubicBezTo>
                <a:cubicBezTo>
                  <a:pt x="134" y="483"/>
                  <a:pt x="152" y="474"/>
                  <a:pt x="169" y="456"/>
                </a:cubicBezTo>
                <a:cubicBezTo>
                  <a:pt x="187" y="438"/>
                  <a:pt x="201" y="415"/>
                  <a:pt x="212" y="388"/>
                </a:cubicBezTo>
                <a:cubicBezTo>
                  <a:pt x="213" y="385"/>
                  <a:pt x="216" y="383"/>
                  <a:pt x="217" y="383"/>
                </a:cubicBezTo>
                <a:cubicBezTo>
                  <a:pt x="219" y="382"/>
                  <a:pt x="223" y="382"/>
                  <a:pt x="229" y="381"/>
                </a:cubicBezTo>
                <a:lnTo>
                  <a:pt x="232" y="381"/>
                </a:lnTo>
                <a:cubicBezTo>
                  <a:pt x="240" y="381"/>
                  <a:pt x="244" y="383"/>
                  <a:pt x="244" y="388"/>
                </a:cubicBezTo>
                <a:cubicBezTo>
                  <a:pt x="244" y="389"/>
                  <a:pt x="244" y="392"/>
                  <a:pt x="242" y="397"/>
                </a:cubicBezTo>
                <a:cubicBezTo>
                  <a:pt x="239" y="406"/>
                  <a:pt x="235" y="416"/>
                  <a:pt x="228" y="428"/>
                </a:cubicBezTo>
                <a:cubicBezTo>
                  <a:pt x="221" y="440"/>
                  <a:pt x="210" y="452"/>
                  <a:pt x="199" y="466"/>
                </a:cubicBezTo>
                <a:cubicBezTo>
                  <a:pt x="188" y="479"/>
                  <a:pt x="174" y="490"/>
                  <a:pt x="158" y="499"/>
                </a:cubicBezTo>
                <a:cubicBezTo>
                  <a:pt x="142" y="509"/>
                  <a:pt x="126" y="513"/>
                  <a:pt x="109" y="513"/>
                </a:cubicBezTo>
                <a:cubicBezTo>
                  <a:pt x="93" y="513"/>
                  <a:pt x="78" y="509"/>
                  <a:pt x="63" y="501"/>
                </a:cubicBezTo>
                <a:cubicBezTo>
                  <a:pt x="49" y="493"/>
                  <a:pt x="38" y="479"/>
                  <a:pt x="32" y="459"/>
                </a:cubicBezTo>
                <a:cubicBezTo>
                  <a:pt x="31" y="455"/>
                  <a:pt x="30" y="448"/>
                  <a:pt x="30" y="437"/>
                </a:cubicBezTo>
                <a:lnTo>
                  <a:pt x="30" y="423"/>
                </a:lnTo>
                <a:lnTo>
                  <a:pt x="58" y="310"/>
                </a:lnTo>
                <a:cubicBezTo>
                  <a:pt x="77" y="234"/>
                  <a:pt x="87" y="196"/>
                  <a:pt x="87" y="195"/>
                </a:cubicBezTo>
                <a:cubicBezTo>
                  <a:pt x="87" y="194"/>
                  <a:pt x="74" y="193"/>
                  <a:pt x="46" y="193"/>
                </a:cubicBezTo>
                <a:lnTo>
                  <a:pt x="5" y="193"/>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96" name=""/>
          <p:cNvSpPr/>
          <p:nvPr/>
        </p:nvSpPr>
        <p:spPr>
          <a:xfrm>
            <a:off x="1621080" y="1214280"/>
            <a:ext cx="177120" cy="11880"/>
          </a:xfrm>
          <a:custGeom>
            <a:avLst/>
            <a:gdLst/>
            <a:ahLst/>
            <a:rect l="0" t="0" r="r" b="b"/>
            <a:pathLst>
              <a:path w="492" h="33">
                <a:moveTo>
                  <a:pt x="12" y="0"/>
                </a:moveTo>
                <a:lnTo>
                  <a:pt x="480" y="0"/>
                </a:lnTo>
                <a:cubicBezTo>
                  <a:pt x="488" y="5"/>
                  <a:pt x="492" y="11"/>
                  <a:pt x="492" y="17"/>
                </a:cubicBezTo>
                <a:cubicBezTo>
                  <a:pt x="492" y="24"/>
                  <a:pt x="488" y="29"/>
                  <a:pt x="480" y="33"/>
                </a:cubicBezTo>
                <a:lnTo>
                  <a:pt x="12" y="33"/>
                </a:lnTo>
                <a:cubicBezTo>
                  <a:pt x="4" y="29"/>
                  <a:pt x="0" y="24"/>
                  <a:pt x="0" y="17"/>
                </a:cubicBezTo>
                <a:cubicBezTo>
                  <a:pt x="0" y="10"/>
                  <a:pt x="4" y="5"/>
                  <a:pt x="12" y="0"/>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97" name=""/>
          <p:cNvSpPr/>
          <p:nvPr/>
        </p:nvSpPr>
        <p:spPr>
          <a:xfrm>
            <a:off x="1846440" y="1099440"/>
            <a:ext cx="99720" cy="193320"/>
          </a:xfrm>
          <a:custGeom>
            <a:avLst/>
            <a:gdLst/>
            <a:ahLst/>
            <a:rect l="0" t="0" r="r" b="b"/>
            <a:pathLst>
              <a:path w="277" h="537">
                <a:moveTo>
                  <a:pt x="104" y="71"/>
                </a:moveTo>
                <a:lnTo>
                  <a:pt x="94" y="75"/>
                </a:lnTo>
                <a:cubicBezTo>
                  <a:pt x="86" y="78"/>
                  <a:pt x="76" y="81"/>
                  <a:pt x="62" y="83"/>
                </a:cubicBezTo>
                <a:cubicBezTo>
                  <a:pt x="48" y="86"/>
                  <a:pt x="32" y="88"/>
                  <a:pt x="15" y="89"/>
                </a:cubicBezTo>
                <a:lnTo>
                  <a:pt x="0" y="89"/>
                </a:lnTo>
                <a:lnTo>
                  <a:pt x="0" y="52"/>
                </a:lnTo>
                <a:lnTo>
                  <a:pt x="15" y="52"/>
                </a:lnTo>
                <a:cubicBezTo>
                  <a:pt x="40" y="51"/>
                  <a:pt x="64" y="47"/>
                  <a:pt x="85" y="40"/>
                </a:cubicBezTo>
                <a:cubicBezTo>
                  <a:pt x="106" y="33"/>
                  <a:pt x="121" y="26"/>
                  <a:pt x="130" y="20"/>
                </a:cubicBezTo>
                <a:cubicBezTo>
                  <a:pt x="139" y="15"/>
                  <a:pt x="146" y="9"/>
                  <a:pt x="153" y="3"/>
                </a:cubicBezTo>
                <a:cubicBezTo>
                  <a:pt x="154" y="1"/>
                  <a:pt x="157" y="0"/>
                  <a:pt x="162" y="0"/>
                </a:cubicBezTo>
                <a:cubicBezTo>
                  <a:pt x="167" y="0"/>
                  <a:pt x="172" y="2"/>
                  <a:pt x="176" y="5"/>
                </a:cubicBezTo>
                <a:lnTo>
                  <a:pt x="176" y="246"/>
                </a:lnTo>
                <a:lnTo>
                  <a:pt x="177" y="488"/>
                </a:lnTo>
                <a:cubicBezTo>
                  <a:pt x="180" y="492"/>
                  <a:pt x="184" y="494"/>
                  <a:pt x="186" y="495"/>
                </a:cubicBezTo>
                <a:cubicBezTo>
                  <a:pt x="189" y="496"/>
                  <a:pt x="195" y="498"/>
                  <a:pt x="206" y="499"/>
                </a:cubicBezTo>
                <a:cubicBezTo>
                  <a:pt x="216" y="500"/>
                  <a:pt x="232" y="500"/>
                  <a:pt x="257" y="500"/>
                </a:cubicBezTo>
                <a:lnTo>
                  <a:pt x="277" y="500"/>
                </a:lnTo>
                <a:lnTo>
                  <a:pt x="277" y="537"/>
                </a:lnTo>
                <a:lnTo>
                  <a:pt x="269" y="537"/>
                </a:lnTo>
                <a:cubicBezTo>
                  <a:pt x="257" y="536"/>
                  <a:pt x="214" y="535"/>
                  <a:pt x="140" y="535"/>
                </a:cubicBezTo>
                <a:cubicBezTo>
                  <a:pt x="67" y="535"/>
                  <a:pt x="25" y="536"/>
                  <a:pt x="13" y="537"/>
                </a:cubicBezTo>
                <a:lnTo>
                  <a:pt x="4" y="537"/>
                </a:lnTo>
                <a:lnTo>
                  <a:pt x="4" y="500"/>
                </a:lnTo>
                <a:lnTo>
                  <a:pt x="25" y="500"/>
                </a:lnTo>
                <a:cubicBezTo>
                  <a:pt x="36" y="500"/>
                  <a:pt x="47" y="500"/>
                  <a:pt x="55" y="500"/>
                </a:cubicBezTo>
                <a:cubicBezTo>
                  <a:pt x="64" y="500"/>
                  <a:pt x="70" y="500"/>
                  <a:pt x="75" y="499"/>
                </a:cubicBezTo>
                <a:cubicBezTo>
                  <a:pt x="80" y="499"/>
                  <a:pt x="84" y="498"/>
                  <a:pt x="88" y="497"/>
                </a:cubicBezTo>
                <a:cubicBezTo>
                  <a:pt x="92" y="496"/>
                  <a:pt x="94" y="495"/>
                  <a:pt x="95" y="495"/>
                </a:cubicBezTo>
                <a:cubicBezTo>
                  <a:pt x="95" y="495"/>
                  <a:pt x="97" y="494"/>
                  <a:pt x="99" y="491"/>
                </a:cubicBezTo>
                <a:cubicBezTo>
                  <a:pt x="102" y="489"/>
                  <a:pt x="104" y="488"/>
                  <a:pt x="104" y="488"/>
                </a:cubicBezTo>
                <a:lnTo>
                  <a:pt x="104" y="71"/>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98" name=""/>
          <p:cNvSpPr/>
          <p:nvPr/>
        </p:nvSpPr>
        <p:spPr>
          <a:xfrm>
            <a:off x="2010240" y="923760"/>
            <a:ext cx="98280" cy="410040"/>
          </a:xfrm>
          <a:custGeom>
            <a:avLst/>
            <a:gdLst/>
            <a:ahLst/>
            <a:rect l="0" t="0" r="r" b="b"/>
            <a:pathLst>
              <a:path w="273" h="1139">
                <a:moveTo>
                  <a:pt x="6" y="1"/>
                </a:moveTo>
                <a:lnTo>
                  <a:pt x="10" y="0"/>
                </a:lnTo>
                <a:cubicBezTo>
                  <a:pt x="14" y="0"/>
                  <a:pt x="18" y="0"/>
                  <a:pt x="21" y="0"/>
                </a:cubicBezTo>
                <a:lnTo>
                  <a:pt x="35" y="0"/>
                </a:lnTo>
                <a:lnTo>
                  <a:pt x="67" y="27"/>
                </a:lnTo>
                <a:cubicBezTo>
                  <a:pt x="138" y="92"/>
                  <a:pt x="190" y="172"/>
                  <a:pt x="223" y="269"/>
                </a:cubicBezTo>
                <a:cubicBezTo>
                  <a:pt x="256" y="366"/>
                  <a:pt x="273" y="466"/>
                  <a:pt x="273" y="570"/>
                </a:cubicBezTo>
                <a:cubicBezTo>
                  <a:pt x="273" y="622"/>
                  <a:pt x="269" y="671"/>
                  <a:pt x="260" y="719"/>
                </a:cubicBezTo>
                <a:cubicBezTo>
                  <a:pt x="253" y="767"/>
                  <a:pt x="244" y="808"/>
                  <a:pt x="234" y="841"/>
                </a:cubicBezTo>
                <a:cubicBezTo>
                  <a:pt x="224" y="874"/>
                  <a:pt x="210" y="908"/>
                  <a:pt x="192" y="941"/>
                </a:cubicBezTo>
                <a:cubicBezTo>
                  <a:pt x="174" y="974"/>
                  <a:pt x="160" y="1000"/>
                  <a:pt x="149" y="1017"/>
                </a:cubicBezTo>
                <a:cubicBezTo>
                  <a:pt x="138" y="1035"/>
                  <a:pt x="123" y="1054"/>
                  <a:pt x="102" y="1075"/>
                </a:cubicBezTo>
                <a:cubicBezTo>
                  <a:pt x="82" y="1097"/>
                  <a:pt x="70" y="1109"/>
                  <a:pt x="66" y="1113"/>
                </a:cubicBezTo>
                <a:cubicBezTo>
                  <a:pt x="62" y="1117"/>
                  <a:pt x="53" y="1124"/>
                  <a:pt x="40" y="1135"/>
                </a:cubicBezTo>
                <a:cubicBezTo>
                  <a:pt x="37" y="1137"/>
                  <a:pt x="36" y="1138"/>
                  <a:pt x="35" y="1139"/>
                </a:cubicBezTo>
                <a:lnTo>
                  <a:pt x="21" y="1139"/>
                </a:lnTo>
                <a:cubicBezTo>
                  <a:pt x="15" y="1139"/>
                  <a:pt x="11" y="1139"/>
                  <a:pt x="9" y="1139"/>
                </a:cubicBezTo>
                <a:cubicBezTo>
                  <a:pt x="7" y="1139"/>
                  <a:pt x="5" y="1138"/>
                  <a:pt x="3" y="1136"/>
                </a:cubicBezTo>
                <a:cubicBezTo>
                  <a:pt x="2" y="1133"/>
                  <a:pt x="1" y="1130"/>
                  <a:pt x="0" y="1125"/>
                </a:cubicBezTo>
                <a:cubicBezTo>
                  <a:pt x="1" y="1125"/>
                  <a:pt x="5" y="1120"/>
                  <a:pt x="12" y="1111"/>
                </a:cubicBezTo>
                <a:cubicBezTo>
                  <a:pt x="130" y="988"/>
                  <a:pt x="189" y="808"/>
                  <a:pt x="189" y="570"/>
                </a:cubicBezTo>
                <a:cubicBezTo>
                  <a:pt x="189" y="332"/>
                  <a:pt x="130" y="151"/>
                  <a:pt x="12" y="28"/>
                </a:cubicBezTo>
                <a:cubicBezTo>
                  <a:pt x="5" y="19"/>
                  <a:pt x="1" y="14"/>
                  <a:pt x="0" y="14"/>
                </a:cubicBezTo>
                <a:cubicBezTo>
                  <a:pt x="0" y="8"/>
                  <a:pt x="2" y="3"/>
                  <a:pt x="6" y="1"/>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99" name=""/>
          <p:cNvSpPr/>
          <p:nvPr/>
        </p:nvSpPr>
        <p:spPr>
          <a:xfrm>
            <a:off x="2759040" y="1908000"/>
            <a:ext cx="175320" cy="261000"/>
          </a:xfrm>
          <a:custGeom>
            <a:avLst/>
            <a:gdLst/>
            <a:ahLst/>
            <a:rect l="0" t="0" r="r" b="b"/>
            <a:pathLst>
              <a:path w="487" h="725">
                <a:moveTo>
                  <a:pt x="0" y="325"/>
                </a:moveTo>
                <a:cubicBezTo>
                  <a:pt x="0" y="249"/>
                  <a:pt x="29" y="176"/>
                  <a:pt x="86" y="106"/>
                </a:cubicBezTo>
                <a:cubicBezTo>
                  <a:pt x="144" y="37"/>
                  <a:pt x="209" y="2"/>
                  <a:pt x="281" y="1"/>
                </a:cubicBezTo>
                <a:cubicBezTo>
                  <a:pt x="327" y="1"/>
                  <a:pt x="362" y="21"/>
                  <a:pt x="387" y="60"/>
                </a:cubicBezTo>
                <a:cubicBezTo>
                  <a:pt x="387" y="60"/>
                  <a:pt x="389" y="57"/>
                  <a:pt x="392" y="54"/>
                </a:cubicBezTo>
                <a:cubicBezTo>
                  <a:pt x="395" y="50"/>
                  <a:pt x="400" y="46"/>
                  <a:pt x="405" y="41"/>
                </a:cubicBezTo>
                <a:cubicBezTo>
                  <a:pt x="410" y="36"/>
                  <a:pt x="416" y="32"/>
                  <a:pt x="423" y="27"/>
                </a:cubicBezTo>
                <a:cubicBezTo>
                  <a:pt x="449" y="9"/>
                  <a:pt x="466" y="0"/>
                  <a:pt x="476" y="0"/>
                </a:cubicBezTo>
                <a:cubicBezTo>
                  <a:pt x="479" y="0"/>
                  <a:pt x="481" y="1"/>
                  <a:pt x="483" y="3"/>
                </a:cubicBezTo>
                <a:cubicBezTo>
                  <a:pt x="486" y="6"/>
                  <a:pt x="487" y="8"/>
                  <a:pt x="487" y="9"/>
                </a:cubicBezTo>
                <a:cubicBezTo>
                  <a:pt x="487" y="16"/>
                  <a:pt x="461" y="124"/>
                  <a:pt x="408" y="335"/>
                </a:cubicBezTo>
                <a:cubicBezTo>
                  <a:pt x="353" y="550"/>
                  <a:pt x="327" y="659"/>
                  <a:pt x="327" y="662"/>
                </a:cubicBezTo>
                <a:cubicBezTo>
                  <a:pt x="327" y="669"/>
                  <a:pt x="344" y="672"/>
                  <a:pt x="379" y="673"/>
                </a:cubicBezTo>
                <a:lnTo>
                  <a:pt x="407" y="673"/>
                </a:lnTo>
                <a:cubicBezTo>
                  <a:pt x="412" y="679"/>
                  <a:pt x="414" y="682"/>
                  <a:pt x="414" y="683"/>
                </a:cubicBezTo>
                <a:cubicBezTo>
                  <a:pt x="414" y="684"/>
                  <a:pt x="413" y="691"/>
                  <a:pt x="411" y="703"/>
                </a:cubicBezTo>
                <a:cubicBezTo>
                  <a:pt x="408" y="713"/>
                  <a:pt x="404" y="721"/>
                  <a:pt x="399" y="725"/>
                </a:cubicBezTo>
                <a:lnTo>
                  <a:pt x="384" y="725"/>
                </a:lnTo>
                <a:cubicBezTo>
                  <a:pt x="361" y="724"/>
                  <a:pt x="319" y="723"/>
                  <a:pt x="260" y="723"/>
                </a:cubicBezTo>
                <a:cubicBezTo>
                  <a:pt x="239" y="723"/>
                  <a:pt x="220" y="723"/>
                  <a:pt x="202" y="723"/>
                </a:cubicBezTo>
                <a:cubicBezTo>
                  <a:pt x="185" y="723"/>
                  <a:pt x="171" y="723"/>
                  <a:pt x="160" y="723"/>
                </a:cubicBezTo>
                <a:cubicBezTo>
                  <a:pt x="150" y="723"/>
                  <a:pt x="143" y="723"/>
                  <a:pt x="141" y="724"/>
                </a:cubicBezTo>
                <a:cubicBezTo>
                  <a:pt x="130" y="724"/>
                  <a:pt x="125" y="721"/>
                  <a:pt x="125" y="715"/>
                </a:cubicBezTo>
                <a:cubicBezTo>
                  <a:pt x="125" y="713"/>
                  <a:pt x="126" y="707"/>
                  <a:pt x="127" y="698"/>
                </a:cubicBezTo>
                <a:cubicBezTo>
                  <a:pt x="130" y="686"/>
                  <a:pt x="133" y="678"/>
                  <a:pt x="135" y="676"/>
                </a:cubicBezTo>
                <a:cubicBezTo>
                  <a:pt x="138" y="674"/>
                  <a:pt x="145" y="673"/>
                  <a:pt x="158" y="673"/>
                </a:cubicBezTo>
                <a:cubicBezTo>
                  <a:pt x="194" y="673"/>
                  <a:pt x="216" y="670"/>
                  <a:pt x="224" y="665"/>
                </a:cubicBezTo>
                <a:cubicBezTo>
                  <a:pt x="230" y="661"/>
                  <a:pt x="241" y="628"/>
                  <a:pt x="256" y="565"/>
                </a:cubicBezTo>
                <a:cubicBezTo>
                  <a:pt x="271" y="502"/>
                  <a:pt x="279" y="469"/>
                  <a:pt x="280" y="468"/>
                </a:cubicBezTo>
                <a:cubicBezTo>
                  <a:pt x="280" y="467"/>
                  <a:pt x="277" y="468"/>
                  <a:pt x="272" y="471"/>
                </a:cubicBezTo>
                <a:cubicBezTo>
                  <a:pt x="235" y="501"/>
                  <a:pt x="197" y="516"/>
                  <a:pt x="158" y="516"/>
                </a:cubicBezTo>
                <a:cubicBezTo>
                  <a:pt x="116" y="516"/>
                  <a:pt x="79" y="500"/>
                  <a:pt x="48" y="470"/>
                </a:cubicBezTo>
                <a:cubicBezTo>
                  <a:pt x="16" y="440"/>
                  <a:pt x="0" y="392"/>
                  <a:pt x="0" y="325"/>
                </a:cubicBezTo>
                <a:moveTo>
                  <a:pt x="364" y="133"/>
                </a:moveTo>
                <a:cubicBezTo>
                  <a:pt x="345" y="72"/>
                  <a:pt x="317" y="42"/>
                  <a:pt x="278" y="42"/>
                </a:cubicBezTo>
                <a:cubicBezTo>
                  <a:pt x="251" y="42"/>
                  <a:pt x="226" y="54"/>
                  <a:pt x="201" y="77"/>
                </a:cubicBezTo>
                <a:cubicBezTo>
                  <a:pt x="177" y="101"/>
                  <a:pt x="158" y="133"/>
                  <a:pt x="144" y="171"/>
                </a:cubicBezTo>
                <a:cubicBezTo>
                  <a:pt x="122" y="231"/>
                  <a:pt x="107" y="293"/>
                  <a:pt x="98" y="357"/>
                </a:cubicBezTo>
                <a:cubicBezTo>
                  <a:pt x="98" y="360"/>
                  <a:pt x="98" y="364"/>
                  <a:pt x="98" y="370"/>
                </a:cubicBezTo>
                <a:cubicBezTo>
                  <a:pt x="98" y="376"/>
                  <a:pt x="97" y="381"/>
                  <a:pt x="97" y="384"/>
                </a:cubicBezTo>
                <a:cubicBezTo>
                  <a:pt x="97" y="418"/>
                  <a:pt x="103" y="441"/>
                  <a:pt x="117" y="454"/>
                </a:cubicBezTo>
                <a:cubicBezTo>
                  <a:pt x="131" y="467"/>
                  <a:pt x="147" y="474"/>
                  <a:pt x="166" y="475"/>
                </a:cubicBezTo>
                <a:cubicBezTo>
                  <a:pt x="207" y="475"/>
                  <a:pt x="249" y="447"/>
                  <a:pt x="292" y="393"/>
                </a:cubicBezTo>
                <a:lnTo>
                  <a:pt x="301" y="380"/>
                </a:lnTo>
                <a:lnTo>
                  <a:pt x="364" y="133"/>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100" name=""/>
          <p:cNvSpPr/>
          <p:nvPr/>
        </p:nvSpPr>
        <p:spPr>
          <a:xfrm>
            <a:off x="2972520" y="1781640"/>
            <a:ext cx="98280" cy="410400"/>
          </a:xfrm>
          <a:custGeom>
            <a:avLst/>
            <a:gdLst/>
            <a:ahLst/>
            <a:rect l="0" t="0" r="r" b="b"/>
            <a:pathLst>
              <a:path w="273" h="1140">
                <a:moveTo>
                  <a:pt x="0" y="571"/>
                </a:moveTo>
                <a:cubicBezTo>
                  <a:pt x="0" y="518"/>
                  <a:pt x="4" y="469"/>
                  <a:pt x="11" y="421"/>
                </a:cubicBezTo>
                <a:cubicBezTo>
                  <a:pt x="19" y="374"/>
                  <a:pt x="28" y="334"/>
                  <a:pt x="37" y="300"/>
                </a:cubicBezTo>
                <a:cubicBezTo>
                  <a:pt x="48" y="266"/>
                  <a:pt x="62" y="232"/>
                  <a:pt x="81" y="199"/>
                </a:cubicBezTo>
                <a:cubicBezTo>
                  <a:pt x="99" y="166"/>
                  <a:pt x="113" y="140"/>
                  <a:pt x="124" y="122"/>
                </a:cubicBezTo>
                <a:cubicBezTo>
                  <a:pt x="134" y="104"/>
                  <a:pt x="150" y="84"/>
                  <a:pt x="172" y="63"/>
                </a:cubicBezTo>
                <a:cubicBezTo>
                  <a:pt x="193" y="42"/>
                  <a:pt x="205" y="29"/>
                  <a:pt x="209" y="24"/>
                </a:cubicBezTo>
                <a:cubicBezTo>
                  <a:pt x="213" y="20"/>
                  <a:pt x="223" y="12"/>
                  <a:pt x="238" y="0"/>
                </a:cubicBezTo>
                <a:lnTo>
                  <a:pt x="253" y="0"/>
                </a:lnTo>
                <a:lnTo>
                  <a:pt x="257" y="0"/>
                </a:lnTo>
                <a:cubicBezTo>
                  <a:pt x="268" y="0"/>
                  <a:pt x="273" y="4"/>
                  <a:pt x="273" y="11"/>
                </a:cubicBezTo>
                <a:cubicBezTo>
                  <a:pt x="273" y="13"/>
                  <a:pt x="267" y="21"/>
                  <a:pt x="254" y="35"/>
                </a:cubicBezTo>
                <a:cubicBezTo>
                  <a:pt x="241" y="48"/>
                  <a:pt x="225" y="68"/>
                  <a:pt x="207" y="95"/>
                </a:cubicBezTo>
                <a:cubicBezTo>
                  <a:pt x="189" y="121"/>
                  <a:pt x="170" y="154"/>
                  <a:pt x="151" y="194"/>
                </a:cubicBezTo>
                <a:cubicBezTo>
                  <a:pt x="132" y="232"/>
                  <a:pt x="116" y="285"/>
                  <a:pt x="103" y="351"/>
                </a:cubicBezTo>
                <a:cubicBezTo>
                  <a:pt x="90" y="417"/>
                  <a:pt x="84" y="490"/>
                  <a:pt x="84" y="571"/>
                </a:cubicBezTo>
                <a:cubicBezTo>
                  <a:pt x="84" y="651"/>
                  <a:pt x="90" y="724"/>
                  <a:pt x="103" y="789"/>
                </a:cubicBezTo>
                <a:cubicBezTo>
                  <a:pt x="116" y="854"/>
                  <a:pt x="132" y="907"/>
                  <a:pt x="150" y="947"/>
                </a:cubicBezTo>
                <a:cubicBezTo>
                  <a:pt x="168" y="988"/>
                  <a:pt x="187" y="1020"/>
                  <a:pt x="206" y="1045"/>
                </a:cubicBezTo>
                <a:cubicBezTo>
                  <a:pt x="225" y="1070"/>
                  <a:pt x="241" y="1091"/>
                  <a:pt x="254" y="1106"/>
                </a:cubicBezTo>
                <a:cubicBezTo>
                  <a:pt x="267" y="1121"/>
                  <a:pt x="273" y="1129"/>
                  <a:pt x="273" y="1130"/>
                </a:cubicBezTo>
                <a:cubicBezTo>
                  <a:pt x="273" y="1136"/>
                  <a:pt x="267" y="1140"/>
                  <a:pt x="256" y="1140"/>
                </a:cubicBezTo>
                <a:lnTo>
                  <a:pt x="253" y="1140"/>
                </a:lnTo>
                <a:lnTo>
                  <a:pt x="238" y="1140"/>
                </a:lnTo>
                <a:lnTo>
                  <a:pt x="206" y="1113"/>
                </a:lnTo>
                <a:cubicBezTo>
                  <a:pt x="134" y="1048"/>
                  <a:pt x="83" y="968"/>
                  <a:pt x="50" y="871"/>
                </a:cubicBezTo>
                <a:cubicBezTo>
                  <a:pt x="16" y="775"/>
                  <a:pt x="0" y="675"/>
                  <a:pt x="0" y="571"/>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101" name=""/>
          <p:cNvSpPr/>
          <p:nvPr/>
        </p:nvSpPr>
        <p:spPr>
          <a:xfrm>
            <a:off x="3102120" y="1907280"/>
            <a:ext cx="231840" cy="182160"/>
          </a:xfrm>
          <a:custGeom>
            <a:avLst/>
            <a:gdLst/>
            <a:ahLst/>
            <a:rect l="0" t="0" r="r" b="b"/>
            <a:pathLst>
              <a:path w="644" h="506">
                <a:moveTo>
                  <a:pt x="235" y="506"/>
                </a:moveTo>
                <a:cubicBezTo>
                  <a:pt x="224" y="504"/>
                  <a:pt x="184" y="503"/>
                  <a:pt x="115" y="503"/>
                </a:cubicBezTo>
                <a:cubicBezTo>
                  <a:pt x="52" y="503"/>
                  <a:pt x="17" y="504"/>
                  <a:pt x="8" y="506"/>
                </a:cubicBezTo>
                <a:lnTo>
                  <a:pt x="0" y="506"/>
                </a:lnTo>
                <a:lnTo>
                  <a:pt x="0" y="436"/>
                </a:lnTo>
                <a:lnTo>
                  <a:pt x="110" y="436"/>
                </a:lnTo>
                <a:lnTo>
                  <a:pt x="256" y="264"/>
                </a:lnTo>
                <a:lnTo>
                  <a:pt x="101" y="71"/>
                </a:lnTo>
                <a:lnTo>
                  <a:pt x="5" y="71"/>
                </a:lnTo>
                <a:lnTo>
                  <a:pt x="5" y="0"/>
                </a:lnTo>
                <a:lnTo>
                  <a:pt x="14" y="0"/>
                </a:lnTo>
                <a:cubicBezTo>
                  <a:pt x="26" y="2"/>
                  <a:pt x="68" y="3"/>
                  <a:pt x="140" y="3"/>
                </a:cubicBezTo>
                <a:cubicBezTo>
                  <a:pt x="218" y="3"/>
                  <a:pt x="265" y="2"/>
                  <a:pt x="278" y="0"/>
                </a:cubicBezTo>
                <a:lnTo>
                  <a:pt x="289" y="0"/>
                </a:lnTo>
                <a:lnTo>
                  <a:pt x="289" y="71"/>
                </a:lnTo>
                <a:lnTo>
                  <a:pt x="257" y="71"/>
                </a:lnTo>
                <a:lnTo>
                  <a:pt x="297" y="120"/>
                </a:lnTo>
                <a:cubicBezTo>
                  <a:pt x="322" y="152"/>
                  <a:pt x="336" y="168"/>
                  <a:pt x="337" y="168"/>
                </a:cubicBezTo>
                <a:cubicBezTo>
                  <a:pt x="340" y="168"/>
                  <a:pt x="354" y="151"/>
                  <a:pt x="380" y="118"/>
                </a:cubicBezTo>
                <a:lnTo>
                  <a:pt x="420" y="71"/>
                </a:lnTo>
                <a:lnTo>
                  <a:pt x="378" y="71"/>
                </a:lnTo>
                <a:lnTo>
                  <a:pt x="378" y="0"/>
                </a:lnTo>
                <a:lnTo>
                  <a:pt x="387" y="0"/>
                </a:lnTo>
                <a:cubicBezTo>
                  <a:pt x="398" y="2"/>
                  <a:pt x="438" y="3"/>
                  <a:pt x="507" y="3"/>
                </a:cubicBezTo>
                <a:cubicBezTo>
                  <a:pt x="569" y="3"/>
                  <a:pt x="604" y="2"/>
                  <a:pt x="613" y="0"/>
                </a:cubicBezTo>
                <a:lnTo>
                  <a:pt x="621" y="0"/>
                </a:lnTo>
                <a:lnTo>
                  <a:pt x="621" y="71"/>
                </a:lnTo>
                <a:lnTo>
                  <a:pt x="513" y="71"/>
                </a:lnTo>
                <a:lnTo>
                  <a:pt x="381" y="226"/>
                </a:lnTo>
                <a:lnTo>
                  <a:pt x="551" y="435"/>
                </a:lnTo>
                <a:lnTo>
                  <a:pt x="597" y="436"/>
                </a:lnTo>
                <a:lnTo>
                  <a:pt x="644" y="436"/>
                </a:lnTo>
                <a:lnTo>
                  <a:pt x="644" y="506"/>
                </a:lnTo>
                <a:lnTo>
                  <a:pt x="635" y="506"/>
                </a:lnTo>
                <a:cubicBezTo>
                  <a:pt x="623" y="504"/>
                  <a:pt x="582" y="503"/>
                  <a:pt x="511" y="503"/>
                </a:cubicBezTo>
                <a:cubicBezTo>
                  <a:pt x="432" y="503"/>
                  <a:pt x="385" y="504"/>
                  <a:pt x="372" y="506"/>
                </a:cubicBezTo>
                <a:lnTo>
                  <a:pt x="362" y="506"/>
                </a:lnTo>
                <a:lnTo>
                  <a:pt x="362" y="436"/>
                </a:lnTo>
                <a:lnTo>
                  <a:pt x="393" y="436"/>
                </a:lnTo>
                <a:cubicBezTo>
                  <a:pt x="393" y="435"/>
                  <a:pt x="378" y="416"/>
                  <a:pt x="348" y="379"/>
                </a:cubicBezTo>
                <a:cubicBezTo>
                  <a:pt x="318" y="342"/>
                  <a:pt x="302" y="322"/>
                  <a:pt x="301" y="321"/>
                </a:cubicBezTo>
                <a:lnTo>
                  <a:pt x="202" y="435"/>
                </a:lnTo>
                <a:lnTo>
                  <a:pt x="224" y="436"/>
                </a:lnTo>
                <a:lnTo>
                  <a:pt x="244" y="436"/>
                </a:lnTo>
                <a:lnTo>
                  <a:pt x="244" y="506"/>
                </a:lnTo>
                <a:lnTo>
                  <a:pt x="235" y="506"/>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102" name=""/>
          <p:cNvSpPr/>
          <p:nvPr/>
        </p:nvSpPr>
        <p:spPr>
          <a:xfrm>
            <a:off x="3361320" y="1969200"/>
            <a:ext cx="90360" cy="185040"/>
          </a:xfrm>
          <a:custGeom>
            <a:avLst/>
            <a:gdLst/>
            <a:ahLst/>
            <a:rect l="0" t="0" r="r" b="b"/>
            <a:pathLst>
              <a:path w="251" h="514">
                <a:moveTo>
                  <a:pt x="5" y="194"/>
                </a:moveTo>
                <a:cubicBezTo>
                  <a:pt x="2" y="190"/>
                  <a:pt x="0" y="188"/>
                  <a:pt x="0" y="186"/>
                </a:cubicBezTo>
                <a:cubicBezTo>
                  <a:pt x="0" y="184"/>
                  <a:pt x="0" y="180"/>
                  <a:pt x="2" y="173"/>
                </a:cubicBezTo>
                <a:cubicBezTo>
                  <a:pt x="4" y="167"/>
                  <a:pt x="5" y="163"/>
                  <a:pt x="6" y="162"/>
                </a:cubicBezTo>
                <a:cubicBezTo>
                  <a:pt x="7" y="159"/>
                  <a:pt x="10" y="158"/>
                  <a:pt x="13" y="158"/>
                </a:cubicBezTo>
                <a:cubicBezTo>
                  <a:pt x="17" y="158"/>
                  <a:pt x="31" y="158"/>
                  <a:pt x="55" y="157"/>
                </a:cubicBezTo>
                <a:lnTo>
                  <a:pt x="98" y="157"/>
                </a:lnTo>
                <a:lnTo>
                  <a:pt x="113" y="93"/>
                </a:lnTo>
                <a:cubicBezTo>
                  <a:pt x="115" y="87"/>
                  <a:pt x="117" y="79"/>
                  <a:pt x="119" y="69"/>
                </a:cubicBezTo>
                <a:cubicBezTo>
                  <a:pt x="121" y="60"/>
                  <a:pt x="123" y="53"/>
                  <a:pt x="125" y="48"/>
                </a:cubicBezTo>
                <a:cubicBezTo>
                  <a:pt x="126" y="44"/>
                  <a:pt x="128" y="39"/>
                  <a:pt x="129" y="32"/>
                </a:cubicBezTo>
                <a:cubicBezTo>
                  <a:pt x="131" y="26"/>
                  <a:pt x="133" y="21"/>
                  <a:pt x="136" y="19"/>
                </a:cubicBezTo>
                <a:cubicBezTo>
                  <a:pt x="139" y="16"/>
                  <a:pt x="141" y="13"/>
                  <a:pt x="144" y="9"/>
                </a:cubicBezTo>
                <a:cubicBezTo>
                  <a:pt x="147" y="5"/>
                  <a:pt x="150" y="3"/>
                  <a:pt x="155" y="2"/>
                </a:cubicBezTo>
                <a:cubicBezTo>
                  <a:pt x="160" y="1"/>
                  <a:pt x="165" y="0"/>
                  <a:pt x="170" y="0"/>
                </a:cubicBezTo>
                <a:cubicBezTo>
                  <a:pt x="179" y="1"/>
                  <a:pt x="186" y="4"/>
                  <a:pt x="190" y="9"/>
                </a:cubicBezTo>
                <a:cubicBezTo>
                  <a:pt x="194" y="14"/>
                  <a:pt x="195" y="19"/>
                  <a:pt x="195" y="24"/>
                </a:cubicBezTo>
                <a:cubicBezTo>
                  <a:pt x="195" y="28"/>
                  <a:pt x="193" y="41"/>
                  <a:pt x="188" y="62"/>
                </a:cubicBezTo>
                <a:cubicBezTo>
                  <a:pt x="183" y="84"/>
                  <a:pt x="178" y="105"/>
                  <a:pt x="172" y="126"/>
                </a:cubicBezTo>
                <a:lnTo>
                  <a:pt x="164" y="155"/>
                </a:lnTo>
                <a:cubicBezTo>
                  <a:pt x="164" y="157"/>
                  <a:pt x="177" y="157"/>
                  <a:pt x="204" y="157"/>
                </a:cubicBezTo>
                <a:lnTo>
                  <a:pt x="245" y="157"/>
                </a:lnTo>
                <a:cubicBezTo>
                  <a:pt x="249" y="161"/>
                  <a:pt x="251" y="164"/>
                  <a:pt x="251" y="166"/>
                </a:cubicBezTo>
                <a:cubicBezTo>
                  <a:pt x="251" y="178"/>
                  <a:pt x="248" y="187"/>
                  <a:pt x="241" y="194"/>
                </a:cubicBezTo>
                <a:lnTo>
                  <a:pt x="154" y="194"/>
                </a:lnTo>
                <a:lnTo>
                  <a:pt x="125" y="311"/>
                </a:lnTo>
                <a:cubicBezTo>
                  <a:pt x="105" y="397"/>
                  <a:pt x="94" y="444"/>
                  <a:pt x="94" y="450"/>
                </a:cubicBezTo>
                <a:cubicBezTo>
                  <a:pt x="94" y="473"/>
                  <a:pt x="101" y="484"/>
                  <a:pt x="116" y="484"/>
                </a:cubicBezTo>
                <a:cubicBezTo>
                  <a:pt x="135" y="484"/>
                  <a:pt x="153" y="475"/>
                  <a:pt x="171" y="457"/>
                </a:cubicBezTo>
                <a:cubicBezTo>
                  <a:pt x="188" y="438"/>
                  <a:pt x="202" y="415"/>
                  <a:pt x="213" y="388"/>
                </a:cubicBezTo>
                <a:cubicBezTo>
                  <a:pt x="214" y="385"/>
                  <a:pt x="216" y="383"/>
                  <a:pt x="217" y="382"/>
                </a:cubicBezTo>
                <a:cubicBezTo>
                  <a:pt x="219" y="382"/>
                  <a:pt x="223" y="381"/>
                  <a:pt x="229" y="381"/>
                </a:cubicBezTo>
                <a:lnTo>
                  <a:pt x="232" y="381"/>
                </a:lnTo>
                <a:cubicBezTo>
                  <a:pt x="241" y="381"/>
                  <a:pt x="245" y="383"/>
                  <a:pt x="245" y="387"/>
                </a:cubicBezTo>
                <a:cubicBezTo>
                  <a:pt x="245" y="389"/>
                  <a:pt x="244" y="392"/>
                  <a:pt x="242" y="397"/>
                </a:cubicBezTo>
                <a:cubicBezTo>
                  <a:pt x="239" y="406"/>
                  <a:pt x="235" y="416"/>
                  <a:pt x="228" y="429"/>
                </a:cubicBezTo>
                <a:cubicBezTo>
                  <a:pt x="221" y="440"/>
                  <a:pt x="212" y="453"/>
                  <a:pt x="200" y="466"/>
                </a:cubicBezTo>
                <a:cubicBezTo>
                  <a:pt x="189" y="480"/>
                  <a:pt x="175" y="491"/>
                  <a:pt x="159" y="500"/>
                </a:cubicBezTo>
                <a:cubicBezTo>
                  <a:pt x="143" y="509"/>
                  <a:pt x="127" y="514"/>
                  <a:pt x="110" y="514"/>
                </a:cubicBezTo>
                <a:cubicBezTo>
                  <a:pt x="94" y="514"/>
                  <a:pt x="79" y="510"/>
                  <a:pt x="64" y="502"/>
                </a:cubicBezTo>
                <a:cubicBezTo>
                  <a:pt x="50" y="494"/>
                  <a:pt x="39" y="480"/>
                  <a:pt x="32" y="460"/>
                </a:cubicBezTo>
                <a:cubicBezTo>
                  <a:pt x="31" y="456"/>
                  <a:pt x="30" y="448"/>
                  <a:pt x="30" y="438"/>
                </a:cubicBezTo>
                <a:lnTo>
                  <a:pt x="30" y="424"/>
                </a:lnTo>
                <a:lnTo>
                  <a:pt x="59" y="310"/>
                </a:lnTo>
                <a:cubicBezTo>
                  <a:pt x="78" y="234"/>
                  <a:pt x="88" y="196"/>
                  <a:pt x="88" y="196"/>
                </a:cubicBezTo>
                <a:cubicBezTo>
                  <a:pt x="88" y="195"/>
                  <a:pt x="75" y="194"/>
                  <a:pt x="47" y="194"/>
                </a:cubicBezTo>
                <a:lnTo>
                  <a:pt x="5" y="194"/>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103" name=""/>
          <p:cNvSpPr/>
          <p:nvPr/>
        </p:nvSpPr>
        <p:spPr>
          <a:xfrm>
            <a:off x="3529440" y="1782000"/>
            <a:ext cx="16920" cy="409680"/>
          </a:xfrm>
          <a:custGeom>
            <a:avLst/>
            <a:gdLst/>
            <a:ahLst/>
            <a:rect l="0" t="0" r="r" b="b"/>
            <a:pathLst>
              <a:path w="47" h="1138">
                <a:moveTo>
                  <a:pt x="23" y="1138"/>
                </a:moveTo>
                <a:lnTo>
                  <a:pt x="21" y="1138"/>
                </a:lnTo>
                <a:cubicBezTo>
                  <a:pt x="12" y="1138"/>
                  <a:pt x="5" y="1133"/>
                  <a:pt x="0" y="1122"/>
                </a:cubicBezTo>
                <a:lnTo>
                  <a:pt x="0" y="569"/>
                </a:lnTo>
                <a:lnTo>
                  <a:pt x="2" y="15"/>
                </a:lnTo>
                <a:cubicBezTo>
                  <a:pt x="9" y="5"/>
                  <a:pt x="16" y="0"/>
                  <a:pt x="23" y="0"/>
                </a:cubicBezTo>
                <a:cubicBezTo>
                  <a:pt x="34" y="0"/>
                  <a:pt x="42" y="6"/>
                  <a:pt x="47" y="17"/>
                </a:cubicBezTo>
                <a:lnTo>
                  <a:pt x="47" y="1122"/>
                </a:lnTo>
                <a:cubicBezTo>
                  <a:pt x="41" y="1133"/>
                  <a:pt x="34" y="1138"/>
                  <a:pt x="25" y="1138"/>
                </a:cubicBezTo>
                <a:lnTo>
                  <a:pt x="23" y="1138"/>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104" name=""/>
          <p:cNvSpPr/>
          <p:nvPr/>
        </p:nvSpPr>
        <p:spPr>
          <a:xfrm>
            <a:off x="3603240" y="1907280"/>
            <a:ext cx="232200" cy="182160"/>
          </a:xfrm>
          <a:custGeom>
            <a:avLst/>
            <a:gdLst/>
            <a:ahLst/>
            <a:rect l="0" t="0" r="r" b="b"/>
            <a:pathLst>
              <a:path w="645" h="506">
                <a:moveTo>
                  <a:pt x="235" y="506"/>
                </a:moveTo>
                <a:cubicBezTo>
                  <a:pt x="223" y="504"/>
                  <a:pt x="183" y="503"/>
                  <a:pt x="114" y="503"/>
                </a:cubicBezTo>
                <a:cubicBezTo>
                  <a:pt x="53" y="503"/>
                  <a:pt x="17" y="504"/>
                  <a:pt x="8" y="506"/>
                </a:cubicBezTo>
                <a:lnTo>
                  <a:pt x="0" y="506"/>
                </a:lnTo>
                <a:lnTo>
                  <a:pt x="0" y="436"/>
                </a:lnTo>
                <a:lnTo>
                  <a:pt x="110" y="436"/>
                </a:lnTo>
                <a:lnTo>
                  <a:pt x="255" y="264"/>
                </a:lnTo>
                <a:lnTo>
                  <a:pt x="101" y="71"/>
                </a:lnTo>
                <a:lnTo>
                  <a:pt x="6" y="71"/>
                </a:lnTo>
                <a:lnTo>
                  <a:pt x="6" y="0"/>
                </a:lnTo>
                <a:lnTo>
                  <a:pt x="15" y="0"/>
                </a:lnTo>
                <a:cubicBezTo>
                  <a:pt x="27" y="2"/>
                  <a:pt x="68" y="3"/>
                  <a:pt x="139" y="3"/>
                </a:cubicBezTo>
                <a:cubicBezTo>
                  <a:pt x="218" y="3"/>
                  <a:pt x="264" y="2"/>
                  <a:pt x="278" y="0"/>
                </a:cubicBezTo>
                <a:lnTo>
                  <a:pt x="288" y="0"/>
                </a:lnTo>
                <a:lnTo>
                  <a:pt x="288" y="71"/>
                </a:lnTo>
                <a:lnTo>
                  <a:pt x="257" y="71"/>
                </a:lnTo>
                <a:lnTo>
                  <a:pt x="296" y="120"/>
                </a:lnTo>
                <a:cubicBezTo>
                  <a:pt x="322" y="152"/>
                  <a:pt x="335" y="168"/>
                  <a:pt x="336" y="168"/>
                </a:cubicBezTo>
                <a:cubicBezTo>
                  <a:pt x="339" y="168"/>
                  <a:pt x="354" y="151"/>
                  <a:pt x="379" y="118"/>
                </a:cubicBezTo>
                <a:lnTo>
                  <a:pt x="419" y="71"/>
                </a:lnTo>
                <a:lnTo>
                  <a:pt x="377" y="71"/>
                </a:lnTo>
                <a:lnTo>
                  <a:pt x="377" y="0"/>
                </a:lnTo>
                <a:lnTo>
                  <a:pt x="386" y="0"/>
                </a:lnTo>
                <a:cubicBezTo>
                  <a:pt x="398" y="2"/>
                  <a:pt x="438" y="3"/>
                  <a:pt x="507" y="3"/>
                </a:cubicBezTo>
                <a:cubicBezTo>
                  <a:pt x="568" y="3"/>
                  <a:pt x="605" y="2"/>
                  <a:pt x="614" y="0"/>
                </a:cubicBezTo>
                <a:lnTo>
                  <a:pt x="622" y="0"/>
                </a:lnTo>
                <a:lnTo>
                  <a:pt x="622" y="71"/>
                </a:lnTo>
                <a:lnTo>
                  <a:pt x="513" y="71"/>
                </a:lnTo>
                <a:lnTo>
                  <a:pt x="381" y="226"/>
                </a:lnTo>
                <a:lnTo>
                  <a:pt x="550" y="435"/>
                </a:lnTo>
                <a:lnTo>
                  <a:pt x="597" y="436"/>
                </a:lnTo>
                <a:lnTo>
                  <a:pt x="645" y="436"/>
                </a:lnTo>
                <a:lnTo>
                  <a:pt x="645" y="506"/>
                </a:lnTo>
                <a:lnTo>
                  <a:pt x="635" y="506"/>
                </a:lnTo>
                <a:cubicBezTo>
                  <a:pt x="624" y="504"/>
                  <a:pt x="582" y="503"/>
                  <a:pt x="510" y="503"/>
                </a:cubicBezTo>
                <a:cubicBezTo>
                  <a:pt x="431" y="503"/>
                  <a:pt x="385" y="504"/>
                  <a:pt x="371" y="506"/>
                </a:cubicBezTo>
                <a:lnTo>
                  <a:pt x="361" y="506"/>
                </a:lnTo>
                <a:lnTo>
                  <a:pt x="361" y="436"/>
                </a:lnTo>
                <a:lnTo>
                  <a:pt x="393" y="436"/>
                </a:lnTo>
                <a:cubicBezTo>
                  <a:pt x="393" y="435"/>
                  <a:pt x="378" y="416"/>
                  <a:pt x="348" y="379"/>
                </a:cubicBezTo>
                <a:cubicBezTo>
                  <a:pt x="317" y="342"/>
                  <a:pt x="302" y="322"/>
                  <a:pt x="301" y="321"/>
                </a:cubicBezTo>
                <a:lnTo>
                  <a:pt x="202" y="435"/>
                </a:lnTo>
                <a:lnTo>
                  <a:pt x="223" y="436"/>
                </a:lnTo>
                <a:lnTo>
                  <a:pt x="244" y="436"/>
                </a:lnTo>
                <a:lnTo>
                  <a:pt x="244" y="506"/>
                </a:lnTo>
                <a:lnTo>
                  <a:pt x="235" y="506"/>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105" name=""/>
          <p:cNvSpPr/>
          <p:nvPr/>
        </p:nvSpPr>
        <p:spPr>
          <a:xfrm>
            <a:off x="3862440" y="1969200"/>
            <a:ext cx="90720" cy="185040"/>
          </a:xfrm>
          <a:custGeom>
            <a:avLst/>
            <a:gdLst/>
            <a:ahLst/>
            <a:rect l="0" t="0" r="r" b="b"/>
            <a:pathLst>
              <a:path w="252" h="514">
                <a:moveTo>
                  <a:pt x="6" y="194"/>
                </a:moveTo>
                <a:cubicBezTo>
                  <a:pt x="2" y="190"/>
                  <a:pt x="0" y="188"/>
                  <a:pt x="0" y="186"/>
                </a:cubicBezTo>
                <a:cubicBezTo>
                  <a:pt x="0" y="184"/>
                  <a:pt x="1" y="180"/>
                  <a:pt x="3" y="173"/>
                </a:cubicBezTo>
                <a:cubicBezTo>
                  <a:pt x="4" y="167"/>
                  <a:pt x="6" y="163"/>
                  <a:pt x="7" y="162"/>
                </a:cubicBezTo>
                <a:cubicBezTo>
                  <a:pt x="8" y="159"/>
                  <a:pt x="10" y="158"/>
                  <a:pt x="14" y="158"/>
                </a:cubicBezTo>
                <a:cubicBezTo>
                  <a:pt x="18" y="158"/>
                  <a:pt x="31" y="158"/>
                  <a:pt x="55" y="157"/>
                </a:cubicBezTo>
                <a:lnTo>
                  <a:pt x="98" y="157"/>
                </a:lnTo>
                <a:lnTo>
                  <a:pt x="113" y="93"/>
                </a:lnTo>
                <a:cubicBezTo>
                  <a:pt x="115" y="87"/>
                  <a:pt x="117" y="79"/>
                  <a:pt x="119" y="69"/>
                </a:cubicBezTo>
                <a:cubicBezTo>
                  <a:pt x="121" y="60"/>
                  <a:pt x="123" y="53"/>
                  <a:pt x="124" y="48"/>
                </a:cubicBezTo>
                <a:cubicBezTo>
                  <a:pt x="126" y="44"/>
                  <a:pt x="128" y="39"/>
                  <a:pt x="129" y="32"/>
                </a:cubicBezTo>
                <a:cubicBezTo>
                  <a:pt x="131" y="26"/>
                  <a:pt x="133" y="21"/>
                  <a:pt x="136" y="19"/>
                </a:cubicBezTo>
                <a:cubicBezTo>
                  <a:pt x="138" y="16"/>
                  <a:pt x="141" y="13"/>
                  <a:pt x="144" y="9"/>
                </a:cubicBezTo>
                <a:cubicBezTo>
                  <a:pt x="147" y="5"/>
                  <a:pt x="151" y="3"/>
                  <a:pt x="156" y="2"/>
                </a:cubicBezTo>
                <a:cubicBezTo>
                  <a:pt x="161" y="1"/>
                  <a:pt x="166" y="0"/>
                  <a:pt x="170" y="0"/>
                </a:cubicBezTo>
                <a:cubicBezTo>
                  <a:pt x="180" y="1"/>
                  <a:pt x="187" y="4"/>
                  <a:pt x="190" y="9"/>
                </a:cubicBezTo>
                <a:cubicBezTo>
                  <a:pt x="194" y="14"/>
                  <a:pt x="196" y="19"/>
                  <a:pt x="196" y="24"/>
                </a:cubicBezTo>
                <a:cubicBezTo>
                  <a:pt x="196" y="28"/>
                  <a:pt x="194" y="41"/>
                  <a:pt x="189" y="62"/>
                </a:cubicBezTo>
                <a:cubicBezTo>
                  <a:pt x="184" y="84"/>
                  <a:pt x="179" y="105"/>
                  <a:pt x="173" y="126"/>
                </a:cubicBezTo>
                <a:lnTo>
                  <a:pt x="165" y="155"/>
                </a:lnTo>
                <a:cubicBezTo>
                  <a:pt x="165" y="157"/>
                  <a:pt x="178" y="157"/>
                  <a:pt x="205" y="157"/>
                </a:cubicBezTo>
                <a:lnTo>
                  <a:pt x="246" y="157"/>
                </a:lnTo>
                <a:cubicBezTo>
                  <a:pt x="250" y="161"/>
                  <a:pt x="252" y="164"/>
                  <a:pt x="252" y="166"/>
                </a:cubicBezTo>
                <a:cubicBezTo>
                  <a:pt x="252" y="178"/>
                  <a:pt x="248" y="187"/>
                  <a:pt x="241" y="194"/>
                </a:cubicBezTo>
                <a:lnTo>
                  <a:pt x="155" y="194"/>
                </a:lnTo>
                <a:lnTo>
                  <a:pt x="125" y="311"/>
                </a:lnTo>
                <a:cubicBezTo>
                  <a:pt x="104" y="397"/>
                  <a:pt x="94" y="444"/>
                  <a:pt x="94" y="450"/>
                </a:cubicBezTo>
                <a:cubicBezTo>
                  <a:pt x="94" y="473"/>
                  <a:pt x="101" y="484"/>
                  <a:pt x="115" y="484"/>
                </a:cubicBezTo>
                <a:cubicBezTo>
                  <a:pt x="134" y="484"/>
                  <a:pt x="153" y="475"/>
                  <a:pt x="171" y="457"/>
                </a:cubicBezTo>
                <a:cubicBezTo>
                  <a:pt x="189" y="438"/>
                  <a:pt x="203" y="415"/>
                  <a:pt x="214" y="388"/>
                </a:cubicBezTo>
                <a:cubicBezTo>
                  <a:pt x="215" y="385"/>
                  <a:pt x="216" y="383"/>
                  <a:pt x="218" y="382"/>
                </a:cubicBezTo>
                <a:cubicBezTo>
                  <a:pt x="219" y="382"/>
                  <a:pt x="223" y="381"/>
                  <a:pt x="230" y="381"/>
                </a:cubicBezTo>
                <a:lnTo>
                  <a:pt x="233" y="381"/>
                </a:lnTo>
                <a:cubicBezTo>
                  <a:pt x="241" y="381"/>
                  <a:pt x="245" y="383"/>
                  <a:pt x="245" y="387"/>
                </a:cubicBezTo>
                <a:cubicBezTo>
                  <a:pt x="245" y="389"/>
                  <a:pt x="244" y="392"/>
                  <a:pt x="243" y="397"/>
                </a:cubicBezTo>
                <a:cubicBezTo>
                  <a:pt x="240" y="406"/>
                  <a:pt x="235" y="416"/>
                  <a:pt x="228" y="429"/>
                </a:cubicBezTo>
                <a:cubicBezTo>
                  <a:pt x="221" y="440"/>
                  <a:pt x="212" y="453"/>
                  <a:pt x="201" y="466"/>
                </a:cubicBezTo>
                <a:cubicBezTo>
                  <a:pt x="190" y="480"/>
                  <a:pt x="176" y="491"/>
                  <a:pt x="160" y="500"/>
                </a:cubicBezTo>
                <a:cubicBezTo>
                  <a:pt x="143" y="509"/>
                  <a:pt x="126" y="514"/>
                  <a:pt x="110" y="514"/>
                </a:cubicBezTo>
                <a:cubicBezTo>
                  <a:pt x="94" y="514"/>
                  <a:pt x="78" y="510"/>
                  <a:pt x="64" y="502"/>
                </a:cubicBezTo>
                <a:cubicBezTo>
                  <a:pt x="49" y="494"/>
                  <a:pt x="39" y="480"/>
                  <a:pt x="33" y="460"/>
                </a:cubicBezTo>
                <a:cubicBezTo>
                  <a:pt x="31" y="456"/>
                  <a:pt x="31" y="448"/>
                  <a:pt x="31" y="438"/>
                </a:cubicBezTo>
                <a:lnTo>
                  <a:pt x="31" y="424"/>
                </a:lnTo>
                <a:lnTo>
                  <a:pt x="59" y="310"/>
                </a:lnTo>
                <a:cubicBezTo>
                  <a:pt x="78" y="234"/>
                  <a:pt x="88" y="196"/>
                  <a:pt x="88" y="196"/>
                </a:cubicBezTo>
                <a:cubicBezTo>
                  <a:pt x="88" y="195"/>
                  <a:pt x="74" y="194"/>
                  <a:pt x="47" y="194"/>
                </a:cubicBezTo>
                <a:lnTo>
                  <a:pt x="6" y="194"/>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106" name=""/>
          <p:cNvSpPr/>
          <p:nvPr/>
        </p:nvSpPr>
        <p:spPr>
          <a:xfrm>
            <a:off x="3985920" y="2072520"/>
            <a:ext cx="177120" cy="11880"/>
          </a:xfrm>
          <a:custGeom>
            <a:avLst/>
            <a:gdLst/>
            <a:ahLst/>
            <a:rect l="0" t="0" r="r" b="b"/>
            <a:pathLst>
              <a:path w="492" h="33">
                <a:moveTo>
                  <a:pt x="12" y="0"/>
                </a:moveTo>
                <a:lnTo>
                  <a:pt x="480" y="0"/>
                </a:lnTo>
                <a:cubicBezTo>
                  <a:pt x="488" y="4"/>
                  <a:pt x="492" y="9"/>
                  <a:pt x="492" y="16"/>
                </a:cubicBezTo>
                <a:cubicBezTo>
                  <a:pt x="492" y="23"/>
                  <a:pt x="488" y="29"/>
                  <a:pt x="480" y="33"/>
                </a:cubicBezTo>
                <a:lnTo>
                  <a:pt x="12" y="33"/>
                </a:lnTo>
                <a:cubicBezTo>
                  <a:pt x="4" y="29"/>
                  <a:pt x="0" y="24"/>
                  <a:pt x="0" y="16"/>
                </a:cubicBezTo>
                <a:cubicBezTo>
                  <a:pt x="0" y="9"/>
                  <a:pt x="4" y="3"/>
                  <a:pt x="12" y="0"/>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107" name=""/>
          <p:cNvSpPr/>
          <p:nvPr/>
        </p:nvSpPr>
        <p:spPr>
          <a:xfrm>
            <a:off x="4211280" y="1957680"/>
            <a:ext cx="100080" cy="193320"/>
          </a:xfrm>
          <a:custGeom>
            <a:avLst/>
            <a:gdLst/>
            <a:ahLst/>
            <a:rect l="0" t="0" r="r" b="b"/>
            <a:pathLst>
              <a:path w="278" h="537">
                <a:moveTo>
                  <a:pt x="105" y="71"/>
                </a:moveTo>
                <a:lnTo>
                  <a:pt x="95" y="75"/>
                </a:lnTo>
                <a:cubicBezTo>
                  <a:pt x="87" y="77"/>
                  <a:pt x="77" y="80"/>
                  <a:pt x="63" y="83"/>
                </a:cubicBezTo>
                <a:cubicBezTo>
                  <a:pt x="49" y="86"/>
                  <a:pt x="33" y="87"/>
                  <a:pt x="15" y="88"/>
                </a:cubicBezTo>
                <a:lnTo>
                  <a:pt x="0" y="88"/>
                </a:lnTo>
                <a:lnTo>
                  <a:pt x="0" y="51"/>
                </a:lnTo>
                <a:lnTo>
                  <a:pt x="15" y="51"/>
                </a:lnTo>
                <a:cubicBezTo>
                  <a:pt x="41" y="50"/>
                  <a:pt x="64" y="46"/>
                  <a:pt x="86" y="39"/>
                </a:cubicBezTo>
                <a:cubicBezTo>
                  <a:pt x="107" y="32"/>
                  <a:pt x="122" y="26"/>
                  <a:pt x="131" y="20"/>
                </a:cubicBezTo>
                <a:cubicBezTo>
                  <a:pt x="140" y="14"/>
                  <a:pt x="147" y="8"/>
                  <a:pt x="154" y="2"/>
                </a:cubicBezTo>
                <a:cubicBezTo>
                  <a:pt x="155" y="1"/>
                  <a:pt x="158" y="0"/>
                  <a:pt x="163" y="0"/>
                </a:cubicBezTo>
                <a:cubicBezTo>
                  <a:pt x="168" y="0"/>
                  <a:pt x="173" y="2"/>
                  <a:pt x="177" y="5"/>
                </a:cubicBezTo>
                <a:lnTo>
                  <a:pt x="177" y="246"/>
                </a:lnTo>
                <a:lnTo>
                  <a:pt x="178" y="488"/>
                </a:lnTo>
                <a:cubicBezTo>
                  <a:pt x="181" y="492"/>
                  <a:pt x="185" y="494"/>
                  <a:pt x="187" y="495"/>
                </a:cubicBezTo>
                <a:cubicBezTo>
                  <a:pt x="190" y="496"/>
                  <a:pt x="196" y="497"/>
                  <a:pt x="207" y="498"/>
                </a:cubicBezTo>
                <a:cubicBezTo>
                  <a:pt x="217" y="499"/>
                  <a:pt x="234" y="500"/>
                  <a:pt x="257" y="500"/>
                </a:cubicBezTo>
                <a:lnTo>
                  <a:pt x="278" y="500"/>
                </a:lnTo>
                <a:lnTo>
                  <a:pt x="278" y="537"/>
                </a:lnTo>
                <a:lnTo>
                  <a:pt x="269" y="537"/>
                </a:lnTo>
                <a:cubicBezTo>
                  <a:pt x="257" y="535"/>
                  <a:pt x="215" y="535"/>
                  <a:pt x="141" y="535"/>
                </a:cubicBezTo>
                <a:cubicBezTo>
                  <a:pt x="68" y="535"/>
                  <a:pt x="25" y="535"/>
                  <a:pt x="13" y="537"/>
                </a:cubicBezTo>
                <a:lnTo>
                  <a:pt x="4" y="537"/>
                </a:lnTo>
                <a:lnTo>
                  <a:pt x="4" y="500"/>
                </a:lnTo>
                <a:lnTo>
                  <a:pt x="25" y="500"/>
                </a:lnTo>
                <a:cubicBezTo>
                  <a:pt x="37" y="500"/>
                  <a:pt x="48" y="500"/>
                  <a:pt x="56" y="500"/>
                </a:cubicBezTo>
                <a:cubicBezTo>
                  <a:pt x="65" y="500"/>
                  <a:pt x="71" y="500"/>
                  <a:pt x="76" y="499"/>
                </a:cubicBezTo>
                <a:cubicBezTo>
                  <a:pt x="81" y="499"/>
                  <a:pt x="85" y="498"/>
                  <a:pt x="89" y="497"/>
                </a:cubicBezTo>
                <a:cubicBezTo>
                  <a:pt x="93" y="496"/>
                  <a:pt x="95" y="495"/>
                  <a:pt x="96" y="495"/>
                </a:cubicBezTo>
                <a:cubicBezTo>
                  <a:pt x="96" y="495"/>
                  <a:pt x="98" y="494"/>
                  <a:pt x="100" y="491"/>
                </a:cubicBezTo>
                <a:cubicBezTo>
                  <a:pt x="103" y="488"/>
                  <a:pt x="105" y="487"/>
                  <a:pt x="105" y="488"/>
                </a:cubicBezTo>
                <a:lnTo>
                  <a:pt x="105" y="71"/>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108" name=""/>
          <p:cNvSpPr/>
          <p:nvPr/>
        </p:nvSpPr>
        <p:spPr>
          <a:xfrm>
            <a:off x="4375080" y="1781640"/>
            <a:ext cx="98280" cy="410400"/>
          </a:xfrm>
          <a:custGeom>
            <a:avLst/>
            <a:gdLst/>
            <a:ahLst/>
            <a:rect l="0" t="0" r="r" b="b"/>
            <a:pathLst>
              <a:path w="273" h="1140">
                <a:moveTo>
                  <a:pt x="6" y="2"/>
                </a:moveTo>
                <a:lnTo>
                  <a:pt x="10" y="0"/>
                </a:lnTo>
                <a:cubicBezTo>
                  <a:pt x="14" y="0"/>
                  <a:pt x="18" y="0"/>
                  <a:pt x="22" y="0"/>
                </a:cubicBezTo>
                <a:lnTo>
                  <a:pt x="35" y="0"/>
                </a:lnTo>
                <a:lnTo>
                  <a:pt x="67" y="28"/>
                </a:lnTo>
                <a:cubicBezTo>
                  <a:pt x="138" y="92"/>
                  <a:pt x="190" y="174"/>
                  <a:pt x="224" y="270"/>
                </a:cubicBezTo>
                <a:cubicBezTo>
                  <a:pt x="257" y="366"/>
                  <a:pt x="273" y="467"/>
                  <a:pt x="273" y="571"/>
                </a:cubicBezTo>
                <a:cubicBezTo>
                  <a:pt x="273" y="622"/>
                  <a:pt x="269" y="672"/>
                  <a:pt x="262" y="720"/>
                </a:cubicBezTo>
                <a:cubicBezTo>
                  <a:pt x="254" y="768"/>
                  <a:pt x="245" y="808"/>
                  <a:pt x="235" y="842"/>
                </a:cubicBezTo>
                <a:cubicBezTo>
                  <a:pt x="226" y="875"/>
                  <a:pt x="211" y="908"/>
                  <a:pt x="192" y="942"/>
                </a:cubicBezTo>
                <a:cubicBezTo>
                  <a:pt x="174" y="975"/>
                  <a:pt x="160" y="1001"/>
                  <a:pt x="149" y="1018"/>
                </a:cubicBezTo>
                <a:cubicBezTo>
                  <a:pt x="138" y="1035"/>
                  <a:pt x="123" y="1055"/>
                  <a:pt x="102" y="1076"/>
                </a:cubicBezTo>
                <a:cubicBezTo>
                  <a:pt x="82" y="1097"/>
                  <a:pt x="70" y="1110"/>
                  <a:pt x="66" y="1114"/>
                </a:cubicBezTo>
                <a:cubicBezTo>
                  <a:pt x="62" y="1117"/>
                  <a:pt x="53" y="1125"/>
                  <a:pt x="40" y="1135"/>
                </a:cubicBezTo>
                <a:cubicBezTo>
                  <a:pt x="38" y="1138"/>
                  <a:pt x="36" y="1139"/>
                  <a:pt x="35" y="1140"/>
                </a:cubicBezTo>
                <a:lnTo>
                  <a:pt x="22" y="1140"/>
                </a:lnTo>
                <a:cubicBezTo>
                  <a:pt x="16" y="1140"/>
                  <a:pt x="11" y="1140"/>
                  <a:pt x="9" y="1140"/>
                </a:cubicBezTo>
                <a:cubicBezTo>
                  <a:pt x="7" y="1140"/>
                  <a:pt x="5" y="1139"/>
                  <a:pt x="3" y="1136"/>
                </a:cubicBezTo>
                <a:cubicBezTo>
                  <a:pt x="2" y="1134"/>
                  <a:pt x="1" y="1131"/>
                  <a:pt x="0" y="1126"/>
                </a:cubicBezTo>
                <a:cubicBezTo>
                  <a:pt x="1" y="1125"/>
                  <a:pt x="5" y="1120"/>
                  <a:pt x="12" y="1111"/>
                </a:cubicBezTo>
                <a:cubicBezTo>
                  <a:pt x="130" y="989"/>
                  <a:pt x="189" y="809"/>
                  <a:pt x="189" y="571"/>
                </a:cubicBezTo>
                <a:cubicBezTo>
                  <a:pt x="189" y="332"/>
                  <a:pt x="130" y="151"/>
                  <a:pt x="12" y="29"/>
                </a:cubicBezTo>
                <a:cubicBezTo>
                  <a:pt x="5" y="20"/>
                  <a:pt x="1" y="15"/>
                  <a:pt x="0" y="14"/>
                </a:cubicBezTo>
                <a:cubicBezTo>
                  <a:pt x="0" y="8"/>
                  <a:pt x="2" y="4"/>
                  <a:pt x="6" y="2"/>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109" name=""/>
          <p:cNvSpPr/>
          <p:nvPr/>
        </p:nvSpPr>
        <p:spPr>
          <a:xfrm>
            <a:off x="4657680" y="1913040"/>
            <a:ext cx="50040" cy="176400"/>
          </a:xfrm>
          <a:custGeom>
            <a:avLst/>
            <a:gdLst/>
            <a:ahLst/>
            <a:rect l="0" t="0" r="r" b="b"/>
            <a:pathLst>
              <a:path w="139" h="490">
                <a:moveTo>
                  <a:pt x="0" y="68"/>
                </a:moveTo>
                <a:cubicBezTo>
                  <a:pt x="0" y="50"/>
                  <a:pt x="7" y="34"/>
                  <a:pt x="21" y="20"/>
                </a:cubicBezTo>
                <a:cubicBezTo>
                  <a:pt x="34" y="7"/>
                  <a:pt x="50" y="0"/>
                  <a:pt x="70" y="0"/>
                </a:cubicBezTo>
                <a:cubicBezTo>
                  <a:pt x="88" y="0"/>
                  <a:pt x="104" y="6"/>
                  <a:pt x="117" y="18"/>
                </a:cubicBezTo>
                <a:cubicBezTo>
                  <a:pt x="131" y="30"/>
                  <a:pt x="138" y="46"/>
                  <a:pt x="139" y="67"/>
                </a:cubicBezTo>
                <a:cubicBezTo>
                  <a:pt x="139" y="86"/>
                  <a:pt x="133" y="102"/>
                  <a:pt x="120" y="116"/>
                </a:cubicBezTo>
                <a:cubicBezTo>
                  <a:pt x="107" y="129"/>
                  <a:pt x="90" y="136"/>
                  <a:pt x="71" y="136"/>
                </a:cubicBezTo>
                <a:cubicBezTo>
                  <a:pt x="51" y="136"/>
                  <a:pt x="35" y="130"/>
                  <a:pt x="22" y="117"/>
                </a:cubicBezTo>
                <a:cubicBezTo>
                  <a:pt x="8" y="104"/>
                  <a:pt x="1" y="88"/>
                  <a:pt x="0" y="68"/>
                </a:cubicBezTo>
                <a:moveTo>
                  <a:pt x="0" y="422"/>
                </a:moveTo>
                <a:cubicBezTo>
                  <a:pt x="0" y="404"/>
                  <a:pt x="7" y="388"/>
                  <a:pt x="21" y="374"/>
                </a:cubicBezTo>
                <a:cubicBezTo>
                  <a:pt x="34" y="360"/>
                  <a:pt x="50" y="354"/>
                  <a:pt x="70" y="354"/>
                </a:cubicBezTo>
                <a:cubicBezTo>
                  <a:pt x="88" y="354"/>
                  <a:pt x="104" y="360"/>
                  <a:pt x="117" y="372"/>
                </a:cubicBezTo>
                <a:cubicBezTo>
                  <a:pt x="131" y="384"/>
                  <a:pt x="138" y="400"/>
                  <a:pt x="139" y="421"/>
                </a:cubicBezTo>
                <a:cubicBezTo>
                  <a:pt x="139" y="440"/>
                  <a:pt x="133" y="456"/>
                  <a:pt x="120" y="470"/>
                </a:cubicBezTo>
                <a:cubicBezTo>
                  <a:pt x="107" y="483"/>
                  <a:pt x="90" y="490"/>
                  <a:pt x="71" y="490"/>
                </a:cubicBezTo>
                <a:cubicBezTo>
                  <a:pt x="51" y="490"/>
                  <a:pt x="35" y="484"/>
                  <a:pt x="22" y="471"/>
                </a:cubicBezTo>
                <a:cubicBezTo>
                  <a:pt x="8" y="458"/>
                  <a:pt x="1" y="442"/>
                  <a:pt x="0" y="422"/>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110" name=""/>
          <p:cNvSpPr/>
          <p:nvPr/>
        </p:nvSpPr>
        <p:spPr>
          <a:xfrm>
            <a:off x="4762800" y="1938600"/>
            <a:ext cx="273240" cy="96480"/>
          </a:xfrm>
          <a:custGeom>
            <a:avLst/>
            <a:gdLst/>
            <a:ahLst/>
            <a:rect l="0" t="0" r="r" b="b"/>
            <a:pathLst>
              <a:path w="759" h="268">
                <a:moveTo>
                  <a:pt x="0" y="23"/>
                </a:moveTo>
                <a:cubicBezTo>
                  <a:pt x="0" y="13"/>
                  <a:pt x="5" y="6"/>
                  <a:pt x="16" y="0"/>
                </a:cubicBezTo>
                <a:lnTo>
                  <a:pt x="742" y="0"/>
                </a:lnTo>
                <a:cubicBezTo>
                  <a:pt x="753" y="6"/>
                  <a:pt x="759" y="14"/>
                  <a:pt x="759" y="23"/>
                </a:cubicBezTo>
                <a:cubicBezTo>
                  <a:pt x="759" y="32"/>
                  <a:pt x="754" y="39"/>
                  <a:pt x="743" y="45"/>
                </a:cubicBezTo>
                <a:lnTo>
                  <a:pt x="381" y="46"/>
                </a:lnTo>
                <a:lnTo>
                  <a:pt x="18" y="46"/>
                </a:lnTo>
                <a:cubicBezTo>
                  <a:pt x="6" y="42"/>
                  <a:pt x="0" y="35"/>
                  <a:pt x="0" y="23"/>
                </a:cubicBezTo>
                <a:moveTo>
                  <a:pt x="0" y="245"/>
                </a:moveTo>
                <a:cubicBezTo>
                  <a:pt x="0" y="234"/>
                  <a:pt x="6" y="226"/>
                  <a:pt x="18" y="222"/>
                </a:cubicBezTo>
                <a:lnTo>
                  <a:pt x="743" y="222"/>
                </a:lnTo>
                <a:cubicBezTo>
                  <a:pt x="754" y="230"/>
                  <a:pt x="759" y="237"/>
                  <a:pt x="759" y="245"/>
                </a:cubicBezTo>
                <a:cubicBezTo>
                  <a:pt x="759" y="255"/>
                  <a:pt x="753" y="263"/>
                  <a:pt x="742" y="268"/>
                </a:cubicBezTo>
                <a:lnTo>
                  <a:pt x="16" y="268"/>
                </a:lnTo>
                <a:cubicBezTo>
                  <a:pt x="5" y="263"/>
                  <a:pt x="0" y="255"/>
                  <a:pt x="0" y="245"/>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111" name=""/>
          <p:cNvSpPr/>
          <p:nvPr/>
        </p:nvSpPr>
        <p:spPr>
          <a:xfrm>
            <a:off x="5161320" y="1765800"/>
            <a:ext cx="412560" cy="344160"/>
          </a:xfrm>
          <a:custGeom>
            <a:avLst/>
            <a:gdLst/>
            <a:ahLst/>
            <a:rect l="0" t="0" r="r" b="b"/>
            <a:pathLst>
              <a:path w="1146" h="956">
                <a:moveTo>
                  <a:pt x="421" y="96"/>
                </a:moveTo>
                <a:cubicBezTo>
                  <a:pt x="433" y="96"/>
                  <a:pt x="439" y="98"/>
                  <a:pt x="439" y="104"/>
                </a:cubicBezTo>
                <a:cubicBezTo>
                  <a:pt x="440" y="105"/>
                  <a:pt x="445" y="120"/>
                  <a:pt x="452" y="149"/>
                </a:cubicBezTo>
                <a:cubicBezTo>
                  <a:pt x="460" y="178"/>
                  <a:pt x="475" y="229"/>
                  <a:pt x="499" y="302"/>
                </a:cubicBezTo>
                <a:cubicBezTo>
                  <a:pt x="522" y="376"/>
                  <a:pt x="550" y="453"/>
                  <a:pt x="582" y="536"/>
                </a:cubicBezTo>
                <a:cubicBezTo>
                  <a:pt x="621" y="646"/>
                  <a:pt x="662" y="736"/>
                  <a:pt x="703" y="806"/>
                </a:cubicBezTo>
                <a:lnTo>
                  <a:pt x="708" y="816"/>
                </a:lnTo>
                <a:lnTo>
                  <a:pt x="731" y="726"/>
                </a:lnTo>
                <a:cubicBezTo>
                  <a:pt x="755" y="634"/>
                  <a:pt x="780" y="537"/>
                  <a:pt x="809" y="436"/>
                </a:cubicBezTo>
                <a:cubicBezTo>
                  <a:pt x="843" y="310"/>
                  <a:pt x="870" y="223"/>
                  <a:pt x="887" y="173"/>
                </a:cubicBezTo>
                <a:cubicBezTo>
                  <a:pt x="905" y="123"/>
                  <a:pt x="922" y="89"/>
                  <a:pt x="941" y="71"/>
                </a:cubicBezTo>
                <a:cubicBezTo>
                  <a:pt x="981" y="30"/>
                  <a:pt x="1033" y="7"/>
                  <a:pt x="1098" y="1"/>
                </a:cubicBezTo>
                <a:cubicBezTo>
                  <a:pt x="1099" y="1"/>
                  <a:pt x="1103" y="1"/>
                  <a:pt x="1109" y="1"/>
                </a:cubicBezTo>
                <a:cubicBezTo>
                  <a:pt x="1115" y="1"/>
                  <a:pt x="1119" y="1"/>
                  <a:pt x="1123" y="0"/>
                </a:cubicBezTo>
                <a:lnTo>
                  <a:pt x="1127" y="0"/>
                </a:lnTo>
                <a:cubicBezTo>
                  <a:pt x="1140" y="0"/>
                  <a:pt x="1146" y="9"/>
                  <a:pt x="1146" y="27"/>
                </a:cubicBezTo>
                <a:cubicBezTo>
                  <a:pt x="1146" y="60"/>
                  <a:pt x="1136" y="88"/>
                  <a:pt x="1114" y="110"/>
                </a:cubicBezTo>
                <a:cubicBezTo>
                  <a:pt x="1107" y="117"/>
                  <a:pt x="1097" y="121"/>
                  <a:pt x="1083" y="121"/>
                </a:cubicBezTo>
                <a:cubicBezTo>
                  <a:pt x="1056" y="122"/>
                  <a:pt x="1031" y="126"/>
                  <a:pt x="1009" y="133"/>
                </a:cubicBezTo>
                <a:cubicBezTo>
                  <a:pt x="987" y="140"/>
                  <a:pt x="971" y="147"/>
                  <a:pt x="962" y="154"/>
                </a:cubicBezTo>
                <a:cubicBezTo>
                  <a:pt x="953" y="161"/>
                  <a:pt x="947" y="166"/>
                  <a:pt x="945" y="171"/>
                </a:cubicBezTo>
                <a:cubicBezTo>
                  <a:pt x="931" y="194"/>
                  <a:pt x="895" y="315"/>
                  <a:pt x="837" y="533"/>
                </a:cubicBezTo>
                <a:cubicBezTo>
                  <a:pt x="779" y="750"/>
                  <a:pt x="750" y="866"/>
                  <a:pt x="749" y="882"/>
                </a:cubicBezTo>
                <a:cubicBezTo>
                  <a:pt x="749" y="883"/>
                  <a:pt x="749" y="883"/>
                  <a:pt x="748" y="882"/>
                </a:cubicBezTo>
                <a:cubicBezTo>
                  <a:pt x="748" y="881"/>
                  <a:pt x="748" y="881"/>
                  <a:pt x="747" y="882"/>
                </a:cubicBezTo>
                <a:cubicBezTo>
                  <a:pt x="746" y="883"/>
                  <a:pt x="746" y="884"/>
                  <a:pt x="746" y="886"/>
                </a:cubicBezTo>
                <a:cubicBezTo>
                  <a:pt x="741" y="898"/>
                  <a:pt x="730" y="909"/>
                  <a:pt x="715" y="919"/>
                </a:cubicBezTo>
                <a:cubicBezTo>
                  <a:pt x="700" y="928"/>
                  <a:pt x="684" y="934"/>
                  <a:pt x="668" y="935"/>
                </a:cubicBezTo>
                <a:cubicBezTo>
                  <a:pt x="661" y="935"/>
                  <a:pt x="656" y="933"/>
                  <a:pt x="653" y="931"/>
                </a:cubicBezTo>
                <a:cubicBezTo>
                  <a:pt x="650" y="929"/>
                  <a:pt x="643" y="921"/>
                  <a:pt x="634" y="907"/>
                </a:cubicBezTo>
                <a:cubicBezTo>
                  <a:pt x="599" y="851"/>
                  <a:pt x="572" y="802"/>
                  <a:pt x="552" y="759"/>
                </a:cubicBezTo>
                <a:cubicBezTo>
                  <a:pt x="533" y="717"/>
                  <a:pt x="510" y="660"/>
                  <a:pt x="484" y="590"/>
                </a:cubicBezTo>
                <a:cubicBezTo>
                  <a:pt x="449" y="498"/>
                  <a:pt x="417" y="407"/>
                  <a:pt x="388" y="313"/>
                </a:cubicBezTo>
                <a:lnTo>
                  <a:pt x="379" y="289"/>
                </a:lnTo>
                <a:lnTo>
                  <a:pt x="379" y="290"/>
                </a:lnTo>
                <a:cubicBezTo>
                  <a:pt x="379" y="291"/>
                  <a:pt x="376" y="309"/>
                  <a:pt x="368" y="343"/>
                </a:cubicBezTo>
                <a:cubicBezTo>
                  <a:pt x="360" y="378"/>
                  <a:pt x="351" y="419"/>
                  <a:pt x="341" y="468"/>
                </a:cubicBezTo>
                <a:cubicBezTo>
                  <a:pt x="330" y="516"/>
                  <a:pt x="316" y="569"/>
                  <a:pt x="297" y="627"/>
                </a:cubicBezTo>
                <a:cubicBezTo>
                  <a:pt x="279" y="685"/>
                  <a:pt x="261" y="738"/>
                  <a:pt x="242" y="785"/>
                </a:cubicBezTo>
                <a:cubicBezTo>
                  <a:pt x="223" y="833"/>
                  <a:pt x="201" y="874"/>
                  <a:pt x="176" y="907"/>
                </a:cubicBezTo>
                <a:cubicBezTo>
                  <a:pt x="150" y="941"/>
                  <a:pt x="125" y="957"/>
                  <a:pt x="100" y="956"/>
                </a:cubicBezTo>
                <a:cubicBezTo>
                  <a:pt x="80" y="956"/>
                  <a:pt x="58" y="950"/>
                  <a:pt x="35" y="938"/>
                </a:cubicBezTo>
                <a:cubicBezTo>
                  <a:pt x="13" y="926"/>
                  <a:pt x="1" y="910"/>
                  <a:pt x="0" y="890"/>
                </a:cubicBezTo>
                <a:cubicBezTo>
                  <a:pt x="0" y="871"/>
                  <a:pt x="6" y="851"/>
                  <a:pt x="17" y="830"/>
                </a:cubicBezTo>
                <a:cubicBezTo>
                  <a:pt x="29" y="809"/>
                  <a:pt x="40" y="798"/>
                  <a:pt x="51" y="797"/>
                </a:cubicBezTo>
                <a:cubicBezTo>
                  <a:pt x="54" y="797"/>
                  <a:pt x="61" y="802"/>
                  <a:pt x="72" y="812"/>
                </a:cubicBezTo>
                <a:cubicBezTo>
                  <a:pt x="83" y="821"/>
                  <a:pt x="103" y="829"/>
                  <a:pt x="130" y="834"/>
                </a:cubicBezTo>
                <a:lnTo>
                  <a:pt x="136" y="834"/>
                </a:lnTo>
                <a:cubicBezTo>
                  <a:pt x="149" y="834"/>
                  <a:pt x="160" y="826"/>
                  <a:pt x="171" y="810"/>
                </a:cubicBezTo>
                <a:cubicBezTo>
                  <a:pt x="182" y="794"/>
                  <a:pt x="196" y="758"/>
                  <a:pt x="215" y="702"/>
                </a:cubicBezTo>
                <a:cubicBezTo>
                  <a:pt x="249" y="607"/>
                  <a:pt x="275" y="514"/>
                  <a:pt x="295" y="424"/>
                </a:cubicBezTo>
                <a:cubicBezTo>
                  <a:pt x="315" y="334"/>
                  <a:pt x="327" y="265"/>
                  <a:pt x="333" y="216"/>
                </a:cubicBezTo>
                <a:cubicBezTo>
                  <a:pt x="338" y="168"/>
                  <a:pt x="342" y="142"/>
                  <a:pt x="345" y="139"/>
                </a:cubicBezTo>
                <a:cubicBezTo>
                  <a:pt x="351" y="128"/>
                  <a:pt x="362" y="118"/>
                  <a:pt x="377" y="109"/>
                </a:cubicBezTo>
                <a:cubicBezTo>
                  <a:pt x="392" y="100"/>
                  <a:pt x="407" y="96"/>
                  <a:pt x="421" y="96"/>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112" name=""/>
          <p:cNvSpPr/>
          <p:nvPr/>
        </p:nvSpPr>
        <p:spPr>
          <a:xfrm>
            <a:off x="5612400" y="1781640"/>
            <a:ext cx="98280" cy="410400"/>
          </a:xfrm>
          <a:custGeom>
            <a:avLst/>
            <a:gdLst/>
            <a:ahLst/>
            <a:rect l="0" t="0" r="r" b="b"/>
            <a:pathLst>
              <a:path w="273" h="1140">
                <a:moveTo>
                  <a:pt x="0" y="571"/>
                </a:moveTo>
                <a:cubicBezTo>
                  <a:pt x="0" y="518"/>
                  <a:pt x="3" y="469"/>
                  <a:pt x="11" y="421"/>
                </a:cubicBezTo>
                <a:cubicBezTo>
                  <a:pt x="18" y="374"/>
                  <a:pt x="27" y="334"/>
                  <a:pt x="37" y="300"/>
                </a:cubicBezTo>
                <a:cubicBezTo>
                  <a:pt x="47" y="266"/>
                  <a:pt x="62" y="232"/>
                  <a:pt x="80" y="199"/>
                </a:cubicBezTo>
                <a:cubicBezTo>
                  <a:pt x="98" y="166"/>
                  <a:pt x="113" y="140"/>
                  <a:pt x="123" y="122"/>
                </a:cubicBezTo>
                <a:cubicBezTo>
                  <a:pt x="134" y="104"/>
                  <a:pt x="150" y="84"/>
                  <a:pt x="171" y="63"/>
                </a:cubicBezTo>
                <a:cubicBezTo>
                  <a:pt x="193" y="42"/>
                  <a:pt x="205" y="29"/>
                  <a:pt x="209" y="24"/>
                </a:cubicBezTo>
                <a:cubicBezTo>
                  <a:pt x="213" y="20"/>
                  <a:pt x="222" y="12"/>
                  <a:pt x="237" y="0"/>
                </a:cubicBezTo>
                <a:lnTo>
                  <a:pt x="252" y="0"/>
                </a:lnTo>
                <a:lnTo>
                  <a:pt x="257" y="0"/>
                </a:lnTo>
                <a:cubicBezTo>
                  <a:pt x="267" y="0"/>
                  <a:pt x="273" y="4"/>
                  <a:pt x="273" y="11"/>
                </a:cubicBezTo>
                <a:cubicBezTo>
                  <a:pt x="273" y="13"/>
                  <a:pt x="266" y="21"/>
                  <a:pt x="253" y="35"/>
                </a:cubicBezTo>
                <a:cubicBezTo>
                  <a:pt x="240" y="48"/>
                  <a:pt x="225" y="68"/>
                  <a:pt x="207" y="95"/>
                </a:cubicBezTo>
                <a:cubicBezTo>
                  <a:pt x="188" y="121"/>
                  <a:pt x="170" y="154"/>
                  <a:pt x="151" y="194"/>
                </a:cubicBezTo>
                <a:cubicBezTo>
                  <a:pt x="132" y="232"/>
                  <a:pt x="116" y="285"/>
                  <a:pt x="103" y="351"/>
                </a:cubicBezTo>
                <a:cubicBezTo>
                  <a:pt x="90" y="417"/>
                  <a:pt x="84" y="490"/>
                  <a:pt x="84" y="571"/>
                </a:cubicBezTo>
                <a:cubicBezTo>
                  <a:pt x="84" y="651"/>
                  <a:pt x="90" y="724"/>
                  <a:pt x="103" y="789"/>
                </a:cubicBezTo>
                <a:cubicBezTo>
                  <a:pt x="116" y="854"/>
                  <a:pt x="131" y="907"/>
                  <a:pt x="150" y="947"/>
                </a:cubicBezTo>
                <a:cubicBezTo>
                  <a:pt x="168" y="988"/>
                  <a:pt x="186" y="1020"/>
                  <a:pt x="205" y="1045"/>
                </a:cubicBezTo>
                <a:cubicBezTo>
                  <a:pt x="224" y="1070"/>
                  <a:pt x="240" y="1091"/>
                  <a:pt x="253" y="1106"/>
                </a:cubicBezTo>
                <a:cubicBezTo>
                  <a:pt x="266" y="1121"/>
                  <a:pt x="273" y="1129"/>
                  <a:pt x="273" y="1130"/>
                </a:cubicBezTo>
                <a:cubicBezTo>
                  <a:pt x="273" y="1136"/>
                  <a:pt x="267" y="1140"/>
                  <a:pt x="256" y="1140"/>
                </a:cubicBezTo>
                <a:lnTo>
                  <a:pt x="252" y="1140"/>
                </a:lnTo>
                <a:lnTo>
                  <a:pt x="237" y="1140"/>
                </a:lnTo>
                <a:lnTo>
                  <a:pt x="205" y="1113"/>
                </a:lnTo>
                <a:cubicBezTo>
                  <a:pt x="134" y="1048"/>
                  <a:pt x="82" y="968"/>
                  <a:pt x="48" y="871"/>
                </a:cubicBezTo>
                <a:cubicBezTo>
                  <a:pt x="16" y="775"/>
                  <a:pt x="0" y="675"/>
                  <a:pt x="0" y="571"/>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113" name=""/>
          <p:cNvSpPr/>
          <p:nvPr/>
        </p:nvSpPr>
        <p:spPr>
          <a:xfrm>
            <a:off x="5741640" y="1907280"/>
            <a:ext cx="231840" cy="182160"/>
          </a:xfrm>
          <a:custGeom>
            <a:avLst/>
            <a:gdLst/>
            <a:ahLst/>
            <a:rect l="0" t="0" r="r" b="b"/>
            <a:pathLst>
              <a:path w="644" h="506">
                <a:moveTo>
                  <a:pt x="235" y="506"/>
                </a:moveTo>
                <a:cubicBezTo>
                  <a:pt x="223" y="504"/>
                  <a:pt x="183" y="503"/>
                  <a:pt x="114" y="503"/>
                </a:cubicBezTo>
                <a:cubicBezTo>
                  <a:pt x="53" y="503"/>
                  <a:pt x="17" y="504"/>
                  <a:pt x="8" y="506"/>
                </a:cubicBezTo>
                <a:lnTo>
                  <a:pt x="0" y="506"/>
                </a:lnTo>
                <a:lnTo>
                  <a:pt x="0" y="436"/>
                </a:lnTo>
                <a:lnTo>
                  <a:pt x="110" y="436"/>
                </a:lnTo>
                <a:lnTo>
                  <a:pt x="255" y="264"/>
                </a:lnTo>
                <a:lnTo>
                  <a:pt x="100" y="71"/>
                </a:lnTo>
                <a:lnTo>
                  <a:pt x="6" y="71"/>
                </a:lnTo>
                <a:lnTo>
                  <a:pt x="6" y="0"/>
                </a:lnTo>
                <a:lnTo>
                  <a:pt x="15" y="0"/>
                </a:lnTo>
                <a:cubicBezTo>
                  <a:pt x="26" y="2"/>
                  <a:pt x="68" y="3"/>
                  <a:pt x="139" y="3"/>
                </a:cubicBezTo>
                <a:cubicBezTo>
                  <a:pt x="218" y="3"/>
                  <a:pt x="264" y="2"/>
                  <a:pt x="278" y="0"/>
                </a:cubicBezTo>
                <a:lnTo>
                  <a:pt x="288" y="0"/>
                </a:lnTo>
                <a:lnTo>
                  <a:pt x="288" y="71"/>
                </a:lnTo>
                <a:lnTo>
                  <a:pt x="256" y="71"/>
                </a:lnTo>
                <a:lnTo>
                  <a:pt x="296" y="120"/>
                </a:lnTo>
                <a:cubicBezTo>
                  <a:pt x="322" y="152"/>
                  <a:pt x="335" y="168"/>
                  <a:pt x="336" y="168"/>
                </a:cubicBezTo>
                <a:cubicBezTo>
                  <a:pt x="339" y="168"/>
                  <a:pt x="354" y="151"/>
                  <a:pt x="379" y="118"/>
                </a:cubicBezTo>
                <a:lnTo>
                  <a:pt x="419" y="71"/>
                </a:lnTo>
                <a:lnTo>
                  <a:pt x="377" y="71"/>
                </a:lnTo>
                <a:lnTo>
                  <a:pt x="377" y="0"/>
                </a:lnTo>
                <a:lnTo>
                  <a:pt x="386" y="0"/>
                </a:lnTo>
                <a:cubicBezTo>
                  <a:pt x="398" y="2"/>
                  <a:pt x="438" y="3"/>
                  <a:pt x="508" y="3"/>
                </a:cubicBezTo>
                <a:cubicBezTo>
                  <a:pt x="569" y="3"/>
                  <a:pt x="605" y="2"/>
                  <a:pt x="614" y="0"/>
                </a:cubicBezTo>
                <a:lnTo>
                  <a:pt x="622" y="0"/>
                </a:lnTo>
                <a:lnTo>
                  <a:pt x="622" y="71"/>
                </a:lnTo>
                <a:lnTo>
                  <a:pt x="514" y="71"/>
                </a:lnTo>
                <a:lnTo>
                  <a:pt x="381" y="226"/>
                </a:lnTo>
                <a:lnTo>
                  <a:pt x="551" y="435"/>
                </a:lnTo>
                <a:lnTo>
                  <a:pt x="598" y="436"/>
                </a:lnTo>
                <a:lnTo>
                  <a:pt x="644" y="436"/>
                </a:lnTo>
                <a:lnTo>
                  <a:pt x="644" y="506"/>
                </a:lnTo>
                <a:lnTo>
                  <a:pt x="635" y="506"/>
                </a:lnTo>
                <a:cubicBezTo>
                  <a:pt x="624" y="504"/>
                  <a:pt x="583" y="503"/>
                  <a:pt x="511" y="503"/>
                </a:cubicBezTo>
                <a:cubicBezTo>
                  <a:pt x="431" y="503"/>
                  <a:pt x="385" y="504"/>
                  <a:pt x="371" y="506"/>
                </a:cubicBezTo>
                <a:lnTo>
                  <a:pt x="361" y="506"/>
                </a:lnTo>
                <a:lnTo>
                  <a:pt x="361" y="436"/>
                </a:lnTo>
                <a:lnTo>
                  <a:pt x="393" y="436"/>
                </a:lnTo>
                <a:cubicBezTo>
                  <a:pt x="393" y="435"/>
                  <a:pt x="378" y="416"/>
                  <a:pt x="347" y="379"/>
                </a:cubicBezTo>
                <a:cubicBezTo>
                  <a:pt x="317" y="342"/>
                  <a:pt x="302" y="322"/>
                  <a:pt x="301" y="321"/>
                </a:cubicBezTo>
                <a:lnTo>
                  <a:pt x="202" y="435"/>
                </a:lnTo>
                <a:lnTo>
                  <a:pt x="223" y="436"/>
                </a:lnTo>
                <a:lnTo>
                  <a:pt x="244" y="436"/>
                </a:lnTo>
                <a:lnTo>
                  <a:pt x="244" y="506"/>
                </a:lnTo>
                <a:lnTo>
                  <a:pt x="235" y="506"/>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114" name=""/>
          <p:cNvSpPr/>
          <p:nvPr/>
        </p:nvSpPr>
        <p:spPr>
          <a:xfrm>
            <a:off x="6000840" y="1969200"/>
            <a:ext cx="90720" cy="185040"/>
          </a:xfrm>
          <a:custGeom>
            <a:avLst/>
            <a:gdLst/>
            <a:ahLst/>
            <a:rect l="0" t="0" r="r" b="b"/>
            <a:pathLst>
              <a:path w="252" h="514">
                <a:moveTo>
                  <a:pt x="6" y="194"/>
                </a:moveTo>
                <a:cubicBezTo>
                  <a:pt x="2" y="190"/>
                  <a:pt x="0" y="188"/>
                  <a:pt x="0" y="186"/>
                </a:cubicBezTo>
                <a:cubicBezTo>
                  <a:pt x="0" y="184"/>
                  <a:pt x="1" y="180"/>
                  <a:pt x="3" y="173"/>
                </a:cubicBezTo>
                <a:cubicBezTo>
                  <a:pt x="4" y="167"/>
                  <a:pt x="6" y="163"/>
                  <a:pt x="7" y="162"/>
                </a:cubicBezTo>
                <a:cubicBezTo>
                  <a:pt x="8" y="159"/>
                  <a:pt x="10" y="158"/>
                  <a:pt x="14" y="158"/>
                </a:cubicBezTo>
                <a:cubicBezTo>
                  <a:pt x="18" y="158"/>
                  <a:pt x="31" y="158"/>
                  <a:pt x="55" y="157"/>
                </a:cubicBezTo>
                <a:lnTo>
                  <a:pt x="98" y="157"/>
                </a:lnTo>
                <a:lnTo>
                  <a:pt x="113" y="93"/>
                </a:lnTo>
                <a:cubicBezTo>
                  <a:pt x="115" y="87"/>
                  <a:pt x="116" y="79"/>
                  <a:pt x="119" y="69"/>
                </a:cubicBezTo>
                <a:cubicBezTo>
                  <a:pt x="121" y="60"/>
                  <a:pt x="123" y="53"/>
                  <a:pt x="124" y="48"/>
                </a:cubicBezTo>
                <a:cubicBezTo>
                  <a:pt x="126" y="44"/>
                  <a:pt x="127" y="39"/>
                  <a:pt x="129" y="32"/>
                </a:cubicBezTo>
                <a:cubicBezTo>
                  <a:pt x="131" y="26"/>
                  <a:pt x="133" y="21"/>
                  <a:pt x="135" y="19"/>
                </a:cubicBezTo>
                <a:cubicBezTo>
                  <a:pt x="138" y="16"/>
                  <a:pt x="141" y="13"/>
                  <a:pt x="144" y="9"/>
                </a:cubicBezTo>
                <a:cubicBezTo>
                  <a:pt x="146" y="5"/>
                  <a:pt x="150" y="3"/>
                  <a:pt x="155" y="2"/>
                </a:cubicBezTo>
                <a:cubicBezTo>
                  <a:pt x="160" y="1"/>
                  <a:pt x="164" y="0"/>
                  <a:pt x="169" y="0"/>
                </a:cubicBezTo>
                <a:cubicBezTo>
                  <a:pt x="179" y="1"/>
                  <a:pt x="186" y="4"/>
                  <a:pt x="189" y="9"/>
                </a:cubicBezTo>
                <a:cubicBezTo>
                  <a:pt x="193" y="14"/>
                  <a:pt x="195" y="19"/>
                  <a:pt x="195" y="24"/>
                </a:cubicBezTo>
                <a:cubicBezTo>
                  <a:pt x="195" y="28"/>
                  <a:pt x="193" y="41"/>
                  <a:pt x="188" y="62"/>
                </a:cubicBezTo>
                <a:cubicBezTo>
                  <a:pt x="183" y="84"/>
                  <a:pt x="178" y="105"/>
                  <a:pt x="172" y="126"/>
                </a:cubicBezTo>
                <a:lnTo>
                  <a:pt x="164" y="155"/>
                </a:lnTo>
                <a:cubicBezTo>
                  <a:pt x="164" y="157"/>
                  <a:pt x="177" y="157"/>
                  <a:pt x="204" y="157"/>
                </a:cubicBezTo>
                <a:lnTo>
                  <a:pt x="246" y="157"/>
                </a:lnTo>
                <a:cubicBezTo>
                  <a:pt x="250" y="161"/>
                  <a:pt x="252" y="164"/>
                  <a:pt x="252" y="166"/>
                </a:cubicBezTo>
                <a:cubicBezTo>
                  <a:pt x="252" y="178"/>
                  <a:pt x="248" y="187"/>
                  <a:pt x="241" y="194"/>
                </a:cubicBezTo>
                <a:lnTo>
                  <a:pt x="154" y="194"/>
                </a:lnTo>
                <a:lnTo>
                  <a:pt x="125" y="311"/>
                </a:lnTo>
                <a:cubicBezTo>
                  <a:pt x="104" y="397"/>
                  <a:pt x="94" y="444"/>
                  <a:pt x="94" y="450"/>
                </a:cubicBezTo>
                <a:cubicBezTo>
                  <a:pt x="94" y="473"/>
                  <a:pt x="101" y="484"/>
                  <a:pt x="115" y="484"/>
                </a:cubicBezTo>
                <a:cubicBezTo>
                  <a:pt x="134" y="484"/>
                  <a:pt x="152" y="475"/>
                  <a:pt x="170" y="457"/>
                </a:cubicBezTo>
                <a:cubicBezTo>
                  <a:pt x="188" y="438"/>
                  <a:pt x="202" y="415"/>
                  <a:pt x="214" y="388"/>
                </a:cubicBezTo>
                <a:cubicBezTo>
                  <a:pt x="215" y="385"/>
                  <a:pt x="216" y="383"/>
                  <a:pt x="218" y="382"/>
                </a:cubicBezTo>
                <a:cubicBezTo>
                  <a:pt x="219" y="382"/>
                  <a:pt x="223" y="381"/>
                  <a:pt x="230" y="381"/>
                </a:cubicBezTo>
                <a:lnTo>
                  <a:pt x="233" y="381"/>
                </a:lnTo>
                <a:cubicBezTo>
                  <a:pt x="241" y="381"/>
                  <a:pt x="245" y="383"/>
                  <a:pt x="245" y="387"/>
                </a:cubicBezTo>
                <a:cubicBezTo>
                  <a:pt x="245" y="389"/>
                  <a:pt x="244" y="392"/>
                  <a:pt x="243" y="397"/>
                </a:cubicBezTo>
                <a:cubicBezTo>
                  <a:pt x="240" y="406"/>
                  <a:pt x="235" y="416"/>
                  <a:pt x="228" y="429"/>
                </a:cubicBezTo>
                <a:cubicBezTo>
                  <a:pt x="221" y="440"/>
                  <a:pt x="212" y="453"/>
                  <a:pt x="200" y="466"/>
                </a:cubicBezTo>
                <a:cubicBezTo>
                  <a:pt x="189" y="480"/>
                  <a:pt x="175" y="491"/>
                  <a:pt x="159" y="500"/>
                </a:cubicBezTo>
                <a:cubicBezTo>
                  <a:pt x="143" y="509"/>
                  <a:pt x="126" y="514"/>
                  <a:pt x="110" y="514"/>
                </a:cubicBezTo>
                <a:cubicBezTo>
                  <a:pt x="94" y="514"/>
                  <a:pt x="78" y="510"/>
                  <a:pt x="64" y="502"/>
                </a:cubicBezTo>
                <a:cubicBezTo>
                  <a:pt x="49" y="494"/>
                  <a:pt x="39" y="480"/>
                  <a:pt x="32" y="460"/>
                </a:cubicBezTo>
                <a:cubicBezTo>
                  <a:pt x="31" y="456"/>
                  <a:pt x="31" y="448"/>
                  <a:pt x="31" y="438"/>
                </a:cubicBezTo>
                <a:lnTo>
                  <a:pt x="31" y="424"/>
                </a:lnTo>
                <a:lnTo>
                  <a:pt x="59" y="310"/>
                </a:lnTo>
                <a:cubicBezTo>
                  <a:pt x="78" y="234"/>
                  <a:pt x="87" y="196"/>
                  <a:pt x="88" y="196"/>
                </a:cubicBezTo>
                <a:cubicBezTo>
                  <a:pt x="88" y="195"/>
                  <a:pt x="74" y="194"/>
                  <a:pt x="47" y="194"/>
                </a:cubicBezTo>
                <a:lnTo>
                  <a:pt x="6" y="194"/>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115" name=""/>
          <p:cNvSpPr/>
          <p:nvPr/>
        </p:nvSpPr>
        <p:spPr>
          <a:xfrm>
            <a:off x="6152400" y="1913040"/>
            <a:ext cx="51120" cy="255960"/>
          </a:xfrm>
          <a:custGeom>
            <a:avLst/>
            <a:gdLst/>
            <a:ahLst/>
            <a:rect l="0" t="0" r="r" b="b"/>
            <a:pathLst>
              <a:path w="142" h="711">
                <a:moveTo>
                  <a:pt x="0" y="69"/>
                </a:moveTo>
                <a:cubicBezTo>
                  <a:pt x="0" y="51"/>
                  <a:pt x="7" y="35"/>
                  <a:pt x="20" y="21"/>
                </a:cubicBezTo>
                <a:cubicBezTo>
                  <a:pt x="32" y="7"/>
                  <a:pt x="50" y="0"/>
                  <a:pt x="70" y="0"/>
                </a:cubicBezTo>
                <a:cubicBezTo>
                  <a:pt x="88" y="0"/>
                  <a:pt x="104" y="6"/>
                  <a:pt x="117" y="19"/>
                </a:cubicBezTo>
                <a:cubicBezTo>
                  <a:pt x="131" y="31"/>
                  <a:pt x="138" y="47"/>
                  <a:pt x="139" y="68"/>
                </a:cubicBezTo>
                <a:cubicBezTo>
                  <a:pt x="139" y="87"/>
                  <a:pt x="133" y="103"/>
                  <a:pt x="120" y="117"/>
                </a:cubicBezTo>
                <a:cubicBezTo>
                  <a:pt x="107" y="130"/>
                  <a:pt x="90" y="137"/>
                  <a:pt x="71" y="137"/>
                </a:cubicBezTo>
                <a:cubicBezTo>
                  <a:pt x="51" y="137"/>
                  <a:pt x="34" y="131"/>
                  <a:pt x="21" y="118"/>
                </a:cubicBezTo>
                <a:cubicBezTo>
                  <a:pt x="8" y="105"/>
                  <a:pt x="1" y="89"/>
                  <a:pt x="0" y="69"/>
                </a:cubicBezTo>
                <a:moveTo>
                  <a:pt x="0" y="422"/>
                </a:moveTo>
                <a:cubicBezTo>
                  <a:pt x="0" y="403"/>
                  <a:pt x="6" y="387"/>
                  <a:pt x="18" y="373"/>
                </a:cubicBezTo>
                <a:cubicBezTo>
                  <a:pt x="31" y="359"/>
                  <a:pt x="48" y="352"/>
                  <a:pt x="68" y="352"/>
                </a:cubicBezTo>
                <a:cubicBezTo>
                  <a:pt x="118" y="352"/>
                  <a:pt x="142" y="395"/>
                  <a:pt x="142" y="481"/>
                </a:cubicBezTo>
                <a:cubicBezTo>
                  <a:pt x="142" y="521"/>
                  <a:pt x="135" y="559"/>
                  <a:pt x="121" y="597"/>
                </a:cubicBezTo>
                <a:cubicBezTo>
                  <a:pt x="106" y="635"/>
                  <a:pt x="92" y="664"/>
                  <a:pt x="76" y="683"/>
                </a:cubicBezTo>
                <a:cubicBezTo>
                  <a:pt x="61" y="702"/>
                  <a:pt x="51" y="711"/>
                  <a:pt x="47" y="711"/>
                </a:cubicBezTo>
                <a:cubicBezTo>
                  <a:pt x="44" y="711"/>
                  <a:pt x="39" y="708"/>
                  <a:pt x="32" y="702"/>
                </a:cubicBezTo>
                <a:cubicBezTo>
                  <a:pt x="25" y="696"/>
                  <a:pt x="21" y="691"/>
                  <a:pt x="20" y="688"/>
                </a:cubicBezTo>
                <a:cubicBezTo>
                  <a:pt x="19" y="686"/>
                  <a:pt x="23" y="679"/>
                  <a:pt x="33" y="667"/>
                </a:cubicBezTo>
                <a:cubicBezTo>
                  <a:pt x="44" y="655"/>
                  <a:pt x="55" y="636"/>
                  <a:pt x="68" y="612"/>
                </a:cubicBezTo>
                <a:cubicBezTo>
                  <a:pt x="81" y="588"/>
                  <a:pt x="90" y="562"/>
                  <a:pt x="95" y="533"/>
                </a:cubicBezTo>
                <a:cubicBezTo>
                  <a:pt x="95" y="529"/>
                  <a:pt x="96" y="523"/>
                  <a:pt x="97" y="515"/>
                </a:cubicBezTo>
                <a:cubicBezTo>
                  <a:pt x="98" y="508"/>
                  <a:pt x="99" y="501"/>
                  <a:pt x="100" y="495"/>
                </a:cubicBezTo>
                <a:cubicBezTo>
                  <a:pt x="102" y="489"/>
                  <a:pt x="102" y="486"/>
                  <a:pt x="100" y="486"/>
                </a:cubicBezTo>
                <a:cubicBezTo>
                  <a:pt x="100" y="485"/>
                  <a:pt x="99" y="485"/>
                  <a:pt x="96" y="486"/>
                </a:cubicBezTo>
                <a:cubicBezTo>
                  <a:pt x="93" y="486"/>
                  <a:pt x="85" y="488"/>
                  <a:pt x="74" y="490"/>
                </a:cubicBezTo>
                <a:cubicBezTo>
                  <a:pt x="50" y="490"/>
                  <a:pt x="31" y="483"/>
                  <a:pt x="18" y="470"/>
                </a:cubicBezTo>
                <a:cubicBezTo>
                  <a:pt x="6" y="456"/>
                  <a:pt x="0" y="440"/>
                  <a:pt x="0" y="422"/>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116" name=""/>
          <p:cNvSpPr/>
          <p:nvPr/>
        </p:nvSpPr>
        <p:spPr>
          <a:xfrm>
            <a:off x="6754680" y="1816200"/>
            <a:ext cx="141480" cy="273240"/>
          </a:xfrm>
          <a:custGeom>
            <a:avLst/>
            <a:gdLst/>
            <a:ahLst/>
            <a:rect l="0" t="0" r="r" b="b"/>
            <a:pathLst>
              <a:path w="393" h="759">
                <a:moveTo>
                  <a:pt x="148" y="100"/>
                </a:moveTo>
                <a:lnTo>
                  <a:pt x="134" y="106"/>
                </a:lnTo>
                <a:cubicBezTo>
                  <a:pt x="123" y="110"/>
                  <a:pt x="108" y="113"/>
                  <a:pt x="88" y="117"/>
                </a:cubicBezTo>
                <a:cubicBezTo>
                  <a:pt x="68" y="121"/>
                  <a:pt x="46" y="124"/>
                  <a:pt x="22" y="125"/>
                </a:cubicBezTo>
                <a:lnTo>
                  <a:pt x="0" y="125"/>
                </a:lnTo>
                <a:lnTo>
                  <a:pt x="0" y="73"/>
                </a:lnTo>
                <a:lnTo>
                  <a:pt x="22" y="73"/>
                </a:lnTo>
                <a:cubicBezTo>
                  <a:pt x="58" y="71"/>
                  <a:pt x="91" y="66"/>
                  <a:pt x="121" y="56"/>
                </a:cubicBezTo>
                <a:cubicBezTo>
                  <a:pt x="151" y="46"/>
                  <a:pt x="173" y="37"/>
                  <a:pt x="185" y="28"/>
                </a:cubicBezTo>
                <a:cubicBezTo>
                  <a:pt x="197" y="20"/>
                  <a:pt x="209" y="12"/>
                  <a:pt x="218" y="3"/>
                </a:cubicBezTo>
                <a:cubicBezTo>
                  <a:pt x="219" y="1"/>
                  <a:pt x="224" y="0"/>
                  <a:pt x="231" y="0"/>
                </a:cubicBezTo>
                <a:cubicBezTo>
                  <a:pt x="238" y="0"/>
                  <a:pt x="245" y="2"/>
                  <a:pt x="251" y="7"/>
                </a:cubicBezTo>
                <a:lnTo>
                  <a:pt x="251" y="347"/>
                </a:lnTo>
                <a:lnTo>
                  <a:pt x="252" y="690"/>
                </a:lnTo>
                <a:cubicBezTo>
                  <a:pt x="257" y="695"/>
                  <a:pt x="262" y="699"/>
                  <a:pt x="266" y="700"/>
                </a:cubicBezTo>
                <a:cubicBezTo>
                  <a:pt x="269" y="702"/>
                  <a:pt x="278" y="703"/>
                  <a:pt x="293" y="705"/>
                </a:cubicBezTo>
                <a:cubicBezTo>
                  <a:pt x="307" y="706"/>
                  <a:pt x="331" y="707"/>
                  <a:pt x="363" y="707"/>
                </a:cubicBezTo>
                <a:lnTo>
                  <a:pt x="393" y="707"/>
                </a:lnTo>
                <a:lnTo>
                  <a:pt x="393" y="759"/>
                </a:lnTo>
                <a:lnTo>
                  <a:pt x="381" y="759"/>
                </a:lnTo>
                <a:cubicBezTo>
                  <a:pt x="365" y="757"/>
                  <a:pt x="304" y="756"/>
                  <a:pt x="199" y="756"/>
                </a:cubicBezTo>
                <a:cubicBezTo>
                  <a:pt x="95" y="756"/>
                  <a:pt x="36" y="757"/>
                  <a:pt x="20" y="759"/>
                </a:cubicBezTo>
                <a:lnTo>
                  <a:pt x="6" y="759"/>
                </a:lnTo>
                <a:lnTo>
                  <a:pt x="6" y="707"/>
                </a:lnTo>
                <a:lnTo>
                  <a:pt x="36" y="707"/>
                </a:lnTo>
                <a:cubicBezTo>
                  <a:pt x="52" y="707"/>
                  <a:pt x="67" y="707"/>
                  <a:pt x="79" y="707"/>
                </a:cubicBezTo>
                <a:cubicBezTo>
                  <a:pt x="91" y="707"/>
                  <a:pt x="101" y="706"/>
                  <a:pt x="107" y="706"/>
                </a:cubicBezTo>
                <a:cubicBezTo>
                  <a:pt x="114" y="705"/>
                  <a:pt x="120" y="704"/>
                  <a:pt x="126" y="702"/>
                </a:cubicBezTo>
                <a:cubicBezTo>
                  <a:pt x="131" y="701"/>
                  <a:pt x="134" y="700"/>
                  <a:pt x="135" y="700"/>
                </a:cubicBezTo>
                <a:cubicBezTo>
                  <a:pt x="136" y="700"/>
                  <a:pt x="138" y="698"/>
                  <a:pt x="142" y="694"/>
                </a:cubicBezTo>
                <a:cubicBezTo>
                  <a:pt x="145" y="691"/>
                  <a:pt x="148" y="689"/>
                  <a:pt x="148" y="690"/>
                </a:cubicBezTo>
                <a:lnTo>
                  <a:pt x="148" y="100"/>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117" name=""/>
          <p:cNvSpPr/>
          <p:nvPr/>
        </p:nvSpPr>
        <p:spPr>
          <a:xfrm>
            <a:off x="7051320" y="1978560"/>
            <a:ext cx="250200" cy="16560"/>
          </a:xfrm>
          <a:custGeom>
            <a:avLst/>
            <a:gdLst/>
            <a:ahLst/>
            <a:rect l="0" t="0" r="r" b="b"/>
            <a:pathLst>
              <a:path w="695" h="46">
                <a:moveTo>
                  <a:pt x="16" y="0"/>
                </a:moveTo>
                <a:lnTo>
                  <a:pt x="678" y="0"/>
                </a:lnTo>
                <a:cubicBezTo>
                  <a:pt x="690" y="6"/>
                  <a:pt x="695" y="14"/>
                  <a:pt x="695" y="24"/>
                </a:cubicBezTo>
                <a:cubicBezTo>
                  <a:pt x="695" y="33"/>
                  <a:pt x="690" y="40"/>
                  <a:pt x="678" y="46"/>
                </a:cubicBezTo>
                <a:lnTo>
                  <a:pt x="16" y="46"/>
                </a:lnTo>
                <a:cubicBezTo>
                  <a:pt x="5" y="41"/>
                  <a:pt x="0" y="33"/>
                  <a:pt x="0" y="24"/>
                </a:cubicBezTo>
                <a:cubicBezTo>
                  <a:pt x="0" y="13"/>
                  <a:pt x="5" y="5"/>
                  <a:pt x="16" y="0"/>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118" name=""/>
          <p:cNvSpPr/>
          <p:nvPr/>
        </p:nvSpPr>
        <p:spPr>
          <a:xfrm>
            <a:off x="7436160" y="1800360"/>
            <a:ext cx="225720" cy="368640"/>
          </a:xfrm>
          <a:custGeom>
            <a:avLst/>
            <a:gdLst/>
            <a:ahLst/>
            <a:rect l="0" t="0" r="r" b="b"/>
            <a:pathLst>
              <a:path w="627" h="1024">
                <a:moveTo>
                  <a:pt x="7" y="1024"/>
                </a:moveTo>
                <a:cubicBezTo>
                  <a:pt x="2" y="1020"/>
                  <a:pt x="0" y="1017"/>
                  <a:pt x="0" y="1015"/>
                </a:cubicBezTo>
                <a:cubicBezTo>
                  <a:pt x="0" y="1013"/>
                  <a:pt x="30" y="891"/>
                  <a:pt x="90" y="651"/>
                </a:cubicBezTo>
                <a:cubicBezTo>
                  <a:pt x="150" y="409"/>
                  <a:pt x="182" y="283"/>
                  <a:pt x="186" y="273"/>
                </a:cubicBezTo>
                <a:cubicBezTo>
                  <a:pt x="202" y="221"/>
                  <a:pt x="224" y="176"/>
                  <a:pt x="250" y="137"/>
                </a:cubicBezTo>
                <a:cubicBezTo>
                  <a:pt x="277" y="99"/>
                  <a:pt x="302" y="71"/>
                  <a:pt x="327" y="53"/>
                </a:cubicBezTo>
                <a:cubicBezTo>
                  <a:pt x="369" y="17"/>
                  <a:pt x="415" y="0"/>
                  <a:pt x="463" y="0"/>
                </a:cubicBezTo>
                <a:lnTo>
                  <a:pt x="465" y="0"/>
                </a:lnTo>
                <a:cubicBezTo>
                  <a:pt x="513" y="0"/>
                  <a:pt x="551" y="14"/>
                  <a:pt x="582" y="43"/>
                </a:cubicBezTo>
                <a:cubicBezTo>
                  <a:pt x="612" y="72"/>
                  <a:pt x="627" y="109"/>
                  <a:pt x="627" y="153"/>
                </a:cubicBezTo>
                <a:cubicBezTo>
                  <a:pt x="627" y="233"/>
                  <a:pt x="588" y="299"/>
                  <a:pt x="509" y="351"/>
                </a:cubicBezTo>
                <a:lnTo>
                  <a:pt x="524" y="366"/>
                </a:lnTo>
                <a:cubicBezTo>
                  <a:pt x="562" y="405"/>
                  <a:pt x="582" y="455"/>
                  <a:pt x="582" y="515"/>
                </a:cubicBezTo>
                <a:cubicBezTo>
                  <a:pt x="582" y="601"/>
                  <a:pt x="549" y="673"/>
                  <a:pt x="485" y="729"/>
                </a:cubicBezTo>
                <a:cubicBezTo>
                  <a:pt x="420" y="785"/>
                  <a:pt x="348" y="814"/>
                  <a:pt x="266" y="815"/>
                </a:cubicBezTo>
                <a:cubicBezTo>
                  <a:pt x="244" y="815"/>
                  <a:pt x="223" y="812"/>
                  <a:pt x="205" y="806"/>
                </a:cubicBezTo>
                <a:cubicBezTo>
                  <a:pt x="187" y="799"/>
                  <a:pt x="172" y="792"/>
                  <a:pt x="162" y="784"/>
                </a:cubicBezTo>
                <a:cubicBezTo>
                  <a:pt x="151" y="776"/>
                  <a:pt x="143" y="767"/>
                  <a:pt x="137" y="758"/>
                </a:cubicBezTo>
                <a:cubicBezTo>
                  <a:pt x="131" y="749"/>
                  <a:pt x="126" y="741"/>
                  <a:pt x="123" y="736"/>
                </a:cubicBezTo>
                <a:cubicBezTo>
                  <a:pt x="120" y="731"/>
                  <a:pt x="118" y="728"/>
                  <a:pt x="117" y="729"/>
                </a:cubicBezTo>
                <a:lnTo>
                  <a:pt x="44" y="1017"/>
                </a:lnTo>
                <a:cubicBezTo>
                  <a:pt x="43" y="1022"/>
                  <a:pt x="35" y="1024"/>
                  <a:pt x="22" y="1024"/>
                </a:cubicBezTo>
                <a:lnTo>
                  <a:pt x="7" y="1024"/>
                </a:lnTo>
                <a:moveTo>
                  <a:pt x="377" y="312"/>
                </a:moveTo>
                <a:cubicBezTo>
                  <a:pt x="406" y="312"/>
                  <a:pt x="434" y="316"/>
                  <a:pt x="461" y="325"/>
                </a:cubicBezTo>
                <a:lnTo>
                  <a:pt x="467" y="322"/>
                </a:lnTo>
                <a:cubicBezTo>
                  <a:pt x="470" y="319"/>
                  <a:pt x="472" y="316"/>
                  <a:pt x="475" y="314"/>
                </a:cubicBezTo>
                <a:cubicBezTo>
                  <a:pt x="477" y="312"/>
                  <a:pt x="481" y="308"/>
                  <a:pt x="486" y="302"/>
                </a:cubicBezTo>
                <a:cubicBezTo>
                  <a:pt x="491" y="297"/>
                  <a:pt x="496" y="292"/>
                  <a:pt x="500" y="287"/>
                </a:cubicBezTo>
                <a:cubicBezTo>
                  <a:pt x="503" y="281"/>
                  <a:pt x="508" y="274"/>
                  <a:pt x="512" y="266"/>
                </a:cubicBezTo>
                <a:cubicBezTo>
                  <a:pt x="517" y="258"/>
                  <a:pt x="521" y="249"/>
                  <a:pt x="526" y="239"/>
                </a:cubicBezTo>
                <a:cubicBezTo>
                  <a:pt x="530" y="229"/>
                  <a:pt x="534" y="218"/>
                  <a:pt x="536" y="206"/>
                </a:cubicBezTo>
                <a:cubicBezTo>
                  <a:pt x="538" y="194"/>
                  <a:pt x="541" y="180"/>
                  <a:pt x="545" y="165"/>
                </a:cubicBezTo>
                <a:cubicBezTo>
                  <a:pt x="547" y="158"/>
                  <a:pt x="547" y="145"/>
                  <a:pt x="547" y="127"/>
                </a:cubicBezTo>
                <a:cubicBezTo>
                  <a:pt x="547" y="113"/>
                  <a:pt x="547" y="105"/>
                  <a:pt x="546" y="101"/>
                </a:cubicBezTo>
                <a:cubicBezTo>
                  <a:pt x="535" y="62"/>
                  <a:pt x="506" y="43"/>
                  <a:pt x="460" y="43"/>
                </a:cubicBezTo>
                <a:cubicBezTo>
                  <a:pt x="428" y="43"/>
                  <a:pt x="398" y="52"/>
                  <a:pt x="370" y="70"/>
                </a:cubicBezTo>
                <a:cubicBezTo>
                  <a:pt x="342" y="88"/>
                  <a:pt x="319" y="112"/>
                  <a:pt x="299" y="140"/>
                </a:cubicBezTo>
                <a:cubicBezTo>
                  <a:pt x="281" y="168"/>
                  <a:pt x="266" y="194"/>
                  <a:pt x="255" y="217"/>
                </a:cubicBezTo>
                <a:cubicBezTo>
                  <a:pt x="244" y="241"/>
                  <a:pt x="235" y="263"/>
                  <a:pt x="229" y="284"/>
                </a:cubicBezTo>
                <a:cubicBezTo>
                  <a:pt x="225" y="296"/>
                  <a:pt x="211" y="352"/>
                  <a:pt x="186" y="452"/>
                </a:cubicBezTo>
                <a:cubicBezTo>
                  <a:pt x="161" y="551"/>
                  <a:pt x="148" y="604"/>
                  <a:pt x="147" y="611"/>
                </a:cubicBezTo>
                <a:cubicBezTo>
                  <a:pt x="146" y="615"/>
                  <a:pt x="146" y="623"/>
                  <a:pt x="146" y="636"/>
                </a:cubicBezTo>
                <a:cubicBezTo>
                  <a:pt x="146" y="672"/>
                  <a:pt x="154" y="702"/>
                  <a:pt x="171" y="726"/>
                </a:cubicBezTo>
                <a:cubicBezTo>
                  <a:pt x="194" y="758"/>
                  <a:pt x="227" y="774"/>
                  <a:pt x="270" y="774"/>
                </a:cubicBezTo>
                <a:cubicBezTo>
                  <a:pt x="302" y="774"/>
                  <a:pt x="336" y="764"/>
                  <a:pt x="372" y="745"/>
                </a:cubicBezTo>
                <a:cubicBezTo>
                  <a:pt x="408" y="726"/>
                  <a:pt x="437" y="694"/>
                  <a:pt x="459" y="647"/>
                </a:cubicBezTo>
                <a:cubicBezTo>
                  <a:pt x="471" y="620"/>
                  <a:pt x="480" y="591"/>
                  <a:pt x="486" y="559"/>
                </a:cubicBezTo>
                <a:cubicBezTo>
                  <a:pt x="492" y="526"/>
                  <a:pt x="495" y="501"/>
                  <a:pt x="495" y="485"/>
                </a:cubicBezTo>
                <a:cubicBezTo>
                  <a:pt x="495" y="441"/>
                  <a:pt x="482" y="405"/>
                  <a:pt x="455" y="379"/>
                </a:cubicBezTo>
                <a:cubicBezTo>
                  <a:pt x="423" y="389"/>
                  <a:pt x="395" y="395"/>
                  <a:pt x="370" y="395"/>
                </a:cubicBezTo>
                <a:lnTo>
                  <a:pt x="358" y="395"/>
                </a:lnTo>
                <a:cubicBezTo>
                  <a:pt x="298" y="395"/>
                  <a:pt x="268" y="383"/>
                  <a:pt x="268" y="359"/>
                </a:cubicBezTo>
                <a:cubicBezTo>
                  <a:pt x="268" y="354"/>
                  <a:pt x="269" y="349"/>
                  <a:pt x="271" y="343"/>
                </a:cubicBezTo>
                <a:cubicBezTo>
                  <a:pt x="282" y="322"/>
                  <a:pt x="317" y="312"/>
                  <a:pt x="377" y="312"/>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119" name=""/>
          <p:cNvSpPr/>
          <p:nvPr/>
        </p:nvSpPr>
        <p:spPr>
          <a:xfrm>
            <a:off x="7677720" y="1969200"/>
            <a:ext cx="90360" cy="185040"/>
          </a:xfrm>
          <a:custGeom>
            <a:avLst/>
            <a:gdLst/>
            <a:ahLst/>
            <a:rect l="0" t="0" r="r" b="b"/>
            <a:pathLst>
              <a:path w="251" h="514">
                <a:moveTo>
                  <a:pt x="6" y="194"/>
                </a:moveTo>
                <a:cubicBezTo>
                  <a:pt x="2" y="190"/>
                  <a:pt x="0" y="188"/>
                  <a:pt x="0" y="186"/>
                </a:cubicBezTo>
                <a:cubicBezTo>
                  <a:pt x="0" y="184"/>
                  <a:pt x="1" y="180"/>
                  <a:pt x="2" y="173"/>
                </a:cubicBezTo>
                <a:cubicBezTo>
                  <a:pt x="4" y="167"/>
                  <a:pt x="5" y="163"/>
                  <a:pt x="6" y="162"/>
                </a:cubicBezTo>
                <a:cubicBezTo>
                  <a:pt x="8" y="159"/>
                  <a:pt x="10" y="158"/>
                  <a:pt x="14" y="158"/>
                </a:cubicBezTo>
                <a:cubicBezTo>
                  <a:pt x="17" y="158"/>
                  <a:pt x="31" y="158"/>
                  <a:pt x="56" y="157"/>
                </a:cubicBezTo>
                <a:lnTo>
                  <a:pt x="98" y="157"/>
                </a:lnTo>
                <a:lnTo>
                  <a:pt x="114" y="93"/>
                </a:lnTo>
                <a:cubicBezTo>
                  <a:pt x="115" y="87"/>
                  <a:pt x="117" y="79"/>
                  <a:pt x="119" y="69"/>
                </a:cubicBezTo>
                <a:cubicBezTo>
                  <a:pt x="122" y="60"/>
                  <a:pt x="123" y="53"/>
                  <a:pt x="125" y="48"/>
                </a:cubicBezTo>
                <a:cubicBezTo>
                  <a:pt x="127" y="44"/>
                  <a:pt x="128" y="39"/>
                  <a:pt x="130" y="32"/>
                </a:cubicBezTo>
                <a:cubicBezTo>
                  <a:pt x="131" y="26"/>
                  <a:pt x="134" y="21"/>
                  <a:pt x="136" y="19"/>
                </a:cubicBezTo>
                <a:cubicBezTo>
                  <a:pt x="139" y="16"/>
                  <a:pt x="142" y="13"/>
                  <a:pt x="144" y="9"/>
                </a:cubicBezTo>
                <a:cubicBezTo>
                  <a:pt x="147" y="5"/>
                  <a:pt x="151" y="3"/>
                  <a:pt x="156" y="2"/>
                </a:cubicBezTo>
                <a:cubicBezTo>
                  <a:pt x="160" y="1"/>
                  <a:pt x="165" y="0"/>
                  <a:pt x="170" y="0"/>
                </a:cubicBezTo>
                <a:cubicBezTo>
                  <a:pt x="180" y="1"/>
                  <a:pt x="186" y="4"/>
                  <a:pt x="190" y="9"/>
                </a:cubicBezTo>
                <a:cubicBezTo>
                  <a:pt x="194" y="14"/>
                  <a:pt x="196" y="19"/>
                  <a:pt x="196" y="24"/>
                </a:cubicBezTo>
                <a:cubicBezTo>
                  <a:pt x="196" y="28"/>
                  <a:pt x="193" y="41"/>
                  <a:pt x="189" y="62"/>
                </a:cubicBezTo>
                <a:cubicBezTo>
                  <a:pt x="184" y="84"/>
                  <a:pt x="178" y="105"/>
                  <a:pt x="172" y="126"/>
                </a:cubicBezTo>
                <a:lnTo>
                  <a:pt x="164" y="155"/>
                </a:lnTo>
                <a:cubicBezTo>
                  <a:pt x="164" y="157"/>
                  <a:pt x="178" y="157"/>
                  <a:pt x="205" y="157"/>
                </a:cubicBezTo>
                <a:lnTo>
                  <a:pt x="246" y="157"/>
                </a:lnTo>
                <a:cubicBezTo>
                  <a:pt x="249" y="161"/>
                  <a:pt x="251" y="164"/>
                  <a:pt x="251" y="166"/>
                </a:cubicBezTo>
                <a:cubicBezTo>
                  <a:pt x="251" y="178"/>
                  <a:pt x="248" y="187"/>
                  <a:pt x="241" y="194"/>
                </a:cubicBezTo>
                <a:lnTo>
                  <a:pt x="155" y="194"/>
                </a:lnTo>
                <a:lnTo>
                  <a:pt x="126" y="311"/>
                </a:lnTo>
                <a:cubicBezTo>
                  <a:pt x="105" y="397"/>
                  <a:pt x="94" y="444"/>
                  <a:pt x="94" y="450"/>
                </a:cubicBezTo>
                <a:cubicBezTo>
                  <a:pt x="94" y="473"/>
                  <a:pt x="102" y="484"/>
                  <a:pt x="116" y="484"/>
                </a:cubicBezTo>
                <a:cubicBezTo>
                  <a:pt x="135" y="484"/>
                  <a:pt x="153" y="475"/>
                  <a:pt x="171" y="457"/>
                </a:cubicBezTo>
                <a:cubicBezTo>
                  <a:pt x="189" y="438"/>
                  <a:pt x="203" y="415"/>
                  <a:pt x="214" y="388"/>
                </a:cubicBezTo>
                <a:cubicBezTo>
                  <a:pt x="215" y="385"/>
                  <a:pt x="216" y="383"/>
                  <a:pt x="218" y="382"/>
                </a:cubicBezTo>
                <a:cubicBezTo>
                  <a:pt x="219" y="382"/>
                  <a:pt x="223" y="381"/>
                  <a:pt x="230" y="381"/>
                </a:cubicBezTo>
                <a:lnTo>
                  <a:pt x="233" y="381"/>
                </a:lnTo>
                <a:cubicBezTo>
                  <a:pt x="241" y="381"/>
                  <a:pt x="245" y="383"/>
                  <a:pt x="245" y="387"/>
                </a:cubicBezTo>
                <a:cubicBezTo>
                  <a:pt x="245" y="389"/>
                  <a:pt x="244" y="392"/>
                  <a:pt x="243" y="397"/>
                </a:cubicBezTo>
                <a:cubicBezTo>
                  <a:pt x="240" y="406"/>
                  <a:pt x="235" y="416"/>
                  <a:pt x="228" y="429"/>
                </a:cubicBezTo>
                <a:cubicBezTo>
                  <a:pt x="221" y="440"/>
                  <a:pt x="212" y="453"/>
                  <a:pt x="201" y="466"/>
                </a:cubicBezTo>
                <a:cubicBezTo>
                  <a:pt x="189" y="480"/>
                  <a:pt x="176" y="491"/>
                  <a:pt x="160" y="500"/>
                </a:cubicBezTo>
                <a:cubicBezTo>
                  <a:pt x="144" y="509"/>
                  <a:pt x="127" y="514"/>
                  <a:pt x="111" y="514"/>
                </a:cubicBezTo>
                <a:cubicBezTo>
                  <a:pt x="94" y="514"/>
                  <a:pt x="79" y="510"/>
                  <a:pt x="65" y="502"/>
                </a:cubicBezTo>
                <a:cubicBezTo>
                  <a:pt x="50" y="494"/>
                  <a:pt x="39" y="480"/>
                  <a:pt x="32" y="460"/>
                </a:cubicBezTo>
                <a:cubicBezTo>
                  <a:pt x="31" y="456"/>
                  <a:pt x="31" y="448"/>
                  <a:pt x="31" y="438"/>
                </a:cubicBezTo>
                <a:lnTo>
                  <a:pt x="31" y="424"/>
                </a:lnTo>
                <a:lnTo>
                  <a:pt x="60" y="310"/>
                </a:lnTo>
                <a:cubicBezTo>
                  <a:pt x="79" y="234"/>
                  <a:pt x="88" y="196"/>
                  <a:pt x="89" y="196"/>
                </a:cubicBezTo>
                <a:cubicBezTo>
                  <a:pt x="89" y="195"/>
                  <a:pt x="75" y="194"/>
                  <a:pt x="47" y="194"/>
                </a:cubicBezTo>
                <a:lnTo>
                  <a:pt x="6" y="194"/>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120" name=""/>
          <p:cNvSpPr/>
          <p:nvPr/>
        </p:nvSpPr>
        <p:spPr>
          <a:xfrm>
            <a:off x="6348240" y="1691280"/>
            <a:ext cx="372960" cy="492120"/>
          </a:xfrm>
          <a:custGeom>
            <a:avLst/>
            <a:gdLst/>
            <a:ahLst/>
            <a:rect l="0" t="0" r="r" b="b"/>
            <a:pathLst>
              <a:path w="1036" h="1367">
                <a:moveTo>
                  <a:pt x="173" y="685"/>
                </a:moveTo>
                <a:cubicBezTo>
                  <a:pt x="174" y="685"/>
                  <a:pt x="194" y="730"/>
                  <a:pt x="232" y="821"/>
                </a:cubicBezTo>
                <a:cubicBezTo>
                  <a:pt x="271" y="911"/>
                  <a:pt x="310" y="1001"/>
                  <a:pt x="348" y="1092"/>
                </a:cubicBezTo>
                <a:cubicBezTo>
                  <a:pt x="387" y="1182"/>
                  <a:pt x="407" y="1228"/>
                  <a:pt x="409" y="1228"/>
                </a:cubicBezTo>
                <a:lnTo>
                  <a:pt x="700" y="625"/>
                </a:lnTo>
                <a:cubicBezTo>
                  <a:pt x="894" y="219"/>
                  <a:pt x="992" y="14"/>
                  <a:pt x="993" y="13"/>
                </a:cubicBezTo>
                <a:cubicBezTo>
                  <a:pt x="998" y="4"/>
                  <a:pt x="1005" y="0"/>
                  <a:pt x="1014" y="0"/>
                </a:cubicBezTo>
                <a:cubicBezTo>
                  <a:pt x="1020" y="0"/>
                  <a:pt x="1024" y="2"/>
                  <a:pt x="1028" y="7"/>
                </a:cubicBezTo>
                <a:cubicBezTo>
                  <a:pt x="1032" y="11"/>
                  <a:pt x="1034" y="16"/>
                  <a:pt x="1036" y="21"/>
                </a:cubicBezTo>
                <a:lnTo>
                  <a:pt x="1036" y="27"/>
                </a:lnTo>
                <a:lnTo>
                  <a:pt x="718" y="692"/>
                </a:lnTo>
                <a:cubicBezTo>
                  <a:pt x="645" y="844"/>
                  <a:pt x="569" y="1003"/>
                  <a:pt x="489" y="1169"/>
                </a:cubicBezTo>
                <a:cubicBezTo>
                  <a:pt x="442" y="1265"/>
                  <a:pt x="415" y="1322"/>
                  <a:pt x="408" y="1338"/>
                </a:cubicBezTo>
                <a:cubicBezTo>
                  <a:pt x="400" y="1354"/>
                  <a:pt x="394" y="1363"/>
                  <a:pt x="389" y="1365"/>
                </a:cubicBezTo>
                <a:cubicBezTo>
                  <a:pt x="386" y="1366"/>
                  <a:pt x="380" y="1367"/>
                  <a:pt x="370" y="1367"/>
                </a:cubicBezTo>
                <a:lnTo>
                  <a:pt x="356" y="1366"/>
                </a:lnTo>
                <a:lnTo>
                  <a:pt x="232" y="1078"/>
                </a:lnTo>
                <a:cubicBezTo>
                  <a:pt x="150" y="887"/>
                  <a:pt x="108" y="791"/>
                  <a:pt x="107" y="791"/>
                </a:cubicBezTo>
                <a:lnTo>
                  <a:pt x="68" y="821"/>
                </a:lnTo>
                <a:cubicBezTo>
                  <a:pt x="43" y="840"/>
                  <a:pt x="30" y="850"/>
                  <a:pt x="30" y="850"/>
                </a:cubicBezTo>
                <a:lnTo>
                  <a:pt x="0" y="821"/>
                </a:lnTo>
                <a:lnTo>
                  <a:pt x="173" y="685"/>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121" name=""/>
          <p:cNvSpPr/>
          <p:nvPr/>
        </p:nvSpPr>
        <p:spPr>
          <a:xfrm>
            <a:off x="6720840" y="1691280"/>
            <a:ext cx="1076760" cy="24840"/>
          </a:xfrm>
          <a:custGeom>
            <a:avLst/>
            <a:gdLst/>
            <a:ahLst/>
            <a:rect l="0" t="0" r="r" b="b"/>
            <a:pathLst>
              <a:path w="2991" h="69">
                <a:moveTo>
                  <a:pt x="0" y="0"/>
                </a:moveTo>
                <a:lnTo>
                  <a:pt x="2991" y="0"/>
                </a:lnTo>
                <a:lnTo>
                  <a:pt x="2991" y="69"/>
                </a:lnTo>
                <a:lnTo>
                  <a:pt x="0" y="69"/>
                </a:lnTo>
                <a:lnTo>
                  <a:pt x="0" y="0"/>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122" name=""/>
          <p:cNvSpPr/>
          <p:nvPr/>
        </p:nvSpPr>
        <p:spPr>
          <a:xfrm>
            <a:off x="7805880" y="1907280"/>
            <a:ext cx="231840" cy="182160"/>
          </a:xfrm>
          <a:custGeom>
            <a:avLst/>
            <a:gdLst/>
            <a:ahLst/>
            <a:rect l="0" t="0" r="r" b="b"/>
            <a:pathLst>
              <a:path w="644" h="506">
                <a:moveTo>
                  <a:pt x="235" y="506"/>
                </a:moveTo>
                <a:cubicBezTo>
                  <a:pt x="223" y="504"/>
                  <a:pt x="183" y="503"/>
                  <a:pt x="114" y="503"/>
                </a:cubicBezTo>
                <a:cubicBezTo>
                  <a:pt x="53" y="503"/>
                  <a:pt x="17" y="504"/>
                  <a:pt x="8" y="506"/>
                </a:cubicBezTo>
                <a:lnTo>
                  <a:pt x="0" y="506"/>
                </a:lnTo>
                <a:lnTo>
                  <a:pt x="0" y="436"/>
                </a:lnTo>
                <a:lnTo>
                  <a:pt x="110" y="436"/>
                </a:lnTo>
                <a:lnTo>
                  <a:pt x="255" y="264"/>
                </a:lnTo>
                <a:lnTo>
                  <a:pt x="100" y="71"/>
                </a:lnTo>
                <a:lnTo>
                  <a:pt x="6" y="71"/>
                </a:lnTo>
                <a:lnTo>
                  <a:pt x="6" y="0"/>
                </a:lnTo>
                <a:lnTo>
                  <a:pt x="15" y="0"/>
                </a:lnTo>
                <a:cubicBezTo>
                  <a:pt x="26" y="2"/>
                  <a:pt x="68" y="3"/>
                  <a:pt x="139" y="3"/>
                </a:cubicBezTo>
                <a:cubicBezTo>
                  <a:pt x="218" y="3"/>
                  <a:pt x="264" y="2"/>
                  <a:pt x="278" y="0"/>
                </a:cubicBezTo>
                <a:lnTo>
                  <a:pt x="288" y="0"/>
                </a:lnTo>
                <a:lnTo>
                  <a:pt x="288" y="71"/>
                </a:lnTo>
                <a:lnTo>
                  <a:pt x="256" y="71"/>
                </a:lnTo>
                <a:lnTo>
                  <a:pt x="296" y="120"/>
                </a:lnTo>
                <a:cubicBezTo>
                  <a:pt x="322" y="152"/>
                  <a:pt x="335" y="168"/>
                  <a:pt x="336" y="168"/>
                </a:cubicBezTo>
                <a:cubicBezTo>
                  <a:pt x="339" y="168"/>
                  <a:pt x="354" y="151"/>
                  <a:pt x="379" y="118"/>
                </a:cubicBezTo>
                <a:lnTo>
                  <a:pt x="419" y="71"/>
                </a:lnTo>
                <a:lnTo>
                  <a:pt x="377" y="71"/>
                </a:lnTo>
                <a:lnTo>
                  <a:pt x="377" y="0"/>
                </a:lnTo>
                <a:lnTo>
                  <a:pt x="386" y="0"/>
                </a:lnTo>
                <a:cubicBezTo>
                  <a:pt x="398" y="2"/>
                  <a:pt x="438" y="3"/>
                  <a:pt x="508" y="3"/>
                </a:cubicBezTo>
                <a:cubicBezTo>
                  <a:pt x="569" y="3"/>
                  <a:pt x="605" y="2"/>
                  <a:pt x="614" y="0"/>
                </a:cubicBezTo>
                <a:lnTo>
                  <a:pt x="622" y="0"/>
                </a:lnTo>
                <a:lnTo>
                  <a:pt x="622" y="71"/>
                </a:lnTo>
                <a:lnTo>
                  <a:pt x="514" y="71"/>
                </a:lnTo>
                <a:lnTo>
                  <a:pt x="380" y="226"/>
                </a:lnTo>
                <a:lnTo>
                  <a:pt x="551" y="435"/>
                </a:lnTo>
                <a:lnTo>
                  <a:pt x="598" y="436"/>
                </a:lnTo>
                <a:lnTo>
                  <a:pt x="644" y="436"/>
                </a:lnTo>
                <a:lnTo>
                  <a:pt x="644" y="506"/>
                </a:lnTo>
                <a:lnTo>
                  <a:pt x="635" y="506"/>
                </a:lnTo>
                <a:cubicBezTo>
                  <a:pt x="624" y="504"/>
                  <a:pt x="583" y="503"/>
                  <a:pt x="511" y="503"/>
                </a:cubicBezTo>
                <a:cubicBezTo>
                  <a:pt x="431" y="503"/>
                  <a:pt x="385" y="504"/>
                  <a:pt x="371" y="506"/>
                </a:cubicBezTo>
                <a:lnTo>
                  <a:pt x="361" y="506"/>
                </a:lnTo>
                <a:lnTo>
                  <a:pt x="361" y="436"/>
                </a:lnTo>
                <a:lnTo>
                  <a:pt x="393" y="436"/>
                </a:lnTo>
                <a:cubicBezTo>
                  <a:pt x="393" y="435"/>
                  <a:pt x="378" y="416"/>
                  <a:pt x="347" y="379"/>
                </a:cubicBezTo>
                <a:cubicBezTo>
                  <a:pt x="317" y="342"/>
                  <a:pt x="302" y="322"/>
                  <a:pt x="301" y="321"/>
                </a:cubicBezTo>
                <a:lnTo>
                  <a:pt x="202" y="435"/>
                </a:lnTo>
                <a:lnTo>
                  <a:pt x="223" y="436"/>
                </a:lnTo>
                <a:lnTo>
                  <a:pt x="244" y="436"/>
                </a:lnTo>
                <a:lnTo>
                  <a:pt x="244" y="506"/>
                </a:lnTo>
                <a:lnTo>
                  <a:pt x="235" y="506"/>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123" name=""/>
          <p:cNvSpPr/>
          <p:nvPr/>
        </p:nvSpPr>
        <p:spPr>
          <a:xfrm>
            <a:off x="8065080" y="1969200"/>
            <a:ext cx="90720" cy="185040"/>
          </a:xfrm>
          <a:custGeom>
            <a:avLst/>
            <a:gdLst/>
            <a:ahLst/>
            <a:rect l="0" t="0" r="r" b="b"/>
            <a:pathLst>
              <a:path w="252" h="514">
                <a:moveTo>
                  <a:pt x="6" y="194"/>
                </a:moveTo>
                <a:cubicBezTo>
                  <a:pt x="2" y="190"/>
                  <a:pt x="0" y="188"/>
                  <a:pt x="0" y="186"/>
                </a:cubicBezTo>
                <a:cubicBezTo>
                  <a:pt x="0" y="184"/>
                  <a:pt x="1" y="180"/>
                  <a:pt x="3" y="173"/>
                </a:cubicBezTo>
                <a:cubicBezTo>
                  <a:pt x="4" y="167"/>
                  <a:pt x="6" y="163"/>
                  <a:pt x="7" y="162"/>
                </a:cubicBezTo>
                <a:cubicBezTo>
                  <a:pt x="8" y="159"/>
                  <a:pt x="10" y="158"/>
                  <a:pt x="14" y="158"/>
                </a:cubicBezTo>
                <a:cubicBezTo>
                  <a:pt x="18" y="158"/>
                  <a:pt x="31" y="158"/>
                  <a:pt x="55" y="157"/>
                </a:cubicBezTo>
                <a:lnTo>
                  <a:pt x="98" y="157"/>
                </a:lnTo>
                <a:lnTo>
                  <a:pt x="113" y="93"/>
                </a:lnTo>
                <a:cubicBezTo>
                  <a:pt x="115" y="87"/>
                  <a:pt x="116" y="79"/>
                  <a:pt x="119" y="69"/>
                </a:cubicBezTo>
                <a:cubicBezTo>
                  <a:pt x="121" y="60"/>
                  <a:pt x="123" y="53"/>
                  <a:pt x="124" y="48"/>
                </a:cubicBezTo>
                <a:cubicBezTo>
                  <a:pt x="126" y="44"/>
                  <a:pt x="127" y="39"/>
                  <a:pt x="129" y="32"/>
                </a:cubicBezTo>
                <a:cubicBezTo>
                  <a:pt x="131" y="26"/>
                  <a:pt x="133" y="21"/>
                  <a:pt x="135" y="19"/>
                </a:cubicBezTo>
                <a:cubicBezTo>
                  <a:pt x="138" y="16"/>
                  <a:pt x="141" y="13"/>
                  <a:pt x="143" y="9"/>
                </a:cubicBezTo>
                <a:cubicBezTo>
                  <a:pt x="146" y="5"/>
                  <a:pt x="150" y="3"/>
                  <a:pt x="155" y="2"/>
                </a:cubicBezTo>
                <a:cubicBezTo>
                  <a:pt x="160" y="1"/>
                  <a:pt x="164" y="0"/>
                  <a:pt x="169" y="0"/>
                </a:cubicBezTo>
                <a:cubicBezTo>
                  <a:pt x="179" y="1"/>
                  <a:pt x="186" y="4"/>
                  <a:pt x="189" y="9"/>
                </a:cubicBezTo>
                <a:cubicBezTo>
                  <a:pt x="193" y="14"/>
                  <a:pt x="195" y="19"/>
                  <a:pt x="195" y="24"/>
                </a:cubicBezTo>
                <a:cubicBezTo>
                  <a:pt x="195" y="28"/>
                  <a:pt x="193" y="41"/>
                  <a:pt x="188" y="62"/>
                </a:cubicBezTo>
                <a:cubicBezTo>
                  <a:pt x="183" y="84"/>
                  <a:pt x="178" y="105"/>
                  <a:pt x="172" y="126"/>
                </a:cubicBezTo>
                <a:lnTo>
                  <a:pt x="164" y="155"/>
                </a:lnTo>
                <a:cubicBezTo>
                  <a:pt x="164" y="157"/>
                  <a:pt x="177" y="157"/>
                  <a:pt x="204" y="157"/>
                </a:cubicBezTo>
                <a:lnTo>
                  <a:pt x="246" y="157"/>
                </a:lnTo>
                <a:cubicBezTo>
                  <a:pt x="250" y="161"/>
                  <a:pt x="252" y="164"/>
                  <a:pt x="252" y="166"/>
                </a:cubicBezTo>
                <a:cubicBezTo>
                  <a:pt x="252" y="178"/>
                  <a:pt x="248" y="187"/>
                  <a:pt x="241" y="194"/>
                </a:cubicBezTo>
                <a:lnTo>
                  <a:pt x="154" y="194"/>
                </a:lnTo>
                <a:lnTo>
                  <a:pt x="125" y="311"/>
                </a:lnTo>
                <a:cubicBezTo>
                  <a:pt x="104" y="397"/>
                  <a:pt x="94" y="444"/>
                  <a:pt x="94" y="450"/>
                </a:cubicBezTo>
                <a:cubicBezTo>
                  <a:pt x="94" y="473"/>
                  <a:pt x="101" y="484"/>
                  <a:pt x="115" y="484"/>
                </a:cubicBezTo>
                <a:cubicBezTo>
                  <a:pt x="134" y="484"/>
                  <a:pt x="152" y="475"/>
                  <a:pt x="170" y="457"/>
                </a:cubicBezTo>
                <a:cubicBezTo>
                  <a:pt x="188" y="438"/>
                  <a:pt x="202" y="415"/>
                  <a:pt x="213" y="388"/>
                </a:cubicBezTo>
                <a:cubicBezTo>
                  <a:pt x="214" y="385"/>
                  <a:pt x="215" y="383"/>
                  <a:pt x="217" y="382"/>
                </a:cubicBezTo>
                <a:cubicBezTo>
                  <a:pt x="218" y="382"/>
                  <a:pt x="223" y="381"/>
                  <a:pt x="230" y="381"/>
                </a:cubicBezTo>
                <a:lnTo>
                  <a:pt x="233" y="381"/>
                </a:lnTo>
                <a:cubicBezTo>
                  <a:pt x="241" y="381"/>
                  <a:pt x="245" y="383"/>
                  <a:pt x="245" y="387"/>
                </a:cubicBezTo>
                <a:cubicBezTo>
                  <a:pt x="245" y="389"/>
                  <a:pt x="244" y="392"/>
                  <a:pt x="243" y="397"/>
                </a:cubicBezTo>
                <a:cubicBezTo>
                  <a:pt x="240" y="406"/>
                  <a:pt x="235" y="416"/>
                  <a:pt x="228" y="429"/>
                </a:cubicBezTo>
                <a:cubicBezTo>
                  <a:pt x="220" y="440"/>
                  <a:pt x="211" y="453"/>
                  <a:pt x="200" y="466"/>
                </a:cubicBezTo>
                <a:cubicBezTo>
                  <a:pt x="189" y="480"/>
                  <a:pt x="175" y="491"/>
                  <a:pt x="159" y="500"/>
                </a:cubicBezTo>
                <a:cubicBezTo>
                  <a:pt x="143" y="509"/>
                  <a:pt x="126" y="514"/>
                  <a:pt x="110" y="514"/>
                </a:cubicBezTo>
                <a:cubicBezTo>
                  <a:pt x="94" y="514"/>
                  <a:pt x="78" y="510"/>
                  <a:pt x="64" y="502"/>
                </a:cubicBezTo>
                <a:cubicBezTo>
                  <a:pt x="49" y="494"/>
                  <a:pt x="39" y="480"/>
                  <a:pt x="32" y="460"/>
                </a:cubicBezTo>
                <a:cubicBezTo>
                  <a:pt x="31" y="456"/>
                  <a:pt x="31" y="448"/>
                  <a:pt x="31" y="438"/>
                </a:cubicBezTo>
                <a:lnTo>
                  <a:pt x="31" y="424"/>
                </a:lnTo>
                <a:lnTo>
                  <a:pt x="59" y="310"/>
                </a:lnTo>
                <a:cubicBezTo>
                  <a:pt x="78" y="234"/>
                  <a:pt x="87" y="196"/>
                  <a:pt x="88" y="196"/>
                </a:cubicBezTo>
                <a:cubicBezTo>
                  <a:pt x="88" y="195"/>
                  <a:pt x="74" y="194"/>
                  <a:pt x="47" y="194"/>
                </a:cubicBezTo>
                <a:lnTo>
                  <a:pt x="6" y="194"/>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124" name=""/>
          <p:cNvSpPr/>
          <p:nvPr/>
        </p:nvSpPr>
        <p:spPr>
          <a:xfrm>
            <a:off x="8188560" y="2072520"/>
            <a:ext cx="177120" cy="11880"/>
          </a:xfrm>
          <a:custGeom>
            <a:avLst/>
            <a:gdLst/>
            <a:ahLst/>
            <a:rect l="0" t="0" r="r" b="b"/>
            <a:pathLst>
              <a:path w="492" h="33">
                <a:moveTo>
                  <a:pt x="11" y="0"/>
                </a:moveTo>
                <a:lnTo>
                  <a:pt x="480" y="0"/>
                </a:lnTo>
                <a:cubicBezTo>
                  <a:pt x="488" y="4"/>
                  <a:pt x="492" y="9"/>
                  <a:pt x="492" y="16"/>
                </a:cubicBezTo>
                <a:cubicBezTo>
                  <a:pt x="492" y="23"/>
                  <a:pt x="488" y="29"/>
                  <a:pt x="480" y="33"/>
                </a:cubicBezTo>
                <a:lnTo>
                  <a:pt x="11" y="33"/>
                </a:lnTo>
                <a:cubicBezTo>
                  <a:pt x="4" y="29"/>
                  <a:pt x="0" y="24"/>
                  <a:pt x="0" y="16"/>
                </a:cubicBezTo>
                <a:cubicBezTo>
                  <a:pt x="0" y="9"/>
                  <a:pt x="4" y="3"/>
                  <a:pt x="11" y="0"/>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125" name=""/>
          <p:cNvSpPr/>
          <p:nvPr/>
        </p:nvSpPr>
        <p:spPr>
          <a:xfrm>
            <a:off x="8413920" y="1957680"/>
            <a:ext cx="99720" cy="193320"/>
          </a:xfrm>
          <a:custGeom>
            <a:avLst/>
            <a:gdLst/>
            <a:ahLst/>
            <a:rect l="0" t="0" r="r" b="b"/>
            <a:pathLst>
              <a:path w="277" h="537">
                <a:moveTo>
                  <a:pt x="104" y="71"/>
                </a:moveTo>
                <a:lnTo>
                  <a:pt x="94" y="75"/>
                </a:lnTo>
                <a:cubicBezTo>
                  <a:pt x="86" y="77"/>
                  <a:pt x="75" y="80"/>
                  <a:pt x="61" y="83"/>
                </a:cubicBezTo>
                <a:cubicBezTo>
                  <a:pt x="48" y="86"/>
                  <a:pt x="32" y="87"/>
                  <a:pt x="15" y="88"/>
                </a:cubicBezTo>
                <a:lnTo>
                  <a:pt x="0" y="88"/>
                </a:lnTo>
                <a:lnTo>
                  <a:pt x="0" y="51"/>
                </a:lnTo>
                <a:lnTo>
                  <a:pt x="15" y="51"/>
                </a:lnTo>
                <a:cubicBezTo>
                  <a:pt x="40" y="50"/>
                  <a:pt x="63" y="46"/>
                  <a:pt x="85" y="39"/>
                </a:cubicBezTo>
                <a:cubicBezTo>
                  <a:pt x="106" y="32"/>
                  <a:pt x="121" y="26"/>
                  <a:pt x="130" y="20"/>
                </a:cubicBezTo>
                <a:cubicBezTo>
                  <a:pt x="138" y="14"/>
                  <a:pt x="146" y="8"/>
                  <a:pt x="152" y="2"/>
                </a:cubicBezTo>
                <a:cubicBezTo>
                  <a:pt x="154" y="1"/>
                  <a:pt x="157" y="0"/>
                  <a:pt x="162" y="0"/>
                </a:cubicBezTo>
                <a:cubicBezTo>
                  <a:pt x="167" y="0"/>
                  <a:pt x="171" y="2"/>
                  <a:pt x="176" y="5"/>
                </a:cubicBezTo>
                <a:lnTo>
                  <a:pt x="176" y="246"/>
                </a:lnTo>
                <a:lnTo>
                  <a:pt x="177" y="488"/>
                </a:lnTo>
                <a:cubicBezTo>
                  <a:pt x="180" y="492"/>
                  <a:pt x="184" y="494"/>
                  <a:pt x="186" y="495"/>
                </a:cubicBezTo>
                <a:cubicBezTo>
                  <a:pt x="189" y="496"/>
                  <a:pt x="195" y="497"/>
                  <a:pt x="206" y="498"/>
                </a:cubicBezTo>
                <a:cubicBezTo>
                  <a:pt x="216" y="499"/>
                  <a:pt x="233" y="500"/>
                  <a:pt x="256" y="500"/>
                </a:cubicBezTo>
                <a:lnTo>
                  <a:pt x="277" y="500"/>
                </a:lnTo>
                <a:lnTo>
                  <a:pt x="277" y="537"/>
                </a:lnTo>
                <a:lnTo>
                  <a:pt x="269" y="537"/>
                </a:lnTo>
                <a:cubicBezTo>
                  <a:pt x="257" y="535"/>
                  <a:pt x="214" y="535"/>
                  <a:pt x="140" y="535"/>
                </a:cubicBezTo>
                <a:cubicBezTo>
                  <a:pt x="67" y="535"/>
                  <a:pt x="24" y="535"/>
                  <a:pt x="13" y="537"/>
                </a:cubicBezTo>
                <a:lnTo>
                  <a:pt x="4" y="537"/>
                </a:lnTo>
                <a:lnTo>
                  <a:pt x="4" y="500"/>
                </a:lnTo>
                <a:lnTo>
                  <a:pt x="24" y="500"/>
                </a:lnTo>
                <a:cubicBezTo>
                  <a:pt x="36" y="500"/>
                  <a:pt x="46" y="500"/>
                  <a:pt x="55" y="500"/>
                </a:cubicBezTo>
                <a:cubicBezTo>
                  <a:pt x="64" y="500"/>
                  <a:pt x="70" y="500"/>
                  <a:pt x="75" y="499"/>
                </a:cubicBezTo>
                <a:cubicBezTo>
                  <a:pt x="80" y="499"/>
                  <a:pt x="84" y="498"/>
                  <a:pt x="88" y="497"/>
                </a:cubicBezTo>
                <a:cubicBezTo>
                  <a:pt x="92" y="496"/>
                  <a:pt x="94" y="495"/>
                  <a:pt x="94" y="495"/>
                </a:cubicBezTo>
                <a:cubicBezTo>
                  <a:pt x="95" y="495"/>
                  <a:pt x="97" y="494"/>
                  <a:pt x="99" y="491"/>
                </a:cubicBezTo>
                <a:cubicBezTo>
                  <a:pt x="102" y="488"/>
                  <a:pt x="104" y="487"/>
                  <a:pt x="104" y="488"/>
                </a:cubicBezTo>
                <a:lnTo>
                  <a:pt x="104" y="71"/>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126" name=""/>
          <p:cNvSpPr/>
          <p:nvPr/>
        </p:nvSpPr>
        <p:spPr>
          <a:xfrm>
            <a:off x="8587080" y="2039400"/>
            <a:ext cx="54360" cy="129600"/>
          </a:xfrm>
          <a:custGeom>
            <a:avLst/>
            <a:gdLst/>
            <a:ahLst/>
            <a:rect l="0" t="0" r="r" b="b"/>
            <a:pathLst>
              <a:path w="151" h="360">
                <a:moveTo>
                  <a:pt x="0" y="98"/>
                </a:moveTo>
                <a:cubicBezTo>
                  <a:pt x="0" y="98"/>
                  <a:pt x="0" y="89"/>
                  <a:pt x="0" y="70"/>
                </a:cubicBezTo>
                <a:cubicBezTo>
                  <a:pt x="0" y="51"/>
                  <a:pt x="6" y="35"/>
                  <a:pt x="18" y="21"/>
                </a:cubicBezTo>
                <a:cubicBezTo>
                  <a:pt x="30" y="7"/>
                  <a:pt x="47" y="0"/>
                  <a:pt x="67" y="0"/>
                </a:cubicBezTo>
                <a:cubicBezTo>
                  <a:pt x="90" y="0"/>
                  <a:pt x="109" y="10"/>
                  <a:pt x="125" y="29"/>
                </a:cubicBezTo>
                <a:cubicBezTo>
                  <a:pt x="142" y="48"/>
                  <a:pt x="151" y="81"/>
                  <a:pt x="151" y="129"/>
                </a:cubicBezTo>
                <a:cubicBezTo>
                  <a:pt x="151" y="156"/>
                  <a:pt x="148" y="181"/>
                  <a:pt x="141" y="207"/>
                </a:cubicBezTo>
                <a:cubicBezTo>
                  <a:pt x="134" y="232"/>
                  <a:pt x="126" y="254"/>
                  <a:pt x="117" y="272"/>
                </a:cubicBezTo>
                <a:cubicBezTo>
                  <a:pt x="108" y="291"/>
                  <a:pt x="98" y="306"/>
                  <a:pt x="88" y="319"/>
                </a:cubicBezTo>
                <a:cubicBezTo>
                  <a:pt x="77" y="332"/>
                  <a:pt x="67" y="342"/>
                  <a:pt x="59" y="350"/>
                </a:cubicBezTo>
                <a:cubicBezTo>
                  <a:pt x="52" y="357"/>
                  <a:pt x="47" y="361"/>
                  <a:pt x="45" y="360"/>
                </a:cubicBezTo>
                <a:cubicBezTo>
                  <a:pt x="41" y="360"/>
                  <a:pt x="37" y="357"/>
                  <a:pt x="30" y="350"/>
                </a:cubicBezTo>
                <a:cubicBezTo>
                  <a:pt x="23" y="343"/>
                  <a:pt x="19" y="338"/>
                  <a:pt x="19" y="335"/>
                </a:cubicBezTo>
                <a:cubicBezTo>
                  <a:pt x="19" y="332"/>
                  <a:pt x="24" y="326"/>
                  <a:pt x="32" y="317"/>
                </a:cubicBezTo>
                <a:cubicBezTo>
                  <a:pt x="40" y="308"/>
                  <a:pt x="50" y="296"/>
                  <a:pt x="60" y="283"/>
                </a:cubicBezTo>
                <a:cubicBezTo>
                  <a:pt x="71" y="269"/>
                  <a:pt x="82" y="250"/>
                  <a:pt x="91" y="225"/>
                </a:cubicBezTo>
                <a:cubicBezTo>
                  <a:pt x="100" y="200"/>
                  <a:pt x="106" y="173"/>
                  <a:pt x="109" y="142"/>
                </a:cubicBezTo>
                <a:lnTo>
                  <a:pt x="109" y="128"/>
                </a:lnTo>
                <a:lnTo>
                  <a:pt x="108" y="129"/>
                </a:lnTo>
                <a:cubicBezTo>
                  <a:pt x="107" y="130"/>
                  <a:pt x="105" y="131"/>
                  <a:pt x="102" y="131"/>
                </a:cubicBezTo>
                <a:cubicBezTo>
                  <a:pt x="100" y="132"/>
                  <a:pt x="98" y="133"/>
                  <a:pt x="96" y="135"/>
                </a:cubicBezTo>
                <a:cubicBezTo>
                  <a:pt x="93" y="136"/>
                  <a:pt x="90" y="137"/>
                  <a:pt x="85" y="137"/>
                </a:cubicBezTo>
                <a:cubicBezTo>
                  <a:pt x="81" y="137"/>
                  <a:pt x="76" y="137"/>
                  <a:pt x="71" y="138"/>
                </a:cubicBezTo>
                <a:cubicBezTo>
                  <a:pt x="50" y="138"/>
                  <a:pt x="34" y="132"/>
                  <a:pt x="21" y="119"/>
                </a:cubicBezTo>
                <a:lnTo>
                  <a:pt x="0" y="98"/>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127" name=""/>
          <p:cNvSpPr/>
          <p:nvPr/>
        </p:nvSpPr>
        <p:spPr>
          <a:xfrm>
            <a:off x="8746920" y="1800360"/>
            <a:ext cx="225720" cy="368640"/>
          </a:xfrm>
          <a:custGeom>
            <a:avLst/>
            <a:gdLst/>
            <a:ahLst/>
            <a:rect l="0" t="0" r="r" b="b"/>
            <a:pathLst>
              <a:path w="627" h="1024">
                <a:moveTo>
                  <a:pt x="7" y="1024"/>
                </a:moveTo>
                <a:cubicBezTo>
                  <a:pt x="2" y="1020"/>
                  <a:pt x="0" y="1017"/>
                  <a:pt x="0" y="1015"/>
                </a:cubicBezTo>
                <a:cubicBezTo>
                  <a:pt x="0" y="1013"/>
                  <a:pt x="30" y="891"/>
                  <a:pt x="90" y="651"/>
                </a:cubicBezTo>
                <a:cubicBezTo>
                  <a:pt x="150" y="409"/>
                  <a:pt x="181" y="283"/>
                  <a:pt x="185" y="273"/>
                </a:cubicBezTo>
                <a:cubicBezTo>
                  <a:pt x="202" y="221"/>
                  <a:pt x="224" y="176"/>
                  <a:pt x="250" y="137"/>
                </a:cubicBezTo>
                <a:cubicBezTo>
                  <a:pt x="277" y="99"/>
                  <a:pt x="302" y="71"/>
                  <a:pt x="325" y="53"/>
                </a:cubicBezTo>
                <a:cubicBezTo>
                  <a:pt x="368" y="17"/>
                  <a:pt x="413" y="0"/>
                  <a:pt x="463" y="0"/>
                </a:cubicBezTo>
                <a:lnTo>
                  <a:pt x="465" y="0"/>
                </a:lnTo>
                <a:cubicBezTo>
                  <a:pt x="512" y="0"/>
                  <a:pt x="551" y="14"/>
                  <a:pt x="581" y="43"/>
                </a:cubicBezTo>
                <a:cubicBezTo>
                  <a:pt x="612" y="72"/>
                  <a:pt x="627" y="109"/>
                  <a:pt x="627" y="153"/>
                </a:cubicBezTo>
                <a:cubicBezTo>
                  <a:pt x="627" y="233"/>
                  <a:pt x="587" y="299"/>
                  <a:pt x="508" y="351"/>
                </a:cubicBezTo>
                <a:lnTo>
                  <a:pt x="523" y="366"/>
                </a:lnTo>
                <a:cubicBezTo>
                  <a:pt x="562" y="405"/>
                  <a:pt x="581" y="455"/>
                  <a:pt x="581" y="515"/>
                </a:cubicBezTo>
                <a:cubicBezTo>
                  <a:pt x="581" y="601"/>
                  <a:pt x="549" y="673"/>
                  <a:pt x="485" y="729"/>
                </a:cubicBezTo>
                <a:cubicBezTo>
                  <a:pt x="419" y="785"/>
                  <a:pt x="347" y="814"/>
                  <a:pt x="266" y="815"/>
                </a:cubicBezTo>
                <a:cubicBezTo>
                  <a:pt x="243" y="815"/>
                  <a:pt x="223" y="812"/>
                  <a:pt x="205" y="806"/>
                </a:cubicBezTo>
                <a:cubicBezTo>
                  <a:pt x="186" y="799"/>
                  <a:pt x="172" y="792"/>
                  <a:pt x="161" y="784"/>
                </a:cubicBezTo>
                <a:cubicBezTo>
                  <a:pt x="151" y="776"/>
                  <a:pt x="142" y="767"/>
                  <a:pt x="136" y="758"/>
                </a:cubicBezTo>
                <a:cubicBezTo>
                  <a:pt x="130" y="749"/>
                  <a:pt x="126" y="741"/>
                  <a:pt x="123" y="736"/>
                </a:cubicBezTo>
                <a:cubicBezTo>
                  <a:pt x="120" y="731"/>
                  <a:pt x="118" y="728"/>
                  <a:pt x="117" y="729"/>
                </a:cubicBezTo>
                <a:lnTo>
                  <a:pt x="44" y="1017"/>
                </a:lnTo>
                <a:cubicBezTo>
                  <a:pt x="43" y="1022"/>
                  <a:pt x="35" y="1024"/>
                  <a:pt x="21" y="1024"/>
                </a:cubicBezTo>
                <a:lnTo>
                  <a:pt x="7" y="1024"/>
                </a:lnTo>
                <a:moveTo>
                  <a:pt x="375" y="312"/>
                </a:moveTo>
                <a:cubicBezTo>
                  <a:pt x="405" y="312"/>
                  <a:pt x="434" y="316"/>
                  <a:pt x="461" y="325"/>
                </a:cubicBezTo>
                <a:lnTo>
                  <a:pt x="466" y="322"/>
                </a:lnTo>
                <a:cubicBezTo>
                  <a:pt x="469" y="319"/>
                  <a:pt x="472" y="316"/>
                  <a:pt x="474" y="314"/>
                </a:cubicBezTo>
                <a:cubicBezTo>
                  <a:pt x="477" y="312"/>
                  <a:pt x="480" y="308"/>
                  <a:pt x="486" y="302"/>
                </a:cubicBezTo>
                <a:cubicBezTo>
                  <a:pt x="491" y="297"/>
                  <a:pt x="496" y="292"/>
                  <a:pt x="499" y="287"/>
                </a:cubicBezTo>
                <a:cubicBezTo>
                  <a:pt x="503" y="281"/>
                  <a:pt x="507" y="274"/>
                  <a:pt x="512" y="266"/>
                </a:cubicBezTo>
                <a:cubicBezTo>
                  <a:pt x="516" y="258"/>
                  <a:pt x="521" y="249"/>
                  <a:pt x="526" y="239"/>
                </a:cubicBezTo>
                <a:cubicBezTo>
                  <a:pt x="530" y="229"/>
                  <a:pt x="533" y="218"/>
                  <a:pt x="536" y="206"/>
                </a:cubicBezTo>
                <a:cubicBezTo>
                  <a:pt x="538" y="194"/>
                  <a:pt x="541" y="180"/>
                  <a:pt x="545" y="165"/>
                </a:cubicBezTo>
                <a:cubicBezTo>
                  <a:pt x="546" y="158"/>
                  <a:pt x="547" y="145"/>
                  <a:pt x="547" y="127"/>
                </a:cubicBezTo>
                <a:cubicBezTo>
                  <a:pt x="547" y="113"/>
                  <a:pt x="547" y="105"/>
                  <a:pt x="546" y="101"/>
                </a:cubicBezTo>
                <a:cubicBezTo>
                  <a:pt x="535" y="62"/>
                  <a:pt x="506" y="43"/>
                  <a:pt x="459" y="43"/>
                </a:cubicBezTo>
                <a:cubicBezTo>
                  <a:pt x="427" y="43"/>
                  <a:pt x="397" y="52"/>
                  <a:pt x="369" y="70"/>
                </a:cubicBezTo>
                <a:cubicBezTo>
                  <a:pt x="340" y="88"/>
                  <a:pt x="317" y="112"/>
                  <a:pt x="299" y="140"/>
                </a:cubicBezTo>
                <a:cubicBezTo>
                  <a:pt x="281" y="168"/>
                  <a:pt x="266" y="194"/>
                  <a:pt x="255" y="217"/>
                </a:cubicBezTo>
                <a:cubicBezTo>
                  <a:pt x="243" y="241"/>
                  <a:pt x="235" y="263"/>
                  <a:pt x="229" y="284"/>
                </a:cubicBezTo>
                <a:cubicBezTo>
                  <a:pt x="225" y="296"/>
                  <a:pt x="210" y="352"/>
                  <a:pt x="185" y="452"/>
                </a:cubicBezTo>
                <a:cubicBezTo>
                  <a:pt x="160" y="551"/>
                  <a:pt x="147" y="604"/>
                  <a:pt x="147" y="611"/>
                </a:cubicBezTo>
                <a:cubicBezTo>
                  <a:pt x="146" y="615"/>
                  <a:pt x="145" y="623"/>
                  <a:pt x="145" y="636"/>
                </a:cubicBezTo>
                <a:cubicBezTo>
                  <a:pt x="145" y="672"/>
                  <a:pt x="154" y="702"/>
                  <a:pt x="170" y="726"/>
                </a:cubicBezTo>
                <a:cubicBezTo>
                  <a:pt x="194" y="758"/>
                  <a:pt x="227" y="774"/>
                  <a:pt x="269" y="774"/>
                </a:cubicBezTo>
                <a:cubicBezTo>
                  <a:pt x="301" y="774"/>
                  <a:pt x="335" y="764"/>
                  <a:pt x="371" y="745"/>
                </a:cubicBezTo>
                <a:cubicBezTo>
                  <a:pt x="406" y="726"/>
                  <a:pt x="436" y="694"/>
                  <a:pt x="458" y="647"/>
                </a:cubicBezTo>
                <a:cubicBezTo>
                  <a:pt x="470" y="620"/>
                  <a:pt x="480" y="591"/>
                  <a:pt x="486" y="559"/>
                </a:cubicBezTo>
                <a:cubicBezTo>
                  <a:pt x="492" y="526"/>
                  <a:pt x="495" y="501"/>
                  <a:pt x="495" y="485"/>
                </a:cubicBezTo>
                <a:cubicBezTo>
                  <a:pt x="495" y="441"/>
                  <a:pt x="481" y="405"/>
                  <a:pt x="455" y="379"/>
                </a:cubicBezTo>
                <a:cubicBezTo>
                  <a:pt x="422" y="389"/>
                  <a:pt x="394" y="395"/>
                  <a:pt x="369" y="395"/>
                </a:cubicBezTo>
                <a:lnTo>
                  <a:pt x="357" y="395"/>
                </a:lnTo>
                <a:cubicBezTo>
                  <a:pt x="297" y="395"/>
                  <a:pt x="267" y="383"/>
                  <a:pt x="267" y="359"/>
                </a:cubicBezTo>
                <a:cubicBezTo>
                  <a:pt x="267" y="354"/>
                  <a:pt x="268" y="349"/>
                  <a:pt x="271" y="343"/>
                </a:cubicBezTo>
                <a:cubicBezTo>
                  <a:pt x="281" y="322"/>
                  <a:pt x="316" y="312"/>
                  <a:pt x="375" y="312"/>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128" name=""/>
          <p:cNvSpPr/>
          <p:nvPr/>
        </p:nvSpPr>
        <p:spPr>
          <a:xfrm>
            <a:off x="8988480" y="1969200"/>
            <a:ext cx="90360" cy="185040"/>
          </a:xfrm>
          <a:custGeom>
            <a:avLst/>
            <a:gdLst/>
            <a:ahLst/>
            <a:rect l="0" t="0" r="r" b="b"/>
            <a:pathLst>
              <a:path w="251" h="514">
                <a:moveTo>
                  <a:pt x="5" y="194"/>
                </a:moveTo>
                <a:cubicBezTo>
                  <a:pt x="2" y="190"/>
                  <a:pt x="0" y="188"/>
                  <a:pt x="0" y="186"/>
                </a:cubicBezTo>
                <a:cubicBezTo>
                  <a:pt x="0" y="184"/>
                  <a:pt x="1" y="180"/>
                  <a:pt x="2" y="173"/>
                </a:cubicBezTo>
                <a:cubicBezTo>
                  <a:pt x="4" y="167"/>
                  <a:pt x="5" y="163"/>
                  <a:pt x="6" y="162"/>
                </a:cubicBezTo>
                <a:cubicBezTo>
                  <a:pt x="7" y="159"/>
                  <a:pt x="10" y="158"/>
                  <a:pt x="13" y="158"/>
                </a:cubicBezTo>
                <a:cubicBezTo>
                  <a:pt x="17" y="158"/>
                  <a:pt x="31" y="158"/>
                  <a:pt x="54" y="157"/>
                </a:cubicBezTo>
                <a:lnTo>
                  <a:pt x="97" y="157"/>
                </a:lnTo>
                <a:lnTo>
                  <a:pt x="112" y="93"/>
                </a:lnTo>
                <a:cubicBezTo>
                  <a:pt x="114" y="87"/>
                  <a:pt x="116" y="79"/>
                  <a:pt x="118" y="69"/>
                </a:cubicBezTo>
                <a:cubicBezTo>
                  <a:pt x="120" y="60"/>
                  <a:pt x="122" y="53"/>
                  <a:pt x="124" y="48"/>
                </a:cubicBezTo>
                <a:cubicBezTo>
                  <a:pt x="125" y="44"/>
                  <a:pt x="127" y="39"/>
                  <a:pt x="128" y="32"/>
                </a:cubicBezTo>
                <a:cubicBezTo>
                  <a:pt x="130" y="26"/>
                  <a:pt x="132" y="21"/>
                  <a:pt x="135" y="19"/>
                </a:cubicBezTo>
                <a:cubicBezTo>
                  <a:pt x="138" y="16"/>
                  <a:pt x="140" y="13"/>
                  <a:pt x="143" y="9"/>
                </a:cubicBezTo>
                <a:cubicBezTo>
                  <a:pt x="146" y="5"/>
                  <a:pt x="149" y="3"/>
                  <a:pt x="154" y="2"/>
                </a:cubicBezTo>
                <a:cubicBezTo>
                  <a:pt x="160" y="1"/>
                  <a:pt x="165" y="0"/>
                  <a:pt x="170" y="0"/>
                </a:cubicBezTo>
                <a:cubicBezTo>
                  <a:pt x="179" y="1"/>
                  <a:pt x="186" y="4"/>
                  <a:pt x="190" y="9"/>
                </a:cubicBezTo>
                <a:cubicBezTo>
                  <a:pt x="194" y="14"/>
                  <a:pt x="195" y="19"/>
                  <a:pt x="195" y="24"/>
                </a:cubicBezTo>
                <a:cubicBezTo>
                  <a:pt x="195" y="28"/>
                  <a:pt x="193" y="41"/>
                  <a:pt x="188" y="62"/>
                </a:cubicBezTo>
                <a:cubicBezTo>
                  <a:pt x="183" y="84"/>
                  <a:pt x="178" y="105"/>
                  <a:pt x="172" y="126"/>
                </a:cubicBezTo>
                <a:lnTo>
                  <a:pt x="164" y="155"/>
                </a:lnTo>
                <a:cubicBezTo>
                  <a:pt x="164" y="157"/>
                  <a:pt x="178" y="157"/>
                  <a:pt x="204" y="157"/>
                </a:cubicBezTo>
                <a:lnTo>
                  <a:pt x="245" y="157"/>
                </a:lnTo>
                <a:cubicBezTo>
                  <a:pt x="249" y="161"/>
                  <a:pt x="251" y="164"/>
                  <a:pt x="251" y="166"/>
                </a:cubicBezTo>
                <a:cubicBezTo>
                  <a:pt x="251" y="178"/>
                  <a:pt x="248" y="187"/>
                  <a:pt x="241" y="194"/>
                </a:cubicBezTo>
                <a:lnTo>
                  <a:pt x="153" y="194"/>
                </a:lnTo>
                <a:lnTo>
                  <a:pt x="124" y="311"/>
                </a:lnTo>
                <a:cubicBezTo>
                  <a:pt x="104" y="397"/>
                  <a:pt x="93" y="444"/>
                  <a:pt x="93" y="450"/>
                </a:cubicBezTo>
                <a:cubicBezTo>
                  <a:pt x="93" y="473"/>
                  <a:pt x="100" y="484"/>
                  <a:pt x="115" y="484"/>
                </a:cubicBezTo>
                <a:cubicBezTo>
                  <a:pt x="134" y="484"/>
                  <a:pt x="152" y="475"/>
                  <a:pt x="171" y="457"/>
                </a:cubicBezTo>
                <a:cubicBezTo>
                  <a:pt x="188" y="438"/>
                  <a:pt x="202" y="415"/>
                  <a:pt x="213" y="388"/>
                </a:cubicBezTo>
                <a:cubicBezTo>
                  <a:pt x="214" y="385"/>
                  <a:pt x="216" y="383"/>
                  <a:pt x="217" y="382"/>
                </a:cubicBezTo>
                <a:cubicBezTo>
                  <a:pt x="219" y="382"/>
                  <a:pt x="223" y="381"/>
                  <a:pt x="229" y="381"/>
                </a:cubicBezTo>
                <a:lnTo>
                  <a:pt x="233" y="381"/>
                </a:lnTo>
                <a:cubicBezTo>
                  <a:pt x="241" y="381"/>
                  <a:pt x="245" y="383"/>
                  <a:pt x="245" y="387"/>
                </a:cubicBezTo>
                <a:cubicBezTo>
                  <a:pt x="245" y="389"/>
                  <a:pt x="244" y="392"/>
                  <a:pt x="242" y="397"/>
                </a:cubicBezTo>
                <a:cubicBezTo>
                  <a:pt x="240" y="406"/>
                  <a:pt x="235" y="416"/>
                  <a:pt x="228" y="429"/>
                </a:cubicBezTo>
                <a:cubicBezTo>
                  <a:pt x="221" y="440"/>
                  <a:pt x="212" y="453"/>
                  <a:pt x="200" y="466"/>
                </a:cubicBezTo>
                <a:cubicBezTo>
                  <a:pt x="189" y="480"/>
                  <a:pt x="175" y="491"/>
                  <a:pt x="159" y="500"/>
                </a:cubicBezTo>
                <a:cubicBezTo>
                  <a:pt x="142" y="509"/>
                  <a:pt x="126" y="514"/>
                  <a:pt x="109" y="514"/>
                </a:cubicBezTo>
                <a:cubicBezTo>
                  <a:pt x="93" y="514"/>
                  <a:pt x="78" y="510"/>
                  <a:pt x="63" y="502"/>
                </a:cubicBezTo>
                <a:cubicBezTo>
                  <a:pt x="49" y="494"/>
                  <a:pt x="38" y="480"/>
                  <a:pt x="32" y="460"/>
                </a:cubicBezTo>
                <a:cubicBezTo>
                  <a:pt x="31" y="456"/>
                  <a:pt x="30" y="448"/>
                  <a:pt x="30" y="438"/>
                </a:cubicBezTo>
                <a:lnTo>
                  <a:pt x="30" y="424"/>
                </a:lnTo>
                <a:lnTo>
                  <a:pt x="58" y="310"/>
                </a:lnTo>
                <a:cubicBezTo>
                  <a:pt x="77" y="234"/>
                  <a:pt x="87" y="196"/>
                  <a:pt x="87" y="196"/>
                </a:cubicBezTo>
                <a:cubicBezTo>
                  <a:pt x="87" y="195"/>
                  <a:pt x="74" y="194"/>
                  <a:pt x="46" y="194"/>
                </a:cubicBezTo>
                <a:lnTo>
                  <a:pt x="5" y="194"/>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129" name=""/>
          <p:cNvSpPr/>
          <p:nvPr/>
        </p:nvSpPr>
        <p:spPr>
          <a:xfrm>
            <a:off x="9118080" y="1807920"/>
            <a:ext cx="158400" cy="281520"/>
          </a:xfrm>
          <a:custGeom>
            <a:avLst/>
            <a:gdLst/>
            <a:ahLst/>
            <a:rect l="0" t="0" r="r" b="b"/>
            <a:pathLst>
              <a:path w="440" h="782">
                <a:moveTo>
                  <a:pt x="425" y="782"/>
                </a:moveTo>
                <a:cubicBezTo>
                  <a:pt x="404" y="780"/>
                  <a:pt x="337" y="779"/>
                  <a:pt x="220" y="779"/>
                </a:cubicBezTo>
                <a:cubicBezTo>
                  <a:pt x="104" y="779"/>
                  <a:pt x="36" y="780"/>
                  <a:pt x="15" y="782"/>
                </a:cubicBezTo>
                <a:lnTo>
                  <a:pt x="0" y="782"/>
                </a:lnTo>
                <a:lnTo>
                  <a:pt x="0" y="712"/>
                </a:lnTo>
                <a:lnTo>
                  <a:pt x="130" y="712"/>
                </a:lnTo>
                <a:lnTo>
                  <a:pt x="130" y="72"/>
                </a:lnTo>
                <a:lnTo>
                  <a:pt x="0" y="72"/>
                </a:lnTo>
                <a:lnTo>
                  <a:pt x="0" y="0"/>
                </a:lnTo>
                <a:lnTo>
                  <a:pt x="15" y="0"/>
                </a:lnTo>
                <a:cubicBezTo>
                  <a:pt x="36" y="3"/>
                  <a:pt x="104" y="4"/>
                  <a:pt x="220" y="4"/>
                </a:cubicBezTo>
                <a:cubicBezTo>
                  <a:pt x="337" y="4"/>
                  <a:pt x="404" y="3"/>
                  <a:pt x="425" y="0"/>
                </a:cubicBezTo>
                <a:lnTo>
                  <a:pt x="440" y="0"/>
                </a:lnTo>
                <a:lnTo>
                  <a:pt x="440" y="72"/>
                </a:lnTo>
                <a:lnTo>
                  <a:pt x="310" y="72"/>
                </a:lnTo>
                <a:lnTo>
                  <a:pt x="310" y="712"/>
                </a:lnTo>
                <a:lnTo>
                  <a:pt x="440" y="712"/>
                </a:lnTo>
                <a:lnTo>
                  <a:pt x="440" y="782"/>
                </a:lnTo>
                <a:lnTo>
                  <a:pt x="425" y="782"/>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130" name=""/>
          <p:cNvSpPr/>
          <p:nvPr/>
        </p:nvSpPr>
        <p:spPr>
          <a:xfrm>
            <a:off x="9309240" y="1781640"/>
            <a:ext cx="98280" cy="410400"/>
          </a:xfrm>
          <a:custGeom>
            <a:avLst/>
            <a:gdLst/>
            <a:ahLst/>
            <a:rect l="0" t="0" r="r" b="b"/>
            <a:pathLst>
              <a:path w="273" h="1140">
                <a:moveTo>
                  <a:pt x="6" y="2"/>
                </a:moveTo>
                <a:lnTo>
                  <a:pt x="10" y="0"/>
                </a:lnTo>
                <a:cubicBezTo>
                  <a:pt x="14" y="0"/>
                  <a:pt x="18" y="0"/>
                  <a:pt x="22" y="0"/>
                </a:cubicBezTo>
                <a:lnTo>
                  <a:pt x="35" y="0"/>
                </a:lnTo>
                <a:lnTo>
                  <a:pt x="67" y="28"/>
                </a:lnTo>
                <a:cubicBezTo>
                  <a:pt x="139" y="92"/>
                  <a:pt x="191" y="174"/>
                  <a:pt x="224" y="270"/>
                </a:cubicBezTo>
                <a:cubicBezTo>
                  <a:pt x="257" y="366"/>
                  <a:pt x="273" y="467"/>
                  <a:pt x="273" y="571"/>
                </a:cubicBezTo>
                <a:cubicBezTo>
                  <a:pt x="273" y="622"/>
                  <a:pt x="269" y="672"/>
                  <a:pt x="262" y="720"/>
                </a:cubicBezTo>
                <a:cubicBezTo>
                  <a:pt x="254" y="768"/>
                  <a:pt x="245" y="808"/>
                  <a:pt x="236" y="842"/>
                </a:cubicBezTo>
                <a:cubicBezTo>
                  <a:pt x="226" y="875"/>
                  <a:pt x="212" y="908"/>
                  <a:pt x="193" y="942"/>
                </a:cubicBezTo>
                <a:cubicBezTo>
                  <a:pt x="175" y="975"/>
                  <a:pt x="161" y="1001"/>
                  <a:pt x="150" y="1018"/>
                </a:cubicBezTo>
                <a:cubicBezTo>
                  <a:pt x="139" y="1035"/>
                  <a:pt x="124" y="1055"/>
                  <a:pt x="102" y="1076"/>
                </a:cubicBezTo>
                <a:cubicBezTo>
                  <a:pt x="82" y="1097"/>
                  <a:pt x="70" y="1110"/>
                  <a:pt x="66" y="1114"/>
                </a:cubicBezTo>
                <a:cubicBezTo>
                  <a:pt x="62" y="1117"/>
                  <a:pt x="53" y="1125"/>
                  <a:pt x="40" y="1135"/>
                </a:cubicBezTo>
                <a:cubicBezTo>
                  <a:pt x="38" y="1138"/>
                  <a:pt x="36" y="1139"/>
                  <a:pt x="35" y="1140"/>
                </a:cubicBezTo>
                <a:lnTo>
                  <a:pt x="22" y="1140"/>
                </a:lnTo>
                <a:cubicBezTo>
                  <a:pt x="16" y="1140"/>
                  <a:pt x="11" y="1140"/>
                  <a:pt x="9" y="1140"/>
                </a:cubicBezTo>
                <a:cubicBezTo>
                  <a:pt x="7" y="1140"/>
                  <a:pt x="5" y="1139"/>
                  <a:pt x="3" y="1136"/>
                </a:cubicBezTo>
                <a:cubicBezTo>
                  <a:pt x="2" y="1134"/>
                  <a:pt x="1" y="1131"/>
                  <a:pt x="0" y="1126"/>
                </a:cubicBezTo>
                <a:cubicBezTo>
                  <a:pt x="1" y="1125"/>
                  <a:pt x="5" y="1120"/>
                  <a:pt x="13" y="1111"/>
                </a:cubicBezTo>
                <a:cubicBezTo>
                  <a:pt x="131" y="989"/>
                  <a:pt x="190" y="809"/>
                  <a:pt x="190" y="571"/>
                </a:cubicBezTo>
                <a:cubicBezTo>
                  <a:pt x="190" y="332"/>
                  <a:pt x="131" y="151"/>
                  <a:pt x="13" y="29"/>
                </a:cubicBezTo>
                <a:cubicBezTo>
                  <a:pt x="5" y="20"/>
                  <a:pt x="1" y="15"/>
                  <a:pt x="0" y="14"/>
                </a:cubicBezTo>
                <a:cubicBezTo>
                  <a:pt x="0" y="8"/>
                  <a:pt x="2" y="4"/>
                  <a:pt x="6" y="2"/>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131" name=""/>
          <p:cNvSpPr/>
          <p:nvPr/>
        </p:nvSpPr>
        <p:spPr>
          <a:xfrm>
            <a:off x="11325600" y="1781640"/>
            <a:ext cx="98280" cy="410400"/>
          </a:xfrm>
          <a:custGeom>
            <a:avLst/>
            <a:gdLst/>
            <a:ahLst/>
            <a:rect l="0" t="0" r="r" b="b"/>
            <a:pathLst>
              <a:path w="273" h="1140">
                <a:moveTo>
                  <a:pt x="0" y="571"/>
                </a:moveTo>
                <a:cubicBezTo>
                  <a:pt x="0" y="518"/>
                  <a:pt x="3" y="469"/>
                  <a:pt x="11" y="421"/>
                </a:cubicBezTo>
                <a:cubicBezTo>
                  <a:pt x="19" y="374"/>
                  <a:pt x="27" y="334"/>
                  <a:pt x="37" y="300"/>
                </a:cubicBezTo>
                <a:cubicBezTo>
                  <a:pt x="47" y="266"/>
                  <a:pt x="61" y="232"/>
                  <a:pt x="79" y="199"/>
                </a:cubicBezTo>
                <a:cubicBezTo>
                  <a:pt x="97" y="166"/>
                  <a:pt x="112" y="140"/>
                  <a:pt x="123" y="122"/>
                </a:cubicBezTo>
                <a:cubicBezTo>
                  <a:pt x="133" y="104"/>
                  <a:pt x="149" y="84"/>
                  <a:pt x="170" y="63"/>
                </a:cubicBezTo>
                <a:cubicBezTo>
                  <a:pt x="192" y="42"/>
                  <a:pt x="204" y="29"/>
                  <a:pt x="208" y="24"/>
                </a:cubicBezTo>
                <a:cubicBezTo>
                  <a:pt x="212" y="20"/>
                  <a:pt x="221" y="12"/>
                  <a:pt x="237" y="0"/>
                </a:cubicBezTo>
                <a:lnTo>
                  <a:pt x="252" y="0"/>
                </a:lnTo>
                <a:lnTo>
                  <a:pt x="257" y="0"/>
                </a:lnTo>
                <a:cubicBezTo>
                  <a:pt x="267" y="0"/>
                  <a:pt x="273" y="4"/>
                  <a:pt x="273" y="11"/>
                </a:cubicBezTo>
                <a:cubicBezTo>
                  <a:pt x="273" y="13"/>
                  <a:pt x="266" y="21"/>
                  <a:pt x="253" y="35"/>
                </a:cubicBezTo>
                <a:cubicBezTo>
                  <a:pt x="240" y="48"/>
                  <a:pt x="224" y="68"/>
                  <a:pt x="206" y="95"/>
                </a:cubicBezTo>
                <a:cubicBezTo>
                  <a:pt x="187" y="121"/>
                  <a:pt x="169" y="154"/>
                  <a:pt x="150" y="194"/>
                </a:cubicBezTo>
                <a:cubicBezTo>
                  <a:pt x="131" y="232"/>
                  <a:pt x="115" y="285"/>
                  <a:pt x="102" y="351"/>
                </a:cubicBezTo>
                <a:cubicBezTo>
                  <a:pt x="89" y="417"/>
                  <a:pt x="83" y="490"/>
                  <a:pt x="83" y="571"/>
                </a:cubicBezTo>
                <a:cubicBezTo>
                  <a:pt x="83" y="651"/>
                  <a:pt x="89" y="724"/>
                  <a:pt x="102" y="789"/>
                </a:cubicBezTo>
                <a:cubicBezTo>
                  <a:pt x="115" y="854"/>
                  <a:pt x="130" y="907"/>
                  <a:pt x="149" y="947"/>
                </a:cubicBezTo>
                <a:cubicBezTo>
                  <a:pt x="167" y="988"/>
                  <a:pt x="186" y="1020"/>
                  <a:pt x="204" y="1045"/>
                </a:cubicBezTo>
                <a:cubicBezTo>
                  <a:pt x="223" y="1070"/>
                  <a:pt x="240" y="1091"/>
                  <a:pt x="253" y="1106"/>
                </a:cubicBezTo>
                <a:cubicBezTo>
                  <a:pt x="266" y="1121"/>
                  <a:pt x="273" y="1129"/>
                  <a:pt x="273" y="1130"/>
                </a:cubicBezTo>
                <a:cubicBezTo>
                  <a:pt x="273" y="1136"/>
                  <a:pt x="267" y="1140"/>
                  <a:pt x="256" y="1140"/>
                </a:cubicBezTo>
                <a:lnTo>
                  <a:pt x="252" y="1140"/>
                </a:lnTo>
                <a:lnTo>
                  <a:pt x="237" y="1140"/>
                </a:lnTo>
                <a:lnTo>
                  <a:pt x="204" y="1113"/>
                </a:lnTo>
                <a:cubicBezTo>
                  <a:pt x="133" y="1048"/>
                  <a:pt x="81" y="968"/>
                  <a:pt x="49" y="871"/>
                </a:cubicBezTo>
                <a:cubicBezTo>
                  <a:pt x="16" y="775"/>
                  <a:pt x="0" y="675"/>
                  <a:pt x="0" y="571"/>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132" name=""/>
          <p:cNvSpPr/>
          <p:nvPr/>
        </p:nvSpPr>
        <p:spPr>
          <a:xfrm>
            <a:off x="11480400" y="1816200"/>
            <a:ext cx="141480" cy="273240"/>
          </a:xfrm>
          <a:custGeom>
            <a:avLst/>
            <a:gdLst/>
            <a:ahLst/>
            <a:rect l="0" t="0" r="r" b="b"/>
            <a:pathLst>
              <a:path w="393" h="759">
                <a:moveTo>
                  <a:pt x="148" y="100"/>
                </a:moveTo>
                <a:lnTo>
                  <a:pt x="133" y="106"/>
                </a:lnTo>
                <a:cubicBezTo>
                  <a:pt x="122" y="110"/>
                  <a:pt x="107" y="113"/>
                  <a:pt x="88" y="117"/>
                </a:cubicBezTo>
                <a:cubicBezTo>
                  <a:pt x="68" y="121"/>
                  <a:pt x="46" y="124"/>
                  <a:pt x="22" y="125"/>
                </a:cubicBezTo>
                <a:lnTo>
                  <a:pt x="0" y="125"/>
                </a:lnTo>
                <a:lnTo>
                  <a:pt x="0" y="73"/>
                </a:lnTo>
                <a:lnTo>
                  <a:pt x="22" y="73"/>
                </a:lnTo>
                <a:cubicBezTo>
                  <a:pt x="57" y="71"/>
                  <a:pt x="90" y="66"/>
                  <a:pt x="121" y="56"/>
                </a:cubicBezTo>
                <a:cubicBezTo>
                  <a:pt x="151" y="46"/>
                  <a:pt x="172" y="37"/>
                  <a:pt x="184" y="28"/>
                </a:cubicBezTo>
                <a:cubicBezTo>
                  <a:pt x="196" y="20"/>
                  <a:pt x="207" y="12"/>
                  <a:pt x="216" y="3"/>
                </a:cubicBezTo>
                <a:cubicBezTo>
                  <a:pt x="218" y="1"/>
                  <a:pt x="222" y="0"/>
                  <a:pt x="230" y="0"/>
                </a:cubicBezTo>
                <a:cubicBezTo>
                  <a:pt x="237" y="0"/>
                  <a:pt x="243" y="2"/>
                  <a:pt x="249" y="7"/>
                </a:cubicBezTo>
                <a:lnTo>
                  <a:pt x="249" y="347"/>
                </a:lnTo>
                <a:lnTo>
                  <a:pt x="250" y="690"/>
                </a:lnTo>
                <a:cubicBezTo>
                  <a:pt x="256" y="695"/>
                  <a:pt x="260" y="699"/>
                  <a:pt x="264" y="700"/>
                </a:cubicBezTo>
                <a:cubicBezTo>
                  <a:pt x="268" y="702"/>
                  <a:pt x="277" y="703"/>
                  <a:pt x="291" y="705"/>
                </a:cubicBezTo>
                <a:cubicBezTo>
                  <a:pt x="306" y="706"/>
                  <a:pt x="329" y="707"/>
                  <a:pt x="362" y="707"/>
                </a:cubicBezTo>
                <a:lnTo>
                  <a:pt x="393" y="707"/>
                </a:lnTo>
                <a:lnTo>
                  <a:pt x="393" y="759"/>
                </a:lnTo>
                <a:lnTo>
                  <a:pt x="380" y="759"/>
                </a:lnTo>
                <a:cubicBezTo>
                  <a:pt x="363" y="757"/>
                  <a:pt x="303" y="756"/>
                  <a:pt x="198" y="756"/>
                </a:cubicBezTo>
                <a:cubicBezTo>
                  <a:pt x="95" y="756"/>
                  <a:pt x="35" y="757"/>
                  <a:pt x="19" y="759"/>
                </a:cubicBezTo>
                <a:lnTo>
                  <a:pt x="6" y="759"/>
                </a:lnTo>
                <a:lnTo>
                  <a:pt x="6" y="707"/>
                </a:lnTo>
                <a:lnTo>
                  <a:pt x="35" y="707"/>
                </a:lnTo>
                <a:cubicBezTo>
                  <a:pt x="52" y="707"/>
                  <a:pt x="66" y="707"/>
                  <a:pt x="78" y="707"/>
                </a:cubicBezTo>
                <a:cubicBezTo>
                  <a:pt x="91" y="707"/>
                  <a:pt x="100" y="706"/>
                  <a:pt x="107" y="706"/>
                </a:cubicBezTo>
                <a:cubicBezTo>
                  <a:pt x="114" y="705"/>
                  <a:pt x="120" y="704"/>
                  <a:pt x="125" y="702"/>
                </a:cubicBezTo>
                <a:cubicBezTo>
                  <a:pt x="130" y="701"/>
                  <a:pt x="133" y="700"/>
                  <a:pt x="134" y="700"/>
                </a:cubicBezTo>
                <a:cubicBezTo>
                  <a:pt x="135" y="700"/>
                  <a:pt x="137" y="698"/>
                  <a:pt x="141" y="694"/>
                </a:cubicBezTo>
                <a:cubicBezTo>
                  <a:pt x="145" y="691"/>
                  <a:pt x="147" y="689"/>
                  <a:pt x="148" y="690"/>
                </a:cubicBezTo>
                <a:lnTo>
                  <a:pt x="148" y="100"/>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133" name=""/>
          <p:cNvSpPr/>
          <p:nvPr/>
        </p:nvSpPr>
        <p:spPr>
          <a:xfrm>
            <a:off x="11673720" y="1781640"/>
            <a:ext cx="98280" cy="410400"/>
          </a:xfrm>
          <a:custGeom>
            <a:avLst/>
            <a:gdLst/>
            <a:ahLst/>
            <a:rect l="0" t="0" r="r" b="b"/>
            <a:pathLst>
              <a:path w="273" h="1140">
                <a:moveTo>
                  <a:pt x="6" y="2"/>
                </a:moveTo>
                <a:lnTo>
                  <a:pt x="10" y="0"/>
                </a:lnTo>
                <a:cubicBezTo>
                  <a:pt x="14" y="0"/>
                  <a:pt x="18" y="0"/>
                  <a:pt x="22" y="0"/>
                </a:cubicBezTo>
                <a:lnTo>
                  <a:pt x="36" y="0"/>
                </a:lnTo>
                <a:lnTo>
                  <a:pt x="67" y="28"/>
                </a:lnTo>
                <a:cubicBezTo>
                  <a:pt x="140" y="92"/>
                  <a:pt x="192" y="174"/>
                  <a:pt x="224" y="270"/>
                </a:cubicBezTo>
                <a:cubicBezTo>
                  <a:pt x="257" y="366"/>
                  <a:pt x="273" y="467"/>
                  <a:pt x="273" y="571"/>
                </a:cubicBezTo>
                <a:cubicBezTo>
                  <a:pt x="273" y="622"/>
                  <a:pt x="270" y="672"/>
                  <a:pt x="262" y="720"/>
                </a:cubicBezTo>
                <a:cubicBezTo>
                  <a:pt x="254" y="768"/>
                  <a:pt x="246" y="808"/>
                  <a:pt x="236" y="842"/>
                </a:cubicBezTo>
                <a:cubicBezTo>
                  <a:pt x="226" y="875"/>
                  <a:pt x="212" y="908"/>
                  <a:pt x="194" y="942"/>
                </a:cubicBezTo>
                <a:cubicBezTo>
                  <a:pt x="175" y="975"/>
                  <a:pt x="161" y="1001"/>
                  <a:pt x="150" y="1018"/>
                </a:cubicBezTo>
                <a:cubicBezTo>
                  <a:pt x="140" y="1035"/>
                  <a:pt x="124" y="1055"/>
                  <a:pt x="104" y="1076"/>
                </a:cubicBezTo>
                <a:cubicBezTo>
                  <a:pt x="83" y="1097"/>
                  <a:pt x="70" y="1110"/>
                  <a:pt x="66" y="1114"/>
                </a:cubicBezTo>
                <a:cubicBezTo>
                  <a:pt x="62" y="1117"/>
                  <a:pt x="54" y="1125"/>
                  <a:pt x="40" y="1135"/>
                </a:cubicBezTo>
                <a:cubicBezTo>
                  <a:pt x="38" y="1138"/>
                  <a:pt x="36" y="1139"/>
                  <a:pt x="36" y="1140"/>
                </a:cubicBezTo>
                <a:lnTo>
                  <a:pt x="22" y="1140"/>
                </a:lnTo>
                <a:cubicBezTo>
                  <a:pt x="16" y="1140"/>
                  <a:pt x="12" y="1140"/>
                  <a:pt x="9" y="1140"/>
                </a:cubicBezTo>
                <a:cubicBezTo>
                  <a:pt x="7" y="1140"/>
                  <a:pt x="5" y="1139"/>
                  <a:pt x="4" y="1136"/>
                </a:cubicBezTo>
                <a:cubicBezTo>
                  <a:pt x="2" y="1134"/>
                  <a:pt x="1" y="1131"/>
                  <a:pt x="0" y="1126"/>
                </a:cubicBezTo>
                <a:cubicBezTo>
                  <a:pt x="1" y="1125"/>
                  <a:pt x="5" y="1120"/>
                  <a:pt x="13" y="1111"/>
                </a:cubicBezTo>
                <a:cubicBezTo>
                  <a:pt x="131" y="989"/>
                  <a:pt x="190" y="809"/>
                  <a:pt x="190" y="571"/>
                </a:cubicBezTo>
                <a:cubicBezTo>
                  <a:pt x="190" y="332"/>
                  <a:pt x="131" y="151"/>
                  <a:pt x="13" y="29"/>
                </a:cubicBezTo>
                <a:cubicBezTo>
                  <a:pt x="5" y="20"/>
                  <a:pt x="1" y="15"/>
                  <a:pt x="0" y="14"/>
                </a:cubicBezTo>
                <a:cubicBezTo>
                  <a:pt x="0" y="8"/>
                  <a:pt x="2" y="4"/>
                  <a:pt x="6" y="2"/>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134" name=""/>
          <p:cNvSpPr/>
          <p:nvPr/>
        </p:nvSpPr>
        <p:spPr>
          <a:xfrm>
            <a:off x="438120" y="2705040"/>
            <a:ext cx="133560" cy="133560"/>
          </a:xfrm>
          <a:custGeom>
            <a:avLst/>
            <a:gdLst/>
            <a:ahLst/>
            <a:rect l="0" t="0" r="r" b="b"/>
            <a:pathLst>
              <a:path w="371" h="371">
                <a:moveTo>
                  <a:pt x="371" y="186"/>
                </a:moveTo>
                <a:cubicBezTo>
                  <a:pt x="371" y="198"/>
                  <a:pt x="370" y="210"/>
                  <a:pt x="367" y="222"/>
                </a:cubicBezTo>
                <a:cubicBezTo>
                  <a:pt x="365" y="234"/>
                  <a:pt x="362" y="246"/>
                  <a:pt x="357" y="257"/>
                </a:cubicBezTo>
                <a:cubicBezTo>
                  <a:pt x="352" y="268"/>
                  <a:pt x="347" y="279"/>
                  <a:pt x="340" y="289"/>
                </a:cubicBezTo>
                <a:cubicBezTo>
                  <a:pt x="333" y="299"/>
                  <a:pt x="325" y="308"/>
                  <a:pt x="317" y="317"/>
                </a:cubicBezTo>
                <a:cubicBezTo>
                  <a:pt x="308" y="325"/>
                  <a:pt x="299" y="333"/>
                  <a:pt x="289" y="340"/>
                </a:cubicBezTo>
                <a:cubicBezTo>
                  <a:pt x="279" y="347"/>
                  <a:pt x="268" y="352"/>
                  <a:pt x="257" y="357"/>
                </a:cubicBezTo>
                <a:cubicBezTo>
                  <a:pt x="245" y="362"/>
                  <a:pt x="234" y="365"/>
                  <a:pt x="222" y="368"/>
                </a:cubicBezTo>
                <a:cubicBezTo>
                  <a:pt x="210" y="370"/>
                  <a:pt x="198" y="371"/>
                  <a:pt x="186" y="371"/>
                </a:cubicBezTo>
                <a:cubicBezTo>
                  <a:pt x="174" y="371"/>
                  <a:pt x="162" y="370"/>
                  <a:pt x="150" y="368"/>
                </a:cubicBezTo>
                <a:cubicBezTo>
                  <a:pt x="138" y="365"/>
                  <a:pt x="126" y="362"/>
                  <a:pt x="115" y="357"/>
                </a:cubicBezTo>
                <a:cubicBezTo>
                  <a:pt x="104" y="352"/>
                  <a:pt x="93" y="347"/>
                  <a:pt x="83" y="340"/>
                </a:cubicBezTo>
                <a:cubicBezTo>
                  <a:pt x="72" y="333"/>
                  <a:pt x="62" y="325"/>
                  <a:pt x="54" y="317"/>
                </a:cubicBezTo>
                <a:cubicBezTo>
                  <a:pt x="45" y="308"/>
                  <a:pt x="38" y="299"/>
                  <a:pt x="31" y="289"/>
                </a:cubicBezTo>
                <a:cubicBezTo>
                  <a:pt x="24" y="279"/>
                  <a:pt x="18" y="268"/>
                  <a:pt x="14" y="257"/>
                </a:cubicBezTo>
                <a:cubicBezTo>
                  <a:pt x="9" y="246"/>
                  <a:pt x="6" y="234"/>
                  <a:pt x="3" y="222"/>
                </a:cubicBezTo>
                <a:cubicBezTo>
                  <a:pt x="1" y="210"/>
                  <a:pt x="0" y="198"/>
                  <a:pt x="0" y="186"/>
                </a:cubicBezTo>
                <a:cubicBezTo>
                  <a:pt x="0" y="174"/>
                  <a:pt x="1" y="162"/>
                  <a:pt x="3" y="150"/>
                </a:cubicBezTo>
                <a:cubicBezTo>
                  <a:pt x="6" y="138"/>
                  <a:pt x="9" y="126"/>
                  <a:pt x="14" y="115"/>
                </a:cubicBezTo>
                <a:cubicBezTo>
                  <a:pt x="18" y="104"/>
                  <a:pt x="24" y="93"/>
                  <a:pt x="31" y="83"/>
                </a:cubicBezTo>
                <a:cubicBezTo>
                  <a:pt x="38" y="73"/>
                  <a:pt x="45" y="63"/>
                  <a:pt x="54" y="54"/>
                </a:cubicBezTo>
                <a:cubicBezTo>
                  <a:pt x="62" y="45"/>
                  <a:pt x="72" y="38"/>
                  <a:pt x="83" y="31"/>
                </a:cubicBezTo>
                <a:cubicBezTo>
                  <a:pt x="93" y="24"/>
                  <a:pt x="104" y="18"/>
                  <a:pt x="115" y="14"/>
                </a:cubicBezTo>
                <a:cubicBezTo>
                  <a:pt x="126" y="9"/>
                  <a:pt x="138" y="6"/>
                  <a:pt x="150" y="3"/>
                </a:cubicBezTo>
                <a:cubicBezTo>
                  <a:pt x="162" y="1"/>
                  <a:pt x="174" y="0"/>
                  <a:pt x="186" y="0"/>
                </a:cubicBezTo>
                <a:cubicBezTo>
                  <a:pt x="198" y="0"/>
                  <a:pt x="210" y="1"/>
                  <a:pt x="222" y="3"/>
                </a:cubicBezTo>
                <a:cubicBezTo>
                  <a:pt x="234" y="6"/>
                  <a:pt x="245" y="9"/>
                  <a:pt x="257" y="14"/>
                </a:cubicBezTo>
                <a:cubicBezTo>
                  <a:pt x="268" y="18"/>
                  <a:pt x="279" y="24"/>
                  <a:pt x="289" y="31"/>
                </a:cubicBezTo>
                <a:cubicBezTo>
                  <a:pt x="299" y="38"/>
                  <a:pt x="308" y="45"/>
                  <a:pt x="317" y="54"/>
                </a:cubicBezTo>
                <a:cubicBezTo>
                  <a:pt x="325" y="63"/>
                  <a:pt x="333" y="73"/>
                  <a:pt x="340" y="83"/>
                </a:cubicBezTo>
                <a:cubicBezTo>
                  <a:pt x="347" y="93"/>
                  <a:pt x="352" y="104"/>
                  <a:pt x="357" y="115"/>
                </a:cubicBezTo>
                <a:cubicBezTo>
                  <a:pt x="362" y="126"/>
                  <a:pt x="365" y="138"/>
                  <a:pt x="367" y="150"/>
                </a:cubicBezTo>
                <a:cubicBezTo>
                  <a:pt x="370" y="162"/>
                  <a:pt x="371" y="174"/>
                  <a:pt x="371" y="186"/>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135" name=""/>
          <p:cNvSpPr/>
          <p:nvPr/>
        </p:nvSpPr>
        <p:spPr>
          <a:xfrm>
            <a:off x="771120" y="2609640"/>
            <a:ext cx="225720" cy="368640"/>
          </a:xfrm>
          <a:custGeom>
            <a:avLst/>
            <a:gdLst/>
            <a:ahLst/>
            <a:rect l="0" t="0" r="r" b="b"/>
            <a:pathLst>
              <a:path w="627" h="1024">
                <a:moveTo>
                  <a:pt x="7" y="1024"/>
                </a:moveTo>
                <a:cubicBezTo>
                  <a:pt x="3" y="1020"/>
                  <a:pt x="0" y="1017"/>
                  <a:pt x="0" y="1015"/>
                </a:cubicBezTo>
                <a:cubicBezTo>
                  <a:pt x="0" y="1013"/>
                  <a:pt x="30" y="891"/>
                  <a:pt x="91" y="651"/>
                </a:cubicBezTo>
                <a:cubicBezTo>
                  <a:pt x="151" y="409"/>
                  <a:pt x="183" y="284"/>
                  <a:pt x="187" y="273"/>
                </a:cubicBezTo>
                <a:cubicBezTo>
                  <a:pt x="204" y="222"/>
                  <a:pt x="225" y="176"/>
                  <a:pt x="252" y="138"/>
                </a:cubicBezTo>
                <a:cubicBezTo>
                  <a:pt x="278" y="99"/>
                  <a:pt x="303" y="71"/>
                  <a:pt x="327" y="54"/>
                </a:cubicBezTo>
                <a:cubicBezTo>
                  <a:pt x="369" y="18"/>
                  <a:pt x="415" y="0"/>
                  <a:pt x="464" y="0"/>
                </a:cubicBezTo>
                <a:lnTo>
                  <a:pt x="466" y="0"/>
                </a:lnTo>
                <a:cubicBezTo>
                  <a:pt x="513" y="0"/>
                  <a:pt x="552" y="14"/>
                  <a:pt x="582" y="43"/>
                </a:cubicBezTo>
                <a:cubicBezTo>
                  <a:pt x="612" y="72"/>
                  <a:pt x="627" y="109"/>
                  <a:pt x="627" y="154"/>
                </a:cubicBezTo>
                <a:cubicBezTo>
                  <a:pt x="627" y="233"/>
                  <a:pt x="588" y="299"/>
                  <a:pt x="509" y="352"/>
                </a:cubicBezTo>
                <a:lnTo>
                  <a:pt x="524" y="367"/>
                </a:lnTo>
                <a:cubicBezTo>
                  <a:pt x="563" y="405"/>
                  <a:pt x="582" y="456"/>
                  <a:pt x="582" y="517"/>
                </a:cubicBezTo>
                <a:cubicBezTo>
                  <a:pt x="582" y="602"/>
                  <a:pt x="550" y="673"/>
                  <a:pt x="485" y="729"/>
                </a:cubicBezTo>
                <a:cubicBezTo>
                  <a:pt x="421" y="786"/>
                  <a:pt x="348" y="814"/>
                  <a:pt x="268" y="815"/>
                </a:cubicBezTo>
                <a:cubicBezTo>
                  <a:pt x="245" y="815"/>
                  <a:pt x="225" y="812"/>
                  <a:pt x="206" y="806"/>
                </a:cubicBezTo>
                <a:cubicBezTo>
                  <a:pt x="188" y="800"/>
                  <a:pt x="174" y="792"/>
                  <a:pt x="163" y="784"/>
                </a:cubicBezTo>
                <a:cubicBezTo>
                  <a:pt x="152" y="776"/>
                  <a:pt x="144" y="767"/>
                  <a:pt x="138" y="758"/>
                </a:cubicBezTo>
                <a:cubicBezTo>
                  <a:pt x="132" y="749"/>
                  <a:pt x="127" y="742"/>
                  <a:pt x="124" y="736"/>
                </a:cubicBezTo>
                <a:cubicBezTo>
                  <a:pt x="121" y="731"/>
                  <a:pt x="119" y="729"/>
                  <a:pt x="119" y="729"/>
                </a:cubicBezTo>
                <a:lnTo>
                  <a:pt x="45" y="1017"/>
                </a:lnTo>
                <a:cubicBezTo>
                  <a:pt x="43" y="1022"/>
                  <a:pt x="36" y="1024"/>
                  <a:pt x="22" y="1024"/>
                </a:cubicBezTo>
                <a:lnTo>
                  <a:pt x="7" y="1024"/>
                </a:lnTo>
                <a:moveTo>
                  <a:pt x="377" y="312"/>
                </a:moveTo>
                <a:cubicBezTo>
                  <a:pt x="407" y="312"/>
                  <a:pt x="435" y="316"/>
                  <a:pt x="461" y="326"/>
                </a:cubicBezTo>
                <a:lnTo>
                  <a:pt x="467" y="322"/>
                </a:lnTo>
                <a:cubicBezTo>
                  <a:pt x="470" y="319"/>
                  <a:pt x="473" y="316"/>
                  <a:pt x="475" y="314"/>
                </a:cubicBezTo>
                <a:cubicBezTo>
                  <a:pt x="477" y="312"/>
                  <a:pt x="481" y="308"/>
                  <a:pt x="486" y="303"/>
                </a:cubicBezTo>
                <a:cubicBezTo>
                  <a:pt x="492" y="298"/>
                  <a:pt x="496" y="292"/>
                  <a:pt x="500" y="287"/>
                </a:cubicBezTo>
                <a:cubicBezTo>
                  <a:pt x="504" y="282"/>
                  <a:pt x="508" y="275"/>
                  <a:pt x="512" y="266"/>
                </a:cubicBezTo>
                <a:cubicBezTo>
                  <a:pt x="517" y="258"/>
                  <a:pt x="522" y="249"/>
                  <a:pt x="526" y="239"/>
                </a:cubicBezTo>
                <a:cubicBezTo>
                  <a:pt x="531" y="229"/>
                  <a:pt x="534" y="218"/>
                  <a:pt x="536" y="206"/>
                </a:cubicBezTo>
                <a:cubicBezTo>
                  <a:pt x="539" y="194"/>
                  <a:pt x="542" y="180"/>
                  <a:pt x="545" y="165"/>
                </a:cubicBezTo>
                <a:cubicBezTo>
                  <a:pt x="547" y="158"/>
                  <a:pt x="548" y="146"/>
                  <a:pt x="548" y="128"/>
                </a:cubicBezTo>
                <a:cubicBezTo>
                  <a:pt x="548" y="114"/>
                  <a:pt x="547" y="105"/>
                  <a:pt x="547" y="101"/>
                </a:cubicBezTo>
                <a:cubicBezTo>
                  <a:pt x="535" y="63"/>
                  <a:pt x="506" y="43"/>
                  <a:pt x="460" y="43"/>
                </a:cubicBezTo>
                <a:cubicBezTo>
                  <a:pt x="428" y="43"/>
                  <a:pt x="398" y="52"/>
                  <a:pt x="370" y="71"/>
                </a:cubicBezTo>
                <a:cubicBezTo>
                  <a:pt x="342" y="89"/>
                  <a:pt x="319" y="112"/>
                  <a:pt x="301" y="140"/>
                </a:cubicBezTo>
                <a:cubicBezTo>
                  <a:pt x="283" y="168"/>
                  <a:pt x="268" y="194"/>
                  <a:pt x="256" y="217"/>
                </a:cubicBezTo>
                <a:cubicBezTo>
                  <a:pt x="245" y="241"/>
                  <a:pt x="236" y="263"/>
                  <a:pt x="230" y="285"/>
                </a:cubicBezTo>
                <a:cubicBezTo>
                  <a:pt x="226" y="297"/>
                  <a:pt x="212" y="353"/>
                  <a:pt x="187" y="453"/>
                </a:cubicBezTo>
                <a:cubicBezTo>
                  <a:pt x="162" y="552"/>
                  <a:pt x="149" y="605"/>
                  <a:pt x="148" y="612"/>
                </a:cubicBezTo>
                <a:cubicBezTo>
                  <a:pt x="147" y="616"/>
                  <a:pt x="147" y="624"/>
                  <a:pt x="147" y="636"/>
                </a:cubicBezTo>
                <a:cubicBezTo>
                  <a:pt x="147" y="673"/>
                  <a:pt x="155" y="703"/>
                  <a:pt x="172" y="726"/>
                </a:cubicBezTo>
                <a:cubicBezTo>
                  <a:pt x="196" y="758"/>
                  <a:pt x="229" y="774"/>
                  <a:pt x="271" y="774"/>
                </a:cubicBezTo>
                <a:cubicBezTo>
                  <a:pt x="303" y="774"/>
                  <a:pt x="337" y="764"/>
                  <a:pt x="372" y="745"/>
                </a:cubicBezTo>
                <a:cubicBezTo>
                  <a:pt x="408" y="726"/>
                  <a:pt x="437" y="694"/>
                  <a:pt x="459" y="648"/>
                </a:cubicBezTo>
                <a:cubicBezTo>
                  <a:pt x="471" y="622"/>
                  <a:pt x="480" y="593"/>
                  <a:pt x="486" y="560"/>
                </a:cubicBezTo>
                <a:cubicBezTo>
                  <a:pt x="492" y="527"/>
                  <a:pt x="495" y="503"/>
                  <a:pt x="495" y="486"/>
                </a:cubicBezTo>
                <a:cubicBezTo>
                  <a:pt x="495" y="442"/>
                  <a:pt x="482" y="406"/>
                  <a:pt x="456" y="379"/>
                </a:cubicBezTo>
                <a:cubicBezTo>
                  <a:pt x="424" y="390"/>
                  <a:pt x="395" y="395"/>
                  <a:pt x="370" y="395"/>
                </a:cubicBezTo>
                <a:lnTo>
                  <a:pt x="359" y="395"/>
                </a:lnTo>
                <a:cubicBezTo>
                  <a:pt x="299" y="395"/>
                  <a:pt x="269" y="383"/>
                  <a:pt x="269" y="360"/>
                </a:cubicBezTo>
                <a:cubicBezTo>
                  <a:pt x="269" y="354"/>
                  <a:pt x="270" y="349"/>
                  <a:pt x="272" y="344"/>
                </a:cubicBezTo>
                <a:cubicBezTo>
                  <a:pt x="283" y="323"/>
                  <a:pt x="318" y="312"/>
                  <a:pt x="377" y="312"/>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136" name=""/>
          <p:cNvSpPr/>
          <p:nvPr/>
        </p:nvSpPr>
        <p:spPr>
          <a:xfrm>
            <a:off x="1012680" y="2778480"/>
            <a:ext cx="90720" cy="185040"/>
          </a:xfrm>
          <a:custGeom>
            <a:avLst/>
            <a:gdLst/>
            <a:ahLst/>
            <a:rect l="0" t="0" r="r" b="b"/>
            <a:pathLst>
              <a:path w="252" h="514">
                <a:moveTo>
                  <a:pt x="6" y="194"/>
                </a:moveTo>
                <a:cubicBezTo>
                  <a:pt x="2" y="191"/>
                  <a:pt x="0" y="188"/>
                  <a:pt x="0" y="186"/>
                </a:cubicBezTo>
                <a:cubicBezTo>
                  <a:pt x="0" y="184"/>
                  <a:pt x="1" y="180"/>
                  <a:pt x="3" y="173"/>
                </a:cubicBezTo>
                <a:cubicBezTo>
                  <a:pt x="4" y="167"/>
                  <a:pt x="6" y="163"/>
                  <a:pt x="7" y="162"/>
                </a:cubicBezTo>
                <a:cubicBezTo>
                  <a:pt x="8" y="160"/>
                  <a:pt x="10" y="158"/>
                  <a:pt x="14" y="158"/>
                </a:cubicBezTo>
                <a:cubicBezTo>
                  <a:pt x="18" y="158"/>
                  <a:pt x="31" y="158"/>
                  <a:pt x="55" y="157"/>
                </a:cubicBezTo>
                <a:lnTo>
                  <a:pt x="99" y="157"/>
                </a:lnTo>
                <a:lnTo>
                  <a:pt x="114" y="93"/>
                </a:lnTo>
                <a:cubicBezTo>
                  <a:pt x="116" y="87"/>
                  <a:pt x="117" y="79"/>
                  <a:pt x="120" y="70"/>
                </a:cubicBezTo>
                <a:cubicBezTo>
                  <a:pt x="122" y="60"/>
                  <a:pt x="124" y="53"/>
                  <a:pt x="125" y="49"/>
                </a:cubicBezTo>
                <a:cubicBezTo>
                  <a:pt x="127" y="44"/>
                  <a:pt x="128" y="39"/>
                  <a:pt x="130" y="33"/>
                </a:cubicBezTo>
                <a:cubicBezTo>
                  <a:pt x="132" y="26"/>
                  <a:pt x="134" y="22"/>
                  <a:pt x="136" y="19"/>
                </a:cubicBezTo>
                <a:cubicBezTo>
                  <a:pt x="139" y="16"/>
                  <a:pt x="142" y="13"/>
                  <a:pt x="145" y="9"/>
                </a:cubicBezTo>
                <a:cubicBezTo>
                  <a:pt x="147" y="6"/>
                  <a:pt x="151" y="3"/>
                  <a:pt x="156" y="2"/>
                </a:cubicBezTo>
                <a:cubicBezTo>
                  <a:pt x="161" y="1"/>
                  <a:pt x="165" y="0"/>
                  <a:pt x="170" y="0"/>
                </a:cubicBezTo>
                <a:cubicBezTo>
                  <a:pt x="180" y="1"/>
                  <a:pt x="187" y="4"/>
                  <a:pt x="190" y="9"/>
                </a:cubicBezTo>
                <a:cubicBezTo>
                  <a:pt x="194" y="15"/>
                  <a:pt x="196" y="20"/>
                  <a:pt x="196" y="25"/>
                </a:cubicBezTo>
                <a:cubicBezTo>
                  <a:pt x="196" y="28"/>
                  <a:pt x="194" y="41"/>
                  <a:pt x="189" y="62"/>
                </a:cubicBezTo>
                <a:cubicBezTo>
                  <a:pt x="184" y="84"/>
                  <a:pt x="179" y="105"/>
                  <a:pt x="173" y="126"/>
                </a:cubicBezTo>
                <a:lnTo>
                  <a:pt x="165" y="156"/>
                </a:lnTo>
                <a:cubicBezTo>
                  <a:pt x="165" y="157"/>
                  <a:pt x="178" y="157"/>
                  <a:pt x="205" y="157"/>
                </a:cubicBezTo>
                <a:lnTo>
                  <a:pt x="246" y="157"/>
                </a:lnTo>
                <a:cubicBezTo>
                  <a:pt x="250" y="161"/>
                  <a:pt x="252" y="164"/>
                  <a:pt x="252" y="166"/>
                </a:cubicBezTo>
                <a:cubicBezTo>
                  <a:pt x="252" y="178"/>
                  <a:pt x="248" y="187"/>
                  <a:pt x="241" y="194"/>
                </a:cubicBezTo>
                <a:lnTo>
                  <a:pt x="155" y="194"/>
                </a:lnTo>
                <a:lnTo>
                  <a:pt x="126" y="312"/>
                </a:lnTo>
                <a:cubicBezTo>
                  <a:pt x="105" y="398"/>
                  <a:pt x="95" y="444"/>
                  <a:pt x="95" y="450"/>
                </a:cubicBezTo>
                <a:cubicBezTo>
                  <a:pt x="95" y="473"/>
                  <a:pt x="102" y="484"/>
                  <a:pt x="116" y="484"/>
                </a:cubicBezTo>
                <a:cubicBezTo>
                  <a:pt x="135" y="484"/>
                  <a:pt x="153" y="475"/>
                  <a:pt x="171" y="457"/>
                </a:cubicBezTo>
                <a:cubicBezTo>
                  <a:pt x="189" y="439"/>
                  <a:pt x="203" y="416"/>
                  <a:pt x="214" y="389"/>
                </a:cubicBezTo>
                <a:cubicBezTo>
                  <a:pt x="215" y="386"/>
                  <a:pt x="216" y="384"/>
                  <a:pt x="218" y="384"/>
                </a:cubicBezTo>
                <a:cubicBezTo>
                  <a:pt x="219" y="383"/>
                  <a:pt x="223" y="383"/>
                  <a:pt x="230" y="382"/>
                </a:cubicBezTo>
                <a:lnTo>
                  <a:pt x="233" y="382"/>
                </a:lnTo>
                <a:cubicBezTo>
                  <a:pt x="241" y="382"/>
                  <a:pt x="245" y="384"/>
                  <a:pt x="245" y="389"/>
                </a:cubicBezTo>
                <a:cubicBezTo>
                  <a:pt x="245" y="390"/>
                  <a:pt x="244" y="393"/>
                  <a:pt x="243" y="398"/>
                </a:cubicBezTo>
                <a:cubicBezTo>
                  <a:pt x="240" y="407"/>
                  <a:pt x="235" y="417"/>
                  <a:pt x="228" y="429"/>
                </a:cubicBezTo>
                <a:cubicBezTo>
                  <a:pt x="221" y="441"/>
                  <a:pt x="212" y="453"/>
                  <a:pt x="201" y="467"/>
                </a:cubicBezTo>
                <a:cubicBezTo>
                  <a:pt x="190" y="480"/>
                  <a:pt x="176" y="491"/>
                  <a:pt x="160" y="500"/>
                </a:cubicBezTo>
                <a:cubicBezTo>
                  <a:pt x="144" y="509"/>
                  <a:pt x="127" y="514"/>
                  <a:pt x="111" y="514"/>
                </a:cubicBezTo>
                <a:cubicBezTo>
                  <a:pt x="95" y="514"/>
                  <a:pt x="79" y="510"/>
                  <a:pt x="65" y="502"/>
                </a:cubicBezTo>
                <a:cubicBezTo>
                  <a:pt x="49" y="494"/>
                  <a:pt x="39" y="480"/>
                  <a:pt x="32" y="460"/>
                </a:cubicBezTo>
                <a:cubicBezTo>
                  <a:pt x="31" y="456"/>
                  <a:pt x="31" y="449"/>
                  <a:pt x="31" y="438"/>
                </a:cubicBezTo>
                <a:lnTo>
                  <a:pt x="31" y="424"/>
                </a:lnTo>
                <a:lnTo>
                  <a:pt x="59" y="311"/>
                </a:lnTo>
                <a:cubicBezTo>
                  <a:pt x="79" y="236"/>
                  <a:pt x="88" y="197"/>
                  <a:pt x="89" y="196"/>
                </a:cubicBezTo>
                <a:cubicBezTo>
                  <a:pt x="89" y="195"/>
                  <a:pt x="75" y="194"/>
                  <a:pt x="47" y="194"/>
                </a:cubicBezTo>
                <a:lnTo>
                  <a:pt x="6" y="194"/>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137" name=""/>
          <p:cNvSpPr txBox="1"/>
          <p:nvPr/>
        </p:nvSpPr>
        <p:spPr>
          <a:xfrm>
            <a:off x="2147400" y="927000"/>
            <a:ext cx="4691880" cy="372240"/>
          </a:xfrm>
          <a:prstGeom prst="rect">
            <a:avLst/>
          </a:prstGeom>
          <a:noFill/>
          <a:ln w="0">
            <a:noFill/>
          </a:ln>
        </p:spPr>
        <p:txBody>
          <a:bodyPr wrap="none" lIns="0" rIns="0" tIns="0" bIns="0" anchor="t">
            <a:spAutoFit/>
          </a:bodyPr>
          <a:p>
            <a:r>
              <a:rPr b="0" lang="en-US" sz="2620" strike="noStrike" u="none">
                <a:solidFill>
                  <a:srgbClr val="333333"/>
                </a:solidFill>
                <a:effectLst/>
                <a:uFillTx/>
                <a:latin typeface="NotoSansJP-Thin_"/>
                <a:ea typeface="NotoSansJP-Thin_"/>
              </a:rPr>
              <a:t> : </a:t>
            </a:r>
            <a:r>
              <a:rPr b="0" lang="zh-CN" sz="2620" strike="noStrike" u="none">
                <a:solidFill>
                  <a:srgbClr val="333333"/>
                </a:solidFill>
                <a:effectLst/>
                <a:uFillTx/>
                <a:latin typeface="NotoSansJP-Thin_"/>
                <a:ea typeface="NotoSansJP-Thin_"/>
              </a:rPr>
              <a:t>データ→ノイズ方向への変換</a:t>
            </a:r>
            <a:endParaRPr b="0" lang="en-US" sz="2620" strike="noStrike" u="none">
              <a:solidFill>
                <a:srgbClr val="000000"/>
              </a:solidFill>
              <a:effectLst/>
              <a:uFillTx/>
              <a:latin typeface="Times New Roman"/>
            </a:endParaRPr>
          </a:p>
        </p:txBody>
      </p:sp>
      <p:sp>
        <p:nvSpPr>
          <p:cNvPr id="138" name=""/>
          <p:cNvSpPr/>
          <p:nvPr/>
        </p:nvSpPr>
        <p:spPr>
          <a:xfrm>
            <a:off x="438120" y="3257280"/>
            <a:ext cx="133560" cy="133920"/>
          </a:xfrm>
          <a:custGeom>
            <a:avLst/>
            <a:gdLst/>
            <a:ahLst/>
            <a:rect l="0" t="0" r="r" b="b"/>
            <a:pathLst>
              <a:path w="371" h="372">
                <a:moveTo>
                  <a:pt x="371" y="186"/>
                </a:moveTo>
                <a:cubicBezTo>
                  <a:pt x="371" y="199"/>
                  <a:pt x="370" y="211"/>
                  <a:pt x="367" y="223"/>
                </a:cubicBezTo>
                <a:cubicBezTo>
                  <a:pt x="365" y="235"/>
                  <a:pt x="362" y="246"/>
                  <a:pt x="357" y="257"/>
                </a:cubicBezTo>
                <a:cubicBezTo>
                  <a:pt x="352" y="269"/>
                  <a:pt x="347" y="279"/>
                  <a:pt x="340" y="289"/>
                </a:cubicBezTo>
                <a:cubicBezTo>
                  <a:pt x="333" y="299"/>
                  <a:pt x="325" y="309"/>
                  <a:pt x="317" y="317"/>
                </a:cubicBezTo>
                <a:cubicBezTo>
                  <a:pt x="308" y="326"/>
                  <a:pt x="299" y="334"/>
                  <a:pt x="289" y="340"/>
                </a:cubicBezTo>
                <a:cubicBezTo>
                  <a:pt x="279" y="347"/>
                  <a:pt x="268" y="353"/>
                  <a:pt x="257" y="358"/>
                </a:cubicBezTo>
                <a:cubicBezTo>
                  <a:pt x="245" y="362"/>
                  <a:pt x="234" y="366"/>
                  <a:pt x="222" y="368"/>
                </a:cubicBezTo>
                <a:cubicBezTo>
                  <a:pt x="210" y="370"/>
                  <a:pt x="198" y="372"/>
                  <a:pt x="186" y="372"/>
                </a:cubicBezTo>
                <a:cubicBezTo>
                  <a:pt x="174" y="372"/>
                  <a:pt x="162" y="370"/>
                  <a:pt x="150" y="368"/>
                </a:cubicBezTo>
                <a:cubicBezTo>
                  <a:pt x="138" y="366"/>
                  <a:pt x="126" y="362"/>
                  <a:pt x="115" y="358"/>
                </a:cubicBezTo>
                <a:cubicBezTo>
                  <a:pt x="104" y="353"/>
                  <a:pt x="93" y="347"/>
                  <a:pt x="83" y="340"/>
                </a:cubicBezTo>
                <a:cubicBezTo>
                  <a:pt x="72" y="334"/>
                  <a:pt x="62" y="326"/>
                  <a:pt x="54" y="317"/>
                </a:cubicBezTo>
                <a:cubicBezTo>
                  <a:pt x="45" y="309"/>
                  <a:pt x="38" y="299"/>
                  <a:pt x="31" y="289"/>
                </a:cubicBezTo>
                <a:cubicBezTo>
                  <a:pt x="24" y="279"/>
                  <a:pt x="18" y="269"/>
                  <a:pt x="14" y="257"/>
                </a:cubicBezTo>
                <a:cubicBezTo>
                  <a:pt x="9" y="246"/>
                  <a:pt x="6" y="235"/>
                  <a:pt x="3" y="223"/>
                </a:cubicBezTo>
                <a:cubicBezTo>
                  <a:pt x="1" y="211"/>
                  <a:pt x="0" y="199"/>
                  <a:pt x="0" y="186"/>
                </a:cubicBezTo>
                <a:cubicBezTo>
                  <a:pt x="0" y="174"/>
                  <a:pt x="1" y="162"/>
                  <a:pt x="3" y="150"/>
                </a:cubicBezTo>
                <a:cubicBezTo>
                  <a:pt x="6" y="138"/>
                  <a:pt x="9" y="127"/>
                  <a:pt x="14" y="116"/>
                </a:cubicBezTo>
                <a:cubicBezTo>
                  <a:pt x="18" y="104"/>
                  <a:pt x="24" y="94"/>
                  <a:pt x="31" y="84"/>
                </a:cubicBezTo>
                <a:cubicBezTo>
                  <a:pt x="38" y="73"/>
                  <a:pt x="45" y="64"/>
                  <a:pt x="54" y="55"/>
                </a:cubicBezTo>
                <a:cubicBezTo>
                  <a:pt x="62" y="47"/>
                  <a:pt x="72" y="39"/>
                  <a:pt x="83" y="32"/>
                </a:cubicBezTo>
                <a:cubicBezTo>
                  <a:pt x="93" y="26"/>
                  <a:pt x="104" y="20"/>
                  <a:pt x="115" y="14"/>
                </a:cubicBezTo>
                <a:cubicBezTo>
                  <a:pt x="126" y="10"/>
                  <a:pt x="138" y="6"/>
                  <a:pt x="150" y="4"/>
                </a:cubicBezTo>
                <a:cubicBezTo>
                  <a:pt x="162" y="1"/>
                  <a:pt x="174" y="0"/>
                  <a:pt x="186" y="0"/>
                </a:cubicBezTo>
                <a:cubicBezTo>
                  <a:pt x="198" y="0"/>
                  <a:pt x="210" y="1"/>
                  <a:pt x="222" y="4"/>
                </a:cubicBezTo>
                <a:cubicBezTo>
                  <a:pt x="234" y="6"/>
                  <a:pt x="245" y="10"/>
                  <a:pt x="257" y="14"/>
                </a:cubicBezTo>
                <a:cubicBezTo>
                  <a:pt x="268" y="20"/>
                  <a:pt x="279" y="26"/>
                  <a:pt x="289" y="32"/>
                </a:cubicBezTo>
                <a:cubicBezTo>
                  <a:pt x="299" y="39"/>
                  <a:pt x="308" y="47"/>
                  <a:pt x="317" y="55"/>
                </a:cubicBezTo>
                <a:cubicBezTo>
                  <a:pt x="325" y="64"/>
                  <a:pt x="333" y="73"/>
                  <a:pt x="340" y="84"/>
                </a:cubicBezTo>
                <a:cubicBezTo>
                  <a:pt x="347" y="94"/>
                  <a:pt x="352" y="104"/>
                  <a:pt x="357" y="116"/>
                </a:cubicBezTo>
                <a:cubicBezTo>
                  <a:pt x="362" y="127"/>
                  <a:pt x="365" y="138"/>
                  <a:pt x="367" y="150"/>
                </a:cubicBezTo>
                <a:cubicBezTo>
                  <a:pt x="370" y="162"/>
                  <a:pt x="371" y="174"/>
                  <a:pt x="371" y="186"/>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139" name=""/>
          <p:cNvSpPr/>
          <p:nvPr/>
        </p:nvSpPr>
        <p:spPr>
          <a:xfrm>
            <a:off x="769680" y="3190680"/>
            <a:ext cx="127800" cy="261360"/>
          </a:xfrm>
          <a:custGeom>
            <a:avLst/>
            <a:gdLst/>
            <a:ahLst/>
            <a:rect l="0" t="0" r="r" b="b"/>
            <a:pathLst>
              <a:path w="355" h="726">
                <a:moveTo>
                  <a:pt x="8" y="275"/>
                </a:moveTo>
                <a:cubicBezTo>
                  <a:pt x="3" y="270"/>
                  <a:pt x="0" y="266"/>
                  <a:pt x="0" y="264"/>
                </a:cubicBezTo>
                <a:cubicBezTo>
                  <a:pt x="0" y="261"/>
                  <a:pt x="1" y="255"/>
                  <a:pt x="3" y="246"/>
                </a:cubicBezTo>
                <a:cubicBezTo>
                  <a:pt x="6" y="237"/>
                  <a:pt x="7" y="231"/>
                  <a:pt x="9" y="230"/>
                </a:cubicBezTo>
                <a:cubicBezTo>
                  <a:pt x="11" y="226"/>
                  <a:pt x="14" y="224"/>
                  <a:pt x="19" y="224"/>
                </a:cubicBezTo>
                <a:cubicBezTo>
                  <a:pt x="25" y="224"/>
                  <a:pt x="44" y="224"/>
                  <a:pt x="77" y="223"/>
                </a:cubicBezTo>
                <a:lnTo>
                  <a:pt x="138" y="223"/>
                </a:lnTo>
                <a:lnTo>
                  <a:pt x="160" y="131"/>
                </a:lnTo>
                <a:cubicBezTo>
                  <a:pt x="162" y="123"/>
                  <a:pt x="165" y="112"/>
                  <a:pt x="168" y="98"/>
                </a:cubicBezTo>
                <a:cubicBezTo>
                  <a:pt x="171" y="84"/>
                  <a:pt x="174" y="74"/>
                  <a:pt x="176" y="68"/>
                </a:cubicBezTo>
                <a:cubicBezTo>
                  <a:pt x="178" y="62"/>
                  <a:pt x="181" y="55"/>
                  <a:pt x="183" y="46"/>
                </a:cubicBezTo>
                <a:cubicBezTo>
                  <a:pt x="185" y="36"/>
                  <a:pt x="188" y="30"/>
                  <a:pt x="192" y="26"/>
                </a:cubicBezTo>
                <a:cubicBezTo>
                  <a:pt x="196" y="22"/>
                  <a:pt x="200" y="18"/>
                  <a:pt x="203" y="13"/>
                </a:cubicBezTo>
                <a:cubicBezTo>
                  <a:pt x="207" y="7"/>
                  <a:pt x="213" y="4"/>
                  <a:pt x="219" y="2"/>
                </a:cubicBezTo>
                <a:cubicBezTo>
                  <a:pt x="226" y="1"/>
                  <a:pt x="233" y="0"/>
                  <a:pt x="240" y="0"/>
                </a:cubicBezTo>
                <a:cubicBezTo>
                  <a:pt x="253" y="1"/>
                  <a:pt x="263" y="5"/>
                  <a:pt x="268" y="13"/>
                </a:cubicBezTo>
                <a:cubicBezTo>
                  <a:pt x="274" y="20"/>
                  <a:pt x="276" y="27"/>
                  <a:pt x="276" y="34"/>
                </a:cubicBezTo>
                <a:cubicBezTo>
                  <a:pt x="276" y="39"/>
                  <a:pt x="273" y="57"/>
                  <a:pt x="266" y="88"/>
                </a:cubicBezTo>
                <a:cubicBezTo>
                  <a:pt x="259" y="118"/>
                  <a:pt x="252" y="148"/>
                  <a:pt x="243" y="178"/>
                </a:cubicBezTo>
                <a:lnTo>
                  <a:pt x="232" y="221"/>
                </a:lnTo>
                <a:cubicBezTo>
                  <a:pt x="232" y="222"/>
                  <a:pt x="251" y="223"/>
                  <a:pt x="289" y="223"/>
                </a:cubicBezTo>
                <a:lnTo>
                  <a:pt x="347" y="223"/>
                </a:lnTo>
                <a:cubicBezTo>
                  <a:pt x="352" y="228"/>
                  <a:pt x="355" y="232"/>
                  <a:pt x="355" y="235"/>
                </a:cubicBezTo>
                <a:cubicBezTo>
                  <a:pt x="355" y="252"/>
                  <a:pt x="350" y="265"/>
                  <a:pt x="340" y="275"/>
                </a:cubicBezTo>
                <a:lnTo>
                  <a:pt x="218" y="275"/>
                </a:lnTo>
                <a:lnTo>
                  <a:pt x="177" y="440"/>
                </a:lnTo>
                <a:cubicBezTo>
                  <a:pt x="147" y="562"/>
                  <a:pt x="132" y="627"/>
                  <a:pt x="132" y="636"/>
                </a:cubicBezTo>
                <a:cubicBezTo>
                  <a:pt x="132" y="668"/>
                  <a:pt x="142" y="684"/>
                  <a:pt x="164" y="684"/>
                </a:cubicBezTo>
                <a:cubicBezTo>
                  <a:pt x="190" y="684"/>
                  <a:pt x="216" y="671"/>
                  <a:pt x="241" y="645"/>
                </a:cubicBezTo>
                <a:cubicBezTo>
                  <a:pt x="266" y="619"/>
                  <a:pt x="286" y="587"/>
                  <a:pt x="301" y="549"/>
                </a:cubicBezTo>
                <a:cubicBezTo>
                  <a:pt x="303" y="545"/>
                  <a:pt x="305" y="542"/>
                  <a:pt x="307" y="541"/>
                </a:cubicBezTo>
                <a:cubicBezTo>
                  <a:pt x="309" y="541"/>
                  <a:pt x="315" y="540"/>
                  <a:pt x="324" y="539"/>
                </a:cubicBezTo>
                <a:lnTo>
                  <a:pt x="329" y="539"/>
                </a:lnTo>
                <a:cubicBezTo>
                  <a:pt x="340" y="539"/>
                  <a:pt x="346" y="542"/>
                  <a:pt x="346" y="548"/>
                </a:cubicBezTo>
                <a:cubicBezTo>
                  <a:pt x="346" y="551"/>
                  <a:pt x="344" y="555"/>
                  <a:pt x="342" y="562"/>
                </a:cubicBezTo>
                <a:cubicBezTo>
                  <a:pt x="338" y="574"/>
                  <a:pt x="332" y="588"/>
                  <a:pt x="322" y="605"/>
                </a:cubicBezTo>
                <a:cubicBezTo>
                  <a:pt x="312" y="622"/>
                  <a:pt x="299" y="640"/>
                  <a:pt x="283" y="659"/>
                </a:cubicBezTo>
                <a:cubicBezTo>
                  <a:pt x="267" y="678"/>
                  <a:pt x="248" y="694"/>
                  <a:pt x="225" y="706"/>
                </a:cubicBezTo>
                <a:cubicBezTo>
                  <a:pt x="202" y="719"/>
                  <a:pt x="179" y="726"/>
                  <a:pt x="155" y="726"/>
                </a:cubicBezTo>
                <a:cubicBezTo>
                  <a:pt x="132" y="726"/>
                  <a:pt x="110" y="720"/>
                  <a:pt x="90" y="709"/>
                </a:cubicBezTo>
                <a:cubicBezTo>
                  <a:pt x="69" y="697"/>
                  <a:pt x="55" y="678"/>
                  <a:pt x="45" y="650"/>
                </a:cubicBezTo>
                <a:cubicBezTo>
                  <a:pt x="44" y="643"/>
                  <a:pt x="43" y="633"/>
                  <a:pt x="43" y="619"/>
                </a:cubicBezTo>
                <a:lnTo>
                  <a:pt x="43" y="598"/>
                </a:lnTo>
                <a:lnTo>
                  <a:pt x="83" y="439"/>
                </a:lnTo>
                <a:cubicBezTo>
                  <a:pt x="109" y="332"/>
                  <a:pt x="123" y="278"/>
                  <a:pt x="124" y="278"/>
                </a:cubicBezTo>
                <a:cubicBezTo>
                  <a:pt x="124" y="276"/>
                  <a:pt x="105" y="275"/>
                  <a:pt x="66" y="275"/>
                </a:cubicBezTo>
                <a:lnTo>
                  <a:pt x="8" y="275"/>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140" name=""/>
          <p:cNvSpPr txBox="1"/>
          <p:nvPr/>
        </p:nvSpPr>
        <p:spPr>
          <a:xfrm>
            <a:off x="1132560" y="2593800"/>
            <a:ext cx="6842880" cy="334080"/>
          </a:xfrm>
          <a:prstGeom prst="rect">
            <a:avLst/>
          </a:prstGeom>
          <a:noFill/>
          <a:ln w="0">
            <a:noFill/>
          </a:ln>
        </p:spPr>
        <p:txBody>
          <a:bodyPr wrap="none" lIns="0" rIns="0" tIns="0" bIns="0" anchor="t">
            <a:spAutoFit/>
          </a:bodyPr>
          <a:p>
            <a:r>
              <a:rPr b="0" lang="en-US" sz="2620" strike="noStrike" u="none">
                <a:solidFill>
                  <a:srgbClr val="333333"/>
                </a:solidFill>
                <a:effectLst/>
                <a:uFillTx/>
                <a:latin typeface="NotoSansJP-Thin_"/>
                <a:ea typeface="NotoSansJP-Thin_"/>
              </a:rPr>
              <a:t> は分散スケジュール（ハイパーパラメータ）</a:t>
            </a:r>
            <a:endParaRPr b="0" lang="en-US" sz="2620" strike="noStrike" u="none">
              <a:solidFill>
                <a:srgbClr val="000000"/>
              </a:solidFill>
              <a:effectLst/>
              <a:uFillTx/>
              <a:latin typeface="Times New Roman"/>
            </a:endParaRPr>
          </a:p>
        </p:txBody>
      </p:sp>
      <p:sp>
        <p:nvSpPr>
          <p:cNvPr id="141" name=""/>
          <p:cNvSpPr/>
          <p:nvPr/>
        </p:nvSpPr>
        <p:spPr>
          <a:xfrm>
            <a:off x="4537800" y="3267000"/>
            <a:ext cx="175320" cy="261000"/>
          </a:xfrm>
          <a:custGeom>
            <a:avLst/>
            <a:gdLst/>
            <a:ahLst/>
            <a:rect l="0" t="0" r="r" b="b"/>
            <a:pathLst>
              <a:path w="487" h="725">
                <a:moveTo>
                  <a:pt x="0" y="324"/>
                </a:moveTo>
                <a:cubicBezTo>
                  <a:pt x="0" y="247"/>
                  <a:pt x="29" y="175"/>
                  <a:pt x="86" y="106"/>
                </a:cubicBezTo>
                <a:cubicBezTo>
                  <a:pt x="144" y="37"/>
                  <a:pt x="209" y="2"/>
                  <a:pt x="282" y="1"/>
                </a:cubicBezTo>
                <a:cubicBezTo>
                  <a:pt x="328" y="1"/>
                  <a:pt x="362" y="21"/>
                  <a:pt x="387" y="60"/>
                </a:cubicBezTo>
                <a:cubicBezTo>
                  <a:pt x="387" y="59"/>
                  <a:pt x="389" y="57"/>
                  <a:pt x="392" y="53"/>
                </a:cubicBezTo>
                <a:cubicBezTo>
                  <a:pt x="395" y="49"/>
                  <a:pt x="400" y="45"/>
                  <a:pt x="405" y="41"/>
                </a:cubicBezTo>
                <a:cubicBezTo>
                  <a:pt x="410" y="36"/>
                  <a:pt x="416" y="32"/>
                  <a:pt x="423" y="27"/>
                </a:cubicBezTo>
                <a:cubicBezTo>
                  <a:pt x="449" y="9"/>
                  <a:pt x="466" y="0"/>
                  <a:pt x="476" y="0"/>
                </a:cubicBezTo>
                <a:cubicBezTo>
                  <a:pt x="479" y="0"/>
                  <a:pt x="481" y="1"/>
                  <a:pt x="483" y="3"/>
                </a:cubicBezTo>
                <a:cubicBezTo>
                  <a:pt x="486" y="5"/>
                  <a:pt x="487" y="7"/>
                  <a:pt x="487" y="9"/>
                </a:cubicBezTo>
                <a:cubicBezTo>
                  <a:pt x="487" y="16"/>
                  <a:pt x="461" y="124"/>
                  <a:pt x="408" y="333"/>
                </a:cubicBezTo>
                <a:cubicBezTo>
                  <a:pt x="354" y="549"/>
                  <a:pt x="328" y="658"/>
                  <a:pt x="328" y="661"/>
                </a:cubicBezTo>
                <a:cubicBezTo>
                  <a:pt x="328" y="667"/>
                  <a:pt x="345" y="670"/>
                  <a:pt x="379" y="671"/>
                </a:cubicBezTo>
                <a:lnTo>
                  <a:pt x="407" y="671"/>
                </a:lnTo>
                <a:cubicBezTo>
                  <a:pt x="412" y="677"/>
                  <a:pt x="414" y="681"/>
                  <a:pt x="414" y="681"/>
                </a:cubicBezTo>
                <a:cubicBezTo>
                  <a:pt x="414" y="682"/>
                  <a:pt x="413" y="690"/>
                  <a:pt x="411" y="703"/>
                </a:cubicBezTo>
                <a:cubicBezTo>
                  <a:pt x="408" y="713"/>
                  <a:pt x="404" y="720"/>
                  <a:pt x="399" y="725"/>
                </a:cubicBezTo>
                <a:lnTo>
                  <a:pt x="384" y="725"/>
                </a:lnTo>
                <a:cubicBezTo>
                  <a:pt x="361" y="723"/>
                  <a:pt x="320" y="722"/>
                  <a:pt x="261" y="722"/>
                </a:cubicBezTo>
                <a:cubicBezTo>
                  <a:pt x="239" y="722"/>
                  <a:pt x="220" y="722"/>
                  <a:pt x="202" y="722"/>
                </a:cubicBezTo>
                <a:cubicBezTo>
                  <a:pt x="185" y="722"/>
                  <a:pt x="171" y="722"/>
                  <a:pt x="160" y="722"/>
                </a:cubicBezTo>
                <a:cubicBezTo>
                  <a:pt x="150" y="722"/>
                  <a:pt x="143" y="723"/>
                  <a:pt x="141" y="723"/>
                </a:cubicBezTo>
                <a:cubicBezTo>
                  <a:pt x="130" y="723"/>
                  <a:pt x="125" y="720"/>
                  <a:pt x="125" y="714"/>
                </a:cubicBezTo>
                <a:cubicBezTo>
                  <a:pt x="125" y="712"/>
                  <a:pt x="126" y="706"/>
                  <a:pt x="127" y="697"/>
                </a:cubicBezTo>
                <a:cubicBezTo>
                  <a:pt x="130" y="684"/>
                  <a:pt x="133" y="677"/>
                  <a:pt x="135" y="675"/>
                </a:cubicBezTo>
                <a:cubicBezTo>
                  <a:pt x="138" y="672"/>
                  <a:pt x="145" y="671"/>
                  <a:pt x="158" y="671"/>
                </a:cubicBezTo>
                <a:cubicBezTo>
                  <a:pt x="195" y="671"/>
                  <a:pt x="217" y="669"/>
                  <a:pt x="224" y="663"/>
                </a:cubicBezTo>
                <a:cubicBezTo>
                  <a:pt x="230" y="659"/>
                  <a:pt x="241" y="626"/>
                  <a:pt x="256" y="563"/>
                </a:cubicBezTo>
                <a:cubicBezTo>
                  <a:pt x="271" y="500"/>
                  <a:pt x="280" y="468"/>
                  <a:pt x="281" y="466"/>
                </a:cubicBezTo>
                <a:cubicBezTo>
                  <a:pt x="281" y="466"/>
                  <a:pt x="278" y="467"/>
                  <a:pt x="272" y="470"/>
                </a:cubicBezTo>
                <a:cubicBezTo>
                  <a:pt x="235" y="499"/>
                  <a:pt x="198" y="514"/>
                  <a:pt x="158" y="514"/>
                </a:cubicBezTo>
                <a:cubicBezTo>
                  <a:pt x="116" y="514"/>
                  <a:pt x="80" y="499"/>
                  <a:pt x="48" y="469"/>
                </a:cubicBezTo>
                <a:cubicBezTo>
                  <a:pt x="16" y="438"/>
                  <a:pt x="0" y="390"/>
                  <a:pt x="0" y="324"/>
                </a:cubicBezTo>
                <a:moveTo>
                  <a:pt x="364" y="132"/>
                </a:moveTo>
                <a:cubicBezTo>
                  <a:pt x="347" y="72"/>
                  <a:pt x="318" y="42"/>
                  <a:pt x="279" y="42"/>
                </a:cubicBezTo>
                <a:cubicBezTo>
                  <a:pt x="251" y="42"/>
                  <a:pt x="226" y="54"/>
                  <a:pt x="201" y="77"/>
                </a:cubicBezTo>
                <a:cubicBezTo>
                  <a:pt x="177" y="101"/>
                  <a:pt x="158" y="131"/>
                  <a:pt x="144" y="169"/>
                </a:cubicBezTo>
                <a:cubicBezTo>
                  <a:pt x="122" y="229"/>
                  <a:pt x="107" y="291"/>
                  <a:pt x="98" y="356"/>
                </a:cubicBezTo>
                <a:cubicBezTo>
                  <a:pt x="98" y="358"/>
                  <a:pt x="98" y="362"/>
                  <a:pt x="98" y="368"/>
                </a:cubicBezTo>
                <a:cubicBezTo>
                  <a:pt x="98" y="375"/>
                  <a:pt x="97" y="379"/>
                  <a:pt x="97" y="382"/>
                </a:cubicBezTo>
                <a:cubicBezTo>
                  <a:pt x="97" y="416"/>
                  <a:pt x="103" y="440"/>
                  <a:pt x="117" y="453"/>
                </a:cubicBezTo>
                <a:cubicBezTo>
                  <a:pt x="131" y="466"/>
                  <a:pt x="147" y="472"/>
                  <a:pt x="166" y="473"/>
                </a:cubicBezTo>
                <a:cubicBezTo>
                  <a:pt x="207" y="473"/>
                  <a:pt x="249" y="446"/>
                  <a:pt x="293" y="391"/>
                </a:cubicBezTo>
                <a:lnTo>
                  <a:pt x="303" y="379"/>
                </a:lnTo>
                <a:lnTo>
                  <a:pt x="364" y="132"/>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142" name=""/>
          <p:cNvSpPr txBox="1"/>
          <p:nvPr/>
        </p:nvSpPr>
        <p:spPr>
          <a:xfrm>
            <a:off x="910080" y="3146400"/>
            <a:ext cx="3672000" cy="334080"/>
          </a:xfrm>
          <a:prstGeom prst="rect">
            <a:avLst/>
          </a:prstGeom>
          <a:noFill/>
          <a:ln w="0">
            <a:noFill/>
          </a:ln>
        </p:spPr>
        <p:txBody>
          <a:bodyPr wrap="none" lIns="0" rIns="0" tIns="0" bIns="0" anchor="t">
            <a:spAutoFit/>
          </a:bodyPr>
          <a:p>
            <a:r>
              <a:rPr b="0" lang="en-US" sz="2620" strike="noStrike" u="none">
                <a:solidFill>
                  <a:srgbClr val="333333"/>
                </a:solidFill>
                <a:effectLst/>
                <a:uFillTx/>
                <a:latin typeface="NotoSansJP-Thin_"/>
                <a:ea typeface="NotoSansJP-Thin_"/>
              </a:rPr>
              <a:t> が大きくなるにつれて </a:t>
            </a:r>
            <a:endParaRPr b="0" lang="en-US" sz="2620" strike="noStrike" u="none">
              <a:solidFill>
                <a:srgbClr val="000000"/>
              </a:solidFill>
              <a:effectLst/>
              <a:uFillTx/>
              <a:latin typeface="Times New Roman"/>
            </a:endParaRPr>
          </a:p>
        </p:txBody>
      </p:sp>
      <p:sp>
        <p:nvSpPr>
          <p:cNvPr id="143" name=""/>
          <p:cNvSpPr/>
          <p:nvPr/>
        </p:nvSpPr>
        <p:spPr>
          <a:xfrm>
            <a:off x="7941960" y="3124080"/>
            <a:ext cx="412920" cy="344160"/>
          </a:xfrm>
          <a:custGeom>
            <a:avLst/>
            <a:gdLst/>
            <a:ahLst/>
            <a:rect l="0" t="0" r="r" b="b"/>
            <a:pathLst>
              <a:path w="1147" h="956">
                <a:moveTo>
                  <a:pt x="423" y="95"/>
                </a:moveTo>
                <a:cubicBezTo>
                  <a:pt x="434" y="95"/>
                  <a:pt x="440" y="98"/>
                  <a:pt x="440" y="103"/>
                </a:cubicBezTo>
                <a:cubicBezTo>
                  <a:pt x="441" y="105"/>
                  <a:pt x="446" y="120"/>
                  <a:pt x="453" y="149"/>
                </a:cubicBezTo>
                <a:cubicBezTo>
                  <a:pt x="461" y="178"/>
                  <a:pt x="477" y="229"/>
                  <a:pt x="500" y="302"/>
                </a:cubicBezTo>
                <a:cubicBezTo>
                  <a:pt x="524" y="374"/>
                  <a:pt x="551" y="453"/>
                  <a:pt x="583" y="536"/>
                </a:cubicBezTo>
                <a:cubicBezTo>
                  <a:pt x="623" y="646"/>
                  <a:pt x="663" y="736"/>
                  <a:pt x="704" y="806"/>
                </a:cubicBezTo>
                <a:lnTo>
                  <a:pt x="709" y="816"/>
                </a:lnTo>
                <a:lnTo>
                  <a:pt x="732" y="726"/>
                </a:lnTo>
                <a:cubicBezTo>
                  <a:pt x="756" y="633"/>
                  <a:pt x="782" y="537"/>
                  <a:pt x="810" y="436"/>
                </a:cubicBezTo>
                <a:cubicBezTo>
                  <a:pt x="845" y="310"/>
                  <a:pt x="871" y="223"/>
                  <a:pt x="888" y="173"/>
                </a:cubicBezTo>
                <a:cubicBezTo>
                  <a:pt x="906" y="123"/>
                  <a:pt x="924" y="89"/>
                  <a:pt x="942" y="70"/>
                </a:cubicBezTo>
                <a:cubicBezTo>
                  <a:pt x="982" y="30"/>
                  <a:pt x="1034" y="7"/>
                  <a:pt x="1099" y="1"/>
                </a:cubicBezTo>
                <a:cubicBezTo>
                  <a:pt x="1100" y="1"/>
                  <a:pt x="1104" y="1"/>
                  <a:pt x="1110" y="1"/>
                </a:cubicBezTo>
                <a:cubicBezTo>
                  <a:pt x="1116" y="1"/>
                  <a:pt x="1120" y="1"/>
                  <a:pt x="1123" y="0"/>
                </a:cubicBezTo>
                <a:lnTo>
                  <a:pt x="1127" y="0"/>
                </a:lnTo>
                <a:cubicBezTo>
                  <a:pt x="1140" y="0"/>
                  <a:pt x="1147" y="9"/>
                  <a:pt x="1147" y="27"/>
                </a:cubicBezTo>
                <a:cubicBezTo>
                  <a:pt x="1147" y="60"/>
                  <a:pt x="1136" y="88"/>
                  <a:pt x="1115" y="110"/>
                </a:cubicBezTo>
                <a:cubicBezTo>
                  <a:pt x="1108" y="117"/>
                  <a:pt x="1098" y="121"/>
                  <a:pt x="1084" y="121"/>
                </a:cubicBezTo>
                <a:cubicBezTo>
                  <a:pt x="1057" y="122"/>
                  <a:pt x="1032" y="126"/>
                  <a:pt x="1010" y="133"/>
                </a:cubicBezTo>
                <a:cubicBezTo>
                  <a:pt x="988" y="140"/>
                  <a:pt x="972" y="147"/>
                  <a:pt x="963" y="154"/>
                </a:cubicBezTo>
                <a:cubicBezTo>
                  <a:pt x="954" y="160"/>
                  <a:pt x="949" y="166"/>
                  <a:pt x="946" y="171"/>
                </a:cubicBezTo>
                <a:cubicBezTo>
                  <a:pt x="932" y="194"/>
                  <a:pt x="896" y="314"/>
                  <a:pt x="838" y="532"/>
                </a:cubicBezTo>
                <a:cubicBezTo>
                  <a:pt x="780" y="749"/>
                  <a:pt x="751" y="866"/>
                  <a:pt x="750" y="882"/>
                </a:cubicBezTo>
                <a:cubicBezTo>
                  <a:pt x="750" y="883"/>
                  <a:pt x="750" y="883"/>
                  <a:pt x="749" y="882"/>
                </a:cubicBezTo>
                <a:cubicBezTo>
                  <a:pt x="749" y="880"/>
                  <a:pt x="749" y="880"/>
                  <a:pt x="748" y="882"/>
                </a:cubicBezTo>
                <a:cubicBezTo>
                  <a:pt x="747" y="883"/>
                  <a:pt x="747" y="884"/>
                  <a:pt x="747" y="885"/>
                </a:cubicBezTo>
                <a:cubicBezTo>
                  <a:pt x="742" y="897"/>
                  <a:pt x="732" y="908"/>
                  <a:pt x="716" y="918"/>
                </a:cubicBezTo>
                <a:cubicBezTo>
                  <a:pt x="701" y="928"/>
                  <a:pt x="686" y="934"/>
                  <a:pt x="670" y="934"/>
                </a:cubicBezTo>
                <a:cubicBezTo>
                  <a:pt x="662" y="934"/>
                  <a:pt x="657" y="933"/>
                  <a:pt x="654" y="931"/>
                </a:cubicBezTo>
                <a:cubicBezTo>
                  <a:pt x="651" y="929"/>
                  <a:pt x="645" y="921"/>
                  <a:pt x="636" y="907"/>
                </a:cubicBezTo>
                <a:cubicBezTo>
                  <a:pt x="601" y="851"/>
                  <a:pt x="573" y="801"/>
                  <a:pt x="554" y="759"/>
                </a:cubicBezTo>
                <a:cubicBezTo>
                  <a:pt x="534" y="716"/>
                  <a:pt x="511" y="660"/>
                  <a:pt x="485" y="589"/>
                </a:cubicBezTo>
                <a:cubicBezTo>
                  <a:pt x="450" y="498"/>
                  <a:pt x="418" y="406"/>
                  <a:pt x="390" y="313"/>
                </a:cubicBezTo>
                <a:lnTo>
                  <a:pt x="381" y="289"/>
                </a:lnTo>
                <a:lnTo>
                  <a:pt x="381" y="290"/>
                </a:lnTo>
                <a:cubicBezTo>
                  <a:pt x="381" y="291"/>
                  <a:pt x="377" y="308"/>
                  <a:pt x="369" y="342"/>
                </a:cubicBezTo>
                <a:cubicBezTo>
                  <a:pt x="362" y="377"/>
                  <a:pt x="352" y="419"/>
                  <a:pt x="342" y="468"/>
                </a:cubicBezTo>
                <a:cubicBezTo>
                  <a:pt x="331" y="516"/>
                  <a:pt x="317" y="569"/>
                  <a:pt x="299" y="627"/>
                </a:cubicBezTo>
                <a:cubicBezTo>
                  <a:pt x="280" y="685"/>
                  <a:pt x="261" y="737"/>
                  <a:pt x="242" y="785"/>
                </a:cubicBezTo>
                <a:cubicBezTo>
                  <a:pt x="223" y="833"/>
                  <a:pt x="201" y="874"/>
                  <a:pt x="176" y="907"/>
                </a:cubicBezTo>
                <a:cubicBezTo>
                  <a:pt x="151" y="940"/>
                  <a:pt x="126" y="957"/>
                  <a:pt x="101" y="956"/>
                </a:cubicBezTo>
                <a:cubicBezTo>
                  <a:pt x="80" y="956"/>
                  <a:pt x="59" y="950"/>
                  <a:pt x="36" y="938"/>
                </a:cubicBezTo>
                <a:cubicBezTo>
                  <a:pt x="13" y="926"/>
                  <a:pt x="1" y="910"/>
                  <a:pt x="0" y="890"/>
                </a:cubicBezTo>
                <a:cubicBezTo>
                  <a:pt x="0" y="871"/>
                  <a:pt x="6" y="851"/>
                  <a:pt x="18" y="830"/>
                </a:cubicBezTo>
                <a:cubicBezTo>
                  <a:pt x="29" y="808"/>
                  <a:pt x="40" y="797"/>
                  <a:pt x="52" y="797"/>
                </a:cubicBezTo>
                <a:cubicBezTo>
                  <a:pt x="54" y="797"/>
                  <a:pt x="61" y="801"/>
                  <a:pt x="72" y="811"/>
                </a:cubicBezTo>
                <a:cubicBezTo>
                  <a:pt x="84" y="821"/>
                  <a:pt x="103" y="829"/>
                  <a:pt x="130" y="834"/>
                </a:cubicBezTo>
                <a:lnTo>
                  <a:pt x="136" y="834"/>
                </a:lnTo>
                <a:cubicBezTo>
                  <a:pt x="149" y="834"/>
                  <a:pt x="161" y="826"/>
                  <a:pt x="171" y="810"/>
                </a:cubicBezTo>
                <a:cubicBezTo>
                  <a:pt x="182" y="794"/>
                  <a:pt x="197" y="758"/>
                  <a:pt x="216" y="702"/>
                </a:cubicBezTo>
                <a:cubicBezTo>
                  <a:pt x="249" y="606"/>
                  <a:pt x="277" y="514"/>
                  <a:pt x="296" y="424"/>
                </a:cubicBezTo>
                <a:cubicBezTo>
                  <a:pt x="316" y="334"/>
                  <a:pt x="329" y="265"/>
                  <a:pt x="334" y="216"/>
                </a:cubicBezTo>
                <a:cubicBezTo>
                  <a:pt x="339" y="168"/>
                  <a:pt x="343" y="142"/>
                  <a:pt x="346" y="139"/>
                </a:cubicBezTo>
                <a:cubicBezTo>
                  <a:pt x="352" y="128"/>
                  <a:pt x="363" y="118"/>
                  <a:pt x="378" y="109"/>
                </a:cubicBezTo>
                <a:cubicBezTo>
                  <a:pt x="393" y="100"/>
                  <a:pt x="408" y="95"/>
                  <a:pt x="423" y="95"/>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144" name=""/>
          <p:cNvSpPr/>
          <p:nvPr/>
        </p:nvSpPr>
        <p:spPr>
          <a:xfrm>
            <a:off x="8393040" y="3139920"/>
            <a:ext cx="98280" cy="410400"/>
          </a:xfrm>
          <a:custGeom>
            <a:avLst/>
            <a:gdLst/>
            <a:ahLst/>
            <a:rect l="0" t="0" r="r" b="b"/>
            <a:pathLst>
              <a:path w="273" h="1140">
                <a:moveTo>
                  <a:pt x="0" y="569"/>
                </a:moveTo>
                <a:cubicBezTo>
                  <a:pt x="0" y="517"/>
                  <a:pt x="3" y="467"/>
                  <a:pt x="11" y="420"/>
                </a:cubicBezTo>
                <a:cubicBezTo>
                  <a:pt x="19" y="373"/>
                  <a:pt x="27" y="333"/>
                  <a:pt x="37" y="298"/>
                </a:cubicBezTo>
                <a:cubicBezTo>
                  <a:pt x="47" y="264"/>
                  <a:pt x="61" y="231"/>
                  <a:pt x="79" y="198"/>
                </a:cubicBezTo>
                <a:cubicBezTo>
                  <a:pt x="98" y="166"/>
                  <a:pt x="112" y="140"/>
                  <a:pt x="123" y="122"/>
                </a:cubicBezTo>
                <a:cubicBezTo>
                  <a:pt x="133" y="104"/>
                  <a:pt x="149" y="84"/>
                  <a:pt x="170" y="63"/>
                </a:cubicBezTo>
                <a:cubicBezTo>
                  <a:pt x="192" y="42"/>
                  <a:pt x="204" y="29"/>
                  <a:pt x="208" y="24"/>
                </a:cubicBezTo>
                <a:cubicBezTo>
                  <a:pt x="212" y="20"/>
                  <a:pt x="222" y="12"/>
                  <a:pt x="237" y="0"/>
                </a:cubicBezTo>
                <a:lnTo>
                  <a:pt x="252" y="0"/>
                </a:lnTo>
                <a:lnTo>
                  <a:pt x="257" y="0"/>
                </a:lnTo>
                <a:cubicBezTo>
                  <a:pt x="267" y="0"/>
                  <a:pt x="273" y="4"/>
                  <a:pt x="273" y="11"/>
                </a:cubicBezTo>
                <a:cubicBezTo>
                  <a:pt x="273" y="13"/>
                  <a:pt x="266" y="21"/>
                  <a:pt x="253" y="34"/>
                </a:cubicBezTo>
                <a:cubicBezTo>
                  <a:pt x="240" y="48"/>
                  <a:pt x="225" y="68"/>
                  <a:pt x="206" y="95"/>
                </a:cubicBezTo>
                <a:cubicBezTo>
                  <a:pt x="187" y="121"/>
                  <a:pt x="169" y="154"/>
                  <a:pt x="150" y="193"/>
                </a:cubicBezTo>
                <a:cubicBezTo>
                  <a:pt x="131" y="231"/>
                  <a:pt x="115" y="284"/>
                  <a:pt x="102" y="350"/>
                </a:cubicBezTo>
                <a:cubicBezTo>
                  <a:pt x="89" y="416"/>
                  <a:pt x="83" y="489"/>
                  <a:pt x="83" y="569"/>
                </a:cubicBezTo>
                <a:cubicBezTo>
                  <a:pt x="83" y="650"/>
                  <a:pt x="89" y="723"/>
                  <a:pt x="102" y="788"/>
                </a:cubicBezTo>
                <a:cubicBezTo>
                  <a:pt x="115" y="853"/>
                  <a:pt x="131" y="906"/>
                  <a:pt x="149" y="946"/>
                </a:cubicBezTo>
                <a:cubicBezTo>
                  <a:pt x="167" y="987"/>
                  <a:pt x="186" y="1020"/>
                  <a:pt x="205" y="1045"/>
                </a:cubicBezTo>
                <a:cubicBezTo>
                  <a:pt x="224" y="1070"/>
                  <a:pt x="240" y="1090"/>
                  <a:pt x="253" y="1105"/>
                </a:cubicBezTo>
                <a:cubicBezTo>
                  <a:pt x="266" y="1121"/>
                  <a:pt x="273" y="1129"/>
                  <a:pt x="273" y="1129"/>
                </a:cubicBezTo>
                <a:cubicBezTo>
                  <a:pt x="273" y="1136"/>
                  <a:pt x="267" y="1140"/>
                  <a:pt x="256" y="1140"/>
                </a:cubicBezTo>
                <a:lnTo>
                  <a:pt x="252" y="1140"/>
                </a:lnTo>
                <a:lnTo>
                  <a:pt x="237" y="1140"/>
                </a:lnTo>
                <a:lnTo>
                  <a:pt x="205" y="1112"/>
                </a:lnTo>
                <a:cubicBezTo>
                  <a:pt x="133" y="1048"/>
                  <a:pt x="81" y="967"/>
                  <a:pt x="49" y="870"/>
                </a:cubicBezTo>
                <a:cubicBezTo>
                  <a:pt x="16" y="774"/>
                  <a:pt x="0" y="673"/>
                  <a:pt x="0" y="569"/>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145" name=""/>
          <p:cNvSpPr/>
          <p:nvPr/>
        </p:nvSpPr>
        <p:spPr>
          <a:xfrm>
            <a:off x="8532360" y="3179520"/>
            <a:ext cx="198720" cy="272160"/>
          </a:xfrm>
          <a:custGeom>
            <a:avLst/>
            <a:gdLst/>
            <a:ahLst/>
            <a:rect l="0" t="0" r="r" b="b"/>
            <a:pathLst>
              <a:path w="552" h="756">
                <a:moveTo>
                  <a:pt x="252" y="0"/>
                </a:moveTo>
                <a:lnTo>
                  <a:pt x="268" y="0"/>
                </a:lnTo>
                <a:lnTo>
                  <a:pt x="270" y="0"/>
                </a:lnTo>
                <a:cubicBezTo>
                  <a:pt x="436" y="0"/>
                  <a:pt x="528" y="89"/>
                  <a:pt x="546" y="268"/>
                </a:cubicBezTo>
                <a:cubicBezTo>
                  <a:pt x="550" y="305"/>
                  <a:pt x="552" y="342"/>
                  <a:pt x="552" y="380"/>
                </a:cubicBezTo>
                <a:cubicBezTo>
                  <a:pt x="552" y="528"/>
                  <a:pt x="524" y="630"/>
                  <a:pt x="468" y="686"/>
                </a:cubicBezTo>
                <a:cubicBezTo>
                  <a:pt x="424" y="733"/>
                  <a:pt x="360" y="756"/>
                  <a:pt x="276" y="756"/>
                </a:cubicBezTo>
                <a:cubicBezTo>
                  <a:pt x="141" y="756"/>
                  <a:pt x="56" y="694"/>
                  <a:pt x="20" y="569"/>
                </a:cubicBezTo>
                <a:cubicBezTo>
                  <a:pt x="6" y="525"/>
                  <a:pt x="0" y="463"/>
                  <a:pt x="0" y="384"/>
                </a:cubicBezTo>
                <a:cubicBezTo>
                  <a:pt x="0" y="242"/>
                  <a:pt x="25" y="140"/>
                  <a:pt x="77" y="78"/>
                </a:cubicBezTo>
                <a:cubicBezTo>
                  <a:pt x="98" y="53"/>
                  <a:pt x="125" y="34"/>
                  <a:pt x="159" y="20"/>
                </a:cubicBezTo>
                <a:cubicBezTo>
                  <a:pt x="193" y="6"/>
                  <a:pt x="224" y="0"/>
                  <a:pt x="252" y="0"/>
                </a:cubicBezTo>
                <a:moveTo>
                  <a:pt x="375" y="120"/>
                </a:moveTo>
                <a:cubicBezTo>
                  <a:pt x="355" y="78"/>
                  <a:pt x="321" y="56"/>
                  <a:pt x="275" y="56"/>
                </a:cubicBezTo>
                <a:cubicBezTo>
                  <a:pt x="245" y="56"/>
                  <a:pt x="219" y="67"/>
                  <a:pt x="197" y="89"/>
                </a:cubicBezTo>
                <a:cubicBezTo>
                  <a:pt x="181" y="107"/>
                  <a:pt x="171" y="131"/>
                  <a:pt x="168" y="162"/>
                </a:cubicBezTo>
                <a:cubicBezTo>
                  <a:pt x="165" y="193"/>
                  <a:pt x="163" y="269"/>
                  <a:pt x="162" y="390"/>
                </a:cubicBezTo>
                <a:cubicBezTo>
                  <a:pt x="162" y="505"/>
                  <a:pt x="165" y="579"/>
                  <a:pt x="172" y="613"/>
                </a:cubicBezTo>
                <a:cubicBezTo>
                  <a:pt x="176" y="635"/>
                  <a:pt x="187" y="655"/>
                  <a:pt x="205" y="672"/>
                </a:cubicBezTo>
                <a:cubicBezTo>
                  <a:pt x="222" y="690"/>
                  <a:pt x="247" y="698"/>
                  <a:pt x="276" y="698"/>
                </a:cubicBezTo>
                <a:cubicBezTo>
                  <a:pt x="316" y="698"/>
                  <a:pt x="346" y="681"/>
                  <a:pt x="367" y="646"/>
                </a:cubicBezTo>
                <a:cubicBezTo>
                  <a:pt x="376" y="631"/>
                  <a:pt x="382" y="605"/>
                  <a:pt x="384" y="571"/>
                </a:cubicBezTo>
                <a:cubicBezTo>
                  <a:pt x="387" y="537"/>
                  <a:pt x="388" y="470"/>
                  <a:pt x="389" y="369"/>
                </a:cubicBezTo>
                <a:cubicBezTo>
                  <a:pt x="389" y="226"/>
                  <a:pt x="384" y="143"/>
                  <a:pt x="375" y="120"/>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146" name=""/>
          <p:cNvSpPr/>
          <p:nvPr/>
        </p:nvSpPr>
        <p:spPr>
          <a:xfrm>
            <a:off x="8781480" y="3397680"/>
            <a:ext cx="54360" cy="129600"/>
          </a:xfrm>
          <a:custGeom>
            <a:avLst/>
            <a:gdLst/>
            <a:ahLst/>
            <a:rect l="0" t="0" r="r" b="b"/>
            <a:pathLst>
              <a:path w="151" h="360">
                <a:moveTo>
                  <a:pt x="0" y="99"/>
                </a:moveTo>
                <a:cubicBezTo>
                  <a:pt x="0" y="99"/>
                  <a:pt x="0" y="90"/>
                  <a:pt x="0" y="71"/>
                </a:cubicBezTo>
                <a:cubicBezTo>
                  <a:pt x="0" y="52"/>
                  <a:pt x="6" y="34"/>
                  <a:pt x="18" y="21"/>
                </a:cubicBezTo>
                <a:cubicBezTo>
                  <a:pt x="30" y="7"/>
                  <a:pt x="46" y="0"/>
                  <a:pt x="67" y="0"/>
                </a:cubicBezTo>
                <a:cubicBezTo>
                  <a:pt x="88" y="0"/>
                  <a:pt x="107" y="10"/>
                  <a:pt x="124" y="29"/>
                </a:cubicBezTo>
                <a:cubicBezTo>
                  <a:pt x="141" y="48"/>
                  <a:pt x="150" y="82"/>
                  <a:pt x="151" y="130"/>
                </a:cubicBezTo>
                <a:cubicBezTo>
                  <a:pt x="151" y="156"/>
                  <a:pt x="148" y="182"/>
                  <a:pt x="141" y="207"/>
                </a:cubicBezTo>
                <a:cubicBezTo>
                  <a:pt x="134" y="232"/>
                  <a:pt x="125" y="254"/>
                  <a:pt x="116" y="272"/>
                </a:cubicBezTo>
                <a:cubicBezTo>
                  <a:pt x="107" y="290"/>
                  <a:pt x="97" y="306"/>
                  <a:pt x="86" y="319"/>
                </a:cubicBezTo>
                <a:cubicBezTo>
                  <a:pt x="76" y="332"/>
                  <a:pt x="67" y="342"/>
                  <a:pt x="59" y="350"/>
                </a:cubicBezTo>
                <a:cubicBezTo>
                  <a:pt x="51" y="357"/>
                  <a:pt x="46" y="361"/>
                  <a:pt x="44" y="360"/>
                </a:cubicBezTo>
                <a:cubicBezTo>
                  <a:pt x="41" y="360"/>
                  <a:pt x="36" y="356"/>
                  <a:pt x="29" y="350"/>
                </a:cubicBezTo>
                <a:cubicBezTo>
                  <a:pt x="22" y="343"/>
                  <a:pt x="19" y="338"/>
                  <a:pt x="19" y="335"/>
                </a:cubicBezTo>
                <a:cubicBezTo>
                  <a:pt x="19" y="332"/>
                  <a:pt x="23" y="326"/>
                  <a:pt x="32" y="317"/>
                </a:cubicBezTo>
                <a:cubicBezTo>
                  <a:pt x="40" y="307"/>
                  <a:pt x="49" y="296"/>
                  <a:pt x="60" y="282"/>
                </a:cubicBezTo>
                <a:cubicBezTo>
                  <a:pt x="71" y="269"/>
                  <a:pt x="81" y="250"/>
                  <a:pt x="90" y="226"/>
                </a:cubicBezTo>
                <a:cubicBezTo>
                  <a:pt x="99" y="201"/>
                  <a:pt x="105" y="174"/>
                  <a:pt x="108" y="142"/>
                </a:cubicBezTo>
                <a:lnTo>
                  <a:pt x="108" y="129"/>
                </a:lnTo>
                <a:lnTo>
                  <a:pt x="107" y="130"/>
                </a:lnTo>
                <a:cubicBezTo>
                  <a:pt x="105" y="131"/>
                  <a:pt x="103" y="131"/>
                  <a:pt x="101" y="132"/>
                </a:cubicBezTo>
                <a:cubicBezTo>
                  <a:pt x="99" y="133"/>
                  <a:pt x="96" y="134"/>
                  <a:pt x="94" y="136"/>
                </a:cubicBezTo>
                <a:cubicBezTo>
                  <a:pt x="92" y="137"/>
                  <a:pt x="89" y="138"/>
                  <a:pt x="84" y="138"/>
                </a:cubicBezTo>
                <a:cubicBezTo>
                  <a:pt x="79" y="138"/>
                  <a:pt x="75" y="138"/>
                  <a:pt x="70" y="139"/>
                </a:cubicBezTo>
                <a:cubicBezTo>
                  <a:pt x="50" y="139"/>
                  <a:pt x="33" y="133"/>
                  <a:pt x="20" y="120"/>
                </a:cubicBezTo>
                <a:lnTo>
                  <a:pt x="0" y="99"/>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147" name=""/>
          <p:cNvSpPr/>
          <p:nvPr/>
        </p:nvSpPr>
        <p:spPr>
          <a:xfrm>
            <a:off x="8942040" y="3166200"/>
            <a:ext cx="158040" cy="281520"/>
          </a:xfrm>
          <a:custGeom>
            <a:avLst/>
            <a:gdLst/>
            <a:ahLst/>
            <a:rect l="0" t="0" r="r" b="b"/>
            <a:pathLst>
              <a:path w="439" h="782">
                <a:moveTo>
                  <a:pt x="424" y="782"/>
                </a:moveTo>
                <a:cubicBezTo>
                  <a:pt x="404" y="780"/>
                  <a:pt x="335" y="779"/>
                  <a:pt x="219" y="779"/>
                </a:cubicBezTo>
                <a:cubicBezTo>
                  <a:pt x="103" y="779"/>
                  <a:pt x="35" y="780"/>
                  <a:pt x="14" y="782"/>
                </a:cubicBezTo>
                <a:lnTo>
                  <a:pt x="0" y="782"/>
                </a:lnTo>
                <a:lnTo>
                  <a:pt x="0" y="711"/>
                </a:lnTo>
                <a:lnTo>
                  <a:pt x="129" y="711"/>
                </a:lnTo>
                <a:lnTo>
                  <a:pt x="129" y="71"/>
                </a:lnTo>
                <a:lnTo>
                  <a:pt x="0" y="71"/>
                </a:lnTo>
                <a:lnTo>
                  <a:pt x="0" y="0"/>
                </a:lnTo>
                <a:lnTo>
                  <a:pt x="14" y="0"/>
                </a:lnTo>
                <a:cubicBezTo>
                  <a:pt x="35" y="2"/>
                  <a:pt x="103" y="4"/>
                  <a:pt x="219" y="4"/>
                </a:cubicBezTo>
                <a:cubicBezTo>
                  <a:pt x="335" y="4"/>
                  <a:pt x="404" y="2"/>
                  <a:pt x="424" y="0"/>
                </a:cubicBezTo>
                <a:lnTo>
                  <a:pt x="439" y="0"/>
                </a:lnTo>
                <a:lnTo>
                  <a:pt x="439" y="71"/>
                </a:lnTo>
                <a:lnTo>
                  <a:pt x="308" y="71"/>
                </a:lnTo>
                <a:lnTo>
                  <a:pt x="308" y="711"/>
                </a:lnTo>
                <a:lnTo>
                  <a:pt x="439" y="711"/>
                </a:lnTo>
                <a:lnTo>
                  <a:pt x="439" y="782"/>
                </a:lnTo>
                <a:lnTo>
                  <a:pt x="424" y="782"/>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148" name=""/>
          <p:cNvSpPr/>
          <p:nvPr/>
        </p:nvSpPr>
        <p:spPr>
          <a:xfrm>
            <a:off x="9132840" y="3139920"/>
            <a:ext cx="98280" cy="410400"/>
          </a:xfrm>
          <a:custGeom>
            <a:avLst/>
            <a:gdLst/>
            <a:ahLst/>
            <a:rect l="0" t="0" r="r" b="b"/>
            <a:pathLst>
              <a:path w="273" h="1140">
                <a:moveTo>
                  <a:pt x="6" y="1"/>
                </a:moveTo>
                <a:lnTo>
                  <a:pt x="10" y="0"/>
                </a:lnTo>
                <a:cubicBezTo>
                  <a:pt x="14" y="0"/>
                  <a:pt x="18" y="0"/>
                  <a:pt x="22" y="0"/>
                </a:cubicBezTo>
                <a:lnTo>
                  <a:pt x="35" y="0"/>
                </a:lnTo>
                <a:lnTo>
                  <a:pt x="68" y="28"/>
                </a:lnTo>
                <a:cubicBezTo>
                  <a:pt x="140" y="92"/>
                  <a:pt x="192" y="173"/>
                  <a:pt x="224" y="269"/>
                </a:cubicBezTo>
                <a:cubicBezTo>
                  <a:pt x="257" y="365"/>
                  <a:pt x="273" y="465"/>
                  <a:pt x="273" y="569"/>
                </a:cubicBezTo>
                <a:cubicBezTo>
                  <a:pt x="273" y="621"/>
                  <a:pt x="269" y="671"/>
                  <a:pt x="262" y="719"/>
                </a:cubicBezTo>
                <a:cubicBezTo>
                  <a:pt x="254" y="766"/>
                  <a:pt x="245" y="807"/>
                  <a:pt x="236" y="840"/>
                </a:cubicBezTo>
                <a:cubicBezTo>
                  <a:pt x="226" y="874"/>
                  <a:pt x="212" y="907"/>
                  <a:pt x="193" y="941"/>
                </a:cubicBezTo>
                <a:cubicBezTo>
                  <a:pt x="175" y="975"/>
                  <a:pt x="161" y="1000"/>
                  <a:pt x="150" y="1018"/>
                </a:cubicBezTo>
                <a:cubicBezTo>
                  <a:pt x="140" y="1035"/>
                  <a:pt x="124" y="1055"/>
                  <a:pt x="103" y="1076"/>
                </a:cubicBezTo>
                <a:cubicBezTo>
                  <a:pt x="83" y="1097"/>
                  <a:pt x="71" y="1110"/>
                  <a:pt x="67" y="1113"/>
                </a:cubicBezTo>
                <a:cubicBezTo>
                  <a:pt x="62" y="1117"/>
                  <a:pt x="54" y="1124"/>
                  <a:pt x="40" y="1135"/>
                </a:cubicBezTo>
                <a:cubicBezTo>
                  <a:pt x="38" y="1137"/>
                  <a:pt x="36" y="1139"/>
                  <a:pt x="35" y="1140"/>
                </a:cubicBezTo>
                <a:lnTo>
                  <a:pt x="22" y="1140"/>
                </a:lnTo>
                <a:cubicBezTo>
                  <a:pt x="16" y="1140"/>
                  <a:pt x="11" y="1140"/>
                  <a:pt x="9" y="1140"/>
                </a:cubicBezTo>
                <a:cubicBezTo>
                  <a:pt x="7" y="1140"/>
                  <a:pt x="5" y="1138"/>
                  <a:pt x="3" y="1136"/>
                </a:cubicBezTo>
                <a:cubicBezTo>
                  <a:pt x="2" y="1134"/>
                  <a:pt x="1" y="1130"/>
                  <a:pt x="0" y="1126"/>
                </a:cubicBezTo>
                <a:cubicBezTo>
                  <a:pt x="1" y="1125"/>
                  <a:pt x="5" y="1120"/>
                  <a:pt x="13" y="1111"/>
                </a:cubicBezTo>
                <a:cubicBezTo>
                  <a:pt x="131" y="989"/>
                  <a:pt x="190" y="808"/>
                  <a:pt x="190" y="569"/>
                </a:cubicBezTo>
                <a:cubicBezTo>
                  <a:pt x="190" y="331"/>
                  <a:pt x="131" y="151"/>
                  <a:pt x="13" y="29"/>
                </a:cubicBezTo>
                <a:cubicBezTo>
                  <a:pt x="5" y="20"/>
                  <a:pt x="1" y="15"/>
                  <a:pt x="0" y="14"/>
                </a:cubicBezTo>
                <a:cubicBezTo>
                  <a:pt x="0" y="8"/>
                  <a:pt x="2" y="4"/>
                  <a:pt x="6" y="1"/>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149" name=""/>
          <p:cNvSpPr txBox="1"/>
          <p:nvPr/>
        </p:nvSpPr>
        <p:spPr>
          <a:xfrm>
            <a:off x="4714200" y="3146400"/>
            <a:ext cx="3338280" cy="334080"/>
          </a:xfrm>
          <a:prstGeom prst="rect">
            <a:avLst/>
          </a:prstGeom>
          <a:noFill/>
          <a:ln w="0">
            <a:noFill/>
          </a:ln>
        </p:spPr>
        <p:txBody>
          <a:bodyPr wrap="none" lIns="0" rIns="0" tIns="0" bIns="0" anchor="t">
            <a:spAutoFit/>
          </a:bodyPr>
          <a:p>
            <a:r>
              <a:rPr b="0" lang="en-US" sz="2620" strike="noStrike" u="none">
                <a:solidFill>
                  <a:srgbClr val="333333"/>
                </a:solidFill>
                <a:effectLst/>
                <a:uFillTx/>
                <a:latin typeface="NotoSansJP-Thin_"/>
                <a:ea typeface="NotoSansJP-Thin_"/>
              </a:rPr>
              <a:t> はガウシアンノイズ </a:t>
            </a:r>
            <a:endParaRPr b="0" lang="en-US" sz="2620" strike="noStrike" u="none">
              <a:solidFill>
                <a:srgbClr val="000000"/>
              </a:solidFill>
              <a:effectLst/>
              <a:uFillTx/>
              <a:latin typeface="Times New Roman"/>
            </a:endParaRPr>
          </a:p>
        </p:txBody>
      </p:sp>
      <p:sp>
        <p:nvSpPr>
          <p:cNvPr id="150" name=""/>
          <p:cNvSpPr txBox="1"/>
          <p:nvPr/>
        </p:nvSpPr>
        <p:spPr>
          <a:xfrm>
            <a:off x="9271080" y="3146400"/>
            <a:ext cx="1836360" cy="334080"/>
          </a:xfrm>
          <a:prstGeom prst="rect">
            <a:avLst/>
          </a:prstGeom>
          <a:noFill/>
          <a:ln w="0">
            <a:noFill/>
          </a:ln>
        </p:spPr>
        <p:txBody>
          <a:bodyPr wrap="none" lIns="0" rIns="0" tIns="0" bIns="0" anchor="t">
            <a:spAutoFit/>
          </a:bodyPr>
          <a:p>
            <a:r>
              <a:rPr b="0" lang="en-US" sz="2620" strike="noStrike" u="none">
                <a:solidFill>
                  <a:srgbClr val="333333"/>
                </a:solidFill>
                <a:effectLst/>
                <a:uFillTx/>
                <a:latin typeface="NotoSansJP-Thin_"/>
                <a:ea typeface="NotoSansJP-Thin_"/>
              </a:rPr>
              <a:t> に漸近する</a:t>
            </a:r>
            <a:endParaRPr b="0" lang="en-US" sz="2620" strike="noStrike" u="none">
              <a:solidFill>
                <a:srgbClr val="000000"/>
              </a:solidFill>
              <a:effectLst/>
              <a:uFillTx/>
              <a:latin typeface="Times New Roman"/>
            </a:endParaRPr>
          </a:p>
        </p:txBody>
      </p:sp>
      <p:sp>
        <p:nvSpPr>
          <p:cNvPr id="151" name=""/>
          <p:cNvSpPr txBox="1"/>
          <p:nvPr/>
        </p:nvSpPr>
        <p:spPr>
          <a:xfrm>
            <a:off x="11331000" y="6397560"/>
            <a:ext cx="519840" cy="297720"/>
          </a:xfrm>
          <a:prstGeom prst="rect">
            <a:avLst/>
          </a:prstGeom>
          <a:noFill/>
          <a:ln w="0">
            <a:noFill/>
          </a:ln>
        </p:spPr>
        <p:txBody>
          <a:bodyPr wrap="none" lIns="0" rIns="0" tIns="0" bIns="0" anchor="t">
            <a:spAutoFit/>
          </a:bodyPr>
          <a:p>
            <a:r>
              <a:rPr b="1" lang="en-US" sz="2100" strike="noStrike" u="none">
                <a:solidFill>
                  <a:srgbClr val="333333"/>
                </a:solidFill>
                <a:effectLst/>
                <a:uFillTx/>
                <a:latin typeface="NotoSansJP-Thin_"/>
                <a:ea typeface="NotoSansJP-Thin_"/>
              </a:rPr>
              <a:t>7/24</a:t>
            </a:r>
            <a:endParaRPr b="0" lang="en-US" sz="2100" strike="noStrike" u="non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2"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153"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154"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155" name=""/>
          <p:cNvSpPr/>
          <p:nvPr/>
        </p:nvSpPr>
        <p:spPr>
          <a:xfrm>
            <a:off x="3580200" y="952200"/>
            <a:ext cx="280440" cy="277920"/>
          </a:xfrm>
          <a:custGeom>
            <a:avLst/>
            <a:gdLst/>
            <a:ahLst/>
            <a:rect l="0" t="0" r="r" b="b"/>
            <a:pathLst>
              <a:path w="779" h="772">
                <a:moveTo>
                  <a:pt x="22" y="275"/>
                </a:moveTo>
                <a:cubicBezTo>
                  <a:pt x="7" y="275"/>
                  <a:pt x="0" y="271"/>
                  <a:pt x="0" y="265"/>
                </a:cubicBezTo>
                <a:cubicBezTo>
                  <a:pt x="0" y="262"/>
                  <a:pt x="6" y="240"/>
                  <a:pt x="18" y="202"/>
                </a:cubicBezTo>
                <a:cubicBezTo>
                  <a:pt x="31" y="163"/>
                  <a:pt x="44" y="125"/>
                  <a:pt x="57" y="87"/>
                </a:cubicBezTo>
                <a:lnTo>
                  <a:pt x="77" y="30"/>
                </a:lnTo>
                <a:cubicBezTo>
                  <a:pt x="80" y="16"/>
                  <a:pt x="85" y="6"/>
                  <a:pt x="91" y="0"/>
                </a:cubicBezTo>
                <a:lnTo>
                  <a:pt x="625" y="0"/>
                </a:lnTo>
                <a:lnTo>
                  <a:pt x="727" y="0"/>
                </a:lnTo>
                <a:cubicBezTo>
                  <a:pt x="752" y="0"/>
                  <a:pt x="766" y="1"/>
                  <a:pt x="771" y="2"/>
                </a:cubicBezTo>
                <a:cubicBezTo>
                  <a:pt x="775" y="2"/>
                  <a:pt x="778" y="6"/>
                  <a:pt x="779" y="12"/>
                </a:cubicBezTo>
                <a:cubicBezTo>
                  <a:pt x="779" y="16"/>
                  <a:pt x="772" y="61"/>
                  <a:pt x="759" y="143"/>
                </a:cubicBezTo>
                <a:cubicBezTo>
                  <a:pt x="746" y="224"/>
                  <a:pt x="739" y="266"/>
                  <a:pt x="738" y="267"/>
                </a:cubicBezTo>
                <a:cubicBezTo>
                  <a:pt x="738" y="272"/>
                  <a:pt x="730" y="275"/>
                  <a:pt x="716" y="275"/>
                </a:cubicBezTo>
                <a:cubicBezTo>
                  <a:pt x="709" y="275"/>
                  <a:pt x="705" y="275"/>
                  <a:pt x="702" y="275"/>
                </a:cubicBezTo>
                <a:cubicBezTo>
                  <a:pt x="700" y="275"/>
                  <a:pt x="698" y="273"/>
                  <a:pt x="695" y="269"/>
                </a:cubicBezTo>
                <a:lnTo>
                  <a:pt x="693" y="265"/>
                </a:lnTo>
                <a:cubicBezTo>
                  <a:pt x="693" y="261"/>
                  <a:pt x="695" y="244"/>
                  <a:pt x="700" y="214"/>
                </a:cubicBezTo>
                <a:cubicBezTo>
                  <a:pt x="705" y="185"/>
                  <a:pt x="707" y="161"/>
                  <a:pt x="707" y="145"/>
                </a:cubicBezTo>
                <a:cubicBezTo>
                  <a:pt x="707" y="118"/>
                  <a:pt x="702" y="98"/>
                  <a:pt x="692" y="84"/>
                </a:cubicBezTo>
                <a:cubicBezTo>
                  <a:pt x="682" y="71"/>
                  <a:pt x="661" y="61"/>
                  <a:pt x="629" y="56"/>
                </a:cubicBezTo>
                <a:cubicBezTo>
                  <a:pt x="626" y="55"/>
                  <a:pt x="604" y="55"/>
                  <a:pt x="563" y="54"/>
                </a:cubicBezTo>
                <a:cubicBezTo>
                  <a:pt x="528" y="54"/>
                  <a:pt x="506" y="54"/>
                  <a:pt x="496" y="55"/>
                </a:cubicBezTo>
                <a:cubicBezTo>
                  <a:pt x="487" y="56"/>
                  <a:pt x="481" y="59"/>
                  <a:pt x="476" y="64"/>
                </a:cubicBezTo>
                <a:cubicBezTo>
                  <a:pt x="475" y="65"/>
                  <a:pt x="448" y="171"/>
                  <a:pt x="395" y="382"/>
                </a:cubicBezTo>
                <a:cubicBezTo>
                  <a:pt x="342" y="592"/>
                  <a:pt x="316" y="700"/>
                  <a:pt x="316" y="704"/>
                </a:cubicBezTo>
                <a:cubicBezTo>
                  <a:pt x="316" y="713"/>
                  <a:pt x="349" y="718"/>
                  <a:pt x="416" y="720"/>
                </a:cubicBezTo>
                <a:cubicBezTo>
                  <a:pt x="440" y="720"/>
                  <a:pt x="455" y="720"/>
                  <a:pt x="462" y="721"/>
                </a:cubicBezTo>
                <a:cubicBezTo>
                  <a:pt x="469" y="721"/>
                  <a:pt x="473" y="725"/>
                  <a:pt x="473" y="731"/>
                </a:cubicBezTo>
                <a:cubicBezTo>
                  <a:pt x="473" y="735"/>
                  <a:pt x="471" y="740"/>
                  <a:pt x="469" y="747"/>
                </a:cubicBezTo>
                <a:cubicBezTo>
                  <a:pt x="466" y="760"/>
                  <a:pt x="463" y="768"/>
                  <a:pt x="459" y="771"/>
                </a:cubicBezTo>
                <a:lnTo>
                  <a:pt x="457" y="772"/>
                </a:lnTo>
                <a:cubicBezTo>
                  <a:pt x="454" y="772"/>
                  <a:pt x="452" y="772"/>
                  <a:pt x="449" y="772"/>
                </a:cubicBezTo>
                <a:cubicBezTo>
                  <a:pt x="445" y="772"/>
                  <a:pt x="425" y="771"/>
                  <a:pt x="389" y="771"/>
                </a:cubicBezTo>
                <a:cubicBezTo>
                  <a:pt x="354" y="770"/>
                  <a:pt x="303" y="770"/>
                  <a:pt x="236" y="770"/>
                </a:cubicBezTo>
                <a:cubicBezTo>
                  <a:pt x="138" y="770"/>
                  <a:pt x="76" y="770"/>
                  <a:pt x="49" y="772"/>
                </a:cubicBezTo>
                <a:lnTo>
                  <a:pt x="32" y="772"/>
                </a:lnTo>
                <a:cubicBezTo>
                  <a:pt x="28" y="767"/>
                  <a:pt x="25" y="764"/>
                  <a:pt x="25" y="762"/>
                </a:cubicBezTo>
                <a:cubicBezTo>
                  <a:pt x="25" y="759"/>
                  <a:pt x="26" y="753"/>
                  <a:pt x="28" y="741"/>
                </a:cubicBezTo>
                <a:cubicBezTo>
                  <a:pt x="31" y="731"/>
                  <a:pt x="34" y="724"/>
                  <a:pt x="39" y="720"/>
                </a:cubicBezTo>
                <a:lnTo>
                  <a:pt x="71" y="720"/>
                </a:lnTo>
                <a:lnTo>
                  <a:pt x="83" y="720"/>
                </a:lnTo>
                <a:cubicBezTo>
                  <a:pt x="144" y="720"/>
                  <a:pt x="180" y="716"/>
                  <a:pt x="191" y="709"/>
                </a:cubicBezTo>
                <a:cubicBezTo>
                  <a:pt x="192" y="709"/>
                  <a:pt x="193" y="708"/>
                  <a:pt x="194" y="708"/>
                </a:cubicBezTo>
                <a:cubicBezTo>
                  <a:pt x="198" y="706"/>
                  <a:pt x="201" y="698"/>
                  <a:pt x="205" y="685"/>
                </a:cubicBezTo>
                <a:cubicBezTo>
                  <a:pt x="209" y="672"/>
                  <a:pt x="224" y="613"/>
                  <a:pt x="251" y="507"/>
                </a:cubicBezTo>
                <a:cubicBezTo>
                  <a:pt x="264" y="455"/>
                  <a:pt x="274" y="413"/>
                  <a:pt x="283" y="380"/>
                </a:cubicBezTo>
                <a:cubicBezTo>
                  <a:pt x="336" y="172"/>
                  <a:pt x="362" y="65"/>
                  <a:pt x="362" y="61"/>
                </a:cubicBezTo>
                <a:cubicBezTo>
                  <a:pt x="362" y="57"/>
                  <a:pt x="351" y="55"/>
                  <a:pt x="329" y="55"/>
                </a:cubicBezTo>
                <a:lnTo>
                  <a:pt x="294" y="55"/>
                </a:lnTo>
                <a:cubicBezTo>
                  <a:pt x="243" y="55"/>
                  <a:pt x="210" y="57"/>
                  <a:pt x="194" y="62"/>
                </a:cubicBezTo>
                <a:cubicBezTo>
                  <a:pt x="160" y="69"/>
                  <a:pt x="133" y="85"/>
                  <a:pt x="114" y="108"/>
                </a:cubicBezTo>
                <a:cubicBezTo>
                  <a:pt x="95" y="132"/>
                  <a:pt x="75" y="176"/>
                  <a:pt x="53" y="240"/>
                </a:cubicBezTo>
                <a:cubicBezTo>
                  <a:pt x="47" y="257"/>
                  <a:pt x="44" y="267"/>
                  <a:pt x="41" y="270"/>
                </a:cubicBezTo>
                <a:cubicBezTo>
                  <a:pt x="39" y="273"/>
                  <a:pt x="34" y="275"/>
                  <a:pt x="25" y="275"/>
                </a:cubicBezTo>
                <a:lnTo>
                  <a:pt x="22" y="275"/>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156" name=""/>
          <p:cNvSpPr txBox="1"/>
          <p:nvPr/>
        </p:nvSpPr>
        <p:spPr>
          <a:xfrm>
            <a:off x="380880" y="927000"/>
            <a:ext cx="3171240" cy="334080"/>
          </a:xfrm>
          <a:prstGeom prst="rect">
            <a:avLst/>
          </a:prstGeom>
          <a:noFill/>
          <a:ln w="0">
            <a:noFill/>
          </a:ln>
        </p:spPr>
        <p:txBody>
          <a:bodyPr wrap="none" lIns="0" rIns="0" tIns="0" bIns="0" anchor="t">
            <a:spAutoFit/>
          </a:bodyPr>
          <a:p>
            <a:r>
              <a:rPr b="0" lang="zh-CN" sz="2620" strike="noStrike" u="none">
                <a:solidFill>
                  <a:srgbClr val="333333"/>
                </a:solidFill>
                <a:effectLst/>
                <a:uFillTx/>
                <a:latin typeface="NotoSansJP-Thin_"/>
                <a:ea typeface="NotoSansJP-Thin_"/>
              </a:rPr>
              <a:t>マルコフ性の利点： </a:t>
            </a:r>
            <a:endParaRPr b="0" lang="en-US" sz="2620" strike="noStrike" u="none">
              <a:solidFill>
                <a:srgbClr val="000000"/>
              </a:solidFill>
              <a:effectLst/>
              <a:uFillTx/>
              <a:latin typeface="Times New Roman"/>
            </a:endParaRPr>
          </a:p>
        </p:txBody>
      </p:sp>
      <p:sp>
        <p:nvSpPr>
          <p:cNvPr id="157" name=""/>
          <p:cNvSpPr/>
          <p:nvPr/>
        </p:nvSpPr>
        <p:spPr>
          <a:xfrm>
            <a:off x="394920" y="1507680"/>
            <a:ext cx="233640" cy="186120"/>
          </a:xfrm>
          <a:custGeom>
            <a:avLst/>
            <a:gdLst/>
            <a:ahLst/>
            <a:rect l="0" t="0" r="r" b="b"/>
            <a:pathLst>
              <a:path w="649" h="517">
                <a:moveTo>
                  <a:pt x="0" y="327"/>
                </a:moveTo>
                <a:cubicBezTo>
                  <a:pt x="0" y="240"/>
                  <a:pt x="33" y="163"/>
                  <a:pt x="98" y="98"/>
                </a:cubicBezTo>
                <a:cubicBezTo>
                  <a:pt x="163" y="33"/>
                  <a:pt x="235" y="0"/>
                  <a:pt x="313" y="0"/>
                </a:cubicBezTo>
                <a:cubicBezTo>
                  <a:pt x="366" y="0"/>
                  <a:pt x="409" y="15"/>
                  <a:pt x="441" y="46"/>
                </a:cubicBezTo>
                <a:cubicBezTo>
                  <a:pt x="472" y="76"/>
                  <a:pt x="494" y="113"/>
                  <a:pt x="505" y="157"/>
                </a:cubicBezTo>
                <a:cubicBezTo>
                  <a:pt x="510" y="179"/>
                  <a:pt x="513" y="206"/>
                  <a:pt x="513" y="235"/>
                </a:cubicBezTo>
                <a:lnTo>
                  <a:pt x="513" y="268"/>
                </a:lnTo>
                <a:cubicBezTo>
                  <a:pt x="552" y="211"/>
                  <a:pt x="580" y="147"/>
                  <a:pt x="600" y="78"/>
                </a:cubicBezTo>
                <a:cubicBezTo>
                  <a:pt x="603" y="67"/>
                  <a:pt x="605" y="61"/>
                  <a:pt x="607" y="59"/>
                </a:cubicBezTo>
                <a:cubicBezTo>
                  <a:pt x="608" y="58"/>
                  <a:pt x="614" y="57"/>
                  <a:pt x="625" y="56"/>
                </a:cubicBezTo>
                <a:cubicBezTo>
                  <a:pt x="641" y="56"/>
                  <a:pt x="649" y="59"/>
                  <a:pt x="649" y="65"/>
                </a:cubicBezTo>
                <a:cubicBezTo>
                  <a:pt x="649" y="72"/>
                  <a:pt x="645" y="87"/>
                  <a:pt x="638" y="109"/>
                </a:cubicBezTo>
                <a:cubicBezTo>
                  <a:pt x="632" y="132"/>
                  <a:pt x="618" y="164"/>
                  <a:pt x="597" y="207"/>
                </a:cubicBezTo>
                <a:cubicBezTo>
                  <a:pt x="577" y="249"/>
                  <a:pt x="554" y="287"/>
                  <a:pt x="528" y="321"/>
                </a:cubicBezTo>
                <a:lnTo>
                  <a:pt x="515" y="337"/>
                </a:lnTo>
                <a:lnTo>
                  <a:pt x="516" y="364"/>
                </a:lnTo>
                <a:cubicBezTo>
                  <a:pt x="517" y="407"/>
                  <a:pt x="520" y="436"/>
                  <a:pt x="526" y="451"/>
                </a:cubicBezTo>
                <a:cubicBezTo>
                  <a:pt x="530" y="466"/>
                  <a:pt x="538" y="474"/>
                  <a:pt x="547" y="475"/>
                </a:cubicBezTo>
                <a:cubicBezTo>
                  <a:pt x="558" y="473"/>
                  <a:pt x="568" y="469"/>
                  <a:pt x="577" y="462"/>
                </a:cubicBezTo>
                <a:cubicBezTo>
                  <a:pt x="586" y="455"/>
                  <a:pt x="593" y="447"/>
                  <a:pt x="596" y="436"/>
                </a:cubicBezTo>
                <a:cubicBezTo>
                  <a:pt x="598" y="431"/>
                  <a:pt x="600" y="428"/>
                  <a:pt x="602" y="427"/>
                </a:cubicBezTo>
                <a:cubicBezTo>
                  <a:pt x="604" y="426"/>
                  <a:pt x="610" y="425"/>
                  <a:pt x="619" y="425"/>
                </a:cubicBezTo>
                <a:cubicBezTo>
                  <a:pt x="634" y="425"/>
                  <a:pt x="642" y="428"/>
                  <a:pt x="642" y="434"/>
                </a:cubicBezTo>
                <a:cubicBezTo>
                  <a:pt x="642" y="438"/>
                  <a:pt x="640" y="445"/>
                  <a:pt x="635" y="455"/>
                </a:cubicBezTo>
                <a:cubicBezTo>
                  <a:pt x="626" y="474"/>
                  <a:pt x="613" y="488"/>
                  <a:pt x="595" y="499"/>
                </a:cubicBezTo>
                <a:cubicBezTo>
                  <a:pt x="578" y="509"/>
                  <a:pt x="561" y="515"/>
                  <a:pt x="545" y="516"/>
                </a:cubicBezTo>
                <a:lnTo>
                  <a:pt x="537" y="516"/>
                </a:lnTo>
                <a:cubicBezTo>
                  <a:pt x="485" y="516"/>
                  <a:pt x="451" y="488"/>
                  <a:pt x="433" y="434"/>
                </a:cubicBezTo>
                <a:lnTo>
                  <a:pt x="429" y="426"/>
                </a:lnTo>
                <a:lnTo>
                  <a:pt x="417" y="435"/>
                </a:lnTo>
                <a:cubicBezTo>
                  <a:pt x="409" y="441"/>
                  <a:pt x="398" y="448"/>
                  <a:pt x="382" y="458"/>
                </a:cubicBezTo>
                <a:cubicBezTo>
                  <a:pt x="367" y="467"/>
                  <a:pt x="350" y="475"/>
                  <a:pt x="331" y="484"/>
                </a:cubicBezTo>
                <a:cubicBezTo>
                  <a:pt x="312" y="492"/>
                  <a:pt x="290" y="500"/>
                  <a:pt x="265" y="507"/>
                </a:cubicBezTo>
                <a:cubicBezTo>
                  <a:pt x="240" y="513"/>
                  <a:pt x="216" y="517"/>
                  <a:pt x="192" y="517"/>
                </a:cubicBezTo>
                <a:cubicBezTo>
                  <a:pt x="132" y="517"/>
                  <a:pt x="85" y="498"/>
                  <a:pt x="51" y="460"/>
                </a:cubicBezTo>
                <a:cubicBezTo>
                  <a:pt x="17" y="422"/>
                  <a:pt x="0" y="378"/>
                  <a:pt x="0" y="327"/>
                </a:cubicBezTo>
                <a:moveTo>
                  <a:pt x="198" y="475"/>
                </a:moveTo>
                <a:cubicBezTo>
                  <a:pt x="235" y="475"/>
                  <a:pt x="272" y="467"/>
                  <a:pt x="310" y="451"/>
                </a:cubicBezTo>
                <a:cubicBezTo>
                  <a:pt x="347" y="435"/>
                  <a:pt x="375" y="419"/>
                  <a:pt x="393" y="402"/>
                </a:cubicBezTo>
                <a:lnTo>
                  <a:pt x="420" y="377"/>
                </a:lnTo>
                <a:cubicBezTo>
                  <a:pt x="419" y="268"/>
                  <a:pt x="416" y="201"/>
                  <a:pt x="412" y="173"/>
                </a:cubicBezTo>
                <a:cubicBezTo>
                  <a:pt x="401" y="86"/>
                  <a:pt x="367" y="42"/>
                  <a:pt x="307" y="42"/>
                </a:cubicBezTo>
                <a:cubicBezTo>
                  <a:pt x="255" y="42"/>
                  <a:pt x="209" y="70"/>
                  <a:pt x="170" y="125"/>
                </a:cubicBezTo>
                <a:cubicBezTo>
                  <a:pt x="149" y="156"/>
                  <a:pt x="132" y="198"/>
                  <a:pt x="120" y="249"/>
                </a:cubicBezTo>
                <a:cubicBezTo>
                  <a:pt x="107" y="301"/>
                  <a:pt x="100" y="340"/>
                  <a:pt x="99" y="368"/>
                </a:cubicBezTo>
                <a:cubicBezTo>
                  <a:pt x="99" y="405"/>
                  <a:pt x="109" y="432"/>
                  <a:pt x="128" y="448"/>
                </a:cubicBezTo>
                <a:cubicBezTo>
                  <a:pt x="147" y="465"/>
                  <a:pt x="170" y="474"/>
                  <a:pt x="198" y="475"/>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158" name=""/>
          <p:cNvSpPr/>
          <p:nvPr/>
        </p:nvSpPr>
        <p:spPr>
          <a:xfrm>
            <a:off x="662400" y="1568880"/>
            <a:ext cx="90360" cy="185040"/>
          </a:xfrm>
          <a:custGeom>
            <a:avLst/>
            <a:gdLst/>
            <a:ahLst/>
            <a:rect l="0" t="0" r="r" b="b"/>
            <a:pathLst>
              <a:path w="251" h="514">
                <a:moveTo>
                  <a:pt x="5" y="194"/>
                </a:moveTo>
                <a:cubicBezTo>
                  <a:pt x="2" y="190"/>
                  <a:pt x="0" y="188"/>
                  <a:pt x="0" y="186"/>
                </a:cubicBezTo>
                <a:cubicBezTo>
                  <a:pt x="0" y="184"/>
                  <a:pt x="0" y="180"/>
                  <a:pt x="2" y="173"/>
                </a:cubicBezTo>
                <a:cubicBezTo>
                  <a:pt x="4" y="167"/>
                  <a:pt x="5" y="163"/>
                  <a:pt x="6" y="162"/>
                </a:cubicBezTo>
                <a:cubicBezTo>
                  <a:pt x="7" y="159"/>
                  <a:pt x="10" y="158"/>
                  <a:pt x="13" y="158"/>
                </a:cubicBezTo>
                <a:cubicBezTo>
                  <a:pt x="17" y="158"/>
                  <a:pt x="31" y="158"/>
                  <a:pt x="55" y="157"/>
                </a:cubicBezTo>
                <a:lnTo>
                  <a:pt x="98" y="157"/>
                </a:lnTo>
                <a:lnTo>
                  <a:pt x="113" y="93"/>
                </a:lnTo>
                <a:cubicBezTo>
                  <a:pt x="115" y="87"/>
                  <a:pt x="117" y="79"/>
                  <a:pt x="119" y="69"/>
                </a:cubicBezTo>
                <a:cubicBezTo>
                  <a:pt x="121" y="60"/>
                  <a:pt x="123" y="53"/>
                  <a:pt x="125" y="49"/>
                </a:cubicBezTo>
                <a:cubicBezTo>
                  <a:pt x="126" y="44"/>
                  <a:pt x="128" y="39"/>
                  <a:pt x="129" y="32"/>
                </a:cubicBezTo>
                <a:cubicBezTo>
                  <a:pt x="131" y="26"/>
                  <a:pt x="133" y="21"/>
                  <a:pt x="136" y="19"/>
                </a:cubicBezTo>
                <a:cubicBezTo>
                  <a:pt x="139" y="16"/>
                  <a:pt x="141" y="13"/>
                  <a:pt x="144" y="9"/>
                </a:cubicBezTo>
                <a:cubicBezTo>
                  <a:pt x="147" y="5"/>
                  <a:pt x="150" y="3"/>
                  <a:pt x="155" y="2"/>
                </a:cubicBezTo>
                <a:cubicBezTo>
                  <a:pt x="160" y="1"/>
                  <a:pt x="165" y="0"/>
                  <a:pt x="170" y="0"/>
                </a:cubicBezTo>
                <a:cubicBezTo>
                  <a:pt x="179" y="1"/>
                  <a:pt x="186" y="4"/>
                  <a:pt x="190" y="9"/>
                </a:cubicBezTo>
                <a:cubicBezTo>
                  <a:pt x="193" y="14"/>
                  <a:pt x="195" y="20"/>
                  <a:pt x="195" y="24"/>
                </a:cubicBezTo>
                <a:cubicBezTo>
                  <a:pt x="195" y="28"/>
                  <a:pt x="193" y="41"/>
                  <a:pt x="188" y="62"/>
                </a:cubicBezTo>
                <a:cubicBezTo>
                  <a:pt x="183" y="84"/>
                  <a:pt x="178" y="105"/>
                  <a:pt x="172" y="126"/>
                </a:cubicBezTo>
                <a:lnTo>
                  <a:pt x="164" y="156"/>
                </a:lnTo>
                <a:cubicBezTo>
                  <a:pt x="164" y="157"/>
                  <a:pt x="177" y="157"/>
                  <a:pt x="204" y="157"/>
                </a:cubicBezTo>
                <a:lnTo>
                  <a:pt x="245" y="157"/>
                </a:lnTo>
                <a:cubicBezTo>
                  <a:pt x="249" y="161"/>
                  <a:pt x="251" y="164"/>
                  <a:pt x="251" y="166"/>
                </a:cubicBezTo>
                <a:cubicBezTo>
                  <a:pt x="251" y="178"/>
                  <a:pt x="247" y="187"/>
                  <a:pt x="240" y="194"/>
                </a:cubicBezTo>
                <a:lnTo>
                  <a:pt x="154" y="194"/>
                </a:lnTo>
                <a:lnTo>
                  <a:pt x="125" y="311"/>
                </a:lnTo>
                <a:cubicBezTo>
                  <a:pt x="104" y="397"/>
                  <a:pt x="94" y="443"/>
                  <a:pt x="94" y="449"/>
                </a:cubicBezTo>
                <a:cubicBezTo>
                  <a:pt x="94" y="472"/>
                  <a:pt x="101" y="483"/>
                  <a:pt x="116" y="483"/>
                </a:cubicBezTo>
                <a:cubicBezTo>
                  <a:pt x="134" y="483"/>
                  <a:pt x="153" y="474"/>
                  <a:pt x="170" y="456"/>
                </a:cubicBezTo>
                <a:cubicBezTo>
                  <a:pt x="188" y="437"/>
                  <a:pt x="202" y="415"/>
                  <a:pt x="213" y="388"/>
                </a:cubicBezTo>
                <a:cubicBezTo>
                  <a:pt x="214" y="385"/>
                  <a:pt x="215" y="383"/>
                  <a:pt x="217" y="382"/>
                </a:cubicBezTo>
                <a:cubicBezTo>
                  <a:pt x="219" y="382"/>
                  <a:pt x="223" y="381"/>
                  <a:pt x="229" y="381"/>
                </a:cubicBezTo>
                <a:lnTo>
                  <a:pt x="232" y="381"/>
                </a:lnTo>
                <a:cubicBezTo>
                  <a:pt x="240" y="381"/>
                  <a:pt x="244" y="383"/>
                  <a:pt x="244" y="387"/>
                </a:cubicBezTo>
                <a:cubicBezTo>
                  <a:pt x="244" y="389"/>
                  <a:pt x="244" y="392"/>
                  <a:pt x="242" y="397"/>
                </a:cubicBezTo>
                <a:cubicBezTo>
                  <a:pt x="239" y="406"/>
                  <a:pt x="235" y="416"/>
                  <a:pt x="228" y="428"/>
                </a:cubicBezTo>
                <a:cubicBezTo>
                  <a:pt x="221" y="439"/>
                  <a:pt x="211" y="452"/>
                  <a:pt x="200" y="465"/>
                </a:cubicBezTo>
                <a:cubicBezTo>
                  <a:pt x="189" y="479"/>
                  <a:pt x="175" y="490"/>
                  <a:pt x="159" y="499"/>
                </a:cubicBezTo>
                <a:cubicBezTo>
                  <a:pt x="143" y="509"/>
                  <a:pt x="127" y="514"/>
                  <a:pt x="110" y="514"/>
                </a:cubicBezTo>
                <a:cubicBezTo>
                  <a:pt x="94" y="514"/>
                  <a:pt x="79" y="510"/>
                  <a:pt x="64" y="501"/>
                </a:cubicBezTo>
                <a:cubicBezTo>
                  <a:pt x="50" y="493"/>
                  <a:pt x="39" y="479"/>
                  <a:pt x="32" y="459"/>
                </a:cubicBezTo>
                <a:cubicBezTo>
                  <a:pt x="31" y="455"/>
                  <a:pt x="30" y="447"/>
                  <a:pt x="30" y="437"/>
                </a:cubicBezTo>
                <a:lnTo>
                  <a:pt x="30" y="423"/>
                </a:lnTo>
                <a:lnTo>
                  <a:pt x="59" y="310"/>
                </a:lnTo>
                <a:cubicBezTo>
                  <a:pt x="78" y="234"/>
                  <a:pt x="88" y="196"/>
                  <a:pt x="88" y="196"/>
                </a:cubicBezTo>
                <a:cubicBezTo>
                  <a:pt x="88" y="195"/>
                  <a:pt x="75" y="194"/>
                  <a:pt x="47" y="194"/>
                </a:cubicBezTo>
                <a:lnTo>
                  <a:pt x="5" y="194"/>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159" name=""/>
          <p:cNvSpPr/>
          <p:nvPr/>
        </p:nvSpPr>
        <p:spPr>
          <a:xfrm>
            <a:off x="927720" y="1512720"/>
            <a:ext cx="49680" cy="176400"/>
          </a:xfrm>
          <a:custGeom>
            <a:avLst/>
            <a:gdLst/>
            <a:ahLst/>
            <a:rect l="0" t="0" r="r" b="b"/>
            <a:pathLst>
              <a:path w="138" h="490">
                <a:moveTo>
                  <a:pt x="0" y="68"/>
                </a:moveTo>
                <a:cubicBezTo>
                  <a:pt x="0" y="50"/>
                  <a:pt x="6" y="34"/>
                  <a:pt x="19" y="20"/>
                </a:cubicBezTo>
                <a:cubicBezTo>
                  <a:pt x="32" y="7"/>
                  <a:pt x="48" y="0"/>
                  <a:pt x="68" y="0"/>
                </a:cubicBezTo>
                <a:cubicBezTo>
                  <a:pt x="86" y="0"/>
                  <a:pt x="103" y="6"/>
                  <a:pt x="117" y="18"/>
                </a:cubicBezTo>
                <a:cubicBezTo>
                  <a:pt x="130" y="30"/>
                  <a:pt x="138" y="47"/>
                  <a:pt x="138" y="67"/>
                </a:cubicBezTo>
                <a:cubicBezTo>
                  <a:pt x="138" y="86"/>
                  <a:pt x="132" y="102"/>
                  <a:pt x="119" y="116"/>
                </a:cubicBezTo>
                <a:cubicBezTo>
                  <a:pt x="106" y="130"/>
                  <a:pt x="89" y="136"/>
                  <a:pt x="69" y="136"/>
                </a:cubicBezTo>
                <a:cubicBezTo>
                  <a:pt x="49" y="136"/>
                  <a:pt x="33" y="130"/>
                  <a:pt x="20" y="117"/>
                </a:cubicBezTo>
                <a:cubicBezTo>
                  <a:pt x="7" y="104"/>
                  <a:pt x="0" y="88"/>
                  <a:pt x="0" y="68"/>
                </a:cubicBezTo>
                <a:moveTo>
                  <a:pt x="0" y="421"/>
                </a:moveTo>
                <a:cubicBezTo>
                  <a:pt x="0" y="403"/>
                  <a:pt x="6" y="387"/>
                  <a:pt x="19" y="373"/>
                </a:cubicBezTo>
                <a:cubicBezTo>
                  <a:pt x="32" y="360"/>
                  <a:pt x="48" y="353"/>
                  <a:pt x="68" y="353"/>
                </a:cubicBezTo>
                <a:cubicBezTo>
                  <a:pt x="86" y="353"/>
                  <a:pt x="103" y="359"/>
                  <a:pt x="117" y="371"/>
                </a:cubicBezTo>
                <a:cubicBezTo>
                  <a:pt x="130" y="383"/>
                  <a:pt x="138" y="399"/>
                  <a:pt x="138" y="420"/>
                </a:cubicBezTo>
                <a:cubicBezTo>
                  <a:pt x="138" y="439"/>
                  <a:pt x="132" y="456"/>
                  <a:pt x="119" y="470"/>
                </a:cubicBezTo>
                <a:cubicBezTo>
                  <a:pt x="106" y="483"/>
                  <a:pt x="89" y="490"/>
                  <a:pt x="69" y="490"/>
                </a:cubicBezTo>
                <a:cubicBezTo>
                  <a:pt x="49" y="490"/>
                  <a:pt x="33" y="484"/>
                  <a:pt x="20" y="471"/>
                </a:cubicBezTo>
                <a:cubicBezTo>
                  <a:pt x="7" y="458"/>
                  <a:pt x="0" y="441"/>
                  <a:pt x="0" y="421"/>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160" name=""/>
          <p:cNvSpPr/>
          <p:nvPr/>
        </p:nvSpPr>
        <p:spPr>
          <a:xfrm>
            <a:off x="1032480" y="1538640"/>
            <a:ext cx="273240" cy="96120"/>
          </a:xfrm>
          <a:custGeom>
            <a:avLst/>
            <a:gdLst/>
            <a:ahLst/>
            <a:rect l="0" t="0" r="r" b="b"/>
            <a:pathLst>
              <a:path w="759" h="267">
                <a:moveTo>
                  <a:pt x="0" y="22"/>
                </a:moveTo>
                <a:cubicBezTo>
                  <a:pt x="0" y="12"/>
                  <a:pt x="5" y="5"/>
                  <a:pt x="16" y="0"/>
                </a:cubicBezTo>
                <a:lnTo>
                  <a:pt x="742" y="0"/>
                </a:lnTo>
                <a:cubicBezTo>
                  <a:pt x="753" y="6"/>
                  <a:pt x="759" y="13"/>
                  <a:pt x="759" y="22"/>
                </a:cubicBezTo>
                <a:cubicBezTo>
                  <a:pt x="759" y="31"/>
                  <a:pt x="754" y="38"/>
                  <a:pt x="743" y="44"/>
                </a:cubicBezTo>
                <a:lnTo>
                  <a:pt x="380" y="45"/>
                </a:lnTo>
                <a:lnTo>
                  <a:pt x="18" y="45"/>
                </a:lnTo>
                <a:cubicBezTo>
                  <a:pt x="6" y="41"/>
                  <a:pt x="0" y="34"/>
                  <a:pt x="0" y="22"/>
                </a:cubicBezTo>
                <a:moveTo>
                  <a:pt x="0" y="244"/>
                </a:moveTo>
                <a:cubicBezTo>
                  <a:pt x="0" y="233"/>
                  <a:pt x="6" y="225"/>
                  <a:pt x="18" y="221"/>
                </a:cubicBezTo>
                <a:lnTo>
                  <a:pt x="743" y="221"/>
                </a:lnTo>
                <a:cubicBezTo>
                  <a:pt x="754" y="229"/>
                  <a:pt x="759" y="237"/>
                  <a:pt x="759" y="244"/>
                </a:cubicBezTo>
                <a:cubicBezTo>
                  <a:pt x="759" y="254"/>
                  <a:pt x="753" y="262"/>
                  <a:pt x="742" y="267"/>
                </a:cubicBezTo>
                <a:lnTo>
                  <a:pt x="16" y="267"/>
                </a:lnTo>
                <a:cubicBezTo>
                  <a:pt x="5" y="262"/>
                  <a:pt x="0" y="254"/>
                  <a:pt x="0" y="244"/>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161" name=""/>
          <p:cNvSpPr/>
          <p:nvPr/>
        </p:nvSpPr>
        <p:spPr>
          <a:xfrm>
            <a:off x="1476000" y="1415880"/>
            <a:ext cx="141480" cy="273240"/>
          </a:xfrm>
          <a:custGeom>
            <a:avLst/>
            <a:gdLst/>
            <a:ahLst/>
            <a:rect l="0" t="0" r="r" b="b"/>
            <a:pathLst>
              <a:path w="393" h="759">
                <a:moveTo>
                  <a:pt x="149" y="100"/>
                </a:moveTo>
                <a:lnTo>
                  <a:pt x="135" y="106"/>
                </a:lnTo>
                <a:cubicBezTo>
                  <a:pt x="124" y="110"/>
                  <a:pt x="109" y="114"/>
                  <a:pt x="89" y="117"/>
                </a:cubicBezTo>
                <a:cubicBezTo>
                  <a:pt x="69" y="121"/>
                  <a:pt x="47" y="124"/>
                  <a:pt x="23" y="125"/>
                </a:cubicBezTo>
                <a:lnTo>
                  <a:pt x="0" y="125"/>
                </a:lnTo>
                <a:lnTo>
                  <a:pt x="0" y="73"/>
                </a:lnTo>
                <a:lnTo>
                  <a:pt x="23" y="73"/>
                </a:lnTo>
                <a:cubicBezTo>
                  <a:pt x="59" y="72"/>
                  <a:pt x="92" y="66"/>
                  <a:pt x="122" y="56"/>
                </a:cubicBezTo>
                <a:cubicBezTo>
                  <a:pt x="152" y="46"/>
                  <a:pt x="174" y="37"/>
                  <a:pt x="186" y="29"/>
                </a:cubicBezTo>
                <a:cubicBezTo>
                  <a:pt x="198" y="20"/>
                  <a:pt x="209" y="12"/>
                  <a:pt x="218" y="4"/>
                </a:cubicBezTo>
                <a:cubicBezTo>
                  <a:pt x="219" y="1"/>
                  <a:pt x="224" y="0"/>
                  <a:pt x="231" y="0"/>
                </a:cubicBezTo>
                <a:cubicBezTo>
                  <a:pt x="238" y="0"/>
                  <a:pt x="245" y="3"/>
                  <a:pt x="251" y="7"/>
                </a:cubicBezTo>
                <a:lnTo>
                  <a:pt x="251" y="348"/>
                </a:lnTo>
                <a:lnTo>
                  <a:pt x="252" y="690"/>
                </a:lnTo>
                <a:cubicBezTo>
                  <a:pt x="257" y="695"/>
                  <a:pt x="262" y="699"/>
                  <a:pt x="265" y="700"/>
                </a:cubicBezTo>
                <a:cubicBezTo>
                  <a:pt x="269" y="702"/>
                  <a:pt x="278" y="703"/>
                  <a:pt x="293" y="705"/>
                </a:cubicBezTo>
                <a:cubicBezTo>
                  <a:pt x="307" y="706"/>
                  <a:pt x="331" y="707"/>
                  <a:pt x="363" y="707"/>
                </a:cubicBezTo>
                <a:lnTo>
                  <a:pt x="393" y="707"/>
                </a:lnTo>
                <a:lnTo>
                  <a:pt x="393" y="759"/>
                </a:lnTo>
                <a:lnTo>
                  <a:pt x="380" y="759"/>
                </a:lnTo>
                <a:cubicBezTo>
                  <a:pt x="364" y="757"/>
                  <a:pt x="304" y="756"/>
                  <a:pt x="199" y="756"/>
                </a:cubicBezTo>
                <a:cubicBezTo>
                  <a:pt x="96" y="756"/>
                  <a:pt x="37" y="757"/>
                  <a:pt x="21" y="759"/>
                </a:cubicBezTo>
                <a:lnTo>
                  <a:pt x="7" y="759"/>
                </a:lnTo>
                <a:lnTo>
                  <a:pt x="7" y="707"/>
                </a:lnTo>
                <a:lnTo>
                  <a:pt x="37" y="707"/>
                </a:lnTo>
                <a:cubicBezTo>
                  <a:pt x="53" y="707"/>
                  <a:pt x="68" y="707"/>
                  <a:pt x="80" y="707"/>
                </a:cubicBezTo>
                <a:cubicBezTo>
                  <a:pt x="92" y="707"/>
                  <a:pt x="102" y="707"/>
                  <a:pt x="108" y="706"/>
                </a:cubicBezTo>
                <a:cubicBezTo>
                  <a:pt x="115" y="705"/>
                  <a:pt x="121" y="704"/>
                  <a:pt x="127" y="702"/>
                </a:cubicBezTo>
                <a:cubicBezTo>
                  <a:pt x="132" y="701"/>
                  <a:pt x="135" y="700"/>
                  <a:pt x="136" y="700"/>
                </a:cubicBezTo>
                <a:cubicBezTo>
                  <a:pt x="136" y="700"/>
                  <a:pt x="139" y="698"/>
                  <a:pt x="143" y="694"/>
                </a:cubicBezTo>
                <a:cubicBezTo>
                  <a:pt x="146" y="691"/>
                  <a:pt x="149" y="689"/>
                  <a:pt x="149" y="690"/>
                </a:cubicBezTo>
                <a:lnTo>
                  <a:pt x="149" y="100"/>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162" name=""/>
          <p:cNvSpPr/>
          <p:nvPr/>
        </p:nvSpPr>
        <p:spPr>
          <a:xfrm>
            <a:off x="1772640" y="1578240"/>
            <a:ext cx="250200" cy="16560"/>
          </a:xfrm>
          <a:custGeom>
            <a:avLst/>
            <a:gdLst/>
            <a:ahLst/>
            <a:rect l="0" t="0" r="r" b="b"/>
            <a:pathLst>
              <a:path w="695" h="46">
                <a:moveTo>
                  <a:pt x="15" y="0"/>
                </a:moveTo>
                <a:lnTo>
                  <a:pt x="678" y="0"/>
                </a:lnTo>
                <a:cubicBezTo>
                  <a:pt x="689" y="7"/>
                  <a:pt x="695" y="15"/>
                  <a:pt x="695" y="24"/>
                </a:cubicBezTo>
                <a:cubicBezTo>
                  <a:pt x="695" y="33"/>
                  <a:pt x="689" y="40"/>
                  <a:pt x="678" y="46"/>
                </a:cubicBezTo>
                <a:lnTo>
                  <a:pt x="15" y="46"/>
                </a:lnTo>
                <a:cubicBezTo>
                  <a:pt x="5" y="41"/>
                  <a:pt x="0" y="34"/>
                  <a:pt x="0" y="24"/>
                </a:cubicBezTo>
                <a:cubicBezTo>
                  <a:pt x="0" y="14"/>
                  <a:pt x="5" y="6"/>
                  <a:pt x="15" y="0"/>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163" name=""/>
          <p:cNvSpPr/>
          <p:nvPr/>
        </p:nvSpPr>
        <p:spPr>
          <a:xfrm>
            <a:off x="2157480" y="1400040"/>
            <a:ext cx="225720" cy="368640"/>
          </a:xfrm>
          <a:custGeom>
            <a:avLst/>
            <a:gdLst/>
            <a:ahLst/>
            <a:rect l="0" t="0" r="r" b="b"/>
            <a:pathLst>
              <a:path w="627" h="1024">
                <a:moveTo>
                  <a:pt x="6" y="1024"/>
                </a:moveTo>
                <a:cubicBezTo>
                  <a:pt x="2" y="1020"/>
                  <a:pt x="0" y="1016"/>
                  <a:pt x="0" y="1015"/>
                </a:cubicBezTo>
                <a:cubicBezTo>
                  <a:pt x="0" y="1013"/>
                  <a:pt x="30" y="891"/>
                  <a:pt x="90" y="650"/>
                </a:cubicBezTo>
                <a:cubicBezTo>
                  <a:pt x="149" y="409"/>
                  <a:pt x="181" y="284"/>
                  <a:pt x="185" y="273"/>
                </a:cubicBezTo>
                <a:cubicBezTo>
                  <a:pt x="202" y="221"/>
                  <a:pt x="223" y="176"/>
                  <a:pt x="250" y="138"/>
                </a:cubicBezTo>
                <a:cubicBezTo>
                  <a:pt x="277" y="99"/>
                  <a:pt x="302" y="71"/>
                  <a:pt x="325" y="53"/>
                </a:cubicBezTo>
                <a:cubicBezTo>
                  <a:pt x="368" y="18"/>
                  <a:pt x="413" y="0"/>
                  <a:pt x="462" y="0"/>
                </a:cubicBezTo>
                <a:lnTo>
                  <a:pt x="464" y="0"/>
                </a:lnTo>
                <a:cubicBezTo>
                  <a:pt x="511" y="0"/>
                  <a:pt x="550" y="14"/>
                  <a:pt x="581" y="43"/>
                </a:cubicBezTo>
                <a:cubicBezTo>
                  <a:pt x="611" y="72"/>
                  <a:pt x="627" y="109"/>
                  <a:pt x="627" y="154"/>
                </a:cubicBezTo>
                <a:cubicBezTo>
                  <a:pt x="627" y="233"/>
                  <a:pt x="587" y="299"/>
                  <a:pt x="507" y="352"/>
                </a:cubicBezTo>
                <a:lnTo>
                  <a:pt x="522" y="366"/>
                </a:lnTo>
                <a:cubicBezTo>
                  <a:pt x="561" y="405"/>
                  <a:pt x="581" y="455"/>
                  <a:pt x="581" y="515"/>
                </a:cubicBezTo>
                <a:cubicBezTo>
                  <a:pt x="581" y="601"/>
                  <a:pt x="548" y="672"/>
                  <a:pt x="483" y="729"/>
                </a:cubicBezTo>
                <a:cubicBezTo>
                  <a:pt x="419" y="785"/>
                  <a:pt x="346" y="814"/>
                  <a:pt x="266" y="815"/>
                </a:cubicBezTo>
                <a:cubicBezTo>
                  <a:pt x="243" y="815"/>
                  <a:pt x="223" y="812"/>
                  <a:pt x="204" y="806"/>
                </a:cubicBezTo>
                <a:cubicBezTo>
                  <a:pt x="186" y="799"/>
                  <a:pt x="172" y="792"/>
                  <a:pt x="161" y="784"/>
                </a:cubicBezTo>
                <a:cubicBezTo>
                  <a:pt x="151" y="776"/>
                  <a:pt x="142" y="767"/>
                  <a:pt x="136" y="758"/>
                </a:cubicBezTo>
                <a:cubicBezTo>
                  <a:pt x="130" y="749"/>
                  <a:pt x="126" y="741"/>
                  <a:pt x="123" y="736"/>
                </a:cubicBezTo>
                <a:cubicBezTo>
                  <a:pt x="119" y="731"/>
                  <a:pt x="118" y="729"/>
                  <a:pt x="117" y="729"/>
                </a:cubicBezTo>
                <a:lnTo>
                  <a:pt x="44" y="1017"/>
                </a:lnTo>
                <a:cubicBezTo>
                  <a:pt x="42" y="1022"/>
                  <a:pt x="35" y="1024"/>
                  <a:pt x="21" y="1024"/>
                </a:cubicBezTo>
                <a:lnTo>
                  <a:pt x="6" y="1024"/>
                </a:lnTo>
                <a:moveTo>
                  <a:pt x="375" y="312"/>
                </a:moveTo>
                <a:cubicBezTo>
                  <a:pt x="405" y="312"/>
                  <a:pt x="433" y="316"/>
                  <a:pt x="459" y="325"/>
                </a:cubicBezTo>
                <a:lnTo>
                  <a:pt x="465" y="322"/>
                </a:lnTo>
                <a:cubicBezTo>
                  <a:pt x="468" y="319"/>
                  <a:pt x="471" y="316"/>
                  <a:pt x="473" y="314"/>
                </a:cubicBezTo>
                <a:cubicBezTo>
                  <a:pt x="475" y="312"/>
                  <a:pt x="479" y="308"/>
                  <a:pt x="484" y="303"/>
                </a:cubicBezTo>
                <a:cubicBezTo>
                  <a:pt x="490" y="297"/>
                  <a:pt x="494" y="292"/>
                  <a:pt x="498" y="287"/>
                </a:cubicBezTo>
                <a:cubicBezTo>
                  <a:pt x="502" y="281"/>
                  <a:pt x="506" y="275"/>
                  <a:pt x="511" y="266"/>
                </a:cubicBezTo>
                <a:cubicBezTo>
                  <a:pt x="515" y="258"/>
                  <a:pt x="520" y="249"/>
                  <a:pt x="524" y="239"/>
                </a:cubicBezTo>
                <a:cubicBezTo>
                  <a:pt x="529" y="229"/>
                  <a:pt x="532" y="218"/>
                  <a:pt x="535" y="206"/>
                </a:cubicBezTo>
                <a:cubicBezTo>
                  <a:pt x="537" y="194"/>
                  <a:pt x="540" y="180"/>
                  <a:pt x="544" y="165"/>
                </a:cubicBezTo>
                <a:cubicBezTo>
                  <a:pt x="545" y="158"/>
                  <a:pt x="546" y="146"/>
                  <a:pt x="546" y="127"/>
                </a:cubicBezTo>
                <a:cubicBezTo>
                  <a:pt x="546" y="114"/>
                  <a:pt x="546" y="105"/>
                  <a:pt x="545" y="101"/>
                </a:cubicBezTo>
                <a:cubicBezTo>
                  <a:pt x="533" y="62"/>
                  <a:pt x="505" y="43"/>
                  <a:pt x="458" y="43"/>
                </a:cubicBezTo>
                <a:cubicBezTo>
                  <a:pt x="426" y="43"/>
                  <a:pt x="396" y="52"/>
                  <a:pt x="368" y="70"/>
                </a:cubicBezTo>
                <a:cubicBezTo>
                  <a:pt x="340" y="89"/>
                  <a:pt x="317" y="112"/>
                  <a:pt x="299" y="140"/>
                </a:cubicBezTo>
                <a:cubicBezTo>
                  <a:pt x="281" y="168"/>
                  <a:pt x="266" y="194"/>
                  <a:pt x="255" y="217"/>
                </a:cubicBezTo>
                <a:cubicBezTo>
                  <a:pt x="243" y="241"/>
                  <a:pt x="234" y="263"/>
                  <a:pt x="228" y="284"/>
                </a:cubicBezTo>
                <a:cubicBezTo>
                  <a:pt x="225" y="297"/>
                  <a:pt x="210" y="352"/>
                  <a:pt x="185" y="452"/>
                </a:cubicBezTo>
                <a:cubicBezTo>
                  <a:pt x="160" y="551"/>
                  <a:pt x="147" y="604"/>
                  <a:pt x="146" y="611"/>
                </a:cubicBezTo>
                <a:cubicBezTo>
                  <a:pt x="146" y="615"/>
                  <a:pt x="145" y="623"/>
                  <a:pt x="145" y="635"/>
                </a:cubicBezTo>
                <a:cubicBezTo>
                  <a:pt x="145" y="671"/>
                  <a:pt x="154" y="701"/>
                  <a:pt x="170" y="726"/>
                </a:cubicBezTo>
                <a:cubicBezTo>
                  <a:pt x="194" y="758"/>
                  <a:pt x="227" y="774"/>
                  <a:pt x="269" y="774"/>
                </a:cubicBezTo>
                <a:cubicBezTo>
                  <a:pt x="301" y="774"/>
                  <a:pt x="335" y="764"/>
                  <a:pt x="371" y="745"/>
                </a:cubicBezTo>
                <a:cubicBezTo>
                  <a:pt x="406" y="726"/>
                  <a:pt x="435" y="693"/>
                  <a:pt x="457" y="646"/>
                </a:cubicBezTo>
                <a:cubicBezTo>
                  <a:pt x="469" y="621"/>
                  <a:pt x="478" y="591"/>
                  <a:pt x="484" y="559"/>
                </a:cubicBezTo>
                <a:cubicBezTo>
                  <a:pt x="491" y="526"/>
                  <a:pt x="494" y="501"/>
                  <a:pt x="494" y="485"/>
                </a:cubicBezTo>
                <a:cubicBezTo>
                  <a:pt x="494" y="441"/>
                  <a:pt x="480" y="405"/>
                  <a:pt x="454" y="379"/>
                </a:cubicBezTo>
                <a:cubicBezTo>
                  <a:pt x="422" y="390"/>
                  <a:pt x="393" y="395"/>
                  <a:pt x="368" y="395"/>
                </a:cubicBezTo>
                <a:lnTo>
                  <a:pt x="357" y="395"/>
                </a:lnTo>
                <a:cubicBezTo>
                  <a:pt x="297" y="395"/>
                  <a:pt x="267" y="383"/>
                  <a:pt x="267" y="360"/>
                </a:cubicBezTo>
                <a:cubicBezTo>
                  <a:pt x="267" y="354"/>
                  <a:pt x="268" y="349"/>
                  <a:pt x="270" y="344"/>
                </a:cubicBezTo>
                <a:cubicBezTo>
                  <a:pt x="281" y="322"/>
                  <a:pt x="316" y="312"/>
                  <a:pt x="375" y="312"/>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164" name=""/>
          <p:cNvSpPr/>
          <p:nvPr/>
        </p:nvSpPr>
        <p:spPr>
          <a:xfrm>
            <a:off x="2398680" y="1568880"/>
            <a:ext cx="90720" cy="185040"/>
          </a:xfrm>
          <a:custGeom>
            <a:avLst/>
            <a:gdLst/>
            <a:ahLst/>
            <a:rect l="0" t="0" r="r" b="b"/>
            <a:pathLst>
              <a:path w="252" h="514">
                <a:moveTo>
                  <a:pt x="6" y="194"/>
                </a:moveTo>
                <a:cubicBezTo>
                  <a:pt x="2" y="190"/>
                  <a:pt x="0" y="188"/>
                  <a:pt x="0" y="186"/>
                </a:cubicBezTo>
                <a:cubicBezTo>
                  <a:pt x="0" y="184"/>
                  <a:pt x="1" y="180"/>
                  <a:pt x="3" y="173"/>
                </a:cubicBezTo>
                <a:cubicBezTo>
                  <a:pt x="4" y="167"/>
                  <a:pt x="6" y="163"/>
                  <a:pt x="7" y="162"/>
                </a:cubicBezTo>
                <a:cubicBezTo>
                  <a:pt x="8" y="159"/>
                  <a:pt x="10" y="158"/>
                  <a:pt x="14" y="158"/>
                </a:cubicBezTo>
                <a:cubicBezTo>
                  <a:pt x="18" y="158"/>
                  <a:pt x="32" y="158"/>
                  <a:pt x="55" y="157"/>
                </a:cubicBezTo>
                <a:lnTo>
                  <a:pt x="98" y="157"/>
                </a:lnTo>
                <a:lnTo>
                  <a:pt x="113" y="93"/>
                </a:lnTo>
                <a:cubicBezTo>
                  <a:pt x="115" y="87"/>
                  <a:pt x="117" y="79"/>
                  <a:pt x="119" y="69"/>
                </a:cubicBezTo>
                <a:cubicBezTo>
                  <a:pt x="121" y="60"/>
                  <a:pt x="123" y="53"/>
                  <a:pt x="124" y="49"/>
                </a:cubicBezTo>
                <a:cubicBezTo>
                  <a:pt x="126" y="44"/>
                  <a:pt x="128" y="39"/>
                  <a:pt x="129" y="32"/>
                </a:cubicBezTo>
                <a:cubicBezTo>
                  <a:pt x="131" y="26"/>
                  <a:pt x="133" y="21"/>
                  <a:pt x="136" y="19"/>
                </a:cubicBezTo>
                <a:cubicBezTo>
                  <a:pt x="138" y="16"/>
                  <a:pt x="141" y="13"/>
                  <a:pt x="144" y="9"/>
                </a:cubicBezTo>
                <a:cubicBezTo>
                  <a:pt x="146" y="5"/>
                  <a:pt x="150" y="3"/>
                  <a:pt x="155" y="2"/>
                </a:cubicBezTo>
                <a:cubicBezTo>
                  <a:pt x="160" y="1"/>
                  <a:pt x="165" y="0"/>
                  <a:pt x="169" y="0"/>
                </a:cubicBezTo>
                <a:cubicBezTo>
                  <a:pt x="179" y="1"/>
                  <a:pt x="186" y="4"/>
                  <a:pt x="190" y="9"/>
                </a:cubicBezTo>
                <a:cubicBezTo>
                  <a:pt x="193" y="14"/>
                  <a:pt x="195" y="20"/>
                  <a:pt x="195" y="24"/>
                </a:cubicBezTo>
                <a:cubicBezTo>
                  <a:pt x="195" y="28"/>
                  <a:pt x="193" y="41"/>
                  <a:pt x="188" y="62"/>
                </a:cubicBezTo>
                <a:cubicBezTo>
                  <a:pt x="183" y="84"/>
                  <a:pt x="178" y="105"/>
                  <a:pt x="172" y="126"/>
                </a:cubicBezTo>
                <a:lnTo>
                  <a:pt x="164" y="156"/>
                </a:lnTo>
                <a:cubicBezTo>
                  <a:pt x="164" y="157"/>
                  <a:pt x="177" y="157"/>
                  <a:pt x="204" y="157"/>
                </a:cubicBezTo>
                <a:lnTo>
                  <a:pt x="246" y="157"/>
                </a:lnTo>
                <a:cubicBezTo>
                  <a:pt x="250" y="161"/>
                  <a:pt x="252" y="164"/>
                  <a:pt x="252" y="166"/>
                </a:cubicBezTo>
                <a:cubicBezTo>
                  <a:pt x="252" y="178"/>
                  <a:pt x="248" y="187"/>
                  <a:pt x="241" y="194"/>
                </a:cubicBezTo>
                <a:lnTo>
                  <a:pt x="154" y="194"/>
                </a:lnTo>
                <a:lnTo>
                  <a:pt x="125" y="311"/>
                </a:lnTo>
                <a:cubicBezTo>
                  <a:pt x="104" y="397"/>
                  <a:pt x="94" y="443"/>
                  <a:pt x="94" y="449"/>
                </a:cubicBezTo>
                <a:cubicBezTo>
                  <a:pt x="94" y="472"/>
                  <a:pt x="101" y="483"/>
                  <a:pt x="116" y="483"/>
                </a:cubicBezTo>
                <a:cubicBezTo>
                  <a:pt x="134" y="483"/>
                  <a:pt x="153" y="474"/>
                  <a:pt x="170" y="456"/>
                </a:cubicBezTo>
                <a:cubicBezTo>
                  <a:pt x="188" y="437"/>
                  <a:pt x="202" y="415"/>
                  <a:pt x="214" y="388"/>
                </a:cubicBezTo>
                <a:cubicBezTo>
                  <a:pt x="215" y="385"/>
                  <a:pt x="216" y="383"/>
                  <a:pt x="218" y="382"/>
                </a:cubicBezTo>
                <a:cubicBezTo>
                  <a:pt x="220" y="382"/>
                  <a:pt x="224" y="381"/>
                  <a:pt x="230" y="381"/>
                </a:cubicBezTo>
                <a:lnTo>
                  <a:pt x="233" y="381"/>
                </a:lnTo>
                <a:cubicBezTo>
                  <a:pt x="241" y="381"/>
                  <a:pt x="245" y="383"/>
                  <a:pt x="245" y="387"/>
                </a:cubicBezTo>
                <a:cubicBezTo>
                  <a:pt x="245" y="389"/>
                  <a:pt x="244" y="392"/>
                  <a:pt x="243" y="397"/>
                </a:cubicBezTo>
                <a:cubicBezTo>
                  <a:pt x="240" y="406"/>
                  <a:pt x="235" y="416"/>
                  <a:pt x="228" y="428"/>
                </a:cubicBezTo>
                <a:cubicBezTo>
                  <a:pt x="221" y="439"/>
                  <a:pt x="211" y="452"/>
                  <a:pt x="200" y="465"/>
                </a:cubicBezTo>
                <a:cubicBezTo>
                  <a:pt x="189" y="479"/>
                  <a:pt x="175" y="490"/>
                  <a:pt x="159" y="499"/>
                </a:cubicBezTo>
                <a:cubicBezTo>
                  <a:pt x="143" y="509"/>
                  <a:pt x="127" y="514"/>
                  <a:pt x="110" y="514"/>
                </a:cubicBezTo>
                <a:cubicBezTo>
                  <a:pt x="94" y="514"/>
                  <a:pt x="79" y="510"/>
                  <a:pt x="64" y="501"/>
                </a:cubicBezTo>
                <a:cubicBezTo>
                  <a:pt x="50" y="493"/>
                  <a:pt x="39" y="479"/>
                  <a:pt x="33" y="459"/>
                </a:cubicBezTo>
                <a:cubicBezTo>
                  <a:pt x="32" y="455"/>
                  <a:pt x="31" y="447"/>
                  <a:pt x="31" y="437"/>
                </a:cubicBezTo>
                <a:lnTo>
                  <a:pt x="31" y="423"/>
                </a:lnTo>
                <a:lnTo>
                  <a:pt x="59" y="310"/>
                </a:lnTo>
                <a:cubicBezTo>
                  <a:pt x="78" y="234"/>
                  <a:pt x="88" y="196"/>
                  <a:pt x="88" y="196"/>
                </a:cubicBezTo>
                <a:cubicBezTo>
                  <a:pt x="88" y="195"/>
                  <a:pt x="74" y="194"/>
                  <a:pt x="47" y="194"/>
                </a:cubicBezTo>
                <a:lnTo>
                  <a:pt x="6" y="194"/>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165" name=""/>
          <p:cNvSpPr txBox="1"/>
          <p:nvPr/>
        </p:nvSpPr>
        <p:spPr>
          <a:xfrm>
            <a:off x="3856680" y="927000"/>
            <a:ext cx="4506480" cy="334080"/>
          </a:xfrm>
          <a:prstGeom prst="rect">
            <a:avLst/>
          </a:prstGeom>
          <a:noFill/>
          <a:ln w="0">
            <a:noFill/>
          </a:ln>
        </p:spPr>
        <p:txBody>
          <a:bodyPr wrap="none" lIns="0" rIns="0" tIns="0" bIns="0" anchor="t">
            <a:spAutoFit/>
          </a:bodyPr>
          <a:p>
            <a:r>
              <a:rPr b="0" lang="en-US" sz="2620" strike="noStrike" u="none">
                <a:solidFill>
                  <a:srgbClr val="333333"/>
                </a:solidFill>
                <a:effectLst/>
                <a:uFillTx/>
                <a:latin typeface="NotoSansJP-Thin_"/>
                <a:ea typeface="NotoSansJP-Thin_"/>
              </a:rPr>
              <a:t> ステップの反復計算は不要。</a:t>
            </a:r>
            <a:endParaRPr b="0" lang="en-US" sz="2620" strike="noStrike" u="none">
              <a:solidFill>
                <a:srgbClr val="000000"/>
              </a:solidFill>
              <a:effectLst/>
              <a:uFillTx/>
              <a:latin typeface="Times New Roman"/>
            </a:endParaRPr>
          </a:p>
        </p:txBody>
      </p:sp>
      <p:sp>
        <p:nvSpPr>
          <p:cNvPr id="166" name=""/>
          <p:cNvSpPr/>
          <p:nvPr/>
        </p:nvSpPr>
        <p:spPr>
          <a:xfrm>
            <a:off x="2718720" y="1500480"/>
            <a:ext cx="233640" cy="186120"/>
          </a:xfrm>
          <a:custGeom>
            <a:avLst/>
            <a:gdLst/>
            <a:ahLst/>
            <a:rect l="0" t="0" r="r" b="b"/>
            <a:pathLst>
              <a:path w="649" h="517">
                <a:moveTo>
                  <a:pt x="0" y="327"/>
                </a:moveTo>
                <a:cubicBezTo>
                  <a:pt x="0" y="240"/>
                  <a:pt x="33" y="163"/>
                  <a:pt x="98" y="98"/>
                </a:cubicBezTo>
                <a:cubicBezTo>
                  <a:pt x="164" y="33"/>
                  <a:pt x="235" y="0"/>
                  <a:pt x="313" y="0"/>
                </a:cubicBezTo>
                <a:cubicBezTo>
                  <a:pt x="367" y="0"/>
                  <a:pt x="409" y="15"/>
                  <a:pt x="441" y="46"/>
                </a:cubicBezTo>
                <a:cubicBezTo>
                  <a:pt x="473" y="76"/>
                  <a:pt x="494" y="113"/>
                  <a:pt x="506" y="157"/>
                </a:cubicBezTo>
                <a:cubicBezTo>
                  <a:pt x="510" y="179"/>
                  <a:pt x="513" y="205"/>
                  <a:pt x="514" y="234"/>
                </a:cubicBezTo>
                <a:lnTo>
                  <a:pt x="514" y="268"/>
                </a:lnTo>
                <a:cubicBezTo>
                  <a:pt x="552" y="211"/>
                  <a:pt x="580" y="147"/>
                  <a:pt x="600" y="78"/>
                </a:cubicBezTo>
                <a:cubicBezTo>
                  <a:pt x="603" y="67"/>
                  <a:pt x="605" y="61"/>
                  <a:pt x="607" y="59"/>
                </a:cubicBezTo>
                <a:cubicBezTo>
                  <a:pt x="609" y="58"/>
                  <a:pt x="615" y="57"/>
                  <a:pt x="625" y="56"/>
                </a:cubicBezTo>
                <a:cubicBezTo>
                  <a:pt x="641" y="56"/>
                  <a:pt x="649" y="59"/>
                  <a:pt x="649" y="65"/>
                </a:cubicBezTo>
                <a:cubicBezTo>
                  <a:pt x="649" y="72"/>
                  <a:pt x="646" y="87"/>
                  <a:pt x="639" y="109"/>
                </a:cubicBezTo>
                <a:cubicBezTo>
                  <a:pt x="632" y="132"/>
                  <a:pt x="618" y="164"/>
                  <a:pt x="598" y="206"/>
                </a:cubicBezTo>
                <a:cubicBezTo>
                  <a:pt x="577" y="249"/>
                  <a:pt x="554" y="287"/>
                  <a:pt x="527" y="321"/>
                </a:cubicBezTo>
                <a:lnTo>
                  <a:pt x="515" y="337"/>
                </a:lnTo>
                <a:lnTo>
                  <a:pt x="516" y="364"/>
                </a:lnTo>
                <a:cubicBezTo>
                  <a:pt x="518" y="407"/>
                  <a:pt x="521" y="436"/>
                  <a:pt x="525" y="451"/>
                </a:cubicBezTo>
                <a:cubicBezTo>
                  <a:pt x="530" y="466"/>
                  <a:pt x="538" y="474"/>
                  <a:pt x="548" y="475"/>
                </a:cubicBezTo>
                <a:cubicBezTo>
                  <a:pt x="558" y="473"/>
                  <a:pt x="568" y="469"/>
                  <a:pt x="577" y="462"/>
                </a:cubicBezTo>
                <a:cubicBezTo>
                  <a:pt x="587" y="455"/>
                  <a:pt x="593" y="447"/>
                  <a:pt x="597" y="436"/>
                </a:cubicBezTo>
                <a:cubicBezTo>
                  <a:pt x="598" y="431"/>
                  <a:pt x="600" y="428"/>
                  <a:pt x="602" y="427"/>
                </a:cubicBezTo>
                <a:cubicBezTo>
                  <a:pt x="605" y="426"/>
                  <a:pt x="610" y="425"/>
                  <a:pt x="620" y="425"/>
                </a:cubicBezTo>
                <a:cubicBezTo>
                  <a:pt x="635" y="425"/>
                  <a:pt x="642" y="428"/>
                  <a:pt x="642" y="434"/>
                </a:cubicBezTo>
                <a:cubicBezTo>
                  <a:pt x="642" y="438"/>
                  <a:pt x="640" y="445"/>
                  <a:pt x="635" y="455"/>
                </a:cubicBezTo>
                <a:cubicBezTo>
                  <a:pt x="626" y="474"/>
                  <a:pt x="613" y="488"/>
                  <a:pt x="596" y="499"/>
                </a:cubicBezTo>
                <a:cubicBezTo>
                  <a:pt x="578" y="509"/>
                  <a:pt x="561" y="515"/>
                  <a:pt x="546" y="516"/>
                </a:cubicBezTo>
                <a:lnTo>
                  <a:pt x="538" y="516"/>
                </a:lnTo>
                <a:cubicBezTo>
                  <a:pt x="486" y="516"/>
                  <a:pt x="451" y="488"/>
                  <a:pt x="433" y="434"/>
                </a:cubicBezTo>
                <a:lnTo>
                  <a:pt x="430" y="426"/>
                </a:lnTo>
                <a:lnTo>
                  <a:pt x="417" y="435"/>
                </a:lnTo>
                <a:cubicBezTo>
                  <a:pt x="409" y="441"/>
                  <a:pt x="398" y="449"/>
                  <a:pt x="383" y="458"/>
                </a:cubicBezTo>
                <a:cubicBezTo>
                  <a:pt x="368" y="467"/>
                  <a:pt x="351" y="475"/>
                  <a:pt x="332" y="484"/>
                </a:cubicBezTo>
                <a:cubicBezTo>
                  <a:pt x="313" y="492"/>
                  <a:pt x="291" y="500"/>
                  <a:pt x="266" y="507"/>
                </a:cubicBezTo>
                <a:cubicBezTo>
                  <a:pt x="241" y="513"/>
                  <a:pt x="216" y="517"/>
                  <a:pt x="193" y="517"/>
                </a:cubicBezTo>
                <a:cubicBezTo>
                  <a:pt x="133" y="517"/>
                  <a:pt x="86" y="498"/>
                  <a:pt x="52" y="460"/>
                </a:cubicBezTo>
                <a:cubicBezTo>
                  <a:pt x="17" y="422"/>
                  <a:pt x="0" y="378"/>
                  <a:pt x="0" y="327"/>
                </a:cubicBezTo>
                <a:moveTo>
                  <a:pt x="198" y="475"/>
                </a:moveTo>
                <a:cubicBezTo>
                  <a:pt x="236" y="475"/>
                  <a:pt x="273" y="467"/>
                  <a:pt x="310" y="451"/>
                </a:cubicBezTo>
                <a:cubicBezTo>
                  <a:pt x="347" y="435"/>
                  <a:pt x="375" y="419"/>
                  <a:pt x="393" y="402"/>
                </a:cubicBezTo>
                <a:lnTo>
                  <a:pt x="420" y="377"/>
                </a:lnTo>
                <a:cubicBezTo>
                  <a:pt x="419" y="268"/>
                  <a:pt x="416" y="200"/>
                  <a:pt x="412" y="173"/>
                </a:cubicBezTo>
                <a:cubicBezTo>
                  <a:pt x="402" y="86"/>
                  <a:pt x="367" y="42"/>
                  <a:pt x="308" y="42"/>
                </a:cubicBezTo>
                <a:cubicBezTo>
                  <a:pt x="255" y="42"/>
                  <a:pt x="209" y="70"/>
                  <a:pt x="170" y="125"/>
                </a:cubicBezTo>
                <a:cubicBezTo>
                  <a:pt x="150" y="156"/>
                  <a:pt x="133" y="197"/>
                  <a:pt x="120" y="249"/>
                </a:cubicBezTo>
                <a:cubicBezTo>
                  <a:pt x="107" y="301"/>
                  <a:pt x="100" y="340"/>
                  <a:pt x="99" y="368"/>
                </a:cubicBezTo>
                <a:cubicBezTo>
                  <a:pt x="99" y="405"/>
                  <a:pt x="109" y="432"/>
                  <a:pt x="128" y="449"/>
                </a:cubicBezTo>
                <a:cubicBezTo>
                  <a:pt x="147" y="465"/>
                  <a:pt x="170" y="474"/>
                  <a:pt x="198" y="475"/>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167" name=""/>
          <p:cNvSpPr/>
          <p:nvPr/>
        </p:nvSpPr>
        <p:spPr>
          <a:xfrm>
            <a:off x="2773440" y="1438560"/>
            <a:ext cx="148320" cy="19440"/>
          </a:xfrm>
          <a:custGeom>
            <a:avLst/>
            <a:gdLst/>
            <a:ahLst/>
            <a:rect l="0" t="0" r="r" b="b"/>
            <a:pathLst>
              <a:path w="412" h="54">
                <a:moveTo>
                  <a:pt x="0" y="0"/>
                </a:moveTo>
                <a:lnTo>
                  <a:pt x="412" y="0"/>
                </a:lnTo>
                <a:lnTo>
                  <a:pt x="412" y="54"/>
                </a:lnTo>
                <a:lnTo>
                  <a:pt x="0" y="54"/>
                </a:lnTo>
                <a:lnTo>
                  <a:pt x="0" y="0"/>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168" name=""/>
          <p:cNvSpPr/>
          <p:nvPr/>
        </p:nvSpPr>
        <p:spPr>
          <a:xfrm>
            <a:off x="2986200" y="1561680"/>
            <a:ext cx="90360" cy="185040"/>
          </a:xfrm>
          <a:custGeom>
            <a:avLst/>
            <a:gdLst/>
            <a:ahLst/>
            <a:rect l="0" t="0" r="r" b="b"/>
            <a:pathLst>
              <a:path w="251" h="514">
                <a:moveTo>
                  <a:pt x="6" y="195"/>
                </a:moveTo>
                <a:cubicBezTo>
                  <a:pt x="2" y="191"/>
                  <a:pt x="0" y="189"/>
                  <a:pt x="0" y="187"/>
                </a:cubicBezTo>
                <a:cubicBezTo>
                  <a:pt x="0" y="185"/>
                  <a:pt x="1" y="181"/>
                  <a:pt x="3" y="174"/>
                </a:cubicBezTo>
                <a:cubicBezTo>
                  <a:pt x="4" y="168"/>
                  <a:pt x="5" y="164"/>
                  <a:pt x="7" y="163"/>
                </a:cubicBezTo>
                <a:cubicBezTo>
                  <a:pt x="8" y="160"/>
                  <a:pt x="10" y="159"/>
                  <a:pt x="14" y="159"/>
                </a:cubicBezTo>
                <a:cubicBezTo>
                  <a:pt x="18" y="159"/>
                  <a:pt x="31" y="159"/>
                  <a:pt x="55" y="158"/>
                </a:cubicBezTo>
                <a:lnTo>
                  <a:pt x="98" y="158"/>
                </a:lnTo>
                <a:lnTo>
                  <a:pt x="114" y="94"/>
                </a:lnTo>
                <a:cubicBezTo>
                  <a:pt x="115" y="88"/>
                  <a:pt x="117" y="80"/>
                  <a:pt x="119" y="70"/>
                </a:cubicBezTo>
                <a:cubicBezTo>
                  <a:pt x="122" y="61"/>
                  <a:pt x="123" y="54"/>
                  <a:pt x="125" y="50"/>
                </a:cubicBezTo>
                <a:cubicBezTo>
                  <a:pt x="127" y="45"/>
                  <a:pt x="128" y="40"/>
                  <a:pt x="130" y="33"/>
                </a:cubicBezTo>
                <a:cubicBezTo>
                  <a:pt x="131" y="27"/>
                  <a:pt x="134" y="22"/>
                  <a:pt x="136" y="20"/>
                </a:cubicBezTo>
                <a:cubicBezTo>
                  <a:pt x="139" y="17"/>
                  <a:pt x="142" y="13"/>
                  <a:pt x="144" y="9"/>
                </a:cubicBezTo>
                <a:cubicBezTo>
                  <a:pt x="147" y="5"/>
                  <a:pt x="151" y="3"/>
                  <a:pt x="156" y="2"/>
                </a:cubicBezTo>
                <a:cubicBezTo>
                  <a:pt x="160" y="1"/>
                  <a:pt x="165" y="0"/>
                  <a:pt x="170" y="0"/>
                </a:cubicBezTo>
                <a:cubicBezTo>
                  <a:pt x="180" y="1"/>
                  <a:pt x="186" y="4"/>
                  <a:pt x="190" y="9"/>
                </a:cubicBezTo>
                <a:cubicBezTo>
                  <a:pt x="194" y="15"/>
                  <a:pt x="196" y="21"/>
                  <a:pt x="196" y="25"/>
                </a:cubicBezTo>
                <a:cubicBezTo>
                  <a:pt x="196" y="29"/>
                  <a:pt x="193" y="42"/>
                  <a:pt x="189" y="63"/>
                </a:cubicBezTo>
                <a:cubicBezTo>
                  <a:pt x="184" y="85"/>
                  <a:pt x="178" y="106"/>
                  <a:pt x="173" y="127"/>
                </a:cubicBezTo>
                <a:lnTo>
                  <a:pt x="164" y="157"/>
                </a:lnTo>
                <a:cubicBezTo>
                  <a:pt x="164" y="158"/>
                  <a:pt x="178" y="158"/>
                  <a:pt x="205" y="158"/>
                </a:cubicBezTo>
                <a:lnTo>
                  <a:pt x="246" y="158"/>
                </a:lnTo>
                <a:cubicBezTo>
                  <a:pt x="250" y="162"/>
                  <a:pt x="251" y="165"/>
                  <a:pt x="251" y="167"/>
                </a:cubicBezTo>
                <a:cubicBezTo>
                  <a:pt x="251" y="179"/>
                  <a:pt x="248" y="188"/>
                  <a:pt x="241" y="195"/>
                </a:cubicBezTo>
                <a:lnTo>
                  <a:pt x="155" y="195"/>
                </a:lnTo>
                <a:lnTo>
                  <a:pt x="126" y="312"/>
                </a:lnTo>
                <a:cubicBezTo>
                  <a:pt x="105" y="398"/>
                  <a:pt x="94" y="444"/>
                  <a:pt x="94" y="450"/>
                </a:cubicBezTo>
                <a:cubicBezTo>
                  <a:pt x="94" y="473"/>
                  <a:pt x="102" y="484"/>
                  <a:pt x="116" y="484"/>
                </a:cubicBezTo>
                <a:cubicBezTo>
                  <a:pt x="135" y="484"/>
                  <a:pt x="153" y="475"/>
                  <a:pt x="171" y="457"/>
                </a:cubicBezTo>
                <a:cubicBezTo>
                  <a:pt x="189" y="439"/>
                  <a:pt x="203" y="416"/>
                  <a:pt x="214" y="389"/>
                </a:cubicBezTo>
                <a:cubicBezTo>
                  <a:pt x="215" y="386"/>
                  <a:pt x="216" y="384"/>
                  <a:pt x="218" y="384"/>
                </a:cubicBezTo>
                <a:cubicBezTo>
                  <a:pt x="219" y="383"/>
                  <a:pt x="223" y="382"/>
                  <a:pt x="230" y="382"/>
                </a:cubicBezTo>
                <a:lnTo>
                  <a:pt x="233" y="382"/>
                </a:lnTo>
                <a:cubicBezTo>
                  <a:pt x="241" y="382"/>
                  <a:pt x="245" y="384"/>
                  <a:pt x="245" y="388"/>
                </a:cubicBezTo>
                <a:cubicBezTo>
                  <a:pt x="245" y="390"/>
                  <a:pt x="244" y="393"/>
                  <a:pt x="243" y="398"/>
                </a:cubicBezTo>
                <a:cubicBezTo>
                  <a:pt x="240" y="407"/>
                  <a:pt x="235" y="417"/>
                  <a:pt x="228" y="429"/>
                </a:cubicBezTo>
                <a:cubicBezTo>
                  <a:pt x="221" y="440"/>
                  <a:pt x="212" y="453"/>
                  <a:pt x="201" y="466"/>
                </a:cubicBezTo>
                <a:cubicBezTo>
                  <a:pt x="189" y="480"/>
                  <a:pt x="176" y="491"/>
                  <a:pt x="160" y="500"/>
                </a:cubicBezTo>
                <a:cubicBezTo>
                  <a:pt x="144" y="509"/>
                  <a:pt x="127" y="514"/>
                  <a:pt x="111" y="514"/>
                </a:cubicBezTo>
                <a:cubicBezTo>
                  <a:pt x="94" y="514"/>
                  <a:pt x="78" y="510"/>
                  <a:pt x="64" y="502"/>
                </a:cubicBezTo>
                <a:cubicBezTo>
                  <a:pt x="49" y="494"/>
                  <a:pt x="39" y="480"/>
                  <a:pt x="32" y="460"/>
                </a:cubicBezTo>
                <a:cubicBezTo>
                  <a:pt x="31" y="456"/>
                  <a:pt x="31" y="448"/>
                  <a:pt x="31" y="438"/>
                </a:cubicBezTo>
                <a:lnTo>
                  <a:pt x="31" y="424"/>
                </a:lnTo>
                <a:lnTo>
                  <a:pt x="59" y="311"/>
                </a:lnTo>
                <a:cubicBezTo>
                  <a:pt x="78" y="235"/>
                  <a:pt x="88" y="197"/>
                  <a:pt x="89" y="197"/>
                </a:cubicBezTo>
                <a:cubicBezTo>
                  <a:pt x="89" y="196"/>
                  <a:pt x="74" y="195"/>
                  <a:pt x="47" y="195"/>
                </a:cubicBezTo>
                <a:lnTo>
                  <a:pt x="6" y="195"/>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169" name=""/>
          <p:cNvSpPr/>
          <p:nvPr/>
        </p:nvSpPr>
        <p:spPr>
          <a:xfrm>
            <a:off x="3251520" y="1505520"/>
            <a:ext cx="50040" cy="176400"/>
          </a:xfrm>
          <a:custGeom>
            <a:avLst/>
            <a:gdLst/>
            <a:ahLst/>
            <a:rect l="0" t="0" r="r" b="b"/>
            <a:pathLst>
              <a:path w="139" h="490">
                <a:moveTo>
                  <a:pt x="0" y="68"/>
                </a:moveTo>
                <a:cubicBezTo>
                  <a:pt x="0" y="50"/>
                  <a:pt x="7" y="34"/>
                  <a:pt x="20" y="20"/>
                </a:cubicBezTo>
                <a:cubicBezTo>
                  <a:pt x="33" y="7"/>
                  <a:pt x="49" y="0"/>
                  <a:pt x="69" y="0"/>
                </a:cubicBezTo>
                <a:cubicBezTo>
                  <a:pt x="88" y="0"/>
                  <a:pt x="104" y="6"/>
                  <a:pt x="117" y="18"/>
                </a:cubicBezTo>
                <a:cubicBezTo>
                  <a:pt x="131" y="30"/>
                  <a:pt x="138" y="46"/>
                  <a:pt x="139" y="67"/>
                </a:cubicBezTo>
                <a:cubicBezTo>
                  <a:pt x="139" y="86"/>
                  <a:pt x="133" y="102"/>
                  <a:pt x="120" y="116"/>
                </a:cubicBezTo>
                <a:cubicBezTo>
                  <a:pt x="107" y="130"/>
                  <a:pt x="90" y="136"/>
                  <a:pt x="70" y="136"/>
                </a:cubicBezTo>
                <a:cubicBezTo>
                  <a:pt x="50" y="136"/>
                  <a:pt x="34" y="130"/>
                  <a:pt x="21" y="117"/>
                </a:cubicBezTo>
                <a:cubicBezTo>
                  <a:pt x="8" y="104"/>
                  <a:pt x="1" y="88"/>
                  <a:pt x="0" y="68"/>
                </a:cubicBezTo>
                <a:moveTo>
                  <a:pt x="0" y="421"/>
                </a:moveTo>
                <a:cubicBezTo>
                  <a:pt x="0" y="403"/>
                  <a:pt x="7" y="387"/>
                  <a:pt x="20" y="373"/>
                </a:cubicBezTo>
                <a:cubicBezTo>
                  <a:pt x="33" y="360"/>
                  <a:pt x="49" y="353"/>
                  <a:pt x="69" y="353"/>
                </a:cubicBezTo>
                <a:cubicBezTo>
                  <a:pt x="88" y="353"/>
                  <a:pt x="104" y="359"/>
                  <a:pt x="117" y="371"/>
                </a:cubicBezTo>
                <a:cubicBezTo>
                  <a:pt x="131" y="383"/>
                  <a:pt x="138" y="399"/>
                  <a:pt x="139" y="420"/>
                </a:cubicBezTo>
                <a:cubicBezTo>
                  <a:pt x="139" y="439"/>
                  <a:pt x="133" y="455"/>
                  <a:pt x="120" y="470"/>
                </a:cubicBezTo>
                <a:cubicBezTo>
                  <a:pt x="107" y="483"/>
                  <a:pt x="90" y="490"/>
                  <a:pt x="70" y="490"/>
                </a:cubicBezTo>
                <a:cubicBezTo>
                  <a:pt x="50" y="490"/>
                  <a:pt x="34" y="484"/>
                  <a:pt x="21" y="471"/>
                </a:cubicBezTo>
                <a:cubicBezTo>
                  <a:pt x="8" y="457"/>
                  <a:pt x="1" y="441"/>
                  <a:pt x="0" y="421"/>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170" name=""/>
          <p:cNvSpPr/>
          <p:nvPr/>
        </p:nvSpPr>
        <p:spPr>
          <a:xfrm>
            <a:off x="3356640" y="1531440"/>
            <a:ext cx="273240" cy="96120"/>
          </a:xfrm>
          <a:custGeom>
            <a:avLst/>
            <a:gdLst/>
            <a:ahLst/>
            <a:rect l="0" t="0" r="r" b="b"/>
            <a:pathLst>
              <a:path w="759" h="267">
                <a:moveTo>
                  <a:pt x="0" y="22"/>
                </a:moveTo>
                <a:cubicBezTo>
                  <a:pt x="0" y="12"/>
                  <a:pt x="5" y="5"/>
                  <a:pt x="16" y="0"/>
                </a:cubicBezTo>
                <a:lnTo>
                  <a:pt x="742" y="0"/>
                </a:lnTo>
                <a:cubicBezTo>
                  <a:pt x="753" y="6"/>
                  <a:pt x="759" y="13"/>
                  <a:pt x="759" y="22"/>
                </a:cubicBezTo>
                <a:cubicBezTo>
                  <a:pt x="759" y="31"/>
                  <a:pt x="754" y="38"/>
                  <a:pt x="743" y="44"/>
                </a:cubicBezTo>
                <a:lnTo>
                  <a:pt x="381" y="45"/>
                </a:lnTo>
                <a:lnTo>
                  <a:pt x="18" y="45"/>
                </a:lnTo>
                <a:cubicBezTo>
                  <a:pt x="6" y="41"/>
                  <a:pt x="0" y="34"/>
                  <a:pt x="0" y="22"/>
                </a:cubicBezTo>
                <a:moveTo>
                  <a:pt x="0" y="244"/>
                </a:moveTo>
                <a:cubicBezTo>
                  <a:pt x="0" y="233"/>
                  <a:pt x="6" y="225"/>
                  <a:pt x="18" y="221"/>
                </a:cubicBezTo>
                <a:lnTo>
                  <a:pt x="743" y="221"/>
                </a:lnTo>
                <a:cubicBezTo>
                  <a:pt x="754" y="229"/>
                  <a:pt x="759" y="237"/>
                  <a:pt x="759" y="244"/>
                </a:cubicBezTo>
                <a:cubicBezTo>
                  <a:pt x="759" y="254"/>
                  <a:pt x="753" y="262"/>
                  <a:pt x="742" y="267"/>
                </a:cubicBezTo>
                <a:lnTo>
                  <a:pt x="16" y="267"/>
                </a:lnTo>
                <a:cubicBezTo>
                  <a:pt x="5" y="262"/>
                  <a:pt x="0" y="254"/>
                  <a:pt x="0" y="244"/>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171" name=""/>
          <p:cNvSpPr/>
          <p:nvPr/>
        </p:nvSpPr>
        <p:spPr>
          <a:xfrm>
            <a:off x="3788640" y="1374480"/>
            <a:ext cx="342000" cy="410040"/>
          </a:xfrm>
          <a:custGeom>
            <a:avLst/>
            <a:gdLst/>
            <a:ahLst/>
            <a:rect l="0" t="0" r="r" b="b"/>
            <a:pathLst>
              <a:path w="950" h="1139">
                <a:moveTo>
                  <a:pt x="118" y="107"/>
                </a:moveTo>
                <a:cubicBezTo>
                  <a:pt x="109" y="85"/>
                  <a:pt x="99" y="71"/>
                  <a:pt x="87" y="63"/>
                </a:cubicBezTo>
                <a:cubicBezTo>
                  <a:pt x="71" y="53"/>
                  <a:pt x="48" y="47"/>
                  <a:pt x="16" y="45"/>
                </a:cubicBezTo>
                <a:lnTo>
                  <a:pt x="0" y="45"/>
                </a:lnTo>
                <a:lnTo>
                  <a:pt x="0" y="0"/>
                </a:lnTo>
                <a:lnTo>
                  <a:pt x="950" y="0"/>
                </a:lnTo>
                <a:lnTo>
                  <a:pt x="950" y="45"/>
                </a:lnTo>
                <a:lnTo>
                  <a:pt x="934" y="45"/>
                </a:lnTo>
                <a:cubicBezTo>
                  <a:pt x="908" y="47"/>
                  <a:pt x="888" y="51"/>
                  <a:pt x="872" y="59"/>
                </a:cubicBezTo>
                <a:cubicBezTo>
                  <a:pt x="857" y="66"/>
                  <a:pt x="848" y="74"/>
                  <a:pt x="844" y="81"/>
                </a:cubicBezTo>
                <a:cubicBezTo>
                  <a:pt x="840" y="89"/>
                  <a:pt x="837" y="97"/>
                  <a:pt x="834" y="107"/>
                </a:cubicBezTo>
                <a:lnTo>
                  <a:pt x="834" y="1031"/>
                </a:lnTo>
                <a:cubicBezTo>
                  <a:pt x="843" y="1069"/>
                  <a:pt x="876" y="1090"/>
                  <a:pt x="934" y="1093"/>
                </a:cubicBezTo>
                <a:lnTo>
                  <a:pt x="950" y="1093"/>
                </a:lnTo>
                <a:lnTo>
                  <a:pt x="950" y="1139"/>
                </a:lnTo>
                <a:lnTo>
                  <a:pt x="588" y="1139"/>
                </a:lnTo>
                <a:lnTo>
                  <a:pt x="588" y="1093"/>
                </a:lnTo>
                <a:lnTo>
                  <a:pt x="604" y="1093"/>
                </a:lnTo>
                <a:cubicBezTo>
                  <a:pt x="629" y="1092"/>
                  <a:pt x="650" y="1087"/>
                  <a:pt x="665" y="1079"/>
                </a:cubicBezTo>
                <a:cubicBezTo>
                  <a:pt x="680" y="1070"/>
                  <a:pt x="690" y="1063"/>
                  <a:pt x="694" y="1057"/>
                </a:cubicBezTo>
                <a:cubicBezTo>
                  <a:pt x="697" y="1051"/>
                  <a:pt x="701" y="1042"/>
                  <a:pt x="705" y="1031"/>
                </a:cubicBezTo>
                <a:lnTo>
                  <a:pt x="705" y="45"/>
                </a:lnTo>
                <a:lnTo>
                  <a:pt x="245" y="45"/>
                </a:lnTo>
                <a:lnTo>
                  <a:pt x="245" y="539"/>
                </a:lnTo>
                <a:lnTo>
                  <a:pt x="246" y="1031"/>
                </a:lnTo>
                <a:cubicBezTo>
                  <a:pt x="255" y="1069"/>
                  <a:pt x="289" y="1090"/>
                  <a:pt x="347" y="1093"/>
                </a:cubicBezTo>
                <a:lnTo>
                  <a:pt x="362" y="1093"/>
                </a:lnTo>
                <a:lnTo>
                  <a:pt x="362" y="1139"/>
                </a:lnTo>
                <a:lnTo>
                  <a:pt x="0" y="1139"/>
                </a:lnTo>
                <a:lnTo>
                  <a:pt x="0" y="1093"/>
                </a:lnTo>
                <a:lnTo>
                  <a:pt x="16" y="1093"/>
                </a:lnTo>
                <a:cubicBezTo>
                  <a:pt x="42" y="1092"/>
                  <a:pt x="63" y="1087"/>
                  <a:pt x="78" y="1079"/>
                </a:cubicBezTo>
                <a:cubicBezTo>
                  <a:pt x="93" y="1070"/>
                  <a:pt x="103" y="1063"/>
                  <a:pt x="106" y="1057"/>
                </a:cubicBezTo>
                <a:cubicBezTo>
                  <a:pt x="110" y="1051"/>
                  <a:pt x="114" y="1042"/>
                  <a:pt x="118" y="1031"/>
                </a:cubicBezTo>
                <a:lnTo>
                  <a:pt x="118" y="107"/>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172" name=""/>
          <p:cNvSpPr/>
          <p:nvPr/>
        </p:nvSpPr>
        <p:spPr>
          <a:xfrm>
            <a:off x="4172040" y="1304640"/>
            <a:ext cx="90720" cy="185040"/>
          </a:xfrm>
          <a:custGeom>
            <a:avLst/>
            <a:gdLst/>
            <a:ahLst/>
            <a:rect l="0" t="0" r="r" b="b"/>
            <a:pathLst>
              <a:path w="252" h="514">
                <a:moveTo>
                  <a:pt x="6" y="194"/>
                </a:moveTo>
                <a:cubicBezTo>
                  <a:pt x="2" y="191"/>
                  <a:pt x="0" y="188"/>
                  <a:pt x="0" y="186"/>
                </a:cubicBezTo>
                <a:cubicBezTo>
                  <a:pt x="0" y="184"/>
                  <a:pt x="1" y="180"/>
                  <a:pt x="3" y="173"/>
                </a:cubicBezTo>
                <a:cubicBezTo>
                  <a:pt x="4" y="167"/>
                  <a:pt x="6" y="163"/>
                  <a:pt x="7" y="162"/>
                </a:cubicBezTo>
                <a:cubicBezTo>
                  <a:pt x="8" y="159"/>
                  <a:pt x="10" y="158"/>
                  <a:pt x="14" y="158"/>
                </a:cubicBezTo>
                <a:cubicBezTo>
                  <a:pt x="18" y="158"/>
                  <a:pt x="31" y="158"/>
                  <a:pt x="56" y="157"/>
                </a:cubicBezTo>
                <a:lnTo>
                  <a:pt x="99" y="157"/>
                </a:lnTo>
                <a:lnTo>
                  <a:pt x="114" y="93"/>
                </a:lnTo>
                <a:cubicBezTo>
                  <a:pt x="116" y="87"/>
                  <a:pt x="118" y="79"/>
                  <a:pt x="120" y="70"/>
                </a:cubicBezTo>
                <a:cubicBezTo>
                  <a:pt x="122" y="60"/>
                  <a:pt x="124" y="53"/>
                  <a:pt x="125" y="49"/>
                </a:cubicBezTo>
                <a:cubicBezTo>
                  <a:pt x="127" y="44"/>
                  <a:pt x="129" y="39"/>
                  <a:pt x="130" y="33"/>
                </a:cubicBezTo>
                <a:cubicBezTo>
                  <a:pt x="132" y="26"/>
                  <a:pt x="134" y="22"/>
                  <a:pt x="137" y="19"/>
                </a:cubicBezTo>
                <a:cubicBezTo>
                  <a:pt x="139" y="16"/>
                  <a:pt x="142" y="13"/>
                  <a:pt x="145" y="9"/>
                </a:cubicBezTo>
                <a:cubicBezTo>
                  <a:pt x="147" y="5"/>
                  <a:pt x="151" y="3"/>
                  <a:pt x="156" y="2"/>
                </a:cubicBezTo>
                <a:cubicBezTo>
                  <a:pt x="161" y="1"/>
                  <a:pt x="166" y="0"/>
                  <a:pt x="170" y="0"/>
                </a:cubicBezTo>
                <a:cubicBezTo>
                  <a:pt x="180" y="1"/>
                  <a:pt x="187" y="4"/>
                  <a:pt x="191" y="9"/>
                </a:cubicBezTo>
                <a:cubicBezTo>
                  <a:pt x="194" y="15"/>
                  <a:pt x="196" y="20"/>
                  <a:pt x="196" y="24"/>
                </a:cubicBezTo>
                <a:cubicBezTo>
                  <a:pt x="196" y="28"/>
                  <a:pt x="194" y="41"/>
                  <a:pt x="189" y="62"/>
                </a:cubicBezTo>
                <a:cubicBezTo>
                  <a:pt x="184" y="84"/>
                  <a:pt x="179" y="105"/>
                  <a:pt x="173" y="126"/>
                </a:cubicBezTo>
                <a:lnTo>
                  <a:pt x="165" y="156"/>
                </a:lnTo>
                <a:cubicBezTo>
                  <a:pt x="165" y="157"/>
                  <a:pt x="178" y="157"/>
                  <a:pt x="205" y="157"/>
                </a:cubicBezTo>
                <a:lnTo>
                  <a:pt x="246" y="157"/>
                </a:lnTo>
                <a:cubicBezTo>
                  <a:pt x="250" y="161"/>
                  <a:pt x="252" y="164"/>
                  <a:pt x="252" y="166"/>
                </a:cubicBezTo>
                <a:cubicBezTo>
                  <a:pt x="252" y="178"/>
                  <a:pt x="248" y="187"/>
                  <a:pt x="241" y="194"/>
                </a:cubicBezTo>
                <a:lnTo>
                  <a:pt x="155" y="194"/>
                </a:lnTo>
                <a:lnTo>
                  <a:pt x="126" y="312"/>
                </a:lnTo>
                <a:cubicBezTo>
                  <a:pt x="105" y="398"/>
                  <a:pt x="95" y="444"/>
                  <a:pt x="95" y="450"/>
                </a:cubicBezTo>
                <a:cubicBezTo>
                  <a:pt x="95" y="473"/>
                  <a:pt x="102" y="484"/>
                  <a:pt x="116" y="484"/>
                </a:cubicBezTo>
                <a:cubicBezTo>
                  <a:pt x="135" y="484"/>
                  <a:pt x="153" y="475"/>
                  <a:pt x="171" y="457"/>
                </a:cubicBezTo>
                <a:cubicBezTo>
                  <a:pt x="189" y="439"/>
                  <a:pt x="203" y="416"/>
                  <a:pt x="214" y="389"/>
                </a:cubicBezTo>
                <a:cubicBezTo>
                  <a:pt x="215" y="386"/>
                  <a:pt x="216" y="384"/>
                  <a:pt x="218" y="384"/>
                </a:cubicBezTo>
                <a:cubicBezTo>
                  <a:pt x="219" y="383"/>
                  <a:pt x="224" y="383"/>
                  <a:pt x="230" y="382"/>
                </a:cubicBezTo>
                <a:lnTo>
                  <a:pt x="233" y="382"/>
                </a:lnTo>
                <a:cubicBezTo>
                  <a:pt x="241" y="382"/>
                  <a:pt x="245" y="384"/>
                  <a:pt x="245" y="388"/>
                </a:cubicBezTo>
                <a:cubicBezTo>
                  <a:pt x="245" y="390"/>
                  <a:pt x="244" y="393"/>
                  <a:pt x="243" y="398"/>
                </a:cubicBezTo>
                <a:cubicBezTo>
                  <a:pt x="240" y="407"/>
                  <a:pt x="235" y="417"/>
                  <a:pt x="228" y="429"/>
                </a:cubicBezTo>
                <a:cubicBezTo>
                  <a:pt x="221" y="441"/>
                  <a:pt x="212" y="453"/>
                  <a:pt x="201" y="467"/>
                </a:cubicBezTo>
                <a:cubicBezTo>
                  <a:pt x="190" y="480"/>
                  <a:pt x="176" y="491"/>
                  <a:pt x="160" y="500"/>
                </a:cubicBezTo>
                <a:cubicBezTo>
                  <a:pt x="144" y="509"/>
                  <a:pt x="127" y="514"/>
                  <a:pt x="111" y="514"/>
                </a:cubicBezTo>
                <a:cubicBezTo>
                  <a:pt x="95" y="514"/>
                  <a:pt x="79" y="510"/>
                  <a:pt x="65" y="502"/>
                </a:cubicBezTo>
                <a:cubicBezTo>
                  <a:pt x="50" y="494"/>
                  <a:pt x="40" y="480"/>
                  <a:pt x="33" y="460"/>
                </a:cubicBezTo>
                <a:cubicBezTo>
                  <a:pt x="31" y="456"/>
                  <a:pt x="31" y="449"/>
                  <a:pt x="31" y="438"/>
                </a:cubicBezTo>
                <a:lnTo>
                  <a:pt x="31" y="424"/>
                </a:lnTo>
                <a:lnTo>
                  <a:pt x="60" y="311"/>
                </a:lnTo>
                <a:cubicBezTo>
                  <a:pt x="79" y="236"/>
                  <a:pt x="89" y="196"/>
                  <a:pt x="89" y="196"/>
                </a:cubicBezTo>
                <a:cubicBezTo>
                  <a:pt x="89" y="195"/>
                  <a:pt x="75" y="194"/>
                  <a:pt x="48" y="194"/>
                </a:cubicBezTo>
                <a:lnTo>
                  <a:pt x="6" y="194"/>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173" name=""/>
          <p:cNvSpPr/>
          <p:nvPr/>
        </p:nvSpPr>
        <p:spPr>
          <a:xfrm>
            <a:off x="4182120" y="1670400"/>
            <a:ext cx="106200" cy="131400"/>
          </a:xfrm>
          <a:custGeom>
            <a:avLst/>
            <a:gdLst/>
            <a:ahLst/>
            <a:rect l="0" t="0" r="r" b="b"/>
            <a:pathLst>
              <a:path w="295" h="365">
                <a:moveTo>
                  <a:pt x="63" y="124"/>
                </a:moveTo>
                <a:cubicBezTo>
                  <a:pt x="63" y="106"/>
                  <a:pt x="67" y="89"/>
                  <a:pt x="75" y="71"/>
                </a:cubicBezTo>
                <a:cubicBezTo>
                  <a:pt x="84" y="54"/>
                  <a:pt x="99" y="37"/>
                  <a:pt x="120" y="22"/>
                </a:cubicBezTo>
                <a:cubicBezTo>
                  <a:pt x="142" y="7"/>
                  <a:pt x="168" y="0"/>
                  <a:pt x="199" y="0"/>
                </a:cubicBezTo>
                <a:cubicBezTo>
                  <a:pt x="232" y="0"/>
                  <a:pt x="256" y="8"/>
                  <a:pt x="271" y="22"/>
                </a:cubicBezTo>
                <a:cubicBezTo>
                  <a:pt x="286" y="37"/>
                  <a:pt x="295" y="53"/>
                  <a:pt x="295" y="70"/>
                </a:cubicBezTo>
                <a:cubicBezTo>
                  <a:pt x="295" y="88"/>
                  <a:pt x="290" y="100"/>
                  <a:pt x="281" y="108"/>
                </a:cubicBezTo>
                <a:cubicBezTo>
                  <a:pt x="271" y="116"/>
                  <a:pt x="261" y="121"/>
                  <a:pt x="250" y="121"/>
                </a:cubicBezTo>
                <a:cubicBezTo>
                  <a:pt x="243" y="121"/>
                  <a:pt x="237" y="119"/>
                  <a:pt x="231" y="115"/>
                </a:cubicBezTo>
                <a:cubicBezTo>
                  <a:pt x="225" y="110"/>
                  <a:pt x="222" y="103"/>
                  <a:pt x="221" y="94"/>
                </a:cubicBezTo>
                <a:cubicBezTo>
                  <a:pt x="221" y="85"/>
                  <a:pt x="223" y="78"/>
                  <a:pt x="228" y="71"/>
                </a:cubicBezTo>
                <a:cubicBezTo>
                  <a:pt x="233" y="65"/>
                  <a:pt x="238" y="60"/>
                  <a:pt x="242" y="57"/>
                </a:cubicBezTo>
                <a:cubicBezTo>
                  <a:pt x="246" y="54"/>
                  <a:pt x="250" y="52"/>
                  <a:pt x="252" y="52"/>
                </a:cubicBezTo>
                <a:cubicBezTo>
                  <a:pt x="253" y="52"/>
                  <a:pt x="253" y="52"/>
                  <a:pt x="253" y="51"/>
                </a:cubicBezTo>
                <a:cubicBezTo>
                  <a:pt x="253" y="50"/>
                  <a:pt x="251" y="47"/>
                  <a:pt x="248" y="44"/>
                </a:cubicBezTo>
                <a:cubicBezTo>
                  <a:pt x="244" y="41"/>
                  <a:pt x="237" y="38"/>
                  <a:pt x="228" y="35"/>
                </a:cubicBezTo>
                <a:cubicBezTo>
                  <a:pt x="218" y="32"/>
                  <a:pt x="207" y="31"/>
                  <a:pt x="196" y="30"/>
                </a:cubicBezTo>
                <a:cubicBezTo>
                  <a:pt x="170" y="30"/>
                  <a:pt x="152" y="37"/>
                  <a:pt x="140" y="51"/>
                </a:cubicBezTo>
                <a:cubicBezTo>
                  <a:pt x="128" y="65"/>
                  <a:pt x="122" y="79"/>
                  <a:pt x="121" y="94"/>
                </a:cubicBezTo>
                <a:cubicBezTo>
                  <a:pt x="121" y="107"/>
                  <a:pt x="126" y="117"/>
                  <a:pt x="137" y="122"/>
                </a:cubicBezTo>
                <a:cubicBezTo>
                  <a:pt x="147" y="127"/>
                  <a:pt x="162" y="132"/>
                  <a:pt x="181" y="136"/>
                </a:cubicBezTo>
                <a:cubicBezTo>
                  <a:pt x="200" y="139"/>
                  <a:pt x="214" y="143"/>
                  <a:pt x="223" y="148"/>
                </a:cubicBezTo>
                <a:cubicBezTo>
                  <a:pt x="258" y="163"/>
                  <a:pt x="276" y="189"/>
                  <a:pt x="276" y="225"/>
                </a:cubicBezTo>
                <a:cubicBezTo>
                  <a:pt x="276" y="240"/>
                  <a:pt x="273" y="255"/>
                  <a:pt x="267" y="271"/>
                </a:cubicBezTo>
                <a:cubicBezTo>
                  <a:pt x="261" y="286"/>
                  <a:pt x="252" y="301"/>
                  <a:pt x="240" y="316"/>
                </a:cubicBezTo>
                <a:cubicBezTo>
                  <a:pt x="229" y="331"/>
                  <a:pt x="212" y="343"/>
                  <a:pt x="190" y="352"/>
                </a:cubicBezTo>
                <a:cubicBezTo>
                  <a:pt x="168" y="360"/>
                  <a:pt x="142" y="365"/>
                  <a:pt x="114" y="365"/>
                </a:cubicBezTo>
                <a:cubicBezTo>
                  <a:pt x="73" y="365"/>
                  <a:pt x="43" y="357"/>
                  <a:pt x="26" y="342"/>
                </a:cubicBezTo>
                <a:cubicBezTo>
                  <a:pt x="9" y="326"/>
                  <a:pt x="0" y="308"/>
                  <a:pt x="0" y="287"/>
                </a:cubicBezTo>
                <a:cubicBezTo>
                  <a:pt x="0" y="266"/>
                  <a:pt x="5" y="250"/>
                  <a:pt x="17" y="241"/>
                </a:cubicBezTo>
                <a:cubicBezTo>
                  <a:pt x="28" y="232"/>
                  <a:pt x="40" y="227"/>
                  <a:pt x="52" y="227"/>
                </a:cubicBezTo>
                <a:cubicBezTo>
                  <a:pt x="60" y="227"/>
                  <a:pt x="68" y="230"/>
                  <a:pt x="75" y="235"/>
                </a:cubicBezTo>
                <a:cubicBezTo>
                  <a:pt x="82" y="239"/>
                  <a:pt x="85" y="248"/>
                  <a:pt x="86" y="260"/>
                </a:cubicBezTo>
                <a:cubicBezTo>
                  <a:pt x="86" y="275"/>
                  <a:pt x="81" y="286"/>
                  <a:pt x="71" y="296"/>
                </a:cubicBezTo>
                <a:cubicBezTo>
                  <a:pt x="62" y="306"/>
                  <a:pt x="53" y="311"/>
                  <a:pt x="46" y="311"/>
                </a:cubicBezTo>
                <a:cubicBezTo>
                  <a:pt x="45" y="311"/>
                  <a:pt x="45" y="311"/>
                  <a:pt x="44" y="311"/>
                </a:cubicBezTo>
                <a:cubicBezTo>
                  <a:pt x="43" y="311"/>
                  <a:pt x="43" y="312"/>
                  <a:pt x="43" y="313"/>
                </a:cubicBezTo>
                <a:cubicBezTo>
                  <a:pt x="44" y="315"/>
                  <a:pt x="46" y="317"/>
                  <a:pt x="50" y="319"/>
                </a:cubicBezTo>
                <a:cubicBezTo>
                  <a:pt x="53" y="322"/>
                  <a:pt x="62" y="326"/>
                  <a:pt x="75" y="330"/>
                </a:cubicBezTo>
                <a:cubicBezTo>
                  <a:pt x="87" y="334"/>
                  <a:pt x="102" y="336"/>
                  <a:pt x="119" y="335"/>
                </a:cubicBezTo>
                <a:cubicBezTo>
                  <a:pt x="138" y="335"/>
                  <a:pt x="155" y="333"/>
                  <a:pt x="169" y="327"/>
                </a:cubicBezTo>
                <a:cubicBezTo>
                  <a:pt x="183" y="321"/>
                  <a:pt x="193" y="313"/>
                  <a:pt x="199" y="304"/>
                </a:cubicBezTo>
                <a:cubicBezTo>
                  <a:pt x="206" y="295"/>
                  <a:pt x="210" y="287"/>
                  <a:pt x="213" y="279"/>
                </a:cubicBezTo>
                <a:cubicBezTo>
                  <a:pt x="216" y="272"/>
                  <a:pt x="217" y="265"/>
                  <a:pt x="217" y="258"/>
                </a:cubicBezTo>
                <a:cubicBezTo>
                  <a:pt x="217" y="243"/>
                  <a:pt x="211" y="232"/>
                  <a:pt x="200" y="224"/>
                </a:cubicBezTo>
                <a:cubicBezTo>
                  <a:pt x="189" y="217"/>
                  <a:pt x="176" y="212"/>
                  <a:pt x="162" y="211"/>
                </a:cubicBezTo>
                <a:cubicBezTo>
                  <a:pt x="147" y="209"/>
                  <a:pt x="131" y="205"/>
                  <a:pt x="114" y="198"/>
                </a:cubicBezTo>
                <a:cubicBezTo>
                  <a:pt x="97" y="192"/>
                  <a:pt x="84" y="183"/>
                  <a:pt x="76" y="170"/>
                </a:cubicBezTo>
                <a:cubicBezTo>
                  <a:pt x="67" y="157"/>
                  <a:pt x="63" y="141"/>
                  <a:pt x="63" y="124"/>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174" name=""/>
          <p:cNvSpPr/>
          <p:nvPr/>
        </p:nvSpPr>
        <p:spPr>
          <a:xfrm>
            <a:off x="4318920" y="1692360"/>
            <a:ext cx="193320" cy="68040"/>
          </a:xfrm>
          <a:custGeom>
            <a:avLst/>
            <a:gdLst/>
            <a:ahLst/>
            <a:rect l="0" t="0" r="r" b="b"/>
            <a:pathLst>
              <a:path w="537" h="189">
                <a:moveTo>
                  <a:pt x="0" y="16"/>
                </a:moveTo>
                <a:cubicBezTo>
                  <a:pt x="0" y="9"/>
                  <a:pt x="3" y="4"/>
                  <a:pt x="11" y="0"/>
                </a:cubicBezTo>
                <a:lnTo>
                  <a:pt x="525" y="0"/>
                </a:lnTo>
                <a:cubicBezTo>
                  <a:pt x="533" y="4"/>
                  <a:pt x="537" y="9"/>
                  <a:pt x="537" y="16"/>
                </a:cubicBezTo>
                <a:cubicBezTo>
                  <a:pt x="537" y="22"/>
                  <a:pt x="533" y="27"/>
                  <a:pt x="525" y="31"/>
                </a:cubicBezTo>
                <a:lnTo>
                  <a:pt x="269" y="32"/>
                </a:lnTo>
                <a:lnTo>
                  <a:pt x="12" y="32"/>
                </a:lnTo>
                <a:cubicBezTo>
                  <a:pt x="4" y="29"/>
                  <a:pt x="0" y="24"/>
                  <a:pt x="0" y="16"/>
                </a:cubicBezTo>
                <a:moveTo>
                  <a:pt x="0" y="173"/>
                </a:moveTo>
                <a:cubicBezTo>
                  <a:pt x="0" y="165"/>
                  <a:pt x="4" y="160"/>
                  <a:pt x="12" y="157"/>
                </a:cubicBezTo>
                <a:lnTo>
                  <a:pt x="525" y="157"/>
                </a:lnTo>
                <a:cubicBezTo>
                  <a:pt x="533" y="162"/>
                  <a:pt x="537" y="168"/>
                  <a:pt x="537" y="173"/>
                </a:cubicBezTo>
                <a:cubicBezTo>
                  <a:pt x="537" y="180"/>
                  <a:pt x="533" y="185"/>
                  <a:pt x="525" y="189"/>
                </a:cubicBezTo>
                <a:lnTo>
                  <a:pt x="11" y="189"/>
                </a:lnTo>
                <a:cubicBezTo>
                  <a:pt x="3" y="185"/>
                  <a:pt x="0" y="180"/>
                  <a:pt x="0" y="173"/>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175" name=""/>
          <p:cNvSpPr/>
          <p:nvPr/>
        </p:nvSpPr>
        <p:spPr>
          <a:xfrm>
            <a:off x="4552200" y="1605600"/>
            <a:ext cx="99720" cy="193320"/>
          </a:xfrm>
          <a:custGeom>
            <a:avLst/>
            <a:gdLst/>
            <a:ahLst/>
            <a:rect l="0" t="0" r="r" b="b"/>
            <a:pathLst>
              <a:path w="277" h="537">
                <a:moveTo>
                  <a:pt x="104" y="71"/>
                </a:moveTo>
                <a:lnTo>
                  <a:pt x="94" y="75"/>
                </a:lnTo>
                <a:cubicBezTo>
                  <a:pt x="86" y="78"/>
                  <a:pt x="75" y="80"/>
                  <a:pt x="61" y="83"/>
                </a:cubicBezTo>
                <a:cubicBezTo>
                  <a:pt x="48" y="86"/>
                  <a:pt x="32" y="88"/>
                  <a:pt x="15" y="89"/>
                </a:cubicBezTo>
                <a:lnTo>
                  <a:pt x="0" y="89"/>
                </a:lnTo>
                <a:lnTo>
                  <a:pt x="0" y="52"/>
                </a:lnTo>
                <a:lnTo>
                  <a:pt x="15" y="52"/>
                </a:lnTo>
                <a:cubicBezTo>
                  <a:pt x="40" y="51"/>
                  <a:pt x="63" y="47"/>
                  <a:pt x="85" y="40"/>
                </a:cubicBezTo>
                <a:cubicBezTo>
                  <a:pt x="106" y="33"/>
                  <a:pt x="121" y="26"/>
                  <a:pt x="130" y="20"/>
                </a:cubicBezTo>
                <a:cubicBezTo>
                  <a:pt x="138" y="14"/>
                  <a:pt x="146" y="8"/>
                  <a:pt x="152" y="3"/>
                </a:cubicBezTo>
                <a:cubicBezTo>
                  <a:pt x="154" y="1"/>
                  <a:pt x="157" y="0"/>
                  <a:pt x="162" y="0"/>
                </a:cubicBezTo>
                <a:cubicBezTo>
                  <a:pt x="167" y="0"/>
                  <a:pt x="171" y="2"/>
                  <a:pt x="176" y="5"/>
                </a:cubicBezTo>
                <a:lnTo>
                  <a:pt x="176" y="247"/>
                </a:lnTo>
                <a:lnTo>
                  <a:pt x="177" y="488"/>
                </a:lnTo>
                <a:cubicBezTo>
                  <a:pt x="180" y="492"/>
                  <a:pt x="184" y="494"/>
                  <a:pt x="186" y="495"/>
                </a:cubicBezTo>
                <a:cubicBezTo>
                  <a:pt x="190" y="496"/>
                  <a:pt x="196" y="497"/>
                  <a:pt x="207" y="499"/>
                </a:cubicBezTo>
                <a:cubicBezTo>
                  <a:pt x="217" y="500"/>
                  <a:pt x="233" y="500"/>
                  <a:pt x="256" y="500"/>
                </a:cubicBezTo>
                <a:lnTo>
                  <a:pt x="277" y="500"/>
                </a:lnTo>
                <a:lnTo>
                  <a:pt x="277" y="537"/>
                </a:lnTo>
                <a:lnTo>
                  <a:pt x="269" y="537"/>
                </a:lnTo>
                <a:cubicBezTo>
                  <a:pt x="257" y="536"/>
                  <a:pt x="215" y="535"/>
                  <a:pt x="140" y="535"/>
                </a:cubicBezTo>
                <a:cubicBezTo>
                  <a:pt x="67" y="535"/>
                  <a:pt x="24" y="536"/>
                  <a:pt x="13" y="537"/>
                </a:cubicBezTo>
                <a:lnTo>
                  <a:pt x="4" y="537"/>
                </a:lnTo>
                <a:lnTo>
                  <a:pt x="4" y="500"/>
                </a:lnTo>
                <a:lnTo>
                  <a:pt x="24" y="500"/>
                </a:lnTo>
                <a:cubicBezTo>
                  <a:pt x="36" y="500"/>
                  <a:pt x="46" y="500"/>
                  <a:pt x="55" y="500"/>
                </a:cubicBezTo>
                <a:cubicBezTo>
                  <a:pt x="64" y="500"/>
                  <a:pt x="70" y="500"/>
                  <a:pt x="75" y="499"/>
                </a:cubicBezTo>
                <a:cubicBezTo>
                  <a:pt x="80" y="499"/>
                  <a:pt x="84" y="498"/>
                  <a:pt x="88" y="497"/>
                </a:cubicBezTo>
                <a:cubicBezTo>
                  <a:pt x="92" y="496"/>
                  <a:pt x="94" y="495"/>
                  <a:pt x="94" y="495"/>
                </a:cubicBezTo>
                <a:cubicBezTo>
                  <a:pt x="95" y="495"/>
                  <a:pt x="97" y="494"/>
                  <a:pt x="99" y="491"/>
                </a:cubicBezTo>
                <a:cubicBezTo>
                  <a:pt x="102" y="489"/>
                  <a:pt x="104" y="488"/>
                  <a:pt x="104" y="488"/>
                </a:cubicBezTo>
                <a:lnTo>
                  <a:pt x="104" y="71"/>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176" name=""/>
          <p:cNvSpPr/>
          <p:nvPr/>
        </p:nvSpPr>
        <p:spPr>
          <a:xfrm>
            <a:off x="4775760" y="1500480"/>
            <a:ext cx="233280" cy="186120"/>
          </a:xfrm>
          <a:custGeom>
            <a:avLst/>
            <a:gdLst/>
            <a:ahLst/>
            <a:rect l="0" t="0" r="r" b="b"/>
            <a:pathLst>
              <a:path w="648" h="517">
                <a:moveTo>
                  <a:pt x="0" y="327"/>
                </a:moveTo>
                <a:cubicBezTo>
                  <a:pt x="0" y="240"/>
                  <a:pt x="32" y="163"/>
                  <a:pt x="98" y="98"/>
                </a:cubicBezTo>
                <a:cubicBezTo>
                  <a:pt x="163" y="33"/>
                  <a:pt x="235" y="0"/>
                  <a:pt x="313" y="0"/>
                </a:cubicBezTo>
                <a:cubicBezTo>
                  <a:pt x="366" y="0"/>
                  <a:pt x="408" y="15"/>
                  <a:pt x="440" y="46"/>
                </a:cubicBezTo>
                <a:cubicBezTo>
                  <a:pt x="472" y="76"/>
                  <a:pt x="494" y="113"/>
                  <a:pt x="505" y="157"/>
                </a:cubicBezTo>
                <a:cubicBezTo>
                  <a:pt x="510" y="179"/>
                  <a:pt x="512" y="205"/>
                  <a:pt x="513" y="234"/>
                </a:cubicBezTo>
                <a:lnTo>
                  <a:pt x="513" y="268"/>
                </a:lnTo>
                <a:cubicBezTo>
                  <a:pt x="550" y="211"/>
                  <a:pt x="579" y="147"/>
                  <a:pt x="599" y="78"/>
                </a:cubicBezTo>
                <a:cubicBezTo>
                  <a:pt x="602" y="67"/>
                  <a:pt x="604" y="61"/>
                  <a:pt x="605" y="59"/>
                </a:cubicBezTo>
                <a:cubicBezTo>
                  <a:pt x="607" y="58"/>
                  <a:pt x="613" y="57"/>
                  <a:pt x="624" y="56"/>
                </a:cubicBezTo>
                <a:cubicBezTo>
                  <a:pt x="639" y="56"/>
                  <a:pt x="648" y="59"/>
                  <a:pt x="648" y="65"/>
                </a:cubicBezTo>
                <a:cubicBezTo>
                  <a:pt x="648" y="72"/>
                  <a:pt x="644" y="87"/>
                  <a:pt x="637" y="109"/>
                </a:cubicBezTo>
                <a:cubicBezTo>
                  <a:pt x="630" y="132"/>
                  <a:pt x="617" y="164"/>
                  <a:pt x="596" y="206"/>
                </a:cubicBezTo>
                <a:cubicBezTo>
                  <a:pt x="576" y="249"/>
                  <a:pt x="553" y="287"/>
                  <a:pt x="527" y="321"/>
                </a:cubicBezTo>
                <a:lnTo>
                  <a:pt x="514" y="337"/>
                </a:lnTo>
                <a:lnTo>
                  <a:pt x="515" y="364"/>
                </a:lnTo>
                <a:cubicBezTo>
                  <a:pt x="517" y="407"/>
                  <a:pt x="520" y="436"/>
                  <a:pt x="525" y="451"/>
                </a:cubicBezTo>
                <a:cubicBezTo>
                  <a:pt x="529" y="466"/>
                  <a:pt x="536" y="474"/>
                  <a:pt x="546" y="475"/>
                </a:cubicBezTo>
                <a:cubicBezTo>
                  <a:pt x="557" y="473"/>
                  <a:pt x="567" y="469"/>
                  <a:pt x="576" y="462"/>
                </a:cubicBezTo>
                <a:cubicBezTo>
                  <a:pt x="585" y="455"/>
                  <a:pt x="591" y="447"/>
                  <a:pt x="595" y="436"/>
                </a:cubicBezTo>
                <a:cubicBezTo>
                  <a:pt x="597" y="431"/>
                  <a:pt x="599" y="428"/>
                  <a:pt x="601" y="427"/>
                </a:cubicBezTo>
                <a:cubicBezTo>
                  <a:pt x="603" y="426"/>
                  <a:pt x="609" y="425"/>
                  <a:pt x="618" y="425"/>
                </a:cubicBezTo>
                <a:cubicBezTo>
                  <a:pt x="633" y="425"/>
                  <a:pt x="641" y="428"/>
                  <a:pt x="641" y="434"/>
                </a:cubicBezTo>
                <a:cubicBezTo>
                  <a:pt x="641" y="438"/>
                  <a:pt x="638" y="445"/>
                  <a:pt x="634" y="455"/>
                </a:cubicBezTo>
                <a:cubicBezTo>
                  <a:pt x="625" y="474"/>
                  <a:pt x="611" y="488"/>
                  <a:pt x="594" y="499"/>
                </a:cubicBezTo>
                <a:cubicBezTo>
                  <a:pt x="577" y="509"/>
                  <a:pt x="560" y="515"/>
                  <a:pt x="544" y="516"/>
                </a:cubicBezTo>
                <a:lnTo>
                  <a:pt x="536" y="516"/>
                </a:lnTo>
                <a:cubicBezTo>
                  <a:pt x="485" y="516"/>
                  <a:pt x="451" y="488"/>
                  <a:pt x="432" y="434"/>
                </a:cubicBezTo>
                <a:lnTo>
                  <a:pt x="429" y="426"/>
                </a:lnTo>
                <a:lnTo>
                  <a:pt x="416" y="435"/>
                </a:lnTo>
                <a:cubicBezTo>
                  <a:pt x="409" y="441"/>
                  <a:pt x="397" y="449"/>
                  <a:pt x="382" y="458"/>
                </a:cubicBezTo>
                <a:cubicBezTo>
                  <a:pt x="367" y="467"/>
                  <a:pt x="350" y="475"/>
                  <a:pt x="331" y="484"/>
                </a:cubicBezTo>
                <a:cubicBezTo>
                  <a:pt x="312" y="492"/>
                  <a:pt x="290" y="500"/>
                  <a:pt x="265" y="507"/>
                </a:cubicBezTo>
                <a:cubicBezTo>
                  <a:pt x="240" y="513"/>
                  <a:pt x="216" y="517"/>
                  <a:pt x="192" y="517"/>
                </a:cubicBezTo>
                <a:cubicBezTo>
                  <a:pt x="132" y="517"/>
                  <a:pt x="85" y="498"/>
                  <a:pt x="51" y="460"/>
                </a:cubicBezTo>
                <a:cubicBezTo>
                  <a:pt x="17" y="422"/>
                  <a:pt x="0" y="378"/>
                  <a:pt x="0" y="327"/>
                </a:cubicBezTo>
                <a:moveTo>
                  <a:pt x="198" y="475"/>
                </a:moveTo>
                <a:cubicBezTo>
                  <a:pt x="235" y="475"/>
                  <a:pt x="272" y="467"/>
                  <a:pt x="309" y="451"/>
                </a:cubicBezTo>
                <a:cubicBezTo>
                  <a:pt x="347" y="435"/>
                  <a:pt x="374" y="419"/>
                  <a:pt x="392" y="402"/>
                </a:cubicBezTo>
                <a:lnTo>
                  <a:pt x="420" y="377"/>
                </a:lnTo>
                <a:cubicBezTo>
                  <a:pt x="418" y="268"/>
                  <a:pt x="416" y="200"/>
                  <a:pt x="412" y="173"/>
                </a:cubicBezTo>
                <a:cubicBezTo>
                  <a:pt x="401" y="86"/>
                  <a:pt x="366" y="42"/>
                  <a:pt x="307" y="42"/>
                </a:cubicBezTo>
                <a:cubicBezTo>
                  <a:pt x="255" y="42"/>
                  <a:pt x="209" y="70"/>
                  <a:pt x="169" y="125"/>
                </a:cubicBezTo>
                <a:cubicBezTo>
                  <a:pt x="149" y="156"/>
                  <a:pt x="132" y="197"/>
                  <a:pt x="119" y="249"/>
                </a:cubicBezTo>
                <a:cubicBezTo>
                  <a:pt x="106" y="301"/>
                  <a:pt x="100" y="340"/>
                  <a:pt x="99" y="368"/>
                </a:cubicBezTo>
                <a:cubicBezTo>
                  <a:pt x="99" y="405"/>
                  <a:pt x="108" y="432"/>
                  <a:pt x="127" y="449"/>
                </a:cubicBezTo>
                <a:cubicBezTo>
                  <a:pt x="146" y="465"/>
                  <a:pt x="170" y="474"/>
                  <a:pt x="198" y="475"/>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177" name=""/>
          <p:cNvSpPr/>
          <p:nvPr/>
        </p:nvSpPr>
        <p:spPr>
          <a:xfrm>
            <a:off x="5052960" y="1614960"/>
            <a:ext cx="106200" cy="131400"/>
          </a:xfrm>
          <a:custGeom>
            <a:avLst/>
            <a:gdLst/>
            <a:ahLst/>
            <a:rect l="0" t="0" r="r" b="b"/>
            <a:pathLst>
              <a:path w="295" h="365">
                <a:moveTo>
                  <a:pt x="63" y="124"/>
                </a:moveTo>
                <a:cubicBezTo>
                  <a:pt x="63" y="107"/>
                  <a:pt x="67" y="90"/>
                  <a:pt x="75" y="72"/>
                </a:cubicBezTo>
                <a:cubicBezTo>
                  <a:pt x="84" y="54"/>
                  <a:pt x="99" y="37"/>
                  <a:pt x="121" y="22"/>
                </a:cubicBezTo>
                <a:cubicBezTo>
                  <a:pt x="142" y="7"/>
                  <a:pt x="168" y="0"/>
                  <a:pt x="199" y="0"/>
                </a:cubicBezTo>
                <a:cubicBezTo>
                  <a:pt x="233" y="0"/>
                  <a:pt x="257" y="8"/>
                  <a:pt x="272" y="22"/>
                </a:cubicBezTo>
                <a:cubicBezTo>
                  <a:pt x="287" y="37"/>
                  <a:pt x="295" y="54"/>
                  <a:pt x="295" y="71"/>
                </a:cubicBezTo>
                <a:cubicBezTo>
                  <a:pt x="295" y="89"/>
                  <a:pt x="291" y="101"/>
                  <a:pt x="282" y="109"/>
                </a:cubicBezTo>
                <a:cubicBezTo>
                  <a:pt x="273" y="117"/>
                  <a:pt x="262" y="122"/>
                  <a:pt x="251" y="122"/>
                </a:cubicBezTo>
                <a:cubicBezTo>
                  <a:pt x="244" y="122"/>
                  <a:pt x="238" y="120"/>
                  <a:pt x="232" y="116"/>
                </a:cubicBezTo>
                <a:cubicBezTo>
                  <a:pt x="226" y="111"/>
                  <a:pt x="222" y="104"/>
                  <a:pt x="221" y="95"/>
                </a:cubicBezTo>
                <a:cubicBezTo>
                  <a:pt x="221" y="86"/>
                  <a:pt x="225" y="79"/>
                  <a:pt x="229" y="72"/>
                </a:cubicBezTo>
                <a:cubicBezTo>
                  <a:pt x="234" y="66"/>
                  <a:pt x="239" y="61"/>
                  <a:pt x="243" y="58"/>
                </a:cubicBezTo>
                <a:cubicBezTo>
                  <a:pt x="247" y="54"/>
                  <a:pt x="251" y="53"/>
                  <a:pt x="254" y="53"/>
                </a:cubicBezTo>
                <a:lnTo>
                  <a:pt x="254" y="51"/>
                </a:lnTo>
                <a:cubicBezTo>
                  <a:pt x="254" y="49"/>
                  <a:pt x="252" y="47"/>
                  <a:pt x="249" y="44"/>
                </a:cubicBezTo>
                <a:cubicBezTo>
                  <a:pt x="245" y="41"/>
                  <a:pt x="238" y="38"/>
                  <a:pt x="229" y="35"/>
                </a:cubicBezTo>
                <a:cubicBezTo>
                  <a:pt x="218" y="32"/>
                  <a:pt x="207" y="31"/>
                  <a:pt x="196" y="30"/>
                </a:cubicBezTo>
                <a:cubicBezTo>
                  <a:pt x="170" y="30"/>
                  <a:pt x="152" y="37"/>
                  <a:pt x="140" y="51"/>
                </a:cubicBezTo>
                <a:cubicBezTo>
                  <a:pt x="128" y="66"/>
                  <a:pt x="122" y="80"/>
                  <a:pt x="121" y="95"/>
                </a:cubicBezTo>
                <a:cubicBezTo>
                  <a:pt x="121" y="108"/>
                  <a:pt x="126" y="117"/>
                  <a:pt x="137" y="123"/>
                </a:cubicBezTo>
                <a:cubicBezTo>
                  <a:pt x="147" y="128"/>
                  <a:pt x="162" y="133"/>
                  <a:pt x="181" y="137"/>
                </a:cubicBezTo>
                <a:cubicBezTo>
                  <a:pt x="200" y="140"/>
                  <a:pt x="214" y="144"/>
                  <a:pt x="223" y="149"/>
                </a:cubicBezTo>
                <a:cubicBezTo>
                  <a:pt x="259" y="164"/>
                  <a:pt x="277" y="190"/>
                  <a:pt x="277" y="226"/>
                </a:cubicBezTo>
                <a:cubicBezTo>
                  <a:pt x="277" y="241"/>
                  <a:pt x="274" y="256"/>
                  <a:pt x="268" y="271"/>
                </a:cubicBezTo>
                <a:cubicBezTo>
                  <a:pt x="262" y="286"/>
                  <a:pt x="253" y="301"/>
                  <a:pt x="241" y="316"/>
                </a:cubicBezTo>
                <a:cubicBezTo>
                  <a:pt x="230" y="331"/>
                  <a:pt x="212" y="343"/>
                  <a:pt x="190" y="351"/>
                </a:cubicBezTo>
                <a:cubicBezTo>
                  <a:pt x="168" y="360"/>
                  <a:pt x="143" y="365"/>
                  <a:pt x="114" y="365"/>
                </a:cubicBezTo>
                <a:cubicBezTo>
                  <a:pt x="73" y="365"/>
                  <a:pt x="44" y="357"/>
                  <a:pt x="26" y="342"/>
                </a:cubicBezTo>
                <a:cubicBezTo>
                  <a:pt x="9" y="326"/>
                  <a:pt x="0" y="308"/>
                  <a:pt x="0" y="287"/>
                </a:cubicBezTo>
                <a:cubicBezTo>
                  <a:pt x="0" y="266"/>
                  <a:pt x="5" y="251"/>
                  <a:pt x="17" y="242"/>
                </a:cubicBezTo>
                <a:cubicBezTo>
                  <a:pt x="28" y="233"/>
                  <a:pt x="40" y="228"/>
                  <a:pt x="52" y="228"/>
                </a:cubicBezTo>
                <a:cubicBezTo>
                  <a:pt x="60" y="228"/>
                  <a:pt x="68" y="231"/>
                  <a:pt x="75" y="236"/>
                </a:cubicBezTo>
                <a:cubicBezTo>
                  <a:pt x="82" y="240"/>
                  <a:pt x="85" y="249"/>
                  <a:pt x="86" y="260"/>
                </a:cubicBezTo>
                <a:cubicBezTo>
                  <a:pt x="86" y="274"/>
                  <a:pt x="81" y="286"/>
                  <a:pt x="71" y="296"/>
                </a:cubicBezTo>
                <a:cubicBezTo>
                  <a:pt x="62" y="306"/>
                  <a:pt x="53" y="310"/>
                  <a:pt x="46" y="310"/>
                </a:cubicBezTo>
                <a:cubicBezTo>
                  <a:pt x="45" y="311"/>
                  <a:pt x="45" y="311"/>
                  <a:pt x="44" y="311"/>
                </a:cubicBezTo>
                <a:cubicBezTo>
                  <a:pt x="44" y="311"/>
                  <a:pt x="43" y="312"/>
                  <a:pt x="43" y="313"/>
                </a:cubicBezTo>
                <a:cubicBezTo>
                  <a:pt x="44" y="314"/>
                  <a:pt x="46" y="317"/>
                  <a:pt x="50" y="319"/>
                </a:cubicBezTo>
                <a:cubicBezTo>
                  <a:pt x="53" y="322"/>
                  <a:pt x="62" y="325"/>
                  <a:pt x="75" y="330"/>
                </a:cubicBezTo>
                <a:cubicBezTo>
                  <a:pt x="88" y="334"/>
                  <a:pt x="102" y="336"/>
                  <a:pt x="119" y="335"/>
                </a:cubicBezTo>
                <a:cubicBezTo>
                  <a:pt x="138" y="335"/>
                  <a:pt x="155" y="332"/>
                  <a:pt x="169" y="326"/>
                </a:cubicBezTo>
                <a:cubicBezTo>
                  <a:pt x="183" y="321"/>
                  <a:pt x="193" y="313"/>
                  <a:pt x="199" y="304"/>
                </a:cubicBezTo>
                <a:cubicBezTo>
                  <a:pt x="206" y="295"/>
                  <a:pt x="210" y="286"/>
                  <a:pt x="213" y="279"/>
                </a:cubicBezTo>
                <a:cubicBezTo>
                  <a:pt x="216" y="271"/>
                  <a:pt x="217" y="265"/>
                  <a:pt x="217" y="259"/>
                </a:cubicBezTo>
                <a:cubicBezTo>
                  <a:pt x="217" y="244"/>
                  <a:pt x="211" y="233"/>
                  <a:pt x="200" y="225"/>
                </a:cubicBezTo>
                <a:cubicBezTo>
                  <a:pt x="189" y="218"/>
                  <a:pt x="176" y="213"/>
                  <a:pt x="162" y="211"/>
                </a:cubicBezTo>
                <a:cubicBezTo>
                  <a:pt x="147" y="210"/>
                  <a:pt x="131" y="206"/>
                  <a:pt x="114" y="199"/>
                </a:cubicBezTo>
                <a:cubicBezTo>
                  <a:pt x="97" y="193"/>
                  <a:pt x="84" y="183"/>
                  <a:pt x="76" y="171"/>
                </a:cubicBezTo>
                <a:cubicBezTo>
                  <a:pt x="67" y="158"/>
                  <a:pt x="63" y="142"/>
                  <a:pt x="63" y="124"/>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178" name=""/>
          <p:cNvSpPr txBox="1"/>
          <p:nvPr/>
        </p:nvSpPr>
        <p:spPr>
          <a:xfrm>
            <a:off x="2518920" y="1380240"/>
            <a:ext cx="333000" cy="372240"/>
          </a:xfrm>
          <a:prstGeom prst="rect">
            <a:avLst/>
          </a:prstGeom>
          <a:noFill/>
          <a:ln w="0">
            <a:noFill/>
          </a:ln>
        </p:spPr>
        <p:txBody>
          <a:bodyPr wrap="none" lIns="0" rIns="0" tIns="0" bIns="0" anchor="t">
            <a:spAutoFit/>
          </a:bodyPr>
          <a:p>
            <a:r>
              <a:rPr b="0" lang="en-US" sz="2620" strike="noStrike" u="none">
                <a:solidFill>
                  <a:srgbClr val="333333"/>
                </a:solidFill>
                <a:effectLst/>
                <a:uFillTx/>
                <a:latin typeface="NotoSansJP-Thin_"/>
                <a:ea typeface="NotoSansJP-Thin_"/>
              </a:rPr>
              <a:t>, </a:t>
            </a:r>
            <a:endParaRPr b="0" lang="en-US" sz="2620" strike="noStrike" u="none">
              <a:solidFill>
                <a:srgbClr val="000000"/>
              </a:solidFill>
              <a:effectLst/>
              <a:uFillTx/>
              <a:latin typeface="Times New Roman"/>
            </a:endParaRPr>
          </a:p>
        </p:txBody>
      </p:sp>
      <p:sp>
        <p:nvSpPr>
          <p:cNvPr id="179" name=""/>
          <p:cNvSpPr/>
          <p:nvPr/>
        </p:nvSpPr>
        <p:spPr>
          <a:xfrm>
            <a:off x="389520" y="2019240"/>
            <a:ext cx="231840" cy="182160"/>
          </a:xfrm>
          <a:custGeom>
            <a:avLst/>
            <a:gdLst/>
            <a:ahLst/>
            <a:rect l="0" t="0" r="r" b="b"/>
            <a:pathLst>
              <a:path w="644" h="506">
                <a:moveTo>
                  <a:pt x="234" y="506"/>
                </a:moveTo>
                <a:cubicBezTo>
                  <a:pt x="223" y="504"/>
                  <a:pt x="183" y="503"/>
                  <a:pt x="114" y="503"/>
                </a:cubicBezTo>
                <a:cubicBezTo>
                  <a:pt x="52" y="503"/>
                  <a:pt x="17" y="504"/>
                  <a:pt x="8" y="506"/>
                </a:cubicBezTo>
                <a:lnTo>
                  <a:pt x="0" y="506"/>
                </a:lnTo>
                <a:lnTo>
                  <a:pt x="0" y="435"/>
                </a:lnTo>
                <a:lnTo>
                  <a:pt x="109" y="435"/>
                </a:lnTo>
                <a:lnTo>
                  <a:pt x="255" y="264"/>
                </a:lnTo>
                <a:lnTo>
                  <a:pt x="100" y="70"/>
                </a:lnTo>
                <a:lnTo>
                  <a:pt x="5" y="70"/>
                </a:lnTo>
                <a:lnTo>
                  <a:pt x="5" y="0"/>
                </a:lnTo>
                <a:lnTo>
                  <a:pt x="15" y="0"/>
                </a:lnTo>
                <a:cubicBezTo>
                  <a:pt x="26" y="2"/>
                  <a:pt x="67" y="3"/>
                  <a:pt x="139" y="3"/>
                </a:cubicBezTo>
                <a:cubicBezTo>
                  <a:pt x="218" y="3"/>
                  <a:pt x="264" y="2"/>
                  <a:pt x="277" y="0"/>
                </a:cubicBezTo>
                <a:lnTo>
                  <a:pt x="288" y="0"/>
                </a:lnTo>
                <a:lnTo>
                  <a:pt x="288" y="70"/>
                </a:lnTo>
                <a:lnTo>
                  <a:pt x="256" y="70"/>
                </a:lnTo>
                <a:lnTo>
                  <a:pt x="296" y="119"/>
                </a:lnTo>
                <a:cubicBezTo>
                  <a:pt x="321" y="151"/>
                  <a:pt x="335" y="167"/>
                  <a:pt x="336" y="167"/>
                </a:cubicBezTo>
                <a:cubicBezTo>
                  <a:pt x="339" y="167"/>
                  <a:pt x="353" y="150"/>
                  <a:pt x="379" y="117"/>
                </a:cubicBezTo>
                <a:lnTo>
                  <a:pt x="419" y="70"/>
                </a:lnTo>
                <a:lnTo>
                  <a:pt x="376" y="70"/>
                </a:lnTo>
                <a:lnTo>
                  <a:pt x="376" y="0"/>
                </a:lnTo>
                <a:lnTo>
                  <a:pt x="386" y="0"/>
                </a:lnTo>
                <a:cubicBezTo>
                  <a:pt x="397" y="2"/>
                  <a:pt x="437" y="3"/>
                  <a:pt x="506" y="3"/>
                </a:cubicBezTo>
                <a:cubicBezTo>
                  <a:pt x="569" y="3"/>
                  <a:pt x="604" y="2"/>
                  <a:pt x="613" y="0"/>
                </a:cubicBezTo>
                <a:lnTo>
                  <a:pt x="621" y="0"/>
                </a:lnTo>
                <a:lnTo>
                  <a:pt x="621" y="70"/>
                </a:lnTo>
                <a:lnTo>
                  <a:pt x="512" y="70"/>
                </a:lnTo>
                <a:lnTo>
                  <a:pt x="380" y="226"/>
                </a:lnTo>
                <a:lnTo>
                  <a:pt x="550" y="434"/>
                </a:lnTo>
                <a:lnTo>
                  <a:pt x="597" y="435"/>
                </a:lnTo>
                <a:lnTo>
                  <a:pt x="644" y="435"/>
                </a:lnTo>
                <a:lnTo>
                  <a:pt x="644" y="506"/>
                </a:lnTo>
                <a:lnTo>
                  <a:pt x="635" y="506"/>
                </a:lnTo>
                <a:cubicBezTo>
                  <a:pt x="623" y="504"/>
                  <a:pt x="582" y="503"/>
                  <a:pt x="510" y="503"/>
                </a:cubicBezTo>
                <a:cubicBezTo>
                  <a:pt x="431" y="503"/>
                  <a:pt x="384" y="504"/>
                  <a:pt x="371" y="506"/>
                </a:cubicBezTo>
                <a:lnTo>
                  <a:pt x="361" y="506"/>
                </a:lnTo>
                <a:lnTo>
                  <a:pt x="361" y="435"/>
                </a:lnTo>
                <a:lnTo>
                  <a:pt x="392" y="435"/>
                </a:lnTo>
                <a:cubicBezTo>
                  <a:pt x="392" y="435"/>
                  <a:pt x="377" y="416"/>
                  <a:pt x="347" y="378"/>
                </a:cubicBezTo>
                <a:cubicBezTo>
                  <a:pt x="317" y="341"/>
                  <a:pt x="301" y="322"/>
                  <a:pt x="300" y="320"/>
                </a:cubicBezTo>
                <a:lnTo>
                  <a:pt x="201" y="434"/>
                </a:lnTo>
                <a:lnTo>
                  <a:pt x="223" y="435"/>
                </a:lnTo>
                <a:lnTo>
                  <a:pt x="243" y="435"/>
                </a:lnTo>
                <a:lnTo>
                  <a:pt x="243" y="506"/>
                </a:lnTo>
                <a:lnTo>
                  <a:pt x="234" y="506"/>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180" name=""/>
          <p:cNvSpPr/>
          <p:nvPr/>
        </p:nvSpPr>
        <p:spPr>
          <a:xfrm>
            <a:off x="654480" y="2069640"/>
            <a:ext cx="122040" cy="199440"/>
          </a:xfrm>
          <a:custGeom>
            <a:avLst/>
            <a:gdLst/>
            <a:ahLst/>
            <a:rect l="0" t="0" r="r" b="b"/>
            <a:pathLst>
              <a:path w="339" h="554">
                <a:moveTo>
                  <a:pt x="46" y="66"/>
                </a:moveTo>
                <a:cubicBezTo>
                  <a:pt x="76" y="22"/>
                  <a:pt x="118" y="0"/>
                  <a:pt x="170" y="0"/>
                </a:cubicBezTo>
                <a:cubicBezTo>
                  <a:pt x="195" y="0"/>
                  <a:pt x="221" y="7"/>
                  <a:pt x="247" y="21"/>
                </a:cubicBezTo>
                <a:cubicBezTo>
                  <a:pt x="273" y="35"/>
                  <a:pt x="293" y="60"/>
                  <a:pt x="310" y="96"/>
                </a:cubicBezTo>
                <a:cubicBezTo>
                  <a:pt x="329" y="140"/>
                  <a:pt x="339" y="201"/>
                  <a:pt x="339" y="279"/>
                </a:cubicBezTo>
                <a:cubicBezTo>
                  <a:pt x="339" y="362"/>
                  <a:pt x="328" y="426"/>
                  <a:pt x="305" y="470"/>
                </a:cubicBezTo>
                <a:cubicBezTo>
                  <a:pt x="294" y="492"/>
                  <a:pt x="279" y="510"/>
                  <a:pt x="260" y="524"/>
                </a:cubicBezTo>
                <a:cubicBezTo>
                  <a:pt x="242" y="537"/>
                  <a:pt x="225" y="545"/>
                  <a:pt x="211" y="549"/>
                </a:cubicBezTo>
                <a:cubicBezTo>
                  <a:pt x="197" y="552"/>
                  <a:pt x="184" y="554"/>
                  <a:pt x="170" y="554"/>
                </a:cubicBezTo>
                <a:cubicBezTo>
                  <a:pt x="156" y="554"/>
                  <a:pt x="142" y="553"/>
                  <a:pt x="129" y="549"/>
                </a:cubicBezTo>
                <a:cubicBezTo>
                  <a:pt x="115" y="546"/>
                  <a:pt x="98" y="538"/>
                  <a:pt x="79" y="524"/>
                </a:cubicBezTo>
                <a:cubicBezTo>
                  <a:pt x="61" y="510"/>
                  <a:pt x="46" y="492"/>
                  <a:pt x="34" y="470"/>
                </a:cubicBezTo>
                <a:cubicBezTo>
                  <a:pt x="11" y="426"/>
                  <a:pt x="0" y="362"/>
                  <a:pt x="0" y="279"/>
                </a:cubicBezTo>
                <a:cubicBezTo>
                  <a:pt x="0" y="186"/>
                  <a:pt x="15" y="115"/>
                  <a:pt x="46" y="66"/>
                </a:cubicBezTo>
                <a:moveTo>
                  <a:pt x="227" y="55"/>
                </a:moveTo>
                <a:cubicBezTo>
                  <a:pt x="211" y="38"/>
                  <a:pt x="192" y="30"/>
                  <a:pt x="170" y="30"/>
                </a:cubicBezTo>
                <a:cubicBezTo>
                  <a:pt x="148" y="30"/>
                  <a:pt x="129" y="38"/>
                  <a:pt x="112" y="55"/>
                </a:cubicBezTo>
                <a:cubicBezTo>
                  <a:pt x="99" y="70"/>
                  <a:pt x="90" y="90"/>
                  <a:pt x="86" y="114"/>
                </a:cubicBezTo>
                <a:cubicBezTo>
                  <a:pt x="82" y="139"/>
                  <a:pt x="79" y="190"/>
                  <a:pt x="79" y="269"/>
                </a:cubicBezTo>
                <a:cubicBezTo>
                  <a:pt x="79" y="353"/>
                  <a:pt x="82" y="409"/>
                  <a:pt x="86" y="436"/>
                </a:cubicBezTo>
                <a:cubicBezTo>
                  <a:pt x="90" y="463"/>
                  <a:pt x="100" y="484"/>
                  <a:pt x="115" y="500"/>
                </a:cubicBezTo>
                <a:cubicBezTo>
                  <a:pt x="130" y="516"/>
                  <a:pt x="148" y="524"/>
                  <a:pt x="170" y="524"/>
                </a:cubicBezTo>
                <a:cubicBezTo>
                  <a:pt x="192" y="524"/>
                  <a:pt x="210" y="516"/>
                  <a:pt x="225" y="500"/>
                </a:cubicBezTo>
                <a:cubicBezTo>
                  <a:pt x="241" y="484"/>
                  <a:pt x="250" y="461"/>
                  <a:pt x="254" y="432"/>
                </a:cubicBezTo>
                <a:cubicBezTo>
                  <a:pt x="258" y="403"/>
                  <a:pt x="260" y="349"/>
                  <a:pt x="260" y="269"/>
                </a:cubicBezTo>
                <a:cubicBezTo>
                  <a:pt x="260" y="191"/>
                  <a:pt x="258" y="140"/>
                  <a:pt x="254" y="115"/>
                </a:cubicBezTo>
                <a:cubicBezTo>
                  <a:pt x="250" y="90"/>
                  <a:pt x="241" y="71"/>
                  <a:pt x="227" y="55"/>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181" name=""/>
          <p:cNvSpPr txBox="1"/>
          <p:nvPr/>
        </p:nvSpPr>
        <p:spPr>
          <a:xfrm>
            <a:off x="5198760" y="1380240"/>
            <a:ext cx="1836360" cy="334080"/>
          </a:xfrm>
          <a:prstGeom prst="rect">
            <a:avLst/>
          </a:prstGeom>
          <a:noFill/>
          <a:ln w="0">
            <a:noFill/>
          </a:ln>
        </p:spPr>
        <p:txBody>
          <a:bodyPr wrap="none" lIns="0" rIns="0" tIns="0" bIns="0" anchor="t">
            <a:spAutoFit/>
          </a:bodyPr>
          <a:p>
            <a:r>
              <a:rPr b="0" lang="en-US" sz="2620" strike="noStrike" u="none">
                <a:solidFill>
                  <a:srgbClr val="333333"/>
                </a:solidFill>
                <a:effectLst/>
                <a:uFillTx/>
                <a:latin typeface="NotoSansJP-Thin_"/>
                <a:ea typeface="NotoSansJP-Thin_"/>
              </a:rPr>
              <a:t> とおくと、</a:t>
            </a:r>
            <a:endParaRPr b="0" lang="en-US" sz="2620" strike="noStrike" u="none">
              <a:solidFill>
                <a:srgbClr val="000000"/>
              </a:solidFill>
              <a:effectLst/>
              <a:uFillTx/>
              <a:latin typeface="Times New Roman"/>
            </a:endParaRPr>
          </a:p>
        </p:txBody>
      </p:sp>
      <p:sp>
        <p:nvSpPr>
          <p:cNvPr id="182" name=""/>
          <p:cNvSpPr/>
          <p:nvPr/>
        </p:nvSpPr>
        <p:spPr>
          <a:xfrm>
            <a:off x="2713680" y="2019240"/>
            <a:ext cx="231840" cy="182160"/>
          </a:xfrm>
          <a:custGeom>
            <a:avLst/>
            <a:gdLst/>
            <a:ahLst/>
            <a:rect l="0" t="0" r="r" b="b"/>
            <a:pathLst>
              <a:path w="644" h="506">
                <a:moveTo>
                  <a:pt x="234" y="506"/>
                </a:moveTo>
                <a:cubicBezTo>
                  <a:pt x="223" y="503"/>
                  <a:pt x="183" y="502"/>
                  <a:pt x="114" y="502"/>
                </a:cubicBezTo>
                <a:cubicBezTo>
                  <a:pt x="52" y="502"/>
                  <a:pt x="17" y="503"/>
                  <a:pt x="8" y="506"/>
                </a:cubicBezTo>
                <a:lnTo>
                  <a:pt x="0" y="506"/>
                </a:lnTo>
                <a:lnTo>
                  <a:pt x="0" y="435"/>
                </a:lnTo>
                <a:lnTo>
                  <a:pt x="109" y="435"/>
                </a:lnTo>
                <a:lnTo>
                  <a:pt x="255" y="263"/>
                </a:lnTo>
                <a:lnTo>
                  <a:pt x="100" y="70"/>
                </a:lnTo>
                <a:lnTo>
                  <a:pt x="6" y="70"/>
                </a:lnTo>
                <a:lnTo>
                  <a:pt x="6" y="0"/>
                </a:lnTo>
                <a:lnTo>
                  <a:pt x="15" y="0"/>
                </a:lnTo>
                <a:cubicBezTo>
                  <a:pt x="26" y="2"/>
                  <a:pt x="67" y="3"/>
                  <a:pt x="139" y="3"/>
                </a:cubicBezTo>
                <a:cubicBezTo>
                  <a:pt x="218" y="3"/>
                  <a:pt x="264" y="2"/>
                  <a:pt x="277" y="0"/>
                </a:cubicBezTo>
                <a:lnTo>
                  <a:pt x="288" y="0"/>
                </a:lnTo>
                <a:lnTo>
                  <a:pt x="288" y="70"/>
                </a:lnTo>
                <a:lnTo>
                  <a:pt x="256" y="70"/>
                </a:lnTo>
                <a:lnTo>
                  <a:pt x="296" y="119"/>
                </a:lnTo>
                <a:cubicBezTo>
                  <a:pt x="321" y="151"/>
                  <a:pt x="335" y="167"/>
                  <a:pt x="336" y="167"/>
                </a:cubicBezTo>
                <a:cubicBezTo>
                  <a:pt x="339" y="167"/>
                  <a:pt x="353" y="150"/>
                  <a:pt x="379" y="117"/>
                </a:cubicBezTo>
                <a:lnTo>
                  <a:pt x="419" y="70"/>
                </a:lnTo>
                <a:lnTo>
                  <a:pt x="376" y="70"/>
                </a:lnTo>
                <a:lnTo>
                  <a:pt x="376" y="0"/>
                </a:lnTo>
                <a:lnTo>
                  <a:pt x="386" y="0"/>
                </a:lnTo>
                <a:cubicBezTo>
                  <a:pt x="397" y="2"/>
                  <a:pt x="437" y="3"/>
                  <a:pt x="507" y="3"/>
                </a:cubicBezTo>
                <a:cubicBezTo>
                  <a:pt x="569" y="3"/>
                  <a:pt x="604" y="2"/>
                  <a:pt x="613" y="0"/>
                </a:cubicBezTo>
                <a:lnTo>
                  <a:pt x="621" y="0"/>
                </a:lnTo>
                <a:lnTo>
                  <a:pt x="621" y="70"/>
                </a:lnTo>
                <a:lnTo>
                  <a:pt x="513" y="70"/>
                </a:lnTo>
                <a:lnTo>
                  <a:pt x="380" y="226"/>
                </a:lnTo>
                <a:lnTo>
                  <a:pt x="550" y="434"/>
                </a:lnTo>
                <a:lnTo>
                  <a:pt x="597" y="435"/>
                </a:lnTo>
                <a:lnTo>
                  <a:pt x="644" y="435"/>
                </a:lnTo>
                <a:lnTo>
                  <a:pt x="644" y="506"/>
                </a:lnTo>
                <a:lnTo>
                  <a:pt x="635" y="506"/>
                </a:lnTo>
                <a:cubicBezTo>
                  <a:pt x="623" y="503"/>
                  <a:pt x="582" y="502"/>
                  <a:pt x="511" y="502"/>
                </a:cubicBezTo>
                <a:cubicBezTo>
                  <a:pt x="431" y="502"/>
                  <a:pt x="384" y="503"/>
                  <a:pt x="371" y="506"/>
                </a:cubicBezTo>
                <a:lnTo>
                  <a:pt x="361" y="506"/>
                </a:lnTo>
                <a:lnTo>
                  <a:pt x="361" y="435"/>
                </a:lnTo>
                <a:lnTo>
                  <a:pt x="392" y="435"/>
                </a:lnTo>
                <a:cubicBezTo>
                  <a:pt x="392" y="434"/>
                  <a:pt x="377" y="416"/>
                  <a:pt x="347" y="378"/>
                </a:cubicBezTo>
                <a:cubicBezTo>
                  <a:pt x="317" y="341"/>
                  <a:pt x="301" y="322"/>
                  <a:pt x="300" y="320"/>
                </a:cubicBezTo>
                <a:lnTo>
                  <a:pt x="201" y="434"/>
                </a:lnTo>
                <a:lnTo>
                  <a:pt x="223" y="435"/>
                </a:lnTo>
                <a:lnTo>
                  <a:pt x="243" y="435"/>
                </a:lnTo>
                <a:lnTo>
                  <a:pt x="243" y="506"/>
                </a:lnTo>
                <a:lnTo>
                  <a:pt x="234" y="506"/>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183" name=""/>
          <p:cNvSpPr/>
          <p:nvPr/>
        </p:nvSpPr>
        <p:spPr>
          <a:xfrm>
            <a:off x="2972520" y="2081160"/>
            <a:ext cx="90720" cy="184680"/>
          </a:xfrm>
          <a:custGeom>
            <a:avLst/>
            <a:gdLst/>
            <a:ahLst/>
            <a:rect l="0" t="0" r="r" b="b"/>
            <a:pathLst>
              <a:path w="252" h="513">
                <a:moveTo>
                  <a:pt x="6" y="195"/>
                </a:moveTo>
                <a:cubicBezTo>
                  <a:pt x="2" y="191"/>
                  <a:pt x="0" y="188"/>
                  <a:pt x="0" y="187"/>
                </a:cubicBezTo>
                <a:cubicBezTo>
                  <a:pt x="0" y="185"/>
                  <a:pt x="1" y="180"/>
                  <a:pt x="3" y="174"/>
                </a:cubicBezTo>
                <a:cubicBezTo>
                  <a:pt x="4" y="167"/>
                  <a:pt x="6" y="164"/>
                  <a:pt x="7" y="163"/>
                </a:cubicBezTo>
                <a:cubicBezTo>
                  <a:pt x="8" y="160"/>
                  <a:pt x="10" y="159"/>
                  <a:pt x="14" y="159"/>
                </a:cubicBezTo>
                <a:cubicBezTo>
                  <a:pt x="18" y="159"/>
                  <a:pt x="31" y="158"/>
                  <a:pt x="55" y="158"/>
                </a:cubicBezTo>
                <a:lnTo>
                  <a:pt x="98" y="158"/>
                </a:lnTo>
                <a:lnTo>
                  <a:pt x="113" y="92"/>
                </a:lnTo>
                <a:cubicBezTo>
                  <a:pt x="115" y="87"/>
                  <a:pt x="116" y="79"/>
                  <a:pt x="120" y="69"/>
                </a:cubicBezTo>
                <a:cubicBezTo>
                  <a:pt x="122" y="59"/>
                  <a:pt x="124" y="52"/>
                  <a:pt x="125" y="48"/>
                </a:cubicBezTo>
                <a:cubicBezTo>
                  <a:pt x="127" y="44"/>
                  <a:pt x="128" y="39"/>
                  <a:pt x="130" y="32"/>
                </a:cubicBezTo>
                <a:cubicBezTo>
                  <a:pt x="132" y="26"/>
                  <a:pt x="134" y="21"/>
                  <a:pt x="137" y="18"/>
                </a:cubicBezTo>
                <a:cubicBezTo>
                  <a:pt x="139" y="16"/>
                  <a:pt x="142" y="13"/>
                  <a:pt x="145" y="9"/>
                </a:cubicBezTo>
                <a:cubicBezTo>
                  <a:pt x="147" y="5"/>
                  <a:pt x="151" y="3"/>
                  <a:pt x="156" y="2"/>
                </a:cubicBezTo>
                <a:cubicBezTo>
                  <a:pt x="161" y="0"/>
                  <a:pt x="165" y="0"/>
                  <a:pt x="170" y="0"/>
                </a:cubicBezTo>
                <a:cubicBezTo>
                  <a:pt x="180" y="0"/>
                  <a:pt x="187" y="3"/>
                  <a:pt x="190" y="9"/>
                </a:cubicBezTo>
                <a:cubicBezTo>
                  <a:pt x="194" y="14"/>
                  <a:pt x="196" y="19"/>
                  <a:pt x="196" y="24"/>
                </a:cubicBezTo>
                <a:cubicBezTo>
                  <a:pt x="196" y="28"/>
                  <a:pt x="194" y="40"/>
                  <a:pt x="189" y="62"/>
                </a:cubicBezTo>
                <a:cubicBezTo>
                  <a:pt x="184" y="83"/>
                  <a:pt x="179" y="104"/>
                  <a:pt x="173" y="126"/>
                </a:cubicBezTo>
                <a:lnTo>
                  <a:pt x="165" y="156"/>
                </a:lnTo>
                <a:cubicBezTo>
                  <a:pt x="165" y="157"/>
                  <a:pt x="178" y="158"/>
                  <a:pt x="205" y="158"/>
                </a:cubicBezTo>
                <a:lnTo>
                  <a:pt x="246" y="158"/>
                </a:lnTo>
                <a:cubicBezTo>
                  <a:pt x="250" y="162"/>
                  <a:pt x="252" y="164"/>
                  <a:pt x="252" y="167"/>
                </a:cubicBezTo>
                <a:cubicBezTo>
                  <a:pt x="252" y="178"/>
                  <a:pt x="248" y="188"/>
                  <a:pt x="241" y="195"/>
                </a:cubicBezTo>
                <a:lnTo>
                  <a:pt x="155" y="195"/>
                </a:lnTo>
                <a:lnTo>
                  <a:pt x="126" y="311"/>
                </a:lnTo>
                <a:cubicBezTo>
                  <a:pt x="104" y="397"/>
                  <a:pt x="94" y="443"/>
                  <a:pt x="94" y="450"/>
                </a:cubicBezTo>
                <a:cubicBezTo>
                  <a:pt x="94" y="472"/>
                  <a:pt x="101" y="483"/>
                  <a:pt x="115" y="483"/>
                </a:cubicBezTo>
                <a:cubicBezTo>
                  <a:pt x="135" y="483"/>
                  <a:pt x="153" y="474"/>
                  <a:pt x="171" y="456"/>
                </a:cubicBezTo>
                <a:cubicBezTo>
                  <a:pt x="189" y="438"/>
                  <a:pt x="203" y="415"/>
                  <a:pt x="214" y="389"/>
                </a:cubicBezTo>
                <a:cubicBezTo>
                  <a:pt x="215" y="385"/>
                  <a:pt x="216" y="383"/>
                  <a:pt x="218" y="383"/>
                </a:cubicBezTo>
                <a:cubicBezTo>
                  <a:pt x="219" y="382"/>
                  <a:pt x="223" y="382"/>
                  <a:pt x="230" y="381"/>
                </a:cubicBezTo>
                <a:lnTo>
                  <a:pt x="233" y="381"/>
                </a:lnTo>
                <a:cubicBezTo>
                  <a:pt x="241" y="381"/>
                  <a:pt x="245" y="383"/>
                  <a:pt x="245" y="388"/>
                </a:cubicBezTo>
                <a:cubicBezTo>
                  <a:pt x="245" y="389"/>
                  <a:pt x="244" y="393"/>
                  <a:pt x="243" y="397"/>
                </a:cubicBezTo>
                <a:cubicBezTo>
                  <a:pt x="240" y="406"/>
                  <a:pt x="235" y="416"/>
                  <a:pt x="228" y="428"/>
                </a:cubicBezTo>
                <a:cubicBezTo>
                  <a:pt x="221" y="440"/>
                  <a:pt x="212" y="452"/>
                  <a:pt x="201" y="466"/>
                </a:cubicBezTo>
                <a:cubicBezTo>
                  <a:pt x="190" y="479"/>
                  <a:pt x="176" y="490"/>
                  <a:pt x="160" y="500"/>
                </a:cubicBezTo>
                <a:cubicBezTo>
                  <a:pt x="144" y="509"/>
                  <a:pt x="127" y="513"/>
                  <a:pt x="110" y="513"/>
                </a:cubicBezTo>
                <a:cubicBezTo>
                  <a:pt x="94" y="513"/>
                  <a:pt x="78" y="509"/>
                  <a:pt x="64" y="501"/>
                </a:cubicBezTo>
                <a:cubicBezTo>
                  <a:pt x="49" y="493"/>
                  <a:pt x="39" y="479"/>
                  <a:pt x="33" y="459"/>
                </a:cubicBezTo>
                <a:cubicBezTo>
                  <a:pt x="31" y="455"/>
                  <a:pt x="31" y="448"/>
                  <a:pt x="31" y="438"/>
                </a:cubicBezTo>
                <a:lnTo>
                  <a:pt x="31" y="423"/>
                </a:lnTo>
                <a:lnTo>
                  <a:pt x="59" y="311"/>
                </a:lnTo>
                <a:cubicBezTo>
                  <a:pt x="78" y="235"/>
                  <a:pt x="88" y="197"/>
                  <a:pt x="88" y="196"/>
                </a:cubicBezTo>
                <a:cubicBezTo>
                  <a:pt x="88" y="195"/>
                  <a:pt x="74" y="195"/>
                  <a:pt x="47" y="195"/>
                </a:cubicBezTo>
                <a:lnTo>
                  <a:pt x="6" y="195"/>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184" name=""/>
          <p:cNvSpPr txBox="1"/>
          <p:nvPr/>
        </p:nvSpPr>
        <p:spPr>
          <a:xfrm>
            <a:off x="808560" y="1898640"/>
            <a:ext cx="2003400" cy="334080"/>
          </a:xfrm>
          <a:prstGeom prst="rect">
            <a:avLst/>
          </a:prstGeom>
          <a:noFill/>
          <a:ln w="0">
            <a:noFill/>
          </a:ln>
        </p:spPr>
        <p:txBody>
          <a:bodyPr wrap="none" lIns="0" rIns="0" tIns="0" bIns="0" anchor="t">
            <a:spAutoFit/>
          </a:bodyPr>
          <a:p>
            <a:r>
              <a:rPr b="0" lang="en-US" sz="2620" strike="noStrike" u="none">
                <a:solidFill>
                  <a:srgbClr val="333333"/>
                </a:solidFill>
                <a:effectLst/>
                <a:uFillTx/>
                <a:latin typeface="NotoSansJP-Thin_"/>
                <a:ea typeface="NotoSansJP-Thin_"/>
              </a:rPr>
              <a:t> から任意の </a:t>
            </a:r>
            <a:endParaRPr b="0" lang="en-US" sz="2620" strike="noStrike" u="none">
              <a:solidFill>
                <a:srgbClr val="000000"/>
              </a:solidFill>
              <a:effectLst/>
              <a:uFillTx/>
              <a:latin typeface="Times New Roman"/>
            </a:endParaRPr>
          </a:p>
        </p:txBody>
      </p:sp>
      <p:sp>
        <p:nvSpPr>
          <p:cNvPr id="185" name=""/>
          <p:cNvSpPr txBox="1"/>
          <p:nvPr/>
        </p:nvSpPr>
        <p:spPr>
          <a:xfrm>
            <a:off x="3095280" y="1898640"/>
            <a:ext cx="7485480" cy="372240"/>
          </a:xfrm>
          <a:prstGeom prst="rect">
            <a:avLst/>
          </a:prstGeom>
          <a:noFill/>
          <a:ln w="0">
            <a:noFill/>
          </a:ln>
        </p:spPr>
        <p:txBody>
          <a:bodyPr wrap="none" lIns="0" rIns="0" tIns="0" bIns="0" anchor="t">
            <a:spAutoFit/>
          </a:bodyPr>
          <a:p>
            <a:r>
              <a:rPr b="0" lang="en-US" sz="2620" strike="noStrike" u="none">
                <a:solidFill>
                  <a:srgbClr val="333333"/>
                </a:solidFill>
                <a:effectLst/>
                <a:uFillTx/>
                <a:latin typeface="NotoSansJP-Thin_"/>
                <a:ea typeface="NotoSansJP-Thin_"/>
              </a:rPr>
              <a:t> を一発でサンプリング可能（</a:t>
            </a:r>
            <a:r>
              <a:rPr b="0" lang="en-US" sz="2620" strike="noStrike" u="none">
                <a:solidFill>
                  <a:srgbClr val="333333"/>
                </a:solidFill>
                <a:effectLst/>
                <a:uFillTx/>
                <a:latin typeface="NotoSansJP-Thin_"/>
                <a:ea typeface="NotoSansJP-Thin_"/>
              </a:rPr>
              <a:t>Reparameterization</a:t>
            </a:r>
            <a:endParaRPr b="0" lang="en-US" sz="2620" strike="noStrike" u="none">
              <a:solidFill>
                <a:srgbClr val="000000"/>
              </a:solidFill>
              <a:effectLst/>
              <a:uFillTx/>
              <a:latin typeface="Times New Roman"/>
            </a:endParaRPr>
          </a:p>
        </p:txBody>
      </p:sp>
      <p:sp>
        <p:nvSpPr>
          <p:cNvPr id="186" name=""/>
          <p:cNvSpPr/>
          <p:nvPr/>
        </p:nvSpPr>
        <p:spPr>
          <a:xfrm>
            <a:off x="393120" y="3265920"/>
            <a:ext cx="148320" cy="221040"/>
          </a:xfrm>
          <a:custGeom>
            <a:avLst/>
            <a:gdLst/>
            <a:ahLst/>
            <a:rect l="0" t="0" r="r" b="b"/>
            <a:pathLst>
              <a:path w="412" h="614">
                <a:moveTo>
                  <a:pt x="0" y="274"/>
                </a:moveTo>
                <a:cubicBezTo>
                  <a:pt x="0" y="210"/>
                  <a:pt x="24" y="148"/>
                  <a:pt x="73" y="89"/>
                </a:cubicBezTo>
                <a:cubicBezTo>
                  <a:pt x="122" y="31"/>
                  <a:pt x="177" y="1"/>
                  <a:pt x="238" y="1"/>
                </a:cubicBezTo>
                <a:cubicBezTo>
                  <a:pt x="276" y="1"/>
                  <a:pt x="306" y="17"/>
                  <a:pt x="326" y="51"/>
                </a:cubicBezTo>
                <a:cubicBezTo>
                  <a:pt x="327" y="50"/>
                  <a:pt x="329" y="48"/>
                  <a:pt x="331" y="45"/>
                </a:cubicBezTo>
                <a:cubicBezTo>
                  <a:pt x="334" y="42"/>
                  <a:pt x="337" y="38"/>
                  <a:pt x="342" y="34"/>
                </a:cubicBezTo>
                <a:cubicBezTo>
                  <a:pt x="346" y="31"/>
                  <a:pt x="352" y="27"/>
                  <a:pt x="358" y="23"/>
                </a:cubicBezTo>
                <a:cubicBezTo>
                  <a:pt x="380" y="7"/>
                  <a:pt x="395" y="0"/>
                  <a:pt x="402" y="0"/>
                </a:cubicBezTo>
                <a:cubicBezTo>
                  <a:pt x="405" y="0"/>
                  <a:pt x="407" y="1"/>
                  <a:pt x="409" y="3"/>
                </a:cubicBezTo>
                <a:cubicBezTo>
                  <a:pt x="411" y="5"/>
                  <a:pt x="412" y="6"/>
                  <a:pt x="412" y="7"/>
                </a:cubicBezTo>
                <a:cubicBezTo>
                  <a:pt x="412" y="13"/>
                  <a:pt x="390" y="105"/>
                  <a:pt x="345" y="282"/>
                </a:cubicBezTo>
                <a:cubicBezTo>
                  <a:pt x="299" y="466"/>
                  <a:pt x="276" y="558"/>
                  <a:pt x="276" y="561"/>
                </a:cubicBezTo>
                <a:cubicBezTo>
                  <a:pt x="276" y="566"/>
                  <a:pt x="291" y="569"/>
                  <a:pt x="320" y="569"/>
                </a:cubicBezTo>
                <a:lnTo>
                  <a:pt x="344" y="569"/>
                </a:lnTo>
                <a:cubicBezTo>
                  <a:pt x="348" y="574"/>
                  <a:pt x="350" y="577"/>
                  <a:pt x="350" y="578"/>
                </a:cubicBezTo>
                <a:cubicBezTo>
                  <a:pt x="350" y="579"/>
                  <a:pt x="349" y="584"/>
                  <a:pt x="348" y="595"/>
                </a:cubicBezTo>
                <a:cubicBezTo>
                  <a:pt x="344" y="604"/>
                  <a:pt x="341" y="610"/>
                  <a:pt x="337" y="614"/>
                </a:cubicBezTo>
                <a:lnTo>
                  <a:pt x="324" y="614"/>
                </a:lnTo>
                <a:cubicBezTo>
                  <a:pt x="304" y="612"/>
                  <a:pt x="270" y="612"/>
                  <a:pt x="220" y="612"/>
                </a:cubicBezTo>
                <a:cubicBezTo>
                  <a:pt x="202" y="612"/>
                  <a:pt x="186" y="612"/>
                  <a:pt x="171" y="612"/>
                </a:cubicBezTo>
                <a:cubicBezTo>
                  <a:pt x="156" y="612"/>
                  <a:pt x="144" y="612"/>
                  <a:pt x="135" y="612"/>
                </a:cubicBezTo>
                <a:cubicBezTo>
                  <a:pt x="126" y="612"/>
                  <a:pt x="121" y="612"/>
                  <a:pt x="119" y="613"/>
                </a:cubicBezTo>
                <a:cubicBezTo>
                  <a:pt x="110" y="613"/>
                  <a:pt x="106" y="610"/>
                  <a:pt x="106" y="605"/>
                </a:cubicBezTo>
                <a:cubicBezTo>
                  <a:pt x="106" y="603"/>
                  <a:pt x="106" y="598"/>
                  <a:pt x="108" y="591"/>
                </a:cubicBezTo>
                <a:cubicBezTo>
                  <a:pt x="110" y="580"/>
                  <a:pt x="112" y="574"/>
                  <a:pt x="114" y="572"/>
                </a:cubicBezTo>
                <a:cubicBezTo>
                  <a:pt x="116" y="570"/>
                  <a:pt x="123" y="569"/>
                  <a:pt x="134" y="569"/>
                </a:cubicBezTo>
                <a:cubicBezTo>
                  <a:pt x="164" y="569"/>
                  <a:pt x="183" y="567"/>
                  <a:pt x="189" y="563"/>
                </a:cubicBezTo>
                <a:cubicBezTo>
                  <a:pt x="195" y="559"/>
                  <a:pt x="204" y="531"/>
                  <a:pt x="216" y="478"/>
                </a:cubicBezTo>
                <a:cubicBezTo>
                  <a:pt x="229" y="424"/>
                  <a:pt x="236" y="396"/>
                  <a:pt x="237" y="395"/>
                </a:cubicBezTo>
                <a:cubicBezTo>
                  <a:pt x="237" y="394"/>
                  <a:pt x="234" y="395"/>
                  <a:pt x="230" y="398"/>
                </a:cubicBezTo>
                <a:cubicBezTo>
                  <a:pt x="199" y="424"/>
                  <a:pt x="167" y="436"/>
                  <a:pt x="134" y="436"/>
                </a:cubicBezTo>
                <a:cubicBezTo>
                  <a:pt x="98" y="436"/>
                  <a:pt x="67" y="423"/>
                  <a:pt x="40" y="397"/>
                </a:cubicBezTo>
                <a:cubicBezTo>
                  <a:pt x="13" y="371"/>
                  <a:pt x="0" y="330"/>
                  <a:pt x="0" y="274"/>
                </a:cubicBezTo>
                <a:moveTo>
                  <a:pt x="307" y="112"/>
                </a:moveTo>
                <a:cubicBezTo>
                  <a:pt x="292" y="61"/>
                  <a:pt x="268" y="35"/>
                  <a:pt x="235" y="35"/>
                </a:cubicBezTo>
                <a:cubicBezTo>
                  <a:pt x="212" y="35"/>
                  <a:pt x="191" y="45"/>
                  <a:pt x="170" y="65"/>
                </a:cubicBezTo>
                <a:cubicBezTo>
                  <a:pt x="150" y="85"/>
                  <a:pt x="134" y="111"/>
                  <a:pt x="122" y="143"/>
                </a:cubicBezTo>
                <a:cubicBezTo>
                  <a:pt x="103" y="194"/>
                  <a:pt x="90" y="247"/>
                  <a:pt x="82" y="301"/>
                </a:cubicBezTo>
                <a:cubicBezTo>
                  <a:pt x="82" y="303"/>
                  <a:pt x="82" y="307"/>
                  <a:pt x="82" y="312"/>
                </a:cubicBezTo>
                <a:cubicBezTo>
                  <a:pt x="82" y="317"/>
                  <a:pt x="82" y="321"/>
                  <a:pt x="81" y="324"/>
                </a:cubicBezTo>
                <a:cubicBezTo>
                  <a:pt x="81" y="352"/>
                  <a:pt x="87" y="372"/>
                  <a:pt x="99" y="383"/>
                </a:cubicBezTo>
                <a:cubicBezTo>
                  <a:pt x="110" y="394"/>
                  <a:pt x="124" y="400"/>
                  <a:pt x="140" y="401"/>
                </a:cubicBezTo>
                <a:cubicBezTo>
                  <a:pt x="175" y="401"/>
                  <a:pt x="211" y="378"/>
                  <a:pt x="247" y="331"/>
                </a:cubicBezTo>
                <a:lnTo>
                  <a:pt x="255" y="321"/>
                </a:lnTo>
                <a:lnTo>
                  <a:pt x="307" y="112"/>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187" name=""/>
          <p:cNvSpPr/>
          <p:nvPr/>
        </p:nvSpPr>
        <p:spPr>
          <a:xfrm>
            <a:off x="573840" y="3159000"/>
            <a:ext cx="83160" cy="347400"/>
          </a:xfrm>
          <a:custGeom>
            <a:avLst/>
            <a:gdLst/>
            <a:ahLst/>
            <a:rect l="0" t="0" r="r" b="b"/>
            <a:pathLst>
              <a:path w="231" h="965">
                <a:moveTo>
                  <a:pt x="0" y="483"/>
                </a:moveTo>
                <a:cubicBezTo>
                  <a:pt x="0" y="438"/>
                  <a:pt x="3" y="396"/>
                  <a:pt x="9" y="356"/>
                </a:cubicBezTo>
                <a:cubicBezTo>
                  <a:pt x="16" y="316"/>
                  <a:pt x="23" y="281"/>
                  <a:pt x="31" y="252"/>
                </a:cubicBezTo>
                <a:cubicBezTo>
                  <a:pt x="40" y="223"/>
                  <a:pt x="52" y="195"/>
                  <a:pt x="67" y="168"/>
                </a:cubicBezTo>
                <a:cubicBezTo>
                  <a:pt x="83" y="140"/>
                  <a:pt x="95" y="118"/>
                  <a:pt x="104" y="103"/>
                </a:cubicBezTo>
                <a:cubicBezTo>
                  <a:pt x="113" y="88"/>
                  <a:pt x="126" y="71"/>
                  <a:pt x="145" y="53"/>
                </a:cubicBezTo>
                <a:cubicBezTo>
                  <a:pt x="163" y="35"/>
                  <a:pt x="174" y="24"/>
                  <a:pt x="177" y="20"/>
                </a:cubicBezTo>
                <a:cubicBezTo>
                  <a:pt x="180" y="16"/>
                  <a:pt x="188" y="10"/>
                  <a:pt x="201" y="0"/>
                </a:cubicBezTo>
                <a:lnTo>
                  <a:pt x="214" y="0"/>
                </a:lnTo>
                <a:lnTo>
                  <a:pt x="218" y="0"/>
                </a:lnTo>
                <a:cubicBezTo>
                  <a:pt x="227" y="0"/>
                  <a:pt x="231" y="3"/>
                  <a:pt x="231" y="9"/>
                </a:cubicBezTo>
                <a:cubicBezTo>
                  <a:pt x="231" y="11"/>
                  <a:pt x="226" y="17"/>
                  <a:pt x="215" y="29"/>
                </a:cubicBezTo>
                <a:cubicBezTo>
                  <a:pt x="204" y="40"/>
                  <a:pt x="191" y="57"/>
                  <a:pt x="175" y="80"/>
                </a:cubicBezTo>
                <a:cubicBezTo>
                  <a:pt x="160" y="102"/>
                  <a:pt x="144" y="130"/>
                  <a:pt x="127" y="163"/>
                </a:cubicBezTo>
                <a:cubicBezTo>
                  <a:pt x="111" y="196"/>
                  <a:pt x="97" y="240"/>
                  <a:pt x="86" y="296"/>
                </a:cubicBezTo>
                <a:cubicBezTo>
                  <a:pt x="75" y="352"/>
                  <a:pt x="70" y="415"/>
                  <a:pt x="70" y="483"/>
                </a:cubicBezTo>
                <a:cubicBezTo>
                  <a:pt x="70" y="551"/>
                  <a:pt x="75" y="613"/>
                  <a:pt x="86" y="668"/>
                </a:cubicBezTo>
                <a:cubicBezTo>
                  <a:pt x="97" y="723"/>
                  <a:pt x="111" y="768"/>
                  <a:pt x="126" y="802"/>
                </a:cubicBezTo>
                <a:cubicBezTo>
                  <a:pt x="142" y="836"/>
                  <a:pt x="158" y="863"/>
                  <a:pt x="174" y="885"/>
                </a:cubicBezTo>
                <a:cubicBezTo>
                  <a:pt x="190" y="906"/>
                  <a:pt x="204" y="923"/>
                  <a:pt x="215" y="936"/>
                </a:cubicBezTo>
                <a:cubicBezTo>
                  <a:pt x="226" y="949"/>
                  <a:pt x="231" y="955"/>
                  <a:pt x="231" y="956"/>
                </a:cubicBezTo>
                <a:cubicBezTo>
                  <a:pt x="231" y="962"/>
                  <a:pt x="226" y="965"/>
                  <a:pt x="217" y="965"/>
                </a:cubicBezTo>
                <a:lnTo>
                  <a:pt x="214" y="965"/>
                </a:lnTo>
                <a:lnTo>
                  <a:pt x="201" y="965"/>
                </a:lnTo>
                <a:lnTo>
                  <a:pt x="174" y="942"/>
                </a:lnTo>
                <a:cubicBezTo>
                  <a:pt x="113" y="887"/>
                  <a:pt x="69" y="819"/>
                  <a:pt x="41" y="737"/>
                </a:cubicBezTo>
                <a:cubicBezTo>
                  <a:pt x="13" y="656"/>
                  <a:pt x="0" y="571"/>
                  <a:pt x="0" y="483"/>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188" name=""/>
          <p:cNvSpPr/>
          <p:nvPr/>
        </p:nvSpPr>
        <p:spPr>
          <a:xfrm>
            <a:off x="683280" y="3265200"/>
            <a:ext cx="196560" cy="154440"/>
          </a:xfrm>
          <a:custGeom>
            <a:avLst/>
            <a:gdLst/>
            <a:ahLst/>
            <a:rect l="0" t="0" r="r" b="b"/>
            <a:pathLst>
              <a:path w="546" h="429">
                <a:moveTo>
                  <a:pt x="200" y="429"/>
                </a:moveTo>
                <a:cubicBezTo>
                  <a:pt x="190" y="427"/>
                  <a:pt x="156" y="426"/>
                  <a:pt x="98" y="426"/>
                </a:cubicBezTo>
                <a:cubicBezTo>
                  <a:pt x="46" y="426"/>
                  <a:pt x="16" y="427"/>
                  <a:pt x="8" y="429"/>
                </a:cubicBezTo>
                <a:lnTo>
                  <a:pt x="0" y="429"/>
                </a:lnTo>
                <a:lnTo>
                  <a:pt x="0" y="369"/>
                </a:lnTo>
                <a:lnTo>
                  <a:pt x="94" y="369"/>
                </a:lnTo>
                <a:lnTo>
                  <a:pt x="217" y="223"/>
                </a:lnTo>
                <a:lnTo>
                  <a:pt x="86" y="60"/>
                </a:lnTo>
                <a:lnTo>
                  <a:pt x="5" y="60"/>
                </a:lnTo>
                <a:lnTo>
                  <a:pt x="5" y="0"/>
                </a:lnTo>
                <a:lnTo>
                  <a:pt x="14" y="0"/>
                </a:lnTo>
                <a:cubicBezTo>
                  <a:pt x="23" y="2"/>
                  <a:pt x="58" y="3"/>
                  <a:pt x="119" y="3"/>
                </a:cubicBezTo>
                <a:cubicBezTo>
                  <a:pt x="186" y="3"/>
                  <a:pt x="225" y="2"/>
                  <a:pt x="236" y="0"/>
                </a:cubicBezTo>
                <a:lnTo>
                  <a:pt x="245" y="0"/>
                </a:lnTo>
                <a:lnTo>
                  <a:pt x="245" y="60"/>
                </a:lnTo>
                <a:lnTo>
                  <a:pt x="218" y="60"/>
                </a:lnTo>
                <a:lnTo>
                  <a:pt x="252" y="101"/>
                </a:lnTo>
                <a:cubicBezTo>
                  <a:pt x="274" y="129"/>
                  <a:pt x="285" y="142"/>
                  <a:pt x="286" y="142"/>
                </a:cubicBezTo>
                <a:cubicBezTo>
                  <a:pt x="288" y="142"/>
                  <a:pt x="300" y="128"/>
                  <a:pt x="322" y="99"/>
                </a:cubicBezTo>
                <a:lnTo>
                  <a:pt x="356" y="60"/>
                </a:lnTo>
                <a:lnTo>
                  <a:pt x="320" y="60"/>
                </a:lnTo>
                <a:lnTo>
                  <a:pt x="320" y="0"/>
                </a:lnTo>
                <a:lnTo>
                  <a:pt x="328" y="0"/>
                </a:lnTo>
                <a:cubicBezTo>
                  <a:pt x="338" y="2"/>
                  <a:pt x="372" y="3"/>
                  <a:pt x="430" y="3"/>
                </a:cubicBezTo>
                <a:cubicBezTo>
                  <a:pt x="482" y="3"/>
                  <a:pt x="512" y="2"/>
                  <a:pt x="520" y="0"/>
                </a:cubicBezTo>
                <a:lnTo>
                  <a:pt x="526" y="0"/>
                </a:lnTo>
                <a:lnTo>
                  <a:pt x="526" y="60"/>
                </a:lnTo>
                <a:lnTo>
                  <a:pt x="435" y="60"/>
                </a:lnTo>
                <a:lnTo>
                  <a:pt x="323" y="192"/>
                </a:lnTo>
                <a:lnTo>
                  <a:pt x="467" y="368"/>
                </a:lnTo>
                <a:lnTo>
                  <a:pt x="506" y="369"/>
                </a:lnTo>
                <a:lnTo>
                  <a:pt x="546" y="369"/>
                </a:lnTo>
                <a:lnTo>
                  <a:pt x="546" y="429"/>
                </a:lnTo>
                <a:lnTo>
                  <a:pt x="538" y="429"/>
                </a:lnTo>
                <a:cubicBezTo>
                  <a:pt x="528" y="427"/>
                  <a:pt x="493" y="426"/>
                  <a:pt x="433" y="426"/>
                </a:cubicBezTo>
                <a:cubicBezTo>
                  <a:pt x="366" y="426"/>
                  <a:pt x="327" y="427"/>
                  <a:pt x="315" y="429"/>
                </a:cubicBezTo>
                <a:lnTo>
                  <a:pt x="307" y="429"/>
                </a:lnTo>
                <a:lnTo>
                  <a:pt x="307" y="369"/>
                </a:lnTo>
                <a:lnTo>
                  <a:pt x="334" y="369"/>
                </a:lnTo>
                <a:cubicBezTo>
                  <a:pt x="334" y="368"/>
                  <a:pt x="321" y="352"/>
                  <a:pt x="295" y="321"/>
                </a:cubicBezTo>
                <a:cubicBezTo>
                  <a:pt x="269" y="289"/>
                  <a:pt x="256" y="273"/>
                  <a:pt x="256" y="272"/>
                </a:cubicBezTo>
                <a:lnTo>
                  <a:pt x="172" y="368"/>
                </a:lnTo>
                <a:lnTo>
                  <a:pt x="190" y="369"/>
                </a:lnTo>
                <a:lnTo>
                  <a:pt x="207" y="369"/>
                </a:lnTo>
                <a:lnTo>
                  <a:pt x="207" y="429"/>
                </a:lnTo>
                <a:lnTo>
                  <a:pt x="200" y="429"/>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189" name=""/>
          <p:cNvSpPr/>
          <p:nvPr/>
        </p:nvSpPr>
        <p:spPr>
          <a:xfrm>
            <a:off x="902880" y="3317760"/>
            <a:ext cx="76680" cy="156600"/>
          </a:xfrm>
          <a:custGeom>
            <a:avLst/>
            <a:gdLst/>
            <a:ahLst/>
            <a:rect l="0" t="0" r="r" b="b"/>
            <a:pathLst>
              <a:path w="213" h="435">
                <a:moveTo>
                  <a:pt x="4" y="165"/>
                </a:moveTo>
                <a:cubicBezTo>
                  <a:pt x="1" y="162"/>
                  <a:pt x="0" y="159"/>
                  <a:pt x="0" y="158"/>
                </a:cubicBezTo>
                <a:cubicBezTo>
                  <a:pt x="0" y="156"/>
                  <a:pt x="0" y="153"/>
                  <a:pt x="2" y="147"/>
                </a:cubicBezTo>
                <a:cubicBezTo>
                  <a:pt x="3" y="142"/>
                  <a:pt x="4" y="139"/>
                  <a:pt x="5" y="138"/>
                </a:cubicBezTo>
                <a:cubicBezTo>
                  <a:pt x="6" y="135"/>
                  <a:pt x="8" y="134"/>
                  <a:pt x="11" y="134"/>
                </a:cubicBezTo>
                <a:cubicBezTo>
                  <a:pt x="14" y="134"/>
                  <a:pt x="26" y="134"/>
                  <a:pt x="46" y="134"/>
                </a:cubicBezTo>
                <a:lnTo>
                  <a:pt x="82" y="134"/>
                </a:lnTo>
                <a:lnTo>
                  <a:pt x="95" y="78"/>
                </a:lnTo>
                <a:cubicBezTo>
                  <a:pt x="96" y="73"/>
                  <a:pt x="98" y="67"/>
                  <a:pt x="100" y="58"/>
                </a:cubicBezTo>
                <a:cubicBezTo>
                  <a:pt x="102" y="50"/>
                  <a:pt x="103" y="44"/>
                  <a:pt x="105" y="41"/>
                </a:cubicBezTo>
                <a:cubicBezTo>
                  <a:pt x="106" y="37"/>
                  <a:pt x="107" y="32"/>
                  <a:pt x="109" y="27"/>
                </a:cubicBezTo>
                <a:cubicBezTo>
                  <a:pt x="110" y="22"/>
                  <a:pt x="112" y="18"/>
                  <a:pt x="114" y="15"/>
                </a:cubicBezTo>
                <a:cubicBezTo>
                  <a:pt x="116" y="13"/>
                  <a:pt x="119" y="10"/>
                  <a:pt x="121" y="7"/>
                </a:cubicBezTo>
                <a:cubicBezTo>
                  <a:pt x="123" y="4"/>
                  <a:pt x="126" y="2"/>
                  <a:pt x="132" y="1"/>
                </a:cubicBezTo>
                <a:cubicBezTo>
                  <a:pt x="136" y="0"/>
                  <a:pt x="140" y="0"/>
                  <a:pt x="144" y="0"/>
                </a:cubicBezTo>
                <a:cubicBezTo>
                  <a:pt x="152" y="0"/>
                  <a:pt x="158" y="3"/>
                  <a:pt x="161" y="7"/>
                </a:cubicBezTo>
                <a:cubicBezTo>
                  <a:pt x="164" y="12"/>
                  <a:pt x="166" y="16"/>
                  <a:pt x="166" y="20"/>
                </a:cubicBezTo>
                <a:cubicBezTo>
                  <a:pt x="166" y="23"/>
                  <a:pt x="164" y="34"/>
                  <a:pt x="159" y="52"/>
                </a:cubicBezTo>
                <a:cubicBezTo>
                  <a:pt x="155" y="70"/>
                  <a:pt x="151" y="88"/>
                  <a:pt x="146" y="106"/>
                </a:cubicBezTo>
                <a:lnTo>
                  <a:pt x="139" y="132"/>
                </a:lnTo>
                <a:cubicBezTo>
                  <a:pt x="139" y="133"/>
                  <a:pt x="150" y="134"/>
                  <a:pt x="173" y="134"/>
                </a:cubicBezTo>
                <a:lnTo>
                  <a:pt x="208" y="134"/>
                </a:lnTo>
                <a:cubicBezTo>
                  <a:pt x="211" y="137"/>
                  <a:pt x="213" y="139"/>
                  <a:pt x="213" y="141"/>
                </a:cubicBezTo>
                <a:cubicBezTo>
                  <a:pt x="213" y="151"/>
                  <a:pt x="210" y="159"/>
                  <a:pt x="204" y="165"/>
                </a:cubicBezTo>
                <a:lnTo>
                  <a:pt x="131" y="165"/>
                </a:lnTo>
                <a:lnTo>
                  <a:pt x="105" y="264"/>
                </a:lnTo>
                <a:cubicBezTo>
                  <a:pt x="88" y="336"/>
                  <a:pt x="79" y="375"/>
                  <a:pt x="79" y="381"/>
                </a:cubicBezTo>
                <a:cubicBezTo>
                  <a:pt x="79" y="400"/>
                  <a:pt x="85" y="410"/>
                  <a:pt x="97" y="410"/>
                </a:cubicBezTo>
                <a:cubicBezTo>
                  <a:pt x="113" y="410"/>
                  <a:pt x="128" y="402"/>
                  <a:pt x="144" y="386"/>
                </a:cubicBezTo>
                <a:cubicBezTo>
                  <a:pt x="159" y="371"/>
                  <a:pt x="172" y="352"/>
                  <a:pt x="181" y="329"/>
                </a:cubicBezTo>
                <a:cubicBezTo>
                  <a:pt x="182" y="326"/>
                  <a:pt x="183" y="325"/>
                  <a:pt x="184" y="324"/>
                </a:cubicBezTo>
                <a:cubicBezTo>
                  <a:pt x="185" y="324"/>
                  <a:pt x="189" y="323"/>
                  <a:pt x="194" y="323"/>
                </a:cubicBezTo>
                <a:lnTo>
                  <a:pt x="197" y="323"/>
                </a:lnTo>
                <a:cubicBezTo>
                  <a:pt x="204" y="323"/>
                  <a:pt x="207" y="325"/>
                  <a:pt x="207" y="328"/>
                </a:cubicBezTo>
                <a:cubicBezTo>
                  <a:pt x="207" y="330"/>
                  <a:pt x="206" y="333"/>
                  <a:pt x="205" y="337"/>
                </a:cubicBezTo>
                <a:cubicBezTo>
                  <a:pt x="203" y="344"/>
                  <a:pt x="199" y="353"/>
                  <a:pt x="193" y="363"/>
                </a:cubicBezTo>
                <a:cubicBezTo>
                  <a:pt x="187" y="373"/>
                  <a:pt x="179" y="383"/>
                  <a:pt x="170" y="395"/>
                </a:cubicBezTo>
                <a:cubicBezTo>
                  <a:pt x="160" y="406"/>
                  <a:pt x="149" y="415"/>
                  <a:pt x="135" y="423"/>
                </a:cubicBezTo>
                <a:cubicBezTo>
                  <a:pt x="120" y="431"/>
                  <a:pt x="106" y="435"/>
                  <a:pt x="92" y="435"/>
                </a:cubicBezTo>
                <a:cubicBezTo>
                  <a:pt x="79" y="435"/>
                  <a:pt x="66" y="431"/>
                  <a:pt x="54" y="425"/>
                </a:cubicBezTo>
                <a:cubicBezTo>
                  <a:pt x="41" y="418"/>
                  <a:pt x="32" y="406"/>
                  <a:pt x="27" y="389"/>
                </a:cubicBezTo>
                <a:cubicBezTo>
                  <a:pt x="26" y="385"/>
                  <a:pt x="26" y="379"/>
                  <a:pt x="26" y="371"/>
                </a:cubicBezTo>
                <a:lnTo>
                  <a:pt x="26" y="358"/>
                </a:lnTo>
                <a:lnTo>
                  <a:pt x="49" y="263"/>
                </a:lnTo>
                <a:cubicBezTo>
                  <a:pt x="65" y="199"/>
                  <a:pt x="74" y="167"/>
                  <a:pt x="74" y="166"/>
                </a:cubicBezTo>
                <a:cubicBezTo>
                  <a:pt x="74" y="165"/>
                  <a:pt x="62" y="165"/>
                  <a:pt x="39" y="165"/>
                </a:cubicBezTo>
                <a:lnTo>
                  <a:pt x="4" y="165"/>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190" name=""/>
          <p:cNvSpPr/>
          <p:nvPr/>
        </p:nvSpPr>
        <p:spPr>
          <a:xfrm>
            <a:off x="1045440" y="3159000"/>
            <a:ext cx="14040" cy="347040"/>
          </a:xfrm>
          <a:custGeom>
            <a:avLst/>
            <a:gdLst/>
            <a:ahLst/>
            <a:rect l="0" t="0" r="r" b="b"/>
            <a:pathLst>
              <a:path w="39" h="964">
                <a:moveTo>
                  <a:pt x="20" y="964"/>
                </a:moveTo>
                <a:lnTo>
                  <a:pt x="18" y="964"/>
                </a:lnTo>
                <a:cubicBezTo>
                  <a:pt x="10" y="964"/>
                  <a:pt x="5" y="960"/>
                  <a:pt x="0" y="951"/>
                </a:cubicBezTo>
                <a:lnTo>
                  <a:pt x="0" y="482"/>
                </a:lnTo>
                <a:lnTo>
                  <a:pt x="1" y="13"/>
                </a:lnTo>
                <a:cubicBezTo>
                  <a:pt x="8" y="5"/>
                  <a:pt x="14" y="0"/>
                  <a:pt x="20" y="0"/>
                </a:cubicBezTo>
                <a:cubicBezTo>
                  <a:pt x="28" y="0"/>
                  <a:pt x="35" y="5"/>
                  <a:pt x="39" y="15"/>
                </a:cubicBezTo>
                <a:lnTo>
                  <a:pt x="39" y="951"/>
                </a:lnTo>
                <a:cubicBezTo>
                  <a:pt x="34" y="960"/>
                  <a:pt x="28" y="964"/>
                  <a:pt x="22" y="964"/>
                </a:cubicBezTo>
                <a:lnTo>
                  <a:pt x="20" y="964"/>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191" name=""/>
          <p:cNvSpPr/>
          <p:nvPr/>
        </p:nvSpPr>
        <p:spPr>
          <a:xfrm>
            <a:off x="1107720" y="3265200"/>
            <a:ext cx="196560" cy="154440"/>
          </a:xfrm>
          <a:custGeom>
            <a:avLst/>
            <a:gdLst/>
            <a:ahLst/>
            <a:rect l="0" t="0" r="r" b="b"/>
            <a:pathLst>
              <a:path w="546" h="429">
                <a:moveTo>
                  <a:pt x="199" y="429"/>
                </a:moveTo>
                <a:cubicBezTo>
                  <a:pt x="189" y="427"/>
                  <a:pt x="155" y="426"/>
                  <a:pt x="97" y="426"/>
                </a:cubicBezTo>
                <a:cubicBezTo>
                  <a:pt x="44" y="426"/>
                  <a:pt x="15" y="427"/>
                  <a:pt x="7" y="429"/>
                </a:cubicBezTo>
                <a:lnTo>
                  <a:pt x="0" y="429"/>
                </a:lnTo>
                <a:lnTo>
                  <a:pt x="0" y="369"/>
                </a:lnTo>
                <a:lnTo>
                  <a:pt x="93" y="369"/>
                </a:lnTo>
                <a:lnTo>
                  <a:pt x="216" y="223"/>
                </a:lnTo>
                <a:lnTo>
                  <a:pt x="85" y="60"/>
                </a:lnTo>
                <a:lnTo>
                  <a:pt x="5" y="60"/>
                </a:lnTo>
                <a:lnTo>
                  <a:pt x="5" y="0"/>
                </a:lnTo>
                <a:lnTo>
                  <a:pt x="13" y="0"/>
                </a:lnTo>
                <a:cubicBezTo>
                  <a:pt x="22" y="2"/>
                  <a:pt x="57" y="3"/>
                  <a:pt x="118" y="3"/>
                </a:cubicBezTo>
                <a:cubicBezTo>
                  <a:pt x="185" y="3"/>
                  <a:pt x="224" y="2"/>
                  <a:pt x="235" y="0"/>
                </a:cubicBezTo>
                <a:lnTo>
                  <a:pt x="244" y="0"/>
                </a:lnTo>
                <a:lnTo>
                  <a:pt x="244" y="60"/>
                </a:lnTo>
                <a:lnTo>
                  <a:pt x="217" y="60"/>
                </a:lnTo>
                <a:lnTo>
                  <a:pt x="251" y="101"/>
                </a:lnTo>
                <a:cubicBezTo>
                  <a:pt x="273" y="129"/>
                  <a:pt x="284" y="142"/>
                  <a:pt x="284" y="142"/>
                </a:cubicBezTo>
                <a:cubicBezTo>
                  <a:pt x="287" y="142"/>
                  <a:pt x="299" y="128"/>
                  <a:pt x="321" y="99"/>
                </a:cubicBezTo>
                <a:lnTo>
                  <a:pt x="355" y="60"/>
                </a:lnTo>
                <a:lnTo>
                  <a:pt x="319" y="60"/>
                </a:lnTo>
                <a:lnTo>
                  <a:pt x="319" y="0"/>
                </a:lnTo>
                <a:lnTo>
                  <a:pt x="327" y="0"/>
                </a:lnTo>
                <a:cubicBezTo>
                  <a:pt x="337" y="2"/>
                  <a:pt x="371" y="3"/>
                  <a:pt x="429" y="3"/>
                </a:cubicBezTo>
                <a:cubicBezTo>
                  <a:pt x="482" y="3"/>
                  <a:pt x="512" y="2"/>
                  <a:pt x="520" y="0"/>
                </a:cubicBezTo>
                <a:lnTo>
                  <a:pt x="526" y="0"/>
                </a:lnTo>
                <a:lnTo>
                  <a:pt x="526" y="60"/>
                </a:lnTo>
                <a:lnTo>
                  <a:pt x="434" y="60"/>
                </a:lnTo>
                <a:lnTo>
                  <a:pt x="322" y="192"/>
                </a:lnTo>
                <a:lnTo>
                  <a:pt x="467" y="368"/>
                </a:lnTo>
                <a:lnTo>
                  <a:pt x="506" y="369"/>
                </a:lnTo>
                <a:lnTo>
                  <a:pt x="546" y="369"/>
                </a:lnTo>
                <a:lnTo>
                  <a:pt x="546" y="429"/>
                </a:lnTo>
                <a:lnTo>
                  <a:pt x="538" y="429"/>
                </a:lnTo>
                <a:cubicBezTo>
                  <a:pt x="528" y="427"/>
                  <a:pt x="493" y="426"/>
                  <a:pt x="432" y="426"/>
                </a:cubicBezTo>
                <a:cubicBezTo>
                  <a:pt x="365" y="426"/>
                  <a:pt x="326" y="427"/>
                  <a:pt x="314" y="429"/>
                </a:cubicBezTo>
                <a:lnTo>
                  <a:pt x="306" y="429"/>
                </a:lnTo>
                <a:lnTo>
                  <a:pt x="306" y="369"/>
                </a:lnTo>
                <a:lnTo>
                  <a:pt x="333" y="369"/>
                </a:lnTo>
                <a:cubicBezTo>
                  <a:pt x="333" y="368"/>
                  <a:pt x="320" y="352"/>
                  <a:pt x="294" y="321"/>
                </a:cubicBezTo>
                <a:cubicBezTo>
                  <a:pt x="268" y="289"/>
                  <a:pt x="255" y="273"/>
                  <a:pt x="255" y="272"/>
                </a:cubicBezTo>
                <a:lnTo>
                  <a:pt x="171" y="368"/>
                </a:lnTo>
                <a:lnTo>
                  <a:pt x="189" y="369"/>
                </a:lnTo>
                <a:lnTo>
                  <a:pt x="206" y="369"/>
                </a:lnTo>
                <a:lnTo>
                  <a:pt x="206" y="429"/>
                </a:lnTo>
                <a:lnTo>
                  <a:pt x="199" y="429"/>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192" name=""/>
          <p:cNvSpPr/>
          <p:nvPr/>
        </p:nvSpPr>
        <p:spPr>
          <a:xfrm>
            <a:off x="1332000" y="3307680"/>
            <a:ext cx="103680" cy="169200"/>
          </a:xfrm>
          <a:custGeom>
            <a:avLst/>
            <a:gdLst/>
            <a:ahLst/>
            <a:rect l="0" t="0" r="r" b="b"/>
            <a:pathLst>
              <a:path w="288" h="470">
                <a:moveTo>
                  <a:pt x="39" y="56"/>
                </a:moveTo>
                <a:cubicBezTo>
                  <a:pt x="65" y="19"/>
                  <a:pt x="99" y="0"/>
                  <a:pt x="143" y="0"/>
                </a:cubicBezTo>
                <a:cubicBezTo>
                  <a:pt x="166" y="0"/>
                  <a:pt x="188" y="6"/>
                  <a:pt x="210" y="18"/>
                </a:cubicBezTo>
                <a:cubicBezTo>
                  <a:pt x="232" y="30"/>
                  <a:pt x="249" y="51"/>
                  <a:pt x="263" y="81"/>
                </a:cubicBezTo>
                <a:cubicBezTo>
                  <a:pt x="280" y="119"/>
                  <a:pt x="288" y="170"/>
                  <a:pt x="288" y="236"/>
                </a:cubicBezTo>
                <a:cubicBezTo>
                  <a:pt x="288" y="307"/>
                  <a:pt x="278" y="360"/>
                  <a:pt x="259" y="398"/>
                </a:cubicBezTo>
                <a:cubicBezTo>
                  <a:pt x="250" y="418"/>
                  <a:pt x="237" y="433"/>
                  <a:pt x="221" y="444"/>
                </a:cubicBezTo>
                <a:cubicBezTo>
                  <a:pt x="205" y="456"/>
                  <a:pt x="192" y="463"/>
                  <a:pt x="180" y="465"/>
                </a:cubicBezTo>
                <a:cubicBezTo>
                  <a:pt x="168" y="468"/>
                  <a:pt x="155" y="470"/>
                  <a:pt x="144" y="470"/>
                </a:cubicBezTo>
                <a:cubicBezTo>
                  <a:pt x="132" y="470"/>
                  <a:pt x="120" y="469"/>
                  <a:pt x="109" y="466"/>
                </a:cubicBezTo>
                <a:cubicBezTo>
                  <a:pt x="97" y="463"/>
                  <a:pt x="83" y="456"/>
                  <a:pt x="67" y="444"/>
                </a:cubicBezTo>
                <a:cubicBezTo>
                  <a:pt x="51" y="433"/>
                  <a:pt x="39" y="417"/>
                  <a:pt x="30" y="398"/>
                </a:cubicBezTo>
                <a:cubicBezTo>
                  <a:pt x="10" y="360"/>
                  <a:pt x="0" y="307"/>
                  <a:pt x="0" y="236"/>
                </a:cubicBezTo>
                <a:cubicBezTo>
                  <a:pt x="0" y="157"/>
                  <a:pt x="13" y="97"/>
                  <a:pt x="39" y="56"/>
                </a:cubicBezTo>
                <a:moveTo>
                  <a:pt x="193" y="47"/>
                </a:moveTo>
                <a:cubicBezTo>
                  <a:pt x="180" y="33"/>
                  <a:pt x="164" y="26"/>
                  <a:pt x="144" y="26"/>
                </a:cubicBezTo>
                <a:cubicBezTo>
                  <a:pt x="125" y="26"/>
                  <a:pt x="109" y="33"/>
                  <a:pt x="95" y="47"/>
                </a:cubicBezTo>
                <a:cubicBezTo>
                  <a:pt x="84" y="59"/>
                  <a:pt x="76" y="76"/>
                  <a:pt x="73" y="97"/>
                </a:cubicBezTo>
                <a:cubicBezTo>
                  <a:pt x="69" y="117"/>
                  <a:pt x="67" y="161"/>
                  <a:pt x="67" y="227"/>
                </a:cubicBezTo>
                <a:cubicBezTo>
                  <a:pt x="67" y="299"/>
                  <a:pt x="69" y="346"/>
                  <a:pt x="73" y="369"/>
                </a:cubicBezTo>
                <a:cubicBezTo>
                  <a:pt x="76" y="392"/>
                  <a:pt x="84" y="411"/>
                  <a:pt x="97" y="424"/>
                </a:cubicBezTo>
                <a:cubicBezTo>
                  <a:pt x="110" y="438"/>
                  <a:pt x="125" y="444"/>
                  <a:pt x="144" y="444"/>
                </a:cubicBezTo>
                <a:cubicBezTo>
                  <a:pt x="163" y="444"/>
                  <a:pt x="179" y="438"/>
                  <a:pt x="191" y="424"/>
                </a:cubicBezTo>
                <a:cubicBezTo>
                  <a:pt x="205" y="410"/>
                  <a:pt x="213" y="390"/>
                  <a:pt x="216" y="366"/>
                </a:cubicBezTo>
                <a:cubicBezTo>
                  <a:pt x="219" y="341"/>
                  <a:pt x="221" y="295"/>
                  <a:pt x="221" y="227"/>
                </a:cubicBezTo>
                <a:cubicBezTo>
                  <a:pt x="221" y="162"/>
                  <a:pt x="220" y="118"/>
                  <a:pt x="216" y="97"/>
                </a:cubicBezTo>
                <a:cubicBezTo>
                  <a:pt x="212" y="76"/>
                  <a:pt x="205" y="60"/>
                  <a:pt x="193" y="47"/>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193" name=""/>
          <p:cNvSpPr/>
          <p:nvPr/>
        </p:nvSpPr>
        <p:spPr>
          <a:xfrm>
            <a:off x="1481760" y="3159000"/>
            <a:ext cx="83160" cy="347400"/>
          </a:xfrm>
          <a:custGeom>
            <a:avLst/>
            <a:gdLst/>
            <a:ahLst/>
            <a:rect l="0" t="0" r="r" b="b"/>
            <a:pathLst>
              <a:path w="231" h="965">
                <a:moveTo>
                  <a:pt x="4" y="1"/>
                </a:moveTo>
                <a:lnTo>
                  <a:pt x="8" y="0"/>
                </a:lnTo>
                <a:cubicBezTo>
                  <a:pt x="11" y="0"/>
                  <a:pt x="15" y="0"/>
                  <a:pt x="18" y="0"/>
                </a:cubicBezTo>
                <a:lnTo>
                  <a:pt x="29" y="0"/>
                </a:lnTo>
                <a:lnTo>
                  <a:pt x="56" y="23"/>
                </a:lnTo>
                <a:cubicBezTo>
                  <a:pt x="117" y="78"/>
                  <a:pt x="162" y="146"/>
                  <a:pt x="189" y="227"/>
                </a:cubicBezTo>
                <a:cubicBezTo>
                  <a:pt x="217" y="309"/>
                  <a:pt x="231" y="395"/>
                  <a:pt x="231" y="483"/>
                </a:cubicBezTo>
                <a:cubicBezTo>
                  <a:pt x="231" y="526"/>
                  <a:pt x="228" y="569"/>
                  <a:pt x="221" y="609"/>
                </a:cubicBezTo>
                <a:cubicBezTo>
                  <a:pt x="215" y="650"/>
                  <a:pt x="207" y="684"/>
                  <a:pt x="199" y="712"/>
                </a:cubicBezTo>
                <a:cubicBezTo>
                  <a:pt x="191" y="740"/>
                  <a:pt x="179" y="769"/>
                  <a:pt x="163" y="797"/>
                </a:cubicBezTo>
                <a:cubicBezTo>
                  <a:pt x="148" y="825"/>
                  <a:pt x="135" y="847"/>
                  <a:pt x="126" y="862"/>
                </a:cubicBezTo>
                <a:cubicBezTo>
                  <a:pt x="117" y="876"/>
                  <a:pt x="104" y="893"/>
                  <a:pt x="86" y="911"/>
                </a:cubicBezTo>
                <a:cubicBezTo>
                  <a:pt x="69" y="929"/>
                  <a:pt x="59" y="939"/>
                  <a:pt x="55" y="942"/>
                </a:cubicBezTo>
                <a:cubicBezTo>
                  <a:pt x="52" y="946"/>
                  <a:pt x="45" y="952"/>
                  <a:pt x="33" y="961"/>
                </a:cubicBezTo>
                <a:cubicBezTo>
                  <a:pt x="31" y="963"/>
                  <a:pt x="30" y="964"/>
                  <a:pt x="29" y="965"/>
                </a:cubicBezTo>
                <a:lnTo>
                  <a:pt x="18" y="965"/>
                </a:lnTo>
                <a:cubicBezTo>
                  <a:pt x="13" y="965"/>
                  <a:pt x="9" y="965"/>
                  <a:pt x="7" y="965"/>
                </a:cubicBezTo>
                <a:cubicBezTo>
                  <a:pt x="5" y="965"/>
                  <a:pt x="4" y="964"/>
                  <a:pt x="2" y="962"/>
                </a:cubicBezTo>
                <a:cubicBezTo>
                  <a:pt x="1" y="960"/>
                  <a:pt x="0" y="957"/>
                  <a:pt x="0" y="953"/>
                </a:cubicBezTo>
                <a:cubicBezTo>
                  <a:pt x="0" y="952"/>
                  <a:pt x="4" y="948"/>
                  <a:pt x="10" y="941"/>
                </a:cubicBezTo>
                <a:cubicBezTo>
                  <a:pt x="110" y="837"/>
                  <a:pt x="161" y="685"/>
                  <a:pt x="161" y="483"/>
                </a:cubicBezTo>
                <a:cubicBezTo>
                  <a:pt x="161" y="280"/>
                  <a:pt x="110" y="127"/>
                  <a:pt x="10" y="24"/>
                </a:cubicBezTo>
                <a:cubicBezTo>
                  <a:pt x="4" y="16"/>
                  <a:pt x="0" y="12"/>
                  <a:pt x="0" y="11"/>
                </a:cubicBezTo>
                <a:cubicBezTo>
                  <a:pt x="0" y="6"/>
                  <a:pt x="1" y="3"/>
                  <a:pt x="4" y="1"/>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194" name=""/>
          <p:cNvSpPr/>
          <p:nvPr/>
        </p:nvSpPr>
        <p:spPr>
          <a:xfrm>
            <a:off x="1713240" y="3291840"/>
            <a:ext cx="231480" cy="81720"/>
          </a:xfrm>
          <a:custGeom>
            <a:avLst/>
            <a:gdLst/>
            <a:ahLst/>
            <a:rect l="0" t="0" r="r" b="b"/>
            <a:pathLst>
              <a:path w="643" h="227">
                <a:moveTo>
                  <a:pt x="0" y="19"/>
                </a:moveTo>
                <a:cubicBezTo>
                  <a:pt x="0" y="11"/>
                  <a:pt x="5" y="5"/>
                  <a:pt x="14" y="0"/>
                </a:cubicBezTo>
                <a:lnTo>
                  <a:pt x="629" y="0"/>
                </a:lnTo>
                <a:cubicBezTo>
                  <a:pt x="638" y="5"/>
                  <a:pt x="643" y="12"/>
                  <a:pt x="643" y="19"/>
                </a:cubicBezTo>
                <a:cubicBezTo>
                  <a:pt x="643" y="26"/>
                  <a:pt x="639" y="32"/>
                  <a:pt x="630" y="38"/>
                </a:cubicBezTo>
                <a:lnTo>
                  <a:pt x="323" y="39"/>
                </a:lnTo>
                <a:lnTo>
                  <a:pt x="16" y="39"/>
                </a:lnTo>
                <a:cubicBezTo>
                  <a:pt x="5" y="35"/>
                  <a:pt x="0" y="29"/>
                  <a:pt x="0" y="19"/>
                </a:cubicBezTo>
                <a:moveTo>
                  <a:pt x="0" y="207"/>
                </a:moveTo>
                <a:cubicBezTo>
                  <a:pt x="0" y="198"/>
                  <a:pt x="5" y="190"/>
                  <a:pt x="16" y="187"/>
                </a:cubicBezTo>
                <a:lnTo>
                  <a:pt x="630" y="187"/>
                </a:lnTo>
                <a:cubicBezTo>
                  <a:pt x="639" y="193"/>
                  <a:pt x="643" y="201"/>
                  <a:pt x="643" y="207"/>
                </a:cubicBezTo>
                <a:cubicBezTo>
                  <a:pt x="643" y="216"/>
                  <a:pt x="638" y="222"/>
                  <a:pt x="629" y="227"/>
                </a:cubicBezTo>
                <a:lnTo>
                  <a:pt x="14" y="227"/>
                </a:lnTo>
                <a:cubicBezTo>
                  <a:pt x="5" y="222"/>
                  <a:pt x="0" y="216"/>
                  <a:pt x="0" y="207"/>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195" name=""/>
          <p:cNvSpPr/>
          <p:nvPr/>
        </p:nvSpPr>
        <p:spPr>
          <a:xfrm>
            <a:off x="2050920" y="3145320"/>
            <a:ext cx="349200" cy="291600"/>
          </a:xfrm>
          <a:custGeom>
            <a:avLst/>
            <a:gdLst/>
            <a:ahLst/>
            <a:rect l="0" t="0" r="r" b="b"/>
            <a:pathLst>
              <a:path w="970" h="810">
                <a:moveTo>
                  <a:pt x="356" y="81"/>
                </a:moveTo>
                <a:cubicBezTo>
                  <a:pt x="366" y="81"/>
                  <a:pt x="371" y="84"/>
                  <a:pt x="371" y="88"/>
                </a:cubicBezTo>
                <a:cubicBezTo>
                  <a:pt x="372" y="89"/>
                  <a:pt x="376" y="102"/>
                  <a:pt x="382" y="127"/>
                </a:cubicBezTo>
                <a:cubicBezTo>
                  <a:pt x="389" y="151"/>
                  <a:pt x="402" y="194"/>
                  <a:pt x="422" y="256"/>
                </a:cubicBezTo>
                <a:cubicBezTo>
                  <a:pt x="442" y="317"/>
                  <a:pt x="465" y="383"/>
                  <a:pt x="492" y="453"/>
                </a:cubicBezTo>
                <a:cubicBezTo>
                  <a:pt x="526" y="546"/>
                  <a:pt x="560" y="624"/>
                  <a:pt x="594" y="683"/>
                </a:cubicBezTo>
                <a:lnTo>
                  <a:pt x="599" y="691"/>
                </a:lnTo>
                <a:lnTo>
                  <a:pt x="619" y="615"/>
                </a:lnTo>
                <a:cubicBezTo>
                  <a:pt x="639" y="536"/>
                  <a:pt x="661" y="454"/>
                  <a:pt x="685" y="368"/>
                </a:cubicBezTo>
                <a:cubicBezTo>
                  <a:pt x="715" y="263"/>
                  <a:pt x="737" y="189"/>
                  <a:pt x="751" y="147"/>
                </a:cubicBezTo>
                <a:cubicBezTo>
                  <a:pt x="766" y="104"/>
                  <a:pt x="781" y="75"/>
                  <a:pt x="797" y="60"/>
                </a:cubicBezTo>
                <a:cubicBezTo>
                  <a:pt x="831" y="26"/>
                  <a:pt x="875" y="6"/>
                  <a:pt x="930" y="1"/>
                </a:cubicBezTo>
                <a:cubicBezTo>
                  <a:pt x="931" y="1"/>
                  <a:pt x="934" y="1"/>
                  <a:pt x="939" y="1"/>
                </a:cubicBezTo>
                <a:cubicBezTo>
                  <a:pt x="945" y="1"/>
                  <a:pt x="948" y="1"/>
                  <a:pt x="950" y="0"/>
                </a:cubicBezTo>
                <a:lnTo>
                  <a:pt x="954" y="0"/>
                </a:lnTo>
                <a:cubicBezTo>
                  <a:pt x="965" y="0"/>
                  <a:pt x="970" y="8"/>
                  <a:pt x="970" y="23"/>
                </a:cubicBezTo>
                <a:cubicBezTo>
                  <a:pt x="970" y="51"/>
                  <a:pt x="961" y="75"/>
                  <a:pt x="943" y="94"/>
                </a:cubicBezTo>
                <a:cubicBezTo>
                  <a:pt x="937" y="100"/>
                  <a:pt x="929" y="102"/>
                  <a:pt x="917" y="102"/>
                </a:cubicBezTo>
                <a:cubicBezTo>
                  <a:pt x="894" y="104"/>
                  <a:pt x="873" y="107"/>
                  <a:pt x="855" y="113"/>
                </a:cubicBezTo>
                <a:cubicBezTo>
                  <a:pt x="836" y="119"/>
                  <a:pt x="823" y="125"/>
                  <a:pt x="815" y="130"/>
                </a:cubicBezTo>
                <a:cubicBezTo>
                  <a:pt x="807" y="136"/>
                  <a:pt x="803" y="141"/>
                  <a:pt x="801" y="145"/>
                </a:cubicBezTo>
                <a:cubicBezTo>
                  <a:pt x="788" y="165"/>
                  <a:pt x="758" y="267"/>
                  <a:pt x="709" y="450"/>
                </a:cubicBezTo>
                <a:cubicBezTo>
                  <a:pt x="660" y="635"/>
                  <a:pt x="635" y="734"/>
                  <a:pt x="635" y="747"/>
                </a:cubicBezTo>
                <a:cubicBezTo>
                  <a:pt x="635" y="748"/>
                  <a:pt x="635" y="748"/>
                  <a:pt x="634" y="747"/>
                </a:cubicBezTo>
                <a:cubicBezTo>
                  <a:pt x="634" y="746"/>
                  <a:pt x="634" y="746"/>
                  <a:pt x="633" y="747"/>
                </a:cubicBezTo>
                <a:cubicBezTo>
                  <a:pt x="632" y="748"/>
                  <a:pt x="632" y="749"/>
                  <a:pt x="632" y="750"/>
                </a:cubicBezTo>
                <a:cubicBezTo>
                  <a:pt x="627" y="760"/>
                  <a:pt x="619" y="770"/>
                  <a:pt x="606" y="778"/>
                </a:cubicBezTo>
                <a:cubicBezTo>
                  <a:pt x="592" y="786"/>
                  <a:pt x="579" y="791"/>
                  <a:pt x="565" y="792"/>
                </a:cubicBezTo>
                <a:cubicBezTo>
                  <a:pt x="559" y="792"/>
                  <a:pt x="555" y="791"/>
                  <a:pt x="552" y="789"/>
                </a:cubicBezTo>
                <a:cubicBezTo>
                  <a:pt x="549" y="787"/>
                  <a:pt x="544" y="780"/>
                  <a:pt x="537" y="768"/>
                </a:cubicBezTo>
                <a:cubicBezTo>
                  <a:pt x="507" y="721"/>
                  <a:pt x="484" y="679"/>
                  <a:pt x="467" y="643"/>
                </a:cubicBezTo>
                <a:cubicBezTo>
                  <a:pt x="450" y="607"/>
                  <a:pt x="431" y="559"/>
                  <a:pt x="409" y="499"/>
                </a:cubicBezTo>
                <a:cubicBezTo>
                  <a:pt x="380" y="421"/>
                  <a:pt x="353" y="344"/>
                  <a:pt x="328" y="265"/>
                </a:cubicBezTo>
                <a:lnTo>
                  <a:pt x="321" y="245"/>
                </a:lnTo>
                <a:lnTo>
                  <a:pt x="321" y="246"/>
                </a:lnTo>
                <a:cubicBezTo>
                  <a:pt x="321" y="247"/>
                  <a:pt x="317" y="261"/>
                  <a:pt x="311" y="290"/>
                </a:cubicBezTo>
                <a:cubicBezTo>
                  <a:pt x="305" y="319"/>
                  <a:pt x="297" y="354"/>
                  <a:pt x="288" y="395"/>
                </a:cubicBezTo>
                <a:cubicBezTo>
                  <a:pt x="279" y="437"/>
                  <a:pt x="267" y="482"/>
                  <a:pt x="251" y="530"/>
                </a:cubicBezTo>
                <a:cubicBezTo>
                  <a:pt x="236" y="580"/>
                  <a:pt x="220" y="625"/>
                  <a:pt x="204" y="665"/>
                </a:cubicBezTo>
                <a:cubicBezTo>
                  <a:pt x="188" y="706"/>
                  <a:pt x="169" y="740"/>
                  <a:pt x="148" y="768"/>
                </a:cubicBezTo>
                <a:cubicBezTo>
                  <a:pt x="127" y="797"/>
                  <a:pt x="106" y="811"/>
                  <a:pt x="85" y="810"/>
                </a:cubicBezTo>
                <a:cubicBezTo>
                  <a:pt x="67" y="810"/>
                  <a:pt x="49" y="805"/>
                  <a:pt x="30" y="794"/>
                </a:cubicBezTo>
                <a:cubicBezTo>
                  <a:pt x="10" y="784"/>
                  <a:pt x="0" y="771"/>
                  <a:pt x="0" y="754"/>
                </a:cubicBezTo>
                <a:cubicBezTo>
                  <a:pt x="0" y="738"/>
                  <a:pt x="5" y="721"/>
                  <a:pt x="14" y="703"/>
                </a:cubicBezTo>
                <a:cubicBezTo>
                  <a:pt x="24" y="685"/>
                  <a:pt x="33" y="676"/>
                  <a:pt x="43" y="675"/>
                </a:cubicBezTo>
                <a:cubicBezTo>
                  <a:pt x="45" y="675"/>
                  <a:pt x="51" y="679"/>
                  <a:pt x="60" y="688"/>
                </a:cubicBezTo>
                <a:cubicBezTo>
                  <a:pt x="70" y="696"/>
                  <a:pt x="86" y="702"/>
                  <a:pt x="110" y="707"/>
                </a:cubicBezTo>
                <a:lnTo>
                  <a:pt x="114" y="707"/>
                </a:lnTo>
                <a:cubicBezTo>
                  <a:pt x="125" y="707"/>
                  <a:pt x="135" y="700"/>
                  <a:pt x="144" y="687"/>
                </a:cubicBezTo>
                <a:cubicBezTo>
                  <a:pt x="153" y="673"/>
                  <a:pt x="166" y="643"/>
                  <a:pt x="182" y="595"/>
                </a:cubicBezTo>
                <a:cubicBezTo>
                  <a:pt x="210" y="513"/>
                  <a:pt x="233" y="435"/>
                  <a:pt x="249" y="359"/>
                </a:cubicBezTo>
                <a:cubicBezTo>
                  <a:pt x="266" y="283"/>
                  <a:pt x="277" y="225"/>
                  <a:pt x="281" y="183"/>
                </a:cubicBezTo>
                <a:cubicBezTo>
                  <a:pt x="286" y="142"/>
                  <a:pt x="289" y="120"/>
                  <a:pt x="292" y="118"/>
                </a:cubicBezTo>
                <a:cubicBezTo>
                  <a:pt x="297" y="109"/>
                  <a:pt x="306" y="101"/>
                  <a:pt x="319" y="93"/>
                </a:cubicBezTo>
                <a:cubicBezTo>
                  <a:pt x="332" y="85"/>
                  <a:pt x="344" y="81"/>
                  <a:pt x="356" y="81"/>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196" name=""/>
          <p:cNvSpPr/>
          <p:nvPr/>
        </p:nvSpPr>
        <p:spPr>
          <a:xfrm>
            <a:off x="2432520" y="3159000"/>
            <a:ext cx="83160" cy="347400"/>
          </a:xfrm>
          <a:custGeom>
            <a:avLst/>
            <a:gdLst/>
            <a:ahLst/>
            <a:rect l="0" t="0" r="r" b="b"/>
            <a:pathLst>
              <a:path w="231" h="965">
                <a:moveTo>
                  <a:pt x="0" y="483"/>
                </a:moveTo>
                <a:cubicBezTo>
                  <a:pt x="0" y="438"/>
                  <a:pt x="3" y="396"/>
                  <a:pt x="9" y="356"/>
                </a:cubicBezTo>
                <a:cubicBezTo>
                  <a:pt x="16" y="316"/>
                  <a:pt x="23" y="281"/>
                  <a:pt x="33" y="252"/>
                </a:cubicBezTo>
                <a:cubicBezTo>
                  <a:pt x="41" y="223"/>
                  <a:pt x="53" y="195"/>
                  <a:pt x="68" y="168"/>
                </a:cubicBezTo>
                <a:cubicBezTo>
                  <a:pt x="84" y="140"/>
                  <a:pt x="96" y="118"/>
                  <a:pt x="105" y="103"/>
                </a:cubicBezTo>
                <a:cubicBezTo>
                  <a:pt x="114" y="88"/>
                  <a:pt x="127" y="71"/>
                  <a:pt x="145" y="53"/>
                </a:cubicBezTo>
                <a:cubicBezTo>
                  <a:pt x="163" y="35"/>
                  <a:pt x="174" y="24"/>
                  <a:pt x="177" y="20"/>
                </a:cubicBezTo>
                <a:cubicBezTo>
                  <a:pt x="180" y="16"/>
                  <a:pt x="188" y="10"/>
                  <a:pt x="201" y="0"/>
                </a:cubicBezTo>
                <a:lnTo>
                  <a:pt x="214" y="0"/>
                </a:lnTo>
                <a:lnTo>
                  <a:pt x="218" y="0"/>
                </a:lnTo>
                <a:cubicBezTo>
                  <a:pt x="227" y="0"/>
                  <a:pt x="231" y="3"/>
                  <a:pt x="231" y="9"/>
                </a:cubicBezTo>
                <a:cubicBezTo>
                  <a:pt x="231" y="11"/>
                  <a:pt x="226" y="17"/>
                  <a:pt x="215" y="29"/>
                </a:cubicBezTo>
                <a:cubicBezTo>
                  <a:pt x="204" y="40"/>
                  <a:pt x="191" y="57"/>
                  <a:pt x="175" y="80"/>
                </a:cubicBezTo>
                <a:cubicBezTo>
                  <a:pt x="160" y="102"/>
                  <a:pt x="144" y="130"/>
                  <a:pt x="128" y="163"/>
                </a:cubicBezTo>
                <a:cubicBezTo>
                  <a:pt x="112" y="196"/>
                  <a:pt x="98" y="240"/>
                  <a:pt x="88" y="296"/>
                </a:cubicBezTo>
                <a:cubicBezTo>
                  <a:pt x="77" y="352"/>
                  <a:pt x="71" y="415"/>
                  <a:pt x="71" y="483"/>
                </a:cubicBezTo>
                <a:cubicBezTo>
                  <a:pt x="71" y="551"/>
                  <a:pt x="77" y="613"/>
                  <a:pt x="88" y="668"/>
                </a:cubicBezTo>
                <a:cubicBezTo>
                  <a:pt x="98" y="723"/>
                  <a:pt x="112" y="768"/>
                  <a:pt x="127" y="802"/>
                </a:cubicBezTo>
                <a:cubicBezTo>
                  <a:pt x="142" y="836"/>
                  <a:pt x="158" y="863"/>
                  <a:pt x="174" y="885"/>
                </a:cubicBezTo>
                <a:cubicBezTo>
                  <a:pt x="190" y="906"/>
                  <a:pt x="204" y="923"/>
                  <a:pt x="215" y="936"/>
                </a:cubicBezTo>
                <a:cubicBezTo>
                  <a:pt x="226" y="949"/>
                  <a:pt x="231" y="955"/>
                  <a:pt x="231" y="956"/>
                </a:cubicBezTo>
                <a:cubicBezTo>
                  <a:pt x="231" y="962"/>
                  <a:pt x="226" y="965"/>
                  <a:pt x="217" y="965"/>
                </a:cubicBezTo>
                <a:lnTo>
                  <a:pt x="214" y="965"/>
                </a:lnTo>
                <a:lnTo>
                  <a:pt x="201" y="965"/>
                </a:lnTo>
                <a:lnTo>
                  <a:pt x="174" y="942"/>
                </a:lnTo>
                <a:cubicBezTo>
                  <a:pt x="114" y="887"/>
                  <a:pt x="70" y="819"/>
                  <a:pt x="42" y="737"/>
                </a:cubicBezTo>
                <a:cubicBezTo>
                  <a:pt x="14" y="656"/>
                  <a:pt x="0" y="571"/>
                  <a:pt x="0" y="483"/>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197" name=""/>
          <p:cNvSpPr/>
          <p:nvPr/>
        </p:nvSpPr>
        <p:spPr>
          <a:xfrm>
            <a:off x="2541960" y="3265200"/>
            <a:ext cx="196560" cy="154440"/>
          </a:xfrm>
          <a:custGeom>
            <a:avLst/>
            <a:gdLst/>
            <a:ahLst/>
            <a:rect l="0" t="0" r="r" b="b"/>
            <a:pathLst>
              <a:path w="546" h="429">
                <a:moveTo>
                  <a:pt x="199" y="429"/>
                </a:moveTo>
                <a:cubicBezTo>
                  <a:pt x="189" y="427"/>
                  <a:pt x="155" y="426"/>
                  <a:pt x="97" y="426"/>
                </a:cubicBezTo>
                <a:cubicBezTo>
                  <a:pt x="45" y="426"/>
                  <a:pt x="15" y="427"/>
                  <a:pt x="7" y="429"/>
                </a:cubicBezTo>
                <a:lnTo>
                  <a:pt x="0" y="429"/>
                </a:lnTo>
                <a:lnTo>
                  <a:pt x="0" y="369"/>
                </a:lnTo>
                <a:lnTo>
                  <a:pt x="93" y="369"/>
                </a:lnTo>
                <a:lnTo>
                  <a:pt x="216" y="223"/>
                </a:lnTo>
                <a:lnTo>
                  <a:pt x="85" y="60"/>
                </a:lnTo>
                <a:lnTo>
                  <a:pt x="5" y="60"/>
                </a:lnTo>
                <a:lnTo>
                  <a:pt x="5" y="0"/>
                </a:lnTo>
                <a:lnTo>
                  <a:pt x="13" y="0"/>
                </a:lnTo>
                <a:cubicBezTo>
                  <a:pt x="23" y="2"/>
                  <a:pt x="58" y="3"/>
                  <a:pt x="118" y="3"/>
                </a:cubicBezTo>
                <a:cubicBezTo>
                  <a:pt x="185" y="3"/>
                  <a:pt x="224" y="2"/>
                  <a:pt x="236" y="0"/>
                </a:cubicBezTo>
                <a:lnTo>
                  <a:pt x="244" y="0"/>
                </a:lnTo>
                <a:lnTo>
                  <a:pt x="244" y="60"/>
                </a:lnTo>
                <a:lnTo>
                  <a:pt x="217" y="60"/>
                </a:lnTo>
                <a:lnTo>
                  <a:pt x="251" y="101"/>
                </a:lnTo>
                <a:cubicBezTo>
                  <a:pt x="273" y="129"/>
                  <a:pt x="285" y="142"/>
                  <a:pt x="286" y="142"/>
                </a:cubicBezTo>
                <a:cubicBezTo>
                  <a:pt x="288" y="142"/>
                  <a:pt x="300" y="128"/>
                  <a:pt x="322" y="99"/>
                </a:cubicBezTo>
                <a:lnTo>
                  <a:pt x="356" y="60"/>
                </a:lnTo>
                <a:lnTo>
                  <a:pt x="320" y="60"/>
                </a:lnTo>
                <a:lnTo>
                  <a:pt x="320" y="0"/>
                </a:lnTo>
                <a:lnTo>
                  <a:pt x="328" y="0"/>
                </a:lnTo>
                <a:cubicBezTo>
                  <a:pt x="338" y="2"/>
                  <a:pt x="372" y="3"/>
                  <a:pt x="430" y="3"/>
                </a:cubicBezTo>
                <a:cubicBezTo>
                  <a:pt x="482" y="3"/>
                  <a:pt x="512" y="2"/>
                  <a:pt x="520" y="0"/>
                </a:cubicBezTo>
                <a:lnTo>
                  <a:pt x="527" y="0"/>
                </a:lnTo>
                <a:lnTo>
                  <a:pt x="527" y="60"/>
                </a:lnTo>
                <a:lnTo>
                  <a:pt x="435" y="60"/>
                </a:lnTo>
                <a:lnTo>
                  <a:pt x="323" y="192"/>
                </a:lnTo>
                <a:lnTo>
                  <a:pt x="467" y="368"/>
                </a:lnTo>
                <a:lnTo>
                  <a:pt x="506" y="369"/>
                </a:lnTo>
                <a:lnTo>
                  <a:pt x="546" y="369"/>
                </a:lnTo>
                <a:lnTo>
                  <a:pt x="546" y="429"/>
                </a:lnTo>
                <a:lnTo>
                  <a:pt x="538" y="429"/>
                </a:lnTo>
                <a:cubicBezTo>
                  <a:pt x="529" y="427"/>
                  <a:pt x="494" y="426"/>
                  <a:pt x="433" y="426"/>
                </a:cubicBezTo>
                <a:cubicBezTo>
                  <a:pt x="366" y="426"/>
                  <a:pt x="327" y="427"/>
                  <a:pt x="316" y="429"/>
                </a:cubicBezTo>
                <a:lnTo>
                  <a:pt x="307" y="429"/>
                </a:lnTo>
                <a:lnTo>
                  <a:pt x="307" y="369"/>
                </a:lnTo>
                <a:lnTo>
                  <a:pt x="334" y="369"/>
                </a:lnTo>
                <a:cubicBezTo>
                  <a:pt x="334" y="368"/>
                  <a:pt x="321" y="352"/>
                  <a:pt x="295" y="321"/>
                </a:cubicBezTo>
                <a:cubicBezTo>
                  <a:pt x="269" y="289"/>
                  <a:pt x="255" y="273"/>
                  <a:pt x="255" y="272"/>
                </a:cubicBezTo>
                <a:lnTo>
                  <a:pt x="171" y="368"/>
                </a:lnTo>
                <a:lnTo>
                  <a:pt x="189" y="369"/>
                </a:lnTo>
                <a:lnTo>
                  <a:pt x="207" y="369"/>
                </a:lnTo>
                <a:lnTo>
                  <a:pt x="207" y="429"/>
                </a:lnTo>
                <a:lnTo>
                  <a:pt x="199" y="429"/>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198" name=""/>
          <p:cNvSpPr/>
          <p:nvPr/>
        </p:nvSpPr>
        <p:spPr>
          <a:xfrm>
            <a:off x="2761560" y="3317760"/>
            <a:ext cx="76680" cy="156600"/>
          </a:xfrm>
          <a:custGeom>
            <a:avLst/>
            <a:gdLst/>
            <a:ahLst/>
            <a:rect l="0" t="0" r="r" b="b"/>
            <a:pathLst>
              <a:path w="213" h="435">
                <a:moveTo>
                  <a:pt x="5" y="165"/>
                </a:moveTo>
                <a:cubicBezTo>
                  <a:pt x="1" y="162"/>
                  <a:pt x="0" y="159"/>
                  <a:pt x="0" y="158"/>
                </a:cubicBezTo>
                <a:cubicBezTo>
                  <a:pt x="0" y="156"/>
                  <a:pt x="1" y="153"/>
                  <a:pt x="2" y="147"/>
                </a:cubicBezTo>
                <a:cubicBezTo>
                  <a:pt x="3" y="142"/>
                  <a:pt x="4" y="139"/>
                  <a:pt x="5" y="138"/>
                </a:cubicBezTo>
                <a:cubicBezTo>
                  <a:pt x="6" y="135"/>
                  <a:pt x="8" y="134"/>
                  <a:pt x="11" y="134"/>
                </a:cubicBezTo>
                <a:cubicBezTo>
                  <a:pt x="15" y="134"/>
                  <a:pt x="26" y="134"/>
                  <a:pt x="47" y="134"/>
                </a:cubicBezTo>
                <a:lnTo>
                  <a:pt x="83" y="134"/>
                </a:lnTo>
                <a:lnTo>
                  <a:pt x="96" y="78"/>
                </a:lnTo>
                <a:cubicBezTo>
                  <a:pt x="98" y="73"/>
                  <a:pt x="99" y="67"/>
                  <a:pt x="101" y="58"/>
                </a:cubicBezTo>
                <a:cubicBezTo>
                  <a:pt x="103" y="50"/>
                  <a:pt x="104" y="44"/>
                  <a:pt x="106" y="41"/>
                </a:cubicBezTo>
                <a:cubicBezTo>
                  <a:pt x="107" y="37"/>
                  <a:pt x="109" y="32"/>
                  <a:pt x="110" y="27"/>
                </a:cubicBezTo>
                <a:cubicBezTo>
                  <a:pt x="111" y="22"/>
                  <a:pt x="113" y="18"/>
                  <a:pt x="115" y="15"/>
                </a:cubicBezTo>
                <a:cubicBezTo>
                  <a:pt x="118" y="13"/>
                  <a:pt x="120" y="10"/>
                  <a:pt x="122" y="7"/>
                </a:cubicBezTo>
                <a:cubicBezTo>
                  <a:pt x="124" y="4"/>
                  <a:pt x="128" y="2"/>
                  <a:pt x="132" y="1"/>
                </a:cubicBezTo>
                <a:cubicBezTo>
                  <a:pt x="136" y="0"/>
                  <a:pt x="140" y="0"/>
                  <a:pt x="144" y="0"/>
                </a:cubicBezTo>
                <a:cubicBezTo>
                  <a:pt x="152" y="0"/>
                  <a:pt x="158" y="3"/>
                  <a:pt x="161" y="7"/>
                </a:cubicBezTo>
                <a:cubicBezTo>
                  <a:pt x="164" y="12"/>
                  <a:pt x="166" y="16"/>
                  <a:pt x="166" y="20"/>
                </a:cubicBezTo>
                <a:cubicBezTo>
                  <a:pt x="166" y="23"/>
                  <a:pt x="164" y="34"/>
                  <a:pt x="160" y="52"/>
                </a:cubicBezTo>
                <a:cubicBezTo>
                  <a:pt x="156" y="70"/>
                  <a:pt x="151" y="88"/>
                  <a:pt x="146" y="106"/>
                </a:cubicBezTo>
                <a:lnTo>
                  <a:pt x="139" y="132"/>
                </a:lnTo>
                <a:cubicBezTo>
                  <a:pt x="139" y="133"/>
                  <a:pt x="151" y="134"/>
                  <a:pt x="173" y="134"/>
                </a:cubicBezTo>
                <a:lnTo>
                  <a:pt x="208" y="134"/>
                </a:lnTo>
                <a:cubicBezTo>
                  <a:pt x="211" y="137"/>
                  <a:pt x="213" y="139"/>
                  <a:pt x="213" y="141"/>
                </a:cubicBezTo>
                <a:cubicBezTo>
                  <a:pt x="213" y="151"/>
                  <a:pt x="210" y="159"/>
                  <a:pt x="204" y="165"/>
                </a:cubicBezTo>
                <a:lnTo>
                  <a:pt x="131" y="165"/>
                </a:lnTo>
                <a:lnTo>
                  <a:pt x="106" y="264"/>
                </a:lnTo>
                <a:cubicBezTo>
                  <a:pt x="89" y="336"/>
                  <a:pt x="80" y="375"/>
                  <a:pt x="80" y="381"/>
                </a:cubicBezTo>
                <a:cubicBezTo>
                  <a:pt x="80" y="400"/>
                  <a:pt x="86" y="410"/>
                  <a:pt x="98" y="410"/>
                </a:cubicBezTo>
                <a:cubicBezTo>
                  <a:pt x="114" y="410"/>
                  <a:pt x="130" y="402"/>
                  <a:pt x="145" y="386"/>
                </a:cubicBezTo>
                <a:cubicBezTo>
                  <a:pt x="160" y="371"/>
                  <a:pt x="172" y="352"/>
                  <a:pt x="181" y="329"/>
                </a:cubicBezTo>
                <a:cubicBezTo>
                  <a:pt x="182" y="326"/>
                  <a:pt x="183" y="325"/>
                  <a:pt x="184" y="324"/>
                </a:cubicBezTo>
                <a:cubicBezTo>
                  <a:pt x="186" y="324"/>
                  <a:pt x="189" y="323"/>
                  <a:pt x="194" y="323"/>
                </a:cubicBezTo>
                <a:lnTo>
                  <a:pt x="197" y="323"/>
                </a:lnTo>
                <a:cubicBezTo>
                  <a:pt x="204" y="323"/>
                  <a:pt x="207" y="325"/>
                  <a:pt x="207" y="328"/>
                </a:cubicBezTo>
                <a:cubicBezTo>
                  <a:pt x="207" y="330"/>
                  <a:pt x="207" y="333"/>
                  <a:pt x="205" y="337"/>
                </a:cubicBezTo>
                <a:cubicBezTo>
                  <a:pt x="203" y="344"/>
                  <a:pt x="199" y="353"/>
                  <a:pt x="193" y="363"/>
                </a:cubicBezTo>
                <a:cubicBezTo>
                  <a:pt x="187" y="373"/>
                  <a:pt x="179" y="383"/>
                  <a:pt x="170" y="395"/>
                </a:cubicBezTo>
                <a:cubicBezTo>
                  <a:pt x="160" y="406"/>
                  <a:pt x="149" y="415"/>
                  <a:pt x="135" y="423"/>
                </a:cubicBezTo>
                <a:cubicBezTo>
                  <a:pt x="121" y="431"/>
                  <a:pt x="108" y="435"/>
                  <a:pt x="94" y="435"/>
                </a:cubicBezTo>
                <a:cubicBezTo>
                  <a:pt x="80" y="435"/>
                  <a:pt x="67" y="431"/>
                  <a:pt x="55" y="425"/>
                </a:cubicBezTo>
                <a:cubicBezTo>
                  <a:pt x="42" y="418"/>
                  <a:pt x="34" y="406"/>
                  <a:pt x="27" y="389"/>
                </a:cubicBezTo>
                <a:cubicBezTo>
                  <a:pt x="26" y="385"/>
                  <a:pt x="26" y="379"/>
                  <a:pt x="26" y="371"/>
                </a:cubicBezTo>
                <a:lnTo>
                  <a:pt x="26" y="358"/>
                </a:lnTo>
                <a:lnTo>
                  <a:pt x="51" y="263"/>
                </a:lnTo>
                <a:cubicBezTo>
                  <a:pt x="67" y="199"/>
                  <a:pt x="75" y="167"/>
                  <a:pt x="75" y="166"/>
                </a:cubicBezTo>
                <a:cubicBezTo>
                  <a:pt x="75" y="165"/>
                  <a:pt x="64" y="165"/>
                  <a:pt x="40" y="165"/>
                </a:cubicBezTo>
                <a:lnTo>
                  <a:pt x="5" y="165"/>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199" name=""/>
          <p:cNvSpPr/>
          <p:nvPr/>
        </p:nvSpPr>
        <p:spPr>
          <a:xfrm>
            <a:off x="2889720" y="3269880"/>
            <a:ext cx="43560" cy="217080"/>
          </a:xfrm>
          <a:custGeom>
            <a:avLst/>
            <a:gdLst/>
            <a:ahLst/>
            <a:rect l="0" t="0" r="r" b="b"/>
            <a:pathLst>
              <a:path w="121" h="603">
                <a:moveTo>
                  <a:pt x="0" y="58"/>
                </a:moveTo>
                <a:cubicBezTo>
                  <a:pt x="0" y="43"/>
                  <a:pt x="7" y="29"/>
                  <a:pt x="18" y="18"/>
                </a:cubicBezTo>
                <a:cubicBezTo>
                  <a:pt x="29" y="6"/>
                  <a:pt x="42" y="0"/>
                  <a:pt x="59" y="0"/>
                </a:cubicBezTo>
                <a:cubicBezTo>
                  <a:pt x="74" y="0"/>
                  <a:pt x="88" y="5"/>
                  <a:pt x="100" y="16"/>
                </a:cubicBezTo>
                <a:cubicBezTo>
                  <a:pt x="111" y="26"/>
                  <a:pt x="117" y="40"/>
                  <a:pt x="118" y="57"/>
                </a:cubicBezTo>
                <a:cubicBezTo>
                  <a:pt x="118" y="73"/>
                  <a:pt x="112" y="87"/>
                  <a:pt x="101" y="99"/>
                </a:cubicBezTo>
                <a:cubicBezTo>
                  <a:pt x="91" y="110"/>
                  <a:pt x="77" y="116"/>
                  <a:pt x="60" y="116"/>
                </a:cubicBezTo>
                <a:cubicBezTo>
                  <a:pt x="43" y="116"/>
                  <a:pt x="30" y="110"/>
                  <a:pt x="19" y="100"/>
                </a:cubicBezTo>
                <a:cubicBezTo>
                  <a:pt x="8" y="89"/>
                  <a:pt x="1" y="75"/>
                  <a:pt x="0" y="58"/>
                </a:cubicBezTo>
                <a:moveTo>
                  <a:pt x="0" y="358"/>
                </a:moveTo>
                <a:cubicBezTo>
                  <a:pt x="0" y="342"/>
                  <a:pt x="5" y="328"/>
                  <a:pt x="17" y="316"/>
                </a:cubicBezTo>
                <a:cubicBezTo>
                  <a:pt x="27" y="305"/>
                  <a:pt x="41" y="299"/>
                  <a:pt x="58" y="299"/>
                </a:cubicBezTo>
                <a:cubicBezTo>
                  <a:pt x="100" y="299"/>
                  <a:pt x="121" y="335"/>
                  <a:pt x="121" y="408"/>
                </a:cubicBezTo>
                <a:cubicBezTo>
                  <a:pt x="121" y="441"/>
                  <a:pt x="115" y="474"/>
                  <a:pt x="102" y="506"/>
                </a:cubicBezTo>
                <a:cubicBezTo>
                  <a:pt x="90" y="538"/>
                  <a:pt x="78" y="563"/>
                  <a:pt x="65" y="579"/>
                </a:cubicBezTo>
                <a:cubicBezTo>
                  <a:pt x="52" y="595"/>
                  <a:pt x="44" y="603"/>
                  <a:pt x="40" y="603"/>
                </a:cubicBezTo>
                <a:cubicBezTo>
                  <a:pt x="38" y="603"/>
                  <a:pt x="34" y="600"/>
                  <a:pt x="28" y="595"/>
                </a:cubicBezTo>
                <a:cubicBezTo>
                  <a:pt x="22" y="590"/>
                  <a:pt x="19" y="586"/>
                  <a:pt x="18" y="583"/>
                </a:cubicBezTo>
                <a:cubicBezTo>
                  <a:pt x="17" y="581"/>
                  <a:pt x="21" y="575"/>
                  <a:pt x="29" y="565"/>
                </a:cubicBezTo>
                <a:cubicBezTo>
                  <a:pt x="38" y="555"/>
                  <a:pt x="47" y="539"/>
                  <a:pt x="58" y="519"/>
                </a:cubicBezTo>
                <a:cubicBezTo>
                  <a:pt x="69" y="498"/>
                  <a:pt x="76" y="476"/>
                  <a:pt x="80" y="452"/>
                </a:cubicBezTo>
                <a:cubicBezTo>
                  <a:pt x="81" y="448"/>
                  <a:pt x="82" y="443"/>
                  <a:pt x="82" y="437"/>
                </a:cubicBezTo>
                <a:cubicBezTo>
                  <a:pt x="83" y="430"/>
                  <a:pt x="84" y="425"/>
                  <a:pt x="85" y="420"/>
                </a:cubicBezTo>
                <a:cubicBezTo>
                  <a:pt x="86" y="414"/>
                  <a:pt x="86" y="412"/>
                  <a:pt x="85" y="412"/>
                </a:cubicBezTo>
                <a:cubicBezTo>
                  <a:pt x="85" y="411"/>
                  <a:pt x="84" y="411"/>
                  <a:pt x="81" y="412"/>
                </a:cubicBezTo>
                <a:cubicBezTo>
                  <a:pt x="79" y="412"/>
                  <a:pt x="73" y="414"/>
                  <a:pt x="63" y="416"/>
                </a:cubicBezTo>
                <a:cubicBezTo>
                  <a:pt x="42" y="416"/>
                  <a:pt x="27" y="410"/>
                  <a:pt x="17" y="398"/>
                </a:cubicBezTo>
                <a:cubicBezTo>
                  <a:pt x="5" y="387"/>
                  <a:pt x="0" y="373"/>
                  <a:pt x="0" y="358"/>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200" name=""/>
          <p:cNvSpPr/>
          <p:nvPr/>
        </p:nvSpPr>
        <p:spPr>
          <a:xfrm>
            <a:off x="3382560" y="3265920"/>
            <a:ext cx="198000" cy="157320"/>
          </a:xfrm>
          <a:custGeom>
            <a:avLst/>
            <a:gdLst/>
            <a:ahLst/>
            <a:rect l="0" t="0" r="r" b="b"/>
            <a:pathLst>
              <a:path w="550" h="437">
                <a:moveTo>
                  <a:pt x="0" y="275"/>
                </a:moveTo>
                <a:cubicBezTo>
                  <a:pt x="0" y="202"/>
                  <a:pt x="28" y="138"/>
                  <a:pt x="83" y="83"/>
                </a:cubicBezTo>
                <a:cubicBezTo>
                  <a:pt x="139" y="27"/>
                  <a:pt x="200" y="0"/>
                  <a:pt x="266" y="0"/>
                </a:cubicBezTo>
                <a:cubicBezTo>
                  <a:pt x="311" y="0"/>
                  <a:pt x="347" y="13"/>
                  <a:pt x="374" y="38"/>
                </a:cubicBezTo>
                <a:cubicBezTo>
                  <a:pt x="401" y="64"/>
                  <a:pt x="420" y="95"/>
                  <a:pt x="429" y="133"/>
                </a:cubicBezTo>
                <a:cubicBezTo>
                  <a:pt x="433" y="151"/>
                  <a:pt x="435" y="173"/>
                  <a:pt x="436" y="197"/>
                </a:cubicBezTo>
                <a:lnTo>
                  <a:pt x="436" y="225"/>
                </a:lnTo>
                <a:cubicBezTo>
                  <a:pt x="468" y="178"/>
                  <a:pt x="492" y="124"/>
                  <a:pt x="508" y="65"/>
                </a:cubicBezTo>
                <a:cubicBezTo>
                  <a:pt x="511" y="56"/>
                  <a:pt x="513" y="51"/>
                  <a:pt x="514" y="50"/>
                </a:cubicBezTo>
                <a:cubicBezTo>
                  <a:pt x="515" y="49"/>
                  <a:pt x="521" y="48"/>
                  <a:pt x="530" y="47"/>
                </a:cubicBezTo>
                <a:cubicBezTo>
                  <a:pt x="543" y="47"/>
                  <a:pt x="550" y="50"/>
                  <a:pt x="550" y="55"/>
                </a:cubicBezTo>
                <a:cubicBezTo>
                  <a:pt x="550" y="60"/>
                  <a:pt x="547" y="73"/>
                  <a:pt x="541" y="92"/>
                </a:cubicBezTo>
                <a:cubicBezTo>
                  <a:pt x="535" y="112"/>
                  <a:pt x="524" y="139"/>
                  <a:pt x="506" y="174"/>
                </a:cubicBezTo>
                <a:cubicBezTo>
                  <a:pt x="489" y="210"/>
                  <a:pt x="469" y="242"/>
                  <a:pt x="448" y="271"/>
                </a:cubicBezTo>
                <a:lnTo>
                  <a:pt x="437" y="284"/>
                </a:lnTo>
                <a:lnTo>
                  <a:pt x="438" y="308"/>
                </a:lnTo>
                <a:cubicBezTo>
                  <a:pt x="439" y="344"/>
                  <a:pt x="442" y="369"/>
                  <a:pt x="446" y="381"/>
                </a:cubicBezTo>
                <a:cubicBezTo>
                  <a:pt x="450" y="394"/>
                  <a:pt x="456" y="401"/>
                  <a:pt x="464" y="402"/>
                </a:cubicBezTo>
                <a:cubicBezTo>
                  <a:pt x="473" y="400"/>
                  <a:pt x="481" y="397"/>
                  <a:pt x="489" y="391"/>
                </a:cubicBezTo>
                <a:cubicBezTo>
                  <a:pt x="497" y="385"/>
                  <a:pt x="502" y="378"/>
                  <a:pt x="505" y="369"/>
                </a:cubicBezTo>
                <a:cubicBezTo>
                  <a:pt x="507" y="364"/>
                  <a:pt x="508" y="362"/>
                  <a:pt x="510" y="361"/>
                </a:cubicBezTo>
                <a:cubicBezTo>
                  <a:pt x="512" y="361"/>
                  <a:pt x="517" y="360"/>
                  <a:pt x="525" y="359"/>
                </a:cubicBezTo>
                <a:cubicBezTo>
                  <a:pt x="538" y="359"/>
                  <a:pt x="544" y="362"/>
                  <a:pt x="544" y="367"/>
                </a:cubicBezTo>
                <a:cubicBezTo>
                  <a:pt x="544" y="371"/>
                  <a:pt x="542" y="377"/>
                  <a:pt x="538" y="385"/>
                </a:cubicBezTo>
                <a:cubicBezTo>
                  <a:pt x="531" y="401"/>
                  <a:pt x="519" y="413"/>
                  <a:pt x="504" y="422"/>
                </a:cubicBezTo>
                <a:cubicBezTo>
                  <a:pt x="490" y="431"/>
                  <a:pt x="476" y="436"/>
                  <a:pt x="462" y="436"/>
                </a:cubicBezTo>
                <a:lnTo>
                  <a:pt x="455" y="436"/>
                </a:lnTo>
                <a:cubicBezTo>
                  <a:pt x="412" y="436"/>
                  <a:pt x="383" y="413"/>
                  <a:pt x="368" y="367"/>
                </a:cubicBezTo>
                <a:lnTo>
                  <a:pt x="365" y="360"/>
                </a:lnTo>
                <a:lnTo>
                  <a:pt x="354" y="368"/>
                </a:lnTo>
                <a:cubicBezTo>
                  <a:pt x="348" y="373"/>
                  <a:pt x="338" y="379"/>
                  <a:pt x="325" y="387"/>
                </a:cubicBezTo>
                <a:cubicBezTo>
                  <a:pt x="312" y="395"/>
                  <a:pt x="298" y="402"/>
                  <a:pt x="282" y="409"/>
                </a:cubicBezTo>
                <a:cubicBezTo>
                  <a:pt x="266" y="416"/>
                  <a:pt x="247" y="423"/>
                  <a:pt x="226" y="429"/>
                </a:cubicBezTo>
                <a:cubicBezTo>
                  <a:pt x="205" y="434"/>
                  <a:pt x="183" y="437"/>
                  <a:pt x="163" y="437"/>
                </a:cubicBezTo>
                <a:cubicBezTo>
                  <a:pt x="113" y="437"/>
                  <a:pt x="73" y="421"/>
                  <a:pt x="44" y="389"/>
                </a:cubicBezTo>
                <a:cubicBezTo>
                  <a:pt x="15" y="357"/>
                  <a:pt x="0" y="319"/>
                  <a:pt x="0" y="275"/>
                </a:cubicBezTo>
                <a:moveTo>
                  <a:pt x="168" y="402"/>
                </a:moveTo>
                <a:cubicBezTo>
                  <a:pt x="201" y="402"/>
                  <a:pt x="232" y="395"/>
                  <a:pt x="264" y="381"/>
                </a:cubicBezTo>
                <a:cubicBezTo>
                  <a:pt x="295" y="368"/>
                  <a:pt x="318" y="354"/>
                  <a:pt x="334" y="340"/>
                </a:cubicBezTo>
                <a:lnTo>
                  <a:pt x="357" y="319"/>
                </a:lnTo>
                <a:cubicBezTo>
                  <a:pt x="356" y="226"/>
                  <a:pt x="354" y="169"/>
                  <a:pt x="350" y="146"/>
                </a:cubicBezTo>
                <a:cubicBezTo>
                  <a:pt x="341" y="72"/>
                  <a:pt x="312" y="35"/>
                  <a:pt x="262" y="35"/>
                </a:cubicBezTo>
                <a:cubicBezTo>
                  <a:pt x="217" y="35"/>
                  <a:pt x="177" y="59"/>
                  <a:pt x="144" y="106"/>
                </a:cubicBezTo>
                <a:cubicBezTo>
                  <a:pt x="127" y="131"/>
                  <a:pt x="113" y="166"/>
                  <a:pt x="102" y="210"/>
                </a:cubicBezTo>
                <a:cubicBezTo>
                  <a:pt x="91" y="254"/>
                  <a:pt x="85" y="287"/>
                  <a:pt x="84" y="311"/>
                </a:cubicBezTo>
                <a:cubicBezTo>
                  <a:pt x="84" y="343"/>
                  <a:pt x="92" y="365"/>
                  <a:pt x="108" y="379"/>
                </a:cubicBezTo>
                <a:cubicBezTo>
                  <a:pt x="124" y="394"/>
                  <a:pt x="144" y="401"/>
                  <a:pt x="168" y="402"/>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201" name=""/>
          <p:cNvSpPr/>
          <p:nvPr/>
        </p:nvSpPr>
        <p:spPr>
          <a:xfrm>
            <a:off x="3428640" y="3213360"/>
            <a:ext cx="125640" cy="16560"/>
          </a:xfrm>
          <a:custGeom>
            <a:avLst/>
            <a:gdLst/>
            <a:ahLst/>
            <a:rect l="0" t="0" r="r" b="b"/>
            <a:pathLst>
              <a:path w="349" h="46">
                <a:moveTo>
                  <a:pt x="0" y="0"/>
                </a:moveTo>
                <a:lnTo>
                  <a:pt x="349" y="0"/>
                </a:lnTo>
                <a:lnTo>
                  <a:pt x="349" y="46"/>
                </a:lnTo>
                <a:lnTo>
                  <a:pt x="0" y="46"/>
                </a:lnTo>
                <a:lnTo>
                  <a:pt x="0" y="0"/>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202" name=""/>
          <p:cNvSpPr/>
          <p:nvPr/>
        </p:nvSpPr>
        <p:spPr>
          <a:xfrm>
            <a:off x="3609000" y="3317760"/>
            <a:ext cx="76680" cy="156600"/>
          </a:xfrm>
          <a:custGeom>
            <a:avLst/>
            <a:gdLst/>
            <a:ahLst/>
            <a:rect l="0" t="0" r="r" b="b"/>
            <a:pathLst>
              <a:path w="213" h="435">
                <a:moveTo>
                  <a:pt x="5" y="165"/>
                </a:moveTo>
                <a:cubicBezTo>
                  <a:pt x="2" y="162"/>
                  <a:pt x="0" y="159"/>
                  <a:pt x="0" y="158"/>
                </a:cubicBezTo>
                <a:cubicBezTo>
                  <a:pt x="0" y="156"/>
                  <a:pt x="1" y="153"/>
                  <a:pt x="2" y="147"/>
                </a:cubicBezTo>
                <a:cubicBezTo>
                  <a:pt x="4" y="142"/>
                  <a:pt x="5" y="139"/>
                  <a:pt x="6" y="138"/>
                </a:cubicBezTo>
                <a:cubicBezTo>
                  <a:pt x="7" y="135"/>
                  <a:pt x="9" y="134"/>
                  <a:pt x="12" y="134"/>
                </a:cubicBezTo>
                <a:cubicBezTo>
                  <a:pt x="15" y="134"/>
                  <a:pt x="27" y="134"/>
                  <a:pt x="47" y="134"/>
                </a:cubicBezTo>
                <a:lnTo>
                  <a:pt x="83" y="134"/>
                </a:lnTo>
                <a:lnTo>
                  <a:pt x="96" y="78"/>
                </a:lnTo>
                <a:cubicBezTo>
                  <a:pt x="97" y="73"/>
                  <a:pt x="99" y="67"/>
                  <a:pt x="100" y="58"/>
                </a:cubicBezTo>
                <a:cubicBezTo>
                  <a:pt x="102" y="50"/>
                  <a:pt x="104" y="44"/>
                  <a:pt x="105" y="41"/>
                </a:cubicBezTo>
                <a:cubicBezTo>
                  <a:pt x="106" y="37"/>
                  <a:pt x="108" y="32"/>
                  <a:pt x="109" y="27"/>
                </a:cubicBezTo>
                <a:cubicBezTo>
                  <a:pt x="111" y="22"/>
                  <a:pt x="112" y="18"/>
                  <a:pt x="115" y="15"/>
                </a:cubicBezTo>
                <a:cubicBezTo>
                  <a:pt x="117" y="13"/>
                  <a:pt x="119" y="10"/>
                  <a:pt x="121" y="7"/>
                </a:cubicBezTo>
                <a:cubicBezTo>
                  <a:pt x="124" y="4"/>
                  <a:pt x="127" y="2"/>
                  <a:pt x="131" y="1"/>
                </a:cubicBezTo>
                <a:cubicBezTo>
                  <a:pt x="135" y="0"/>
                  <a:pt x="139" y="0"/>
                  <a:pt x="143" y="0"/>
                </a:cubicBezTo>
                <a:cubicBezTo>
                  <a:pt x="151" y="0"/>
                  <a:pt x="157" y="3"/>
                  <a:pt x="160" y="7"/>
                </a:cubicBezTo>
                <a:cubicBezTo>
                  <a:pt x="163" y="12"/>
                  <a:pt x="165" y="16"/>
                  <a:pt x="165" y="20"/>
                </a:cubicBezTo>
                <a:cubicBezTo>
                  <a:pt x="165" y="23"/>
                  <a:pt x="163" y="34"/>
                  <a:pt x="159" y="52"/>
                </a:cubicBezTo>
                <a:cubicBezTo>
                  <a:pt x="155" y="70"/>
                  <a:pt x="150" y="88"/>
                  <a:pt x="145" y="106"/>
                </a:cubicBezTo>
                <a:lnTo>
                  <a:pt x="139" y="132"/>
                </a:lnTo>
                <a:cubicBezTo>
                  <a:pt x="139" y="133"/>
                  <a:pt x="150" y="134"/>
                  <a:pt x="173" y="134"/>
                </a:cubicBezTo>
                <a:lnTo>
                  <a:pt x="207" y="134"/>
                </a:lnTo>
                <a:cubicBezTo>
                  <a:pt x="212" y="137"/>
                  <a:pt x="213" y="139"/>
                  <a:pt x="213" y="141"/>
                </a:cubicBezTo>
                <a:cubicBezTo>
                  <a:pt x="213" y="151"/>
                  <a:pt x="210" y="159"/>
                  <a:pt x="203" y="165"/>
                </a:cubicBezTo>
                <a:lnTo>
                  <a:pt x="130" y="165"/>
                </a:lnTo>
                <a:lnTo>
                  <a:pt x="106" y="264"/>
                </a:lnTo>
                <a:cubicBezTo>
                  <a:pt x="88" y="336"/>
                  <a:pt x="79" y="375"/>
                  <a:pt x="79" y="381"/>
                </a:cubicBezTo>
                <a:cubicBezTo>
                  <a:pt x="79" y="400"/>
                  <a:pt x="85" y="410"/>
                  <a:pt x="98" y="410"/>
                </a:cubicBezTo>
                <a:cubicBezTo>
                  <a:pt x="114" y="410"/>
                  <a:pt x="129" y="402"/>
                  <a:pt x="144" y="386"/>
                </a:cubicBezTo>
                <a:cubicBezTo>
                  <a:pt x="159" y="371"/>
                  <a:pt x="171" y="352"/>
                  <a:pt x="180" y="329"/>
                </a:cubicBezTo>
                <a:cubicBezTo>
                  <a:pt x="181" y="326"/>
                  <a:pt x="182" y="325"/>
                  <a:pt x="183" y="324"/>
                </a:cubicBezTo>
                <a:cubicBezTo>
                  <a:pt x="185" y="324"/>
                  <a:pt x="188" y="323"/>
                  <a:pt x="194" y="323"/>
                </a:cubicBezTo>
                <a:lnTo>
                  <a:pt x="196" y="323"/>
                </a:lnTo>
                <a:cubicBezTo>
                  <a:pt x="203" y="323"/>
                  <a:pt x="207" y="325"/>
                  <a:pt x="207" y="328"/>
                </a:cubicBezTo>
                <a:cubicBezTo>
                  <a:pt x="207" y="330"/>
                  <a:pt x="206" y="333"/>
                  <a:pt x="205" y="337"/>
                </a:cubicBezTo>
                <a:cubicBezTo>
                  <a:pt x="202" y="344"/>
                  <a:pt x="198" y="353"/>
                  <a:pt x="192" y="363"/>
                </a:cubicBezTo>
                <a:cubicBezTo>
                  <a:pt x="186" y="373"/>
                  <a:pt x="179" y="383"/>
                  <a:pt x="169" y="395"/>
                </a:cubicBezTo>
                <a:cubicBezTo>
                  <a:pt x="160" y="406"/>
                  <a:pt x="148" y="415"/>
                  <a:pt x="134" y="423"/>
                </a:cubicBezTo>
                <a:cubicBezTo>
                  <a:pt x="121" y="431"/>
                  <a:pt x="107" y="435"/>
                  <a:pt x="93" y="435"/>
                </a:cubicBezTo>
                <a:cubicBezTo>
                  <a:pt x="79" y="435"/>
                  <a:pt x="66" y="431"/>
                  <a:pt x="54" y="425"/>
                </a:cubicBezTo>
                <a:cubicBezTo>
                  <a:pt x="42" y="418"/>
                  <a:pt x="33" y="406"/>
                  <a:pt x="27" y="389"/>
                </a:cubicBezTo>
                <a:cubicBezTo>
                  <a:pt x="27" y="385"/>
                  <a:pt x="26" y="379"/>
                  <a:pt x="26" y="371"/>
                </a:cubicBezTo>
                <a:lnTo>
                  <a:pt x="26" y="358"/>
                </a:lnTo>
                <a:lnTo>
                  <a:pt x="50" y="263"/>
                </a:lnTo>
                <a:cubicBezTo>
                  <a:pt x="66" y="199"/>
                  <a:pt x="74" y="167"/>
                  <a:pt x="74" y="166"/>
                </a:cubicBezTo>
                <a:cubicBezTo>
                  <a:pt x="74" y="165"/>
                  <a:pt x="63" y="165"/>
                  <a:pt x="40" y="165"/>
                </a:cubicBezTo>
                <a:lnTo>
                  <a:pt x="5" y="165"/>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203" name=""/>
          <p:cNvSpPr/>
          <p:nvPr/>
        </p:nvSpPr>
        <p:spPr>
          <a:xfrm>
            <a:off x="3055680" y="3078000"/>
            <a:ext cx="315720" cy="416880"/>
          </a:xfrm>
          <a:custGeom>
            <a:avLst/>
            <a:gdLst/>
            <a:ahLst/>
            <a:rect l="0" t="0" r="r" b="b"/>
            <a:pathLst>
              <a:path w="877" h="1158">
                <a:moveTo>
                  <a:pt x="146" y="581"/>
                </a:moveTo>
                <a:cubicBezTo>
                  <a:pt x="147" y="581"/>
                  <a:pt x="163" y="619"/>
                  <a:pt x="196" y="695"/>
                </a:cubicBezTo>
                <a:cubicBezTo>
                  <a:pt x="229" y="772"/>
                  <a:pt x="262" y="848"/>
                  <a:pt x="295" y="925"/>
                </a:cubicBezTo>
                <a:cubicBezTo>
                  <a:pt x="327" y="1001"/>
                  <a:pt x="344" y="1040"/>
                  <a:pt x="346" y="1040"/>
                </a:cubicBezTo>
                <a:lnTo>
                  <a:pt x="591" y="530"/>
                </a:lnTo>
                <a:cubicBezTo>
                  <a:pt x="757" y="186"/>
                  <a:pt x="839" y="12"/>
                  <a:pt x="840" y="11"/>
                </a:cubicBezTo>
                <a:cubicBezTo>
                  <a:pt x="845" y="4"/>
                  <a:pt x="851" y="0"/>
                  <a:pt x="858" y="0"/>
                </a:cubicBezTo>
                <a:cubicBezTo>
                  <a:pt x="863" y="0"/>
                  <a:pt x="867" y="2"/>
                  <a:pt x="870" y="6"/>
                </a:cubicBezTo>
                <a:cubicBezTo>
                  <a:pt x="873" y="10"/>
                  <a:pt x="875" y="14"/>
                  <a:pt x="877" y="18"/>
                </a:cubicBezTo>
                <a:lnTo>
                  <a:pt x="877" y="24"/>
                </a:lnTo>
                <a:lnTo>
                  <a:pt x="607" y="586"/>
                </a:lnTo>
                <a:cubicBezTo>
                  <a:pt x="545" y="715"/>
                  <a:pt x="481" y="850"/>
                  <a:pt x="413" y="990"/>
                </a:cubicBezTo>
                <a:cubicBezTo>
                  <a:pt x="374" y="1072"/>
                  <a:pt x="351" y="1119"/>
                  <a:pt x="345" y="1133"/>
                </a:cubicBezTo>
                <a:cubicBezTo>
                  <a:pt x="338" y="1146"/>
                  <a:pt x="333" y="1154"/>
                  <a:pt x="329" y="1156"/>
                </a:cubicBezTo>
                <a:cubicBezTo>
                  <a:pt x="327" y="1157"/>
                  <a:pt x="321" y="1158"/>
                  <a:pt x="313" y="1158"/>
                </a:cubicBezTo>
                <a:lnTo>
                  <a:pt x="301" y="1157"/>
                </a:lnTo>
                <a:lnTo>
                  <a:pt x="196" y="913"/>
                </a:lnTo>
                <a:cubicBezTo>
                  <a:pt x="126" y="751"/>
                  <a:pt x="91" y="670"/>
                  <a:pt x="90" y="670"/>
                </a:cubicBezTo>
                <a:lnTo>
                  <a:pt x="57" y="695"/>
                </a:lnTo>
                <a:cubicBezTo>
                  <a:pt x="36" y="712"/>
                  <a:pt x="25" y="720"/>
                  <a:pt x="25" y="720"/>
                </a:cubicBezTo>
                <a:lnTo>
                  <a:pt x="0" y="695"/>
                </a:lnTo>
                <a:lnTo>
                  <a:pt x="146" y="581"/>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204" name=""/>
          <p:cNvSpPr/>
          <p:nvPr/>
        </p:nvSpPr>
        <p:spPr>
          <a:xfrm>
            <a:off x="3371040" y="3078000"/>
            <a:ext cx="339480" cy="21240"/>
          </a:xfrm>
          <a:custGeom>
            <a:avLst/>
            <a:gdLst/>
            <a:ahLst/>
            <a:rect l="0" t="0" r="r" b="b"/>
            <a:pathLst>
              <a:path w="943" h="59">
                <a:moveTo>
                  <a:pt x="0" y="0"/>
                </a:moveTo>
                <a:lnTo>
                  <a:pt x="943" y="0"/>
                </a:lnTo>
                <a:lnTo>
                  <a:pt x="943" y="59"/>
                </a:lnTo>
                <a:lnTo>
                  <a:pt x="0" y="59"/>
                </a:lnTo>
                <a:lnTo>
                  <a:pt x="0" y="0"/>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205" name=""/>
          <p:cNvSpPr/>
          <p:nvPr/>
        </p:nvSpPr>
        <p:spPr>
          <a:xfrm>
            <a:off x="3717720" y="3265200"/>
            <a:ext cx="196200" cy="154440"/>
          </a:xfrm>
          <a:custGeom>
            <a:avLst/>
            <a:gdLst/>
            <a:ahLst/>
            <a:rect l="0" t="0" r="r" b="b"/>
            <a:pathLst>
              <a:path w="545" h="429">
                <a:moveTo>
                  <a:pt x="198" y="429"/>
                </a:moveTo>
                <a:cubicBezTo>
                  <a:pt x="189" y="427"/>
                  <a:pt x="155" y="426"/>
                  <a:pt x="96" y="426"/>
                </a:cubicBezTo>
                <a:cubicBezTo>
                  <a:pt x="44" y="426"/>
                  <a:pt x="14" y="427"/>
                  <a:pt x="6" y="429"/>
                </a:cubicBezTo>
                <a:lnTo>
                  <a:pt x="0" y="429"/>
                </a:lnTo>
                <a:lnTo>
                  <a:pt x="0" y="369"/>
                </a:lnTo>
                <a:lnTo>
                  <a:pt x="92" y="369"/>
                </a:lnTo>
                <a:lnTo>
                  <a:pt x="216" y="223"/>
                </a:lnTo>
                <a:lnTo>
                  <a:pt x="85" y="60"/>
                </a:lnTo>
                <a:lnTo>
                  <a:pt x="5" y="60"/>
                </a:lnTo>
                <a:lnTo>
                  <a:pt x="5" y="0"/>
                </a:lnTo>
                <a:lnTo>
                  <a:pt x="12" y="0"/>
                </a:lnTo>
                <a:cubicBezTo>
                  <a:pt x="22" y="2"/>
                  <a:pt x="57" y="3"/>
                  <a:pt x="117" y="3"/>
                </a:cubicBezTo>
                <a:cubicBezTo>
                  <a:pt x="184" y="3"/>
                  <a:pt x="223" y="2"/>
                  <a:pt x="235" y="0"/>
                </a:cubicBezTo>
                <a:lnTo>
                  <a:pt x="244" y="0"/>
                </a:lnTo>
                <a:lnTo>
                  <a:pt x="244" y="60"/>
                </a:lnTo>
                <a:lnTo>
                  <a:pt x="217" y="60"/>
                </a:lnTo>
                <a:lnTo>
                  <a:pt x="250" y="101"/>
                </a:lnTo>
                <a:cubicBezTo>
                  <a:pt x="272" y="129"/>
                  <a:pt x="284" y="142"/>
                  <a:pt x="285" y="142"/>
                </a:cubicBezTo>
                <a:cubicBezTo>
                  <a:pt x="288" y="142"/>
                  <a:pt x="300" y="128"/>
                  <a:pt x="322" y="99"/>
                </a:cubicBezTo>
                <a:lnTo>
                  <a:pt x="355" y="60"/>
                </a:lnTo>
                <a:lnTo>
                  <a:pt x="320" y="60"/>
                </a:lnTo>
                <a:lnTo>
                  <a:pt x="320" y="0"/>
                </a:lnTo>
                <a:lnTo>
                  <a:pt x="327" y="0"/>
                </a:lnTo>
                <a:cubicBezTo>
                  <a:pt x="337" y="2"/>
                  <a:pt x="371" y="3"/>
                  <a:pt x="430" y="3"/>
                </a:cubicBezTo>
                <a:cubicBezTo>
                  <a:pt x="482" y="3"/>
                  <a:pt x="512" y="2"/>
                  <a:pt x="519" y="0"/>
                </a:cubicBezTo>
                <a:lnTo>
                  <a:pt x="526" y="0"/>
                </a:lnTo>
                <a:lnTo>
                  <a:pt x="526" y="60"/>
                </a:lnTo>
                <a:lnTo>
                  <a:pt x="434" y="60"/>
                </a:lnTo>
                <a:lnTo>
                  <a:pt x="323" y="192"/>
                </a:lnTo>
                <a:lnTo>
                  <a:pt x="466" y="368"/>
                </a:lnTo>
                <a:lnTo>
                  <a:pt x="506" y="369"/>
                </a:lnTo>
                <a:lnTo>
                  <a:pt x="545" y="369"/>
                </a:lnTo>
                <a:lnTo>
                  <a:pt x="545" y="429"/>
                </a:lnTo>
                <a:lnTo>
                  <a:pt x="538" y="429"/>
                </a:lnTo>
                <a:cubicBezTo>
                  <a:pt x="528" y="427"/>
                  <a:pt x="493" y="426"/>
                  <a:pt x="432" y="426"/>
                </a:cubicBezTo>
                <a:cubicBezTo>
                  <a:pt x="366" y="426"/>
                  <a:pt x="326" y="427"/>
                  <a:pt x="315" y="429"/>
                </a:cubicBezTo>
                <a:lnTo>
                  <a:pt x="306" y="429"/>
                </a:lnTo>
                <a:lnTo>
                  <a:pt x="306" y="369"/>
                </a:lnTo>
                <a:lnTo>
                  <a:pt x="333" y="369"/>
                </a:lnTo>
                <a:cubicBezTo>
                  <a:pt x="333" y="368"/>
                  <a:pt x="320" y="352"/>
                  <a:pt x="295" y="321"/>
                </a:cubicBezTo>
                <a:cubicBezTo>
                  <a:pt x="268" y="289"/>
                  <a:pt x="255" y="273"/>
                  <a:pt x="254" y="272"/>
                </a:cubicBezTo>
                <a:lnTo>
                  <a:pt x="170" y="368"/>
                </a:lnTo>
                <a:lnTo>
                  <a:pt x="189" y="369"/>
                </a:lnTo>
                <a:lnTo>
                  <a:pt x="206" y="369"/>
                </a:lnTo>
                <a:lnTo>
                  <a:pt x="206" y="429"/>
                </a:lnTo>
                <a:lnTo>
                  <a:pt x="198" y="429"/>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206" name=""/>
          <p:cNvSpPr/>
          <p:nvPr/>
        </p:nvSpPr>
        <p:spPr>
          <a:xfrm>
            <a:off x="3942000" y="3307680"/>
            <a:ext cx="103680" cy="169200"/>
          </a:xfrm>
          <a:custGeom>
            <a:avLst/>
            <a:gdLst/>
            <a:ahLst/>
            <a:rect l="0" t="0" r="r" b="b"/>
            <a:pathLst>
              <a:path w="288" h="470">
                <a:moveTo>
                  <a:pt x="39" y="56"/>
                </a:moveTo>
                <a:cubicBezTo>
                  <a:pt x="65" y="19"/>
                  <a:pt x="100" y="0"/>
                  <a:pt x="144" y="0"/>
                </a:cubicBezTo>
                <a:cubicBezTo>
                  <a:pt x="166" y="0"/>
                  <a:pt x="188" y="6"/>
                  <a:pt x="209" y="18"/>
                </a:cubicBezTo>
                <a:cubicBezTo>
                  <a:pt x="231" y="30"/>
                  <a:pt x="249" y="51"/>
                  <a:pt x="262" y="81"/>
                </a:cubicBezTo>
                <a:cubicBezTo>
                  <a:pt x="279" y="119"/>
                  <a:pt x="288" y="170"/>
                  <a:pt x="288" y="236"/>
                </a:cubicBezTo>
                <a:cubicBezTo>
                  <a:pt x="288" y="307"/>
                  <a:pt x="278" y="360"/>
                  <a:pt x="258" y="398"/>
                </a:cubicBezTo>
                <a:cubicBezTo>
                  <a:pt x="249" y="418"/>
                  <a:pt x="237" y="433"/>
                  <a:pt x="221" y="444"/>
                </a:cubicBezTo>
                <a:cubicBezTo>
                  <a:pt x="205" y="456"/>
                  <a:pt x="191" y="463"/>
                  <a:pt x="179" y="465"/>
                </a:cubicBezTo>
                <a:cubicBezTo>
                  <a:pt x="168" y="468"/>
                  <a:pt x="156" y="470"/>
                  <a:pt x="145" y="470"/>
                </a:cubicBezTo>
                <a:cubicBezTo>
                  <a:pt x="133" y="470"/>
                  <a:pt x="121" y="469"/>
                  <a:pt x="109" y="466"/>
                </a:cubicBezTo>
                <a:cubicBezTo>
                  <a:pt x="97" y="463"/>
                  <a:pt x="84" y="456"/>
                  <a:pt x="68" y="444"/>
                </a:cubicBezTo>
                <a:cubicBezTo>
                  <a:pt x="51" y="433"/>
                  <a:pt x="38" y="417"/>
                  <a:pt x="29" y="398"/>
                </a:cubicBezTo>
                <a:cubicBezTo>
                  <a:pt x="10" y="360"/>
                  <a:pt x="0" y="307"/>
                  <a:pt x="0" y="236"/>
                </a:cubicBezTo>
                <a:cubicBezTo>
                  <a:pt x="0" y="157"/>
                  <a:pt x="13" y="97"/>
                  <a:pt x="39" y="56"/>
                </a:cubicBezTo>
                <a:moveTo>
                  <a:pt x="193" y="47"/>
                </a:moveTo>
                <a:cubicBezTo>
                  <a:pt x="179" y="33"/>
                  <a:pt x="163" y="26"/>
                  <a:pt x="145" y="26"/>
                </a:cubicBezTo>
                <a:cubicBezTo>
                  <a:pt x="126" y="26"/>
                  <a:pt x="109" y="33"/>
                  <a:pt x="96" y="47"/>
                </a:cubicBezTo>
                <a:cubicBezTo>
                  <a:pt x="84" y="59"/>
                  <a:pt x="77" y="76"/>
                  <a:pt x="73" y="97"/>
                </a:cubicBezTo>
                <a:cubicBezTo>
                  <a:pt x="69" y="117"/>
                  <a:pt x="68" y="161"/>
                  <a:pt x="68" y="227"/>
                </a:cubicBezTo>
                <a:cubicBezTo>
                  <a:pt x="68" y="299"/>
                  <a:pt x="69" y="346"/>
                  <a:pt x="73" y="369"/>
                </a:cubicBezTo>
                <a:cubicBezTo>
                  <a:pt x="77" y="392"/>
                  <a:pt x="85" y="411"/>
                  <a:pt x="98" y="424"/>
                </a:cubicBezTo>
                <a:cubicBezTo>
                  <a:pt x="110" y="438"/>
                  <a:pt x="126" y="444"/>
                  <a:pt x="145" y="444"/>
                </a:cubicBezTo>
                <a:cubicBezTo>
                  <a:pt x="163" y="444"/>
                  <a:pt x="178" y="438"/>
                  <a:pt x="191" y="424"/>
                </a:cubicBezTo>
                <a:cubicBezTo>
                  <a:pt x="204" y="410"/>
                  <a:pt x="212" y="390"/>
                  <a:pt x="215" y="366"/>
                </a:cubicBezTo>
                <a:cubicBezTo>
                  <a:pt x="219" y="341"/>
                  <a:pt x="220" y="295"/>
                  <a:pt x="221" y="227"/>
                </a:cubicBezTo>
                <a:cubicBezTo>
                  <a:pt x="221" y="162"/>
                  <a:pt x="219" y="118"/>
                  <a:pt x="215" y="97"/>
                </a:cubicBezTo>
                <a:cubicBezTo>
                  <a:pt x="212" y="76"/>
                  <a:pt x="204" y="60"/>
                  <a:pt x="193" y="47"/>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207" name=""/>
          <p:cNvSpPr/>
          <p:nvPr/>
        </p:nvSpPr>
        <p:spPr>
          <a:xfrm>
            <a:off x="4099320" y="3377160"/>
            <a:ext cx="46440" cy="109800"/>
          </a:xfrm>
          <a:custGeom>
            <a:avLst/>
            <a:gdLst/>
            <a:ahLst/>
            <a:rect l="0" t="0" r="r" b="b"/>
            <a:pathLst>
              <a:path w="129" h="305">
                <a:moveTo>
                  <a:pt x="0" y="83"/>
                </a:moveTo>
                <a:cubicBezTo>
                  <a:pt x="0" y="83"/>
                  <a:pt x="0" y="75"/>
                  <a:pt x="0" y="59"/>
                </a:cubicBezTo>
                <a:cubicBezTo>
                  <a:pt x="0" y="43"/>
                  <a:pt x="5" y="29"/>
                  <a:pt x="16" y="17"/>
                </a:cubicBezTo>
                <a:cubicBezTo>
                  <a:pt x="26" y="6"/>
                  <a:pt x="40" y="0"/>
                  <a:pt x="57" y="0"/>
                </a:cubicBezTo>
                <a:cubicBezTo>
                  <a:pt x="75" y="0"/>
                  <a:pt x="91" y="8"/>
                  <a:pt x="105" y="24"/>
                </a:cubicBezTo>
                <a:cubicBezTo>
                  <a:pt x="120" y="40"/>
                  <a:pt x="128" y="69"/>
                  <a:pt x="129" y="109"/>
                </a:cubicBezTo>
                <a:cubicBezTo>
                  <a:pt x="129" y="131"/>
                  <a:pt x="126" y="153"/>
                  <a:pt x="120" y="176"/>
                </a:cubicBezTo>
                <a:cubicBezTo>
                  <a:pt x="114" y="197"/>
                  <a:pt x="106" y="215"/>
                  <a:pt x="99" y="230"/>
                </a:cubicBezTo>
                <a:cubicBezTo>
                  <a:pt x="91" y="246"/>
                  <a:pt x="83" y="259"/>
                  <a:pt x="74" y="270"/>
                </a:cubicBezTo>
                <a:cubicBezTo>
                  <a:pt x="65" y="281"/>
                  <a:pt x="57" y="290"/>
                  <a:pt x="50" y="296"/>
                </a:cubicBezTo>
                <a:cubicBezTo>
                  <a:pt x="44" y="302"/>
                  <a:pt x="40" y="305"/>
                  <a:pt x="38" y="305"/>
                </a:cubicBezTo>
                <a:cubicBezTo>
                  <a:pt x="35" y="305"/>
                  <a:pt x="31" y="302"/>
                  <a:pt x="25" y="296"/>
                </a:cubicBezTo>
                <a:cubicBezTo>
                  <a:pt x="20" y="290"/>
                  <a:pt x="17" y="286"/>
                  <a:pt x="17" y="283"/>
                </a:cubicBezTo>
                <a:cubicBezTo>
                  <a:pt x="17" y="281"/>
                  <a:pt x="20" y="276"/>
                  <a:pt x="27" y="268"/>
                </a:cubicBezTo>
                <a:cubicBezTo>
                  <a:pt x="34" y="260"/>
                  <a:pt x="42" y="251"/>
                  <a:pt x="51" y="239"/>
                </a:cubicBezTo>
                <a:cubicBezTo>
                  <a:pt x="60" y="228"/>
                  <a:pt x="69" y="212"/>
                  <a:pt x="76" y="191"/>
                </a:cubicBezTo>
                <a:cubicBezTo>
                  <a:pt x="84" y="170"/>
                  <a:pt x="89" y="146"/>
                  <a:pt x="92" y="120"/>
                </a:cubicBezTo>
                <a:lnTo>
                  <a:pt x="92" y="108"/>
                </a:lnTo>
                <a:lnTo>
                  <a:pt x="91" y="109"/>
                </a:lnTo>
                <a:cubicBezTo>
                  <a:pt x="90" y="110"/>
                  <a:pt x="88" y="110"/>
                  <a:pt x="86" y="111"/>
                </a:cubicBezTo>
                <a:cubicBezTo>
                  <a:pt x="84" y="112"/>
                  <a:pt x="82" y="113"/>
                  <a:pt x="80" y="114"/>
                </a:cubicBezTo>
                <a:cubicBezTo>
                  <a:pt x="78" y="115"/>
                  <a:pt x="75" y="116"/>
                  <a:pt x="72" y="116"/>
                </a:cubicBezTo>
                <a:cubicBezTo>
                  <a:pt x="68" y="116"/>
                  <a:pt x="64" y="116"/>
                  <a:pt x="60" y="117"/>
                </a:cubicBezTo>
                <a:cubicBezTo>
                  <a:pt x="43" y="117"/>
                  <a:pt x="29" y="111"/>
                  <a:pt x="18" y="100"/>
                </a:cubicBezTo>
                <a:lnTo>
                  <a:pt x="0" y="83"/>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208" name=""/>
          <p:cNvSpPr/>
          <p:nvPr/>
        </p:nvSpPr>
        <p:spPr>
          <a:xfrm>
            <a:off x="4259160" y="3159000"/>
            <a:ext cx="83520" cy="347400"/>
          </a:xfrm>
          <a:custGeom>
            <a:avLst/>
            <a:gdLst/>
            <a:ahLst/>
            <a:rect l="0" t="0" r="r" b="b"/>
            <a:pathLst>
              <a:path w="232" h="965">
                <a:moveTo>
                  <a:pt x="0" y="483"/>
                </a:moveTo>
                <a:cubicBezTo>
                  <a:pt x="0" y="438"/>
                  <a:pt x="4" y="396"/>
                  <a:pt x="10" y="356"/>
                </a:cubicBezTo>
                <a:cubicBezTo>
                  <a:pt x="17" y="316"/>
                  <a:pt x="25" y="281"/>
                  <a:pt x="33" y="252"/>
                </a:cubicBezTo>
                <a:cubicBezTo>
                  <a:pt x="41" y="223"/>
                  <a:pt x="53" y="195"/>
                  <a:pt x="69" y="168"/>
                </a:cubicBezTo>
                <a:cubicBezTo>
                  <a:pt x="84" y="140"/>
                  <a:pt x="96" y="118"/>
                  <a:pt x="105" y="103"/>
                </a:cubicBezTo>
                <a:cubicBezTo>
                  <a:pt x="114" y="88"/>
                  <a:pt x="128" y="71"/>
                  <a:pt x="146" y="53"/>
                </a:cubicBezTo>
                <a:cubicBezTo>
                  <a:pt x="164" y="35"/>
                  <a:pt x="174" y="24"/>
                  <a:pt x="178" y="20"/>
                </a:cubicBezTo>
                <a:cubicBezTo>
                  <a:pt x="181" y="16"/>
                  <a:pt x="189" y="10"/>
                  <a:pt x="202" y="0"/>
                </a:cubicBezTo>
                <a:lnTo>
                  <a:pt x="214" y="0"/>
                </a:lnTo>
                <a:lnTo>
                  <a:pt x="218" y="0"/>
                </a:lnTo>
                <a:cubicBezTo>
                  <a:pt x="227" y="0"/>
                  <a:pt x="232" y="3"/>
                  <a:pt x="232" y="9"/>
                </a:cubicBezTo>
                <a:cubicBezTo>
                  <a:pt x="232" y="11"/>
                  <a:pt x="226" y="17"/>
                  <a:pt x="215" y="29"/>
                </a:cubicBezTo>
                <a:cubicBezTo>
                  <a:pt x="204" y="40"/>
                  <a:pt x="191" y="57"/>
                  <a:pt x="176" y="80"/>
                </a:cubicBezTo>
                <a:cubicBezTo>
                  <a:pt x="160" y="102"/>
                  <a:pt x="145" y="130"/>
                  <a:pt x="129" y="163"/>
                </a:cubicBezTo>
                <a:cubicBezTo>
                  <a:pt x="112" y="196"/>
                  <a:pt x="99" y="240"/>
                  <a:pt x="88" y="296"/>
                </a:cubicBezTo>
                <a:cubicBezTo>
                  <a:pt x="77" y="352"/>
                  <a:pt x="72" y="415"/>
                  <a:pt x="72" y="483"/>
                </a:cubicBezTo>
                <a:cubicBezTo>
                  <a:pt x="72" y="551"/>
                  <a:pt x="77" y="613"/>
                  <a:pt x="88" y="668"/>
                </a:cubicBezTo>
                <a:cubicBezTo>
                  <a:pt x="99" y="723"/>
                  <a:pt x="112" y="768"/>
                  <a:pt x="128" y="802"/>
                </a:cubicBezTo>
                <a:cubicBezTo>
                  <a:pt x="143" y="836"/>
                  <a:pt x="159" y="863"/>
                  <a:pt x="175" y="885"/>
                </a:cubicBezTo>
                <a:cubicBezTo>
                  <a:pt x="191" y="906"/>
                  <a:pt x="204" y="923"/>
                  <a:pt x="215" y="936"/>
                </a:cubicBezTo>
                <a:cubicBezTo>
                  <a:pt x="226" y="949"/>
                  <a:pt x="232" y="955"/>
                  <a:pt x="232" y="956"/>
                </a:cubicBezTo>
                <a:cubicBezTo>
                  <a:pt x="232" y="962"/>
                  <a:pt x="227" y="965"/>
                  <a:pt x="217" y="965"/>
                </a:cubicBezTo>
                <a:lnTo>
                  <a:pt x="214" y="965"/>
                </a:lnTo>
                <a:lnTo>
                  <a:pt x="202" y="965"/>
                </a:lnTo>
                <a:lnTo>
                  <a:pt x="175" y="942"/>
                </a:lnTo>
                <a:cubicBezTo>
                  <a:pt x="114" y="887"/>
                  <a:pt x="70" y="819"/>
                  <a:pt x="43" y="737"/>
                </a:cubicBezTo>
                <a:cubicBezTo>
                  <a:pt x="15" y="656"/>
                  <a:pt x="0" y="571"/>
                  <a:pt x="0" y="483"/>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209" name=""/>
          <p:cNvSpPr/>
          <p:nvPr/>
        </p:nvSpPr>
        <p:spPr>
          <a:xfrm>
            <a:off x="4390560" y="3188160"/>
            <a:ext cx="119520" cy="231480"/>
          </a:xfrm>
          <a:custGeom>
            <a:avLst/>
            <a:gdLst/>
            <a:ahLst/>
            <a:rect l="0" t="0" r="r" b="b"/>
            <a:pathLst>
              <a:path w="332" h="643">
                <a:moveTo>
                  <a:pt x="125" y="85"/>
                </a:moveTo>
                <a:lnTo>
                  <a:pt x="112" y="89"/>
                </a:lnTo>
                <a:cubicBezTo>
                  <a:pt x="103" y="93"/>
                  <a:pt x="91" y="96"/>
                  <a:pt x="74" y="99"/>
                </a:cubicBezTo>
                <a:cubicBezTo>
                  <a:pt x="57" y="102"/>
                  <a:pt x="38" y="105"/>
                  <a:pt x="18" y="106"/>
                </a:cubicBezTo>
                <a:lnTo>
                  <a:pt x="0" y="106"/>
                </a:lnTo>
                <a:lnTo>
                  <a:pt x="0" y="62"/>
                </a:lnTo>
                <a:lnTo>
                  <a:pt x="18" y="62"/>
                </a:lnTo>
                <a:cubicBezTo>
                  <a:pt x="48" y="60"/>
                  <a:pt x="76" y="55"/>
                  <a:pt x="102" y="47"/>
                </a:cubicBezTo>
                <a:cubicBezTo>
                  <a:pt x="127" y="39"/>
                  <a:pt x="145" y="31"/>
                  <a:pt x="156" y="24"/>
                </a:cubicBezTo>
                <a:cubicBezTo>
                  <a:pt x="166" y="17"/>
                  <a:pt x="175" y="10"/>
                  <a:pt x="183" y="3"/>
                </a:cubicBezTo>
                <a:cubicBezTo>
                  <a:pt x="184" y="1"/>
                  <a:pt x="188" y="0"/>
                  <a:pt x="194" y="0"/>
                </a:cubicBezTo>
                <a:cubicBezTo>
                  <a:pt x="200" y="0"/>
                  <a:pt x="206" y="2"/>
                  <a:pt x="211" y="6"/>
                </a:cubicBezTo>
                <a:lnTo>
                  <a:pt x="211" y="294"/>
                </a:lnTo>
                <a:lnTo>
                  <a:pt x="212" y="584"/>
                </a:lnTo>
                <a:cubicBezTo>
                  <a:pt x="216" y="588"/>
                  <a:pt x="221" y="591"/>
                  <a:pt x="224" y="593"/>
                </a:cubicBezTo>
                <a:cubicBezTo>
                  <a:pt x="227" y="594"/>
                  <a:pt x="235" y="595"/>
                  <a:pt x="247" y="596"/>
                </a:cubicBezTo>
                <a:cubicBezTo>
                  <a:pt x="260" y="598"/>
                  <a:pt x="279" y="598"/>
                  <a:pt x="307" y="598"/>
                </a:cubicBezTo>
                <a:lnTo>
                  <a:pt x="332" y="598"/>
                </a:lnTo>
                <a:lnTo>
                  <a:pt x="332" y="643"/>
                </a:lnTo>
                <a:lnTo>
                  <a:pt x="322" y="643"/>
                </a:lnTo>
                <a:cubicBezTo>
                  <a:pt x="308" y="641"/>
                  <a:pt x="257" y="640"/>
                  <a:pt x="167" y="640"/>
                </a:cubicBezTo>
                <a:cubicBezTo>
                  <a:pt x="80" y="640"/>
                  <a:pt x="29" y="641"/>
                  <a:pt x="16" y="643"/>
                </a:cubicBezTo>
                <a:lnTo>
                  <a:pt x="4" y="643"/>
                </a:lnTo>
                <a:lnTo>
                  <a:pt x="4" y="598"/>
                </a:lnTo>
                <a:lnTo>
                  <a:pt x="29" y="598"/>
                </a:lnTo>
                <a:cubicBezTo>
                  <a:pt x="44" y="598"/>
                  <a:pt x="56" y="598"/>
                  <a:pt x="66" y="598"/>
                </a:cubicBezTo>
                <a:cubicBezTo>
                  <a:pt x="76" y="598"/>
                  <a:pt x="84" y="598"/>
                  <a:pt x="90" y="597"/>
                </a:cubicBezTo>
                <a:cubicBezTo>
                  <a:pt x="96" y="597"/>
                  <a:pt x="101" y="596"/>
                  <a:pt x="106" y="595"/>
                </a:cubicBezTo>
                <a:cubicBezTo>
                  <a:pt x="110" y="593"/>
                  <a:pt x="113" y="593"/>
                  <a:pt x="113" y="593"/>
                </a:cubicBezTo>
                <a:cubicBezTo>
                  <a:pt x="114" y="593"/>
                  <a:pt x="116" y="591"/>
                  <a:pt x="119" y="588"/>
                </a:cubicBezTo>
                <a:cubicBezTo>
                  <a:pt x="122" y="585"/>
                  <a:pt x="124" y="583"/>
                  <a:pt x="125" y="584"/>
                </a:cubicBezTo>
                <a:lnTo>
                  <a:pt x="125" y="85"/>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210" name=""/>
          <p:cNvSpPr/>
          <p:nvPr/>
        </p:nvSpPr>
        <p:spPr>
          <a:xfrm>
            <a:off x="4641480" y="3325680"/>
            <a:ext cx="211680" cy="14040"/>
          </a:xfrm>
          <a:custGeom>
            <a:avLst/>
            <a:gdLst/>
            <a:ahLst/>
            <a:rect l="0" t="0" r="r" b="b"/>
            <a:pathLst>
              <a:path w="588" h="39">
                <a:moveTo>
                  <a:pt x="13" y="0"/>
                </a:moveTo>
                <a:lnTo>
                  <a:pt x="574" y="0"/>
                </a:lnTo>
                <a:cubicBezTo>
                  <a:pt x="584" y="5"/>
                  <a:pt x="588" y="11"/>
                  <a:pt x="588" y="20"/>
                </a:cubicBezTo>
                <a:cubicBezTo>
                  <a:pt x="588" y="27"/>
                  <a:pt x="584" y="34"/>
                  <a:pt x="574" y="39"/>
                </a:cubicBezTo>
                <a:lnTo>
                  <a:pt x="13" y="39"/>
                </a:lnTo>
                <a:cubicBezTo>
                  <a:pt x="4" y="35"/>
                  <a:pt x="0" y="28"/>
                  <a:pt x="0" y="20"/>
                </a:cubicBezTo>
                <a:cubicBezTo>
                  <a:pt x="0" y="10"/>
                  <a:pt x="4" y="4"/>
                  <a:pt x="13" y="0"/>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211" name=""/>
          <p:cNvSpPr/>
          <p:nvPr/>
        </p:nvSpPr>
        <p:spPr>
          <a:xfrm>
            <a:off x="4970880" y="3265920"/>
            <a:ext cx="198000" cy="157320"/>
          </a:xfrm>
          <a:custGeom>
            <a:avLst/>
            <a:gdLst/>
            <a:ahLst/>
            <a:rect l="0" t="0" r="r" b="b"/>
            <a:pathLst>
              <a:path w="550" h="437">
                <a:moveTo>
                  <a:pt x="0" y="275"/>
                </a:moveTo>
                <a:cubicBezTo>
                  <a:pt x="0" y="202"/>
                  <a:pt x="28" y="138"/>
                  <a:pt x="83" y="83"/>
                </a:cubicBezTo>
                <a:cubicBezTo>
                  <a:pt x="138" y="27"/>
                  <a:pt x="200" y="0"/>
                  <a:pt x="266" y="0"/>
                </a:cubicBezTo>
                <a:cubicBezTo>
                  <a:pt x="311" y="0"/>
                  <a:pt x="347" y="13"/>
                  <a:pt x="374" y="38"/>
                </a:cubicBezTo>
                <a:cubicBezTo>
                  <a:pt x="401" y="64"/>
                  <a:pt x="420" y="95"/>
                  <a:pt x="429" y="133"/>
                </a:cubicBezTo>
                <a:cubicBezTo>
                  <a:pt x="433" y="151"/>
                  <a:pt x="435" y="173"/>
                  <a:pt x="436" y="197"/>
                </a:cubicBezTo>
                <a:lnTo>
                  <a:pt x="436" y="225"/>
                </a:lnTo>
                <a:cubicBezTo>
                  <a:pt x="467" y="178"/>
                  <a:pt x="492" y="124"/>
                  <a:pt x="508" y="65"/>
                </a:cubicBezTo>
                <a:cubicBezTo>
                  <a:pt x="511" y="56"/>
                  <a:pt x="513" y="51"/>
                  <a:pt x="514" y="50"/>
                </a:cubicBezTo>
                <a:cubicBezTo>
                  <a:pt x="515" y="49"/>
                  <a:pt x="520" y="48"/>
                  <a:pt x="529" y="47"/>
                </a:cubicBezTo>
                <a:cubicBezTo>
                  <a:pt x="543" y="47"/>
                  <a:pt x="550" y="50"/>
                  <a:pt x="550" y="55"/>
                </a:cubicBezTo>
                <a:cubicBezTo>
                  <a:pt x="550" y="60"/>
                  <a:pt x="547" y="73"/>
                  <a:pt x="541" y="92"/>
                </a:cubicBezTo>
                <a:cubicBezTo>
                  <a:pt x="535" y="112"/>
                  <a:pt x="524" y="139"/>
                  <a:pt x="506" y="174"/>
                </a:cubicBezTo>
                <a:cubicBezTo>
                  <a:pt x="489" y="210"/>
                  <a:pt x="469" y="242"/>
                  <a:pt x="448" y="271"/>
                </a:cubicBezTo>
                <a:lnTo>
                  <a:pt x="437" y="284"/>
                </a:lnTo>
                <a:lnTo>
                  <a:pt x="438" y="308"/>
                </a:lnTo>
                <a:cubicBezTo>
                  <a:pt x="439" y="344"/>
                  <a:pt x="442" y="369"/>
                  <a:pt x="446" y="381"/>
                </a:cubicBezTo>
                <a:cubicBezTo>
                  <a:pt x="449" y="394"/>
                  <a:pt x="456" y="401"/>
                  <a:pt x="464" y="402"/>
                </a:cubicBezTo>
                <a:cubicBezTo>
                  <a:pt x="473" y="400"/>
                  <a:pt x="481" y="397"/>
                  <a:pt x="489" y="391"/>
                </a:cubicBezTo>
                <a:cubicBezTo>
                  <a:pt x="497" y="385"/>
                  <a:pt x="502" y="378"/>
                  <a:pt x="505" y="369"/>
                </a:cubicBezTo>
                <a:cubicBezTo>
                  <a:pt x="507" y="364"/>
                  <a:pt x="508" y="362"/>
                  <a:pt x="510" y="361"/>
                </a:cubicBezTo>
                <a:cubicBezTo>
                  <a:pt x="512" y="361"/>
                  <a:pt x="517" y="360"/>
                  <a:pt x="525" y="359"/>
                </a:cubicBezTo>
                <a:cubicBezTo>
                  <a:pt x="537" y="359"/>
                  <a:pt x="544" y="362"/>
                  <a:pt x="544" y="367"/>
                </a:cubicBezTo>
                <a:cubicBezTo>
                  <a:pt x="544" y="371"/>
                  <a:pt x="542" y="377"/>
                  <a:pt x="538" y="385"/>
                </a:cubicBezTo>
                <a:cubicBezTo>
                  <a:pt x="530" y="401"/>
                  <a:pt x="519" y="413"/>
                  <a:pt x="504" y="422"/>
                </a:cubicBezTo>
                <a:cubicBezTo>
                  <a:pt x="490" y="431"/>
                  <a:pt x="475" y="436"/>
                  <a:pt x="462" y="436"/>
                </a:cubicBezTo>
                <a:lnTo>
                  <a:pt x="455" y="436"/>
                </a:lnTo>
                <a:cubicBezTo>
                  <a:pt x="412" y="436"/>
                  <a:pt x="383" y="413"/>
                  <a:pt x="368" y="367"/>
                </a:cubicBezTo>
                <a:lnTo>
                  <a:pt x="365" y="360"/>
                </a:lnTo>
                <a:lnTo>
                  <a:pt x="354" y="368"/>
                </a:lnTo>
                <a:cubicBezTo>
                  <a:pt x="348" y="373"/>
                  <a:pt x="338" y="379"/>
                  <a:pt x="325" y="387"/>
                </a:cubicBezTo>
                <a:cubicBezTo>
                  <a:pt x="312" y="395"/>
                  <a:pt x="298" y="402"/>
                  <a:pt x="282" y="409"/>
                </a:cubicBezTo>
                <a:cubicBezTo>
                  <a:pt x="266" y="416"/>
                  <a:pt x="247" y="423"/>
                  <a:pt x="226" y="429"/>
                </a:cubicBezTo>
                <a:cubicBezTo>
                  <a:pt x="205" y="434"/>
                  <a:pt x="184" y="437"/>
                  <a:pt x="163" y="437"/>
                </a:cubicBezTo>
                <a:cubicBezTo>
                  <a:pt x="112" y="437"/>
                  <a:pt x="73" y="421"/>
                  <a:pt x="44" y="389"/>
                </a:cubicBezTo>
                <a:cubicBezTo>
                  <a:pt x="15" y="357"/>
                  <a:pt x="0" y="319"/>
                  <a:pt x="0" y="275"/>
                </a:cubicBezTo>
                <a:moveTo>
                  <a:pt x="169" y="402"/>
                </a:moveTo>
                <a:cubicBezTo>
                  <a:pt x="201" y="402"/>
                  <a:pt x="232" y="395"/>
                  <a:pt x="263" y="381"/>
                </a:cubicBezTo>
                <a:cubicBezTo>
                  <a:pt x="295" y="368"/>
                  <a:pt x="318" y="354"/>
                  <a:pt x="334" y="340"/>
                </a:cubicBezTo>
                <a:lnTo>
                  <a:pt x="357" y="319"/>
                </a:lnTo>
                <a:cubicBezTo>
                  <a:pt x="356" y="226"/>
                  <a:pt x="353" y="169"/>
                  <a:pt x="350" y="146"/>
                </a:cubicBezTo>
                <a:cubicBezTo>
                  <a:pt x="341" y="72"/>
                  <a:pt x="312" y="35"/>
                  <a:pt x="262" y="35"/>
                </a:cubicBezTo>
                <a:cubicBezTo>
                  <a:pt x="217" y="35"/>
                  <a:pt x="178" y="59"/>
                  <a:pt x="144" y="106"/>
                </a:cubicBezTo>
                <a:cubicBezTo>
                  <a:pt x="127" y="131"/>
                  <a:pt x="112" y="166"/>
                  <a:pt x="102" y="210"/>
                </a:cubicBezTo>
                <a:cubicBezTo>
                  <a:pt x="91" y="254"/>
                  <a:pt x="85" y="287"/>
                  <a:pt x="84" y="311"/>
                </a:cubicBezTo>
                <a:cubicBezTo>
                  <a:pt x="84" y="343"/>
                  <a:pt x="92" y="365"/>
                  <a:pt x="108" y="379"/>
                </a:cubicBezTo>
                <a:cubicBezTo>
                  <a:pt x="124" y="394"/>
                  <a:pt x="144" y="401"/>
                  <a:pt x="169" y="402"/>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212" name=""/>
          <p:cNvSpPr/>
          <p:nvPr/>
        </p:nvSpPr>
        <p:spPr>
          <a:xfrm>
            <a:off x="5016960" y="3213360"/>
            <a:ext cx="125640" cy="16560"/>
          </a:xfrm>
          <a:custGeom>
            <a:avLst/>
            <a:gdLst/>
            <a:ahLst/>
            <a:rect l="0" t="0" r="r" b="b"/>
            <a:pathLst>
              <a:path w="349" h="46">
                <a:moveTo>
                  <a:pt x="0" y="0"/>
                </a:moveTo>
                <a:lnTo>
                  <a:pt x="349" y="0"/>
                </a:lnTo>
                <a:lnTo>
                  <a:pt x="349" y="46"/>
                </a:lnTo>
                <a:lnTo>
                  <a:pt x="0" y="46"/>
                </a:lnTo>
                <a:lnTo>
                  <a:pt x="0" y="0"/>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213" name=""/>
          <p:cNvSpPr/>
          <p:nvPr/>
        </p:nvSpPr>
        <p:spPr>
          <a:xfrm>
            <a:off x="5197320" y="3317760"/>
            <a:ext cx="76680" cy="156600"/>
          </a:xfrm>
          <a:custGeom>
            <a:avLst/>
            <a:gdLst/>
            <a:ahLst/>
            <a:rect l="0" t="0" r="r" b="b"/>
            <a:pathLst>
              <a:path w="213" h="435">
                <a:moveTo>
                  <a:pt x="5" y="165"/>
                </a:moveTo>
                <a:cubicBezTo>
                  <a:pt x="2" y="162"/>
                  <a:pt x="0" y="159"/>
                  <a:pt x="0" y="158"/>
                </a:cubicBezTo>
                <a:cubicBezTo>
                  <a:pt x="0" y="156"/>
                  <a:pt x="1" y="153"/>
                  <a:pt x="2" y="147"/>
                </a:cubicBezTo>
                <a:cubicBezTo>
                  <a:pt x="4" y="142"/>
                  <a:pt x="5" y="139"/>
                  <a:pt x="6" y="138"/>
                </a:cubicBezTo>
                <a:cubicBezTo>
                  <a:pt x="6" y="135"/>
                  <a:pt x="9" y="134"/>
                  <a:pt x="12" y="134"/>
                </a:cubicBezTo>
                <a:cubicBezTo>
                  <a:pt x="15" y="134"/>
                  <a:pt x="27" y="134"/>
                  <a:pt x="47" y="134"/>
                </a:cubicBezTo>
                <a:lnTo>
                  <a:pt x="84" y="134"/>
                </a:lnTo>
                <a:lnTo>
                  <a:pt x="97" y="78"/>
                </a:lnTo>
                <a:cubicBezTo>
                  <a:pt x="98" y="73"/>
                  <a:pt x="99" y="67"/>
                  <a:pt x="101" y="58"/>
                </a:cubicBezTo>
                <a:cubicBezTo>
                  <a:pt x="103" y="50"/>
                  <a:pt x="105" y="44"/>
                  <a:pt x="106" y="41"/>
                </a:cubicBezTo>
                <a:cubicBezTo>
                  <a:pt x="107" y="37"/>
                  <a:pt x="109" y="32"/>
                  <a:pt x="110" y="27"/>
                </a:cubicBezTo>
                <a:cubicBezTo>
                  <a:pt x="111" y="22"/>
                  <a:pt x="113" y="18"/>
                  <a:pt x="116" y="15"/>
                </a:cubicBezTo>
                <a:cubicBezTo>
                  <a:pt x="118" y="13"/>
                  <a:pt x="120" y="10"/>
                  <a:pt x="122" y="7"/>
                </a:cubicBezTo>
                <a:cubicBezTo>
                  <a:pt x="125" y="4"/>
                  <a:pt x="128" y="2"/>
                  <a:pt x="132" y="1"/>
                </a:cubicBezTo>
                <a:cubicBezTo>
                  <a:pt x="136" y="0"/>
                  <a:pt x="140" y="0"/>
                  <a:pt x="144" y="0"/>
                </a:cubicBezTo>
                <a:cubicBezTo>
                  <a:pt x="152" y="0"/>
                  <a:pt x="158" y="3"/>
                  <a:pt x="161" y="7"/>
                </a:cubicBezTo>
                <a:cubicBezTo>
                  <a:pt x="164" y="12"/>
                  <a:pt x="166" y="16"/>
                  <a:pt x="166" y="20"/>
                </a:cubicBezTo>
                <a:cubicBezTo>
                  <a:pt x="166" y="23"/>
                  <a:pt x="164" y="34"/>
                  <a:pt x="160" y="52"/>
                </a:cubicBezTo>
                <a:cubicBezTo>
                  <a:pt x="156" y="70"/>
                  <a:pt x="151" y="88"/>
                  <a:pt x="146" y="106"/>
                </a:cubicBezTo>
                <a:lnTo>
                  <a:pt x="139" y="132"/>
                </a:lnTo>
                <a:cubicBezTo>
                  <a:pt x="139" y="133"/>
                  <a:pt x="151" y="134"/>
                  <a:pt x="173" y="134"/>
                </a:cubicBezTo>
                <a:lnTo>
                  <a:pt x="208" y="134"/>
                </a:lnTo>
                <a:cubicBezTo>
                  <a:pt x="211" y="137"/>
                  <a:pt x="213" y="139"/>
                  <a:pt x="213" y="141"/>
                </a:cubicBezTo>
                <a:cubicBezTo>
                  <a:pt x="213" y="151"/>
                  <a:pt x="210" y="159"/>
                  <a:pt x="204" y="165"/>
                </a:cubicBezTo>
                <a:lnTo>
                  <a:pt x="131" y="165"/>
                </a:lnTo>
                <a:lnTo>
                  <a:pt x="107" y="264"/>
                </a:lnTo>
                <a:cubicBezTo>
                  <a:pt x="89" y="336"/>
                  <a:pt x="80" y="375"/>
                  <a:pt x="80" y="381"/>
                </a:cubicBezTo>
                <a:cubicBezTo>
                  <a:pt x="80" y="400"/>
                  <a:pt x="86" y="410"/>
                  <a:pt x="99" y="410"/>
                </a:cubicBezTo>
                <a:cubicBezTo>
                  <a:pt x="114" y="410"/>
                  <a:pt x="130" y="402"/>
                  <a:pt x="145" y="386"/>
                </a:cubicBezTo>
                <a:cubicBezTo>
                  <a:pt x="160" y="371"/>
                  <a:pt x="172" y="352"/>
                  <a:pt x="181" y="329"/>
                </a:cubicBezTo>
                <a:cubicBezTo>
                  <a:pt x="182" y="326"/>
                  <a:pt x="183" y="325"/>
                  <a:pt x="184" y="324"/>
                </a:cubicBezTo>
                <a:cubicBezTo>
                  <a:pt x="186" y="324"/>
                  <a:pt x="189" y="323"/>
                  <a:pt x="195" y="323"/>
                </a:cubicBezTo>
                <a:lnTo>
                  <a:pt x="197" y="323"/>
                </a:lnTo>
                <a:cubicBezTo>
                  <a:pt x="204" y="323"/>
                  <a:pt x="208" y="325"/>
                  <a:pt x="208" y="328"/>
                </a:cubicBezTo>
                <a:cubicBezTo>
                  <a:pt x="208" y="330"/>
                  <a:pt x="207" y="333"/>
                  <a:pt x="206" y="337"/>
                </a:cubicBezTo>
                <a:cubicBezTo>
                  <a:pt x="203" y="344"/>
                  <a:pt x="199" y="353"/>
                  <a:pt x="193" y="363"/>
                </a:cubicBezTo>
                <a:cubicBezTo>
                  <a:pt x="187" y="373"/>
                  <a:pt x="180" y="383"/>
                  <a:pt x="170" y="395"/>
                </a:cubicBezTo>
                <a:cubicBezTo>
                  <a:pt x="161" y="406"/>
                  <a:pt x="149" y="415"/>
                  <a:pt x="135" y="423"/>
                </a:cubicBezTo>
                <a:cubicBezTo>
                  <a:pt x="122" y="431"/>
                  <a:pt x="108" y="435"/>
                  <a:pt x="94" y="435"/>
                </a:cubicBezTo>
                <a:cubicBezTo>
                  <a:pt x="80" y="435"/>
                  <a:pt x="67" y="431"/>
                  <a:pt x="55" y="425"/>
                </a:cubicBezTo>
                <a:cubicBezTo>
                  <a:pt x="43" y="418"/>
                  <a:pt x="34" y="406"/>
                  <a:pt x="28" y="389"/>
                </a:cubicBezTo>
                <a:cubicBezTo>
                  <a:pt x="27" y="385"/>
                  <a:pt x="27" y="379"/>
                  <a:pt x="27" y="371"/>
                </a:cubicBezTo>
                <a:lnTo>
                  <a:pt x="27" y="358"/>
                </a:lnTo>
                <a:lnTo>
                  <a:pt x="51" y="263"/>
                </a:lnTo>
                <a:cubicBezTo>
                  <a:pt x="67" y="199"/>
                  <a:pt x="75" y="167"/>
                  <a:pt x="75" y="166"/>
                </a:cubicBezTo>
                <a:cubicBezTo>
                  <a:pt x="75" y="165"/>
                  <a:pt x="64" y="165"/>
                  <a:pt x="41" y="165"/>
                </a:cubicBezTo>
                <a:lnTo>
                  <a:pt x="5" y="165"/>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214" name=""/>
          <p:cNvSpPr/>
          <p:nvPr/>
        </p:nvSpPr>
        <p:spPr>
          <a:xfrm>
            <a:off x="5317560" y="3159000"/>
            <a:ext cx="83520" cy="347400"/>
          </a:xfrm>
          <a:custGeom>
            <a:avLst/>
            <a:gdLst/>
            <a:ahLst/>
            <a:rect l="0" t="0" r="r" b="b"/>
            <a:pathLst>
              <a:path w="232" h="965">
                <a:moveTo>
                  <a:pt x="5" y="1"/>
                </a:moveTo>
                <a:lnTo>
                  <a:pt x="9" y="0"/>
                </a:lnTo>
                <a:cubicBezTo>
                  <a:pt x="12" y="0"/>
                  <a:pt x="15" y="0"/>
                  <a:pt x="19" y="0"/>
                </a:cubicBezTo>
                <a:lnTo>
                  <a:pt x="30" y="0"/>
                </a:lnTo>
                <a:lnTo>
                  <a:pt x="57" y="23"/>
                </a:lnTo>
                <a:cubicBezTo>
                  <a:pt x="119" y="78"/>
                  <a:pt x="163" y="146"/>
                  <a:pt x="190" y="227"/>
                </a:cubicBezTo>
                <a:cubicBezTo>
                  <a:pt x="218" y="309"/>
                  <a:pt x="232" y="395"/>
                  <a:pt x="232" y="483"/>
                </a:cubicBezTo>
                <a:cubicBezTo>
                  <a:pt x="232" y="526"/>
                  <a:pt x="229" y="569"/>
                  <a:pt x="222" y="609"/>
                </a:cubicBezTo>
                <a:cubicBezTo>
                  <a:pt x="216" y="650"/>
                  <a:pt x="208" y="684"/>
                  <a:pt x="200" y="712"/>
                </a:cubicBezTo>
                <a:cubicBezTo>
                  <a:pt x="192" y="740"/>
                  <a:pt x="180" y="769"/>
                  <a:pt x="164" y="797"/>
                </a:cubicBezTo>
                <a:cubicBezTo>
                  <a:pt x="149" y="825"/>
                  <a:pt x="137" y="847"/>
                  <a:pt x="128" y="862"/>
                </a:cubicBezTo>
                <a:cubicBezTo>
                  <a:pt x="119" y="876"/>
                  <a:pt x="105" y="893"/>
                  <a:pt x="88" y="911"/>
                </a:cubicBezTo>
                <a:cubicBezTo>
                  <a:pt x="71" y="929"/>
                  <a:pt x="60" y="939"/>
                  <a:pt x="56" y="942"/>
                </a:cubicBezTo>
                <a:cubicBezTo>
                  <a:pt x="53" y="946"/>
                  <a:pt x="46" y="952"/>
                  <a:pt x="34" y="961"/>
                </a:cubicBezTo>
                <a:cubicBezTo>
                  <a:pt x="32" y="963"/>
                  <a:pt x="31" y="964"/>
                  <a:pt x="30" y="965"/>
                </a:cubicBezTo>
                <a:lnTo>
                  <a:pt x="19" y="965"/>
                </a:lnTo>
                <a:cubicBezTo>
                  <a:pt x="14" y="965"/>
                  <a:pt x="10" y="965"/>
                  <a:pt x="8" y="965"/>
                </a:cubicBezTo>
                <a:cubicBezTo>
                  <a:pt x="6" y="965"/>
                  <a:pt x="5" y="964"/>
                  <a:pt x="3" y="962"/>
                </a:cubicBezTo>
                <a:cubicBezTo>
                  <a:pt x="2" y="960"/>
                  <a:pt x="1" y="957"/>
                  <a:pt x="0" y="953"/>
                </a:cubicBezTo>
                <a:cubicBezTo>
                  <a:pt x="1" y="952"/>
                  <a:pt x="5" y="948"/>
                  <a:pt x="11" y="941"/>
                </a:cubicBezTo>
                <a:cubicBezTo>
                  <a:pt x="112" y="837"/>
                  <a:pt x="161" y="685"/>
                  <a:pt x="161" y="483"/>
                </a:cubicBezTo>
                <a:cubicBezTo>
                  <a:pt x="161" y="280"/>
                  <a:pt x="112" y="127"/>
                  <a:pt x="11" y="24"/>
                </a:cubicBezTo>
                <a:cubicBezTo>
                  <a:pt x="5" y="16"/>
                  <a:pt x="1" y="12"/>
                  <a:pt x="0" y="11"/>
                </a:cubicBezTo>
                <a:cubicBezTo>
                  <a:pt x="0" y="6"/>
                  <a:pt x="2" y="3"/>
                  <a:pt x="5" y="1"/>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215" name=""/>
          <p:cNvSpPr/>
          <p:nvPr/>
        </p:nvSpPr>
        <p:spPr>
          <a:xfrm>
            <a:off x="5442120" y="3181320"/>
            <a:ext cx="133920" cy="238320"/>
          </a:xfrm>
          <a:custGeom>
            <a:avLst/>
            <a:gdLst/>
            <a:ahLst/>
            <a:rect l="0" t="0" r="r" b="b"/>
            <a:pathLst>
              <a:path w="372" h="662">
                <a:moveTo>
                  <a:pt x="360" y="662"/>
                </a:moveTo>
                <a:cubicBezTo>
                  <a:pt x="343" y="660"/>
                  <a:pt x="285" y="659"/>
                  <a:pt x="186" y="659"/>
                </a:cubicBezTo>
                <a:cubicBezTo>
                  <a:pt x="88" y="659"/>
                  <a:pt x="30" y="660"/>
                  <a:pt x="13" y="662"/>
                </a:cubicBezTo>
                <a:lnTo>
                  <a:pt x="0" y="662"/>
                </a:lnTo>
                <a:lnTo>
                  <a:pt x="0" y="602"/>
                </a:lnTo>
                <a:lnTo>
                  <a:pt x="110" y="602"/>
                </a:lnTo>
                <a:lnTo>
                  <a:pt x="110" y="59"/>
                </a:lnTo>
                <a:lnTo>
                  <a:pt x="0" y="59"/>
                </a:lnTo>
                <a:lnTo>
                  <a:pt x="0" y="0"/>
                </a:lnTo>
                <a:lnTo>
                  <a:pt x="13" y="0"/>
                </a:lnTo>
                <a:cubicBezTo>
                  <a:pt x="30" y="2"/>
                  <a:pt x="88" y="2"/>
                  <a:pt x="186" y="2"/>
                </a:cubicBezTo>
                <a:cubicBezTo>
                  <a:pt x="285" y="2"/>
                  <a:pt x="343" y="2"/>
                  <a:pt x="360" y="0"/>
                </a:cubicBezTo>
                <a:lnTo>
                  <a:pt x="372" y="0"/>
                </a:lnTo>
                <a:lnTo>
                  <a:pt x="372" y="59"/>
                </a:lnTo>
                <a:lnTo>
                  <a:pt x="262" y="59"/>
                </a:lnTo>
                <a:lnTo>
                  <a:pt x="262" y="602"/>
                </a:lnTo>
                <a:lnTo>
                  <a:pt x="372" y="602"/>
                </a:lnTo>
                <a:lnTo>
                  <a:pt x="372" y="662"/>
                </a:lnTo>
                <a:lnTo>
                  <a:pt x="360" y="662"/>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216" name=""/>
          <p:cNvSpPr/>
          <p:nvPr/>
        </p:nvSpPr>
        <p:spPr>
          <a:xfrm>
            <a:off x="5603760" y="3159000"/>
            <a:ext cx="83520" cy="347400"/>
          </a:xfrm>
          <a:custGeom>
            <a:avLst/>
            <a:gdLst/>
            <a:ahLst/>
            <a:rect l="0" t="0" r="r" b="b"/>
            <a:pathLst>
              <a:path w="232" h="965">
                <a:moveTo>
                  <a:pt x="5" y="1"/>
                </a:moveTo>
                <a:lnTo>
                  <a:pt x="9" y="0"/>
                </a:lnTo>
                <a:cubicBezTo>
                  <a:pt x="12" y="0"/>
                  <a:pt x="16" y="0"/>
                  <a:pt x="19" y="0"/>
                </a:cubicBezTo>
                <a:lnTo>
                  <a:pt x="30" y="0"/>
                </a:lnTo>
                <a:lnTo>
                  <a:pt x="57" y="23"/>
                </a:lnTo>
                <a:cubicBezTo>
                  <a:pt x="118" y="78"/>
                  <a:pt x="162" y="146"/>
                  <a:pt x="190" y="227"/>
                </a:cubicBezTo>
                <a:cubicBezTo>
                  <a:pt x="218" y="309"/>
                  <a:pt x="232" y="395"/>
                  <a:pt x="232" y="483"/>
                </a:cubicBezTo>
                <a:cubicBezTo>
                  <a:pt x="232" y="526"/>
                  <a:pt x="229" y="569"/>
                  <a:pt x="222" y="609"/>
                </a:cubicBezTo>
                <a:cubicBezTo>
                  <a:pt x="216" y="650"/>
                  <a:pt x="208" y="684"/>
                  <a:pt x="200" y="712"/>
                </a:cubicBezTo>
                <a:cubicBezTo>
                  <a:pt x="192" y="740"/>
                  <a:pt x="179" y="769"/>
                  <a:pt x="163" y="797"/>
                </a:cubicBezTo>
                <a:cubicBezTo>
                  <a:pt x="148" y="825"/>
                  <a:pt x="136" y="847"/>
                  <a:pt x="127" y="862"/>
                </a:cubicBezTo>
                <a:cubicBezTo>
                  <a:pt x="118" y="876"/>
                  <a:pt x="105" y="893"/>
                  <a:pt x="87" y="911"/>
                </a:cubicBezTo>
                <a:cubicBezTo>
                  <a:pt x="70" y="929"/>
                  <a:pt x="60" y="939"/>
                  <a:pt x="56" y="942"/>
                </a:cubicBezTo>
                <a:cubicBezTo>
                  <a:pt x="53" y="946"/>
                  <a:pt x="46" y="952"/>
                  <a:pt x="34" y="961"/>
                </a:cubicBezTo>
                <a:cubicBezTo>
                  <a:pt x="32" y="963"/>
                  <a:pt x="31" y="964"/>
                  <a:pt x="30" y="965"/>
                </a:cubicBezTo>
                <a:lnTo>
                  <a:pt x="19" y="965"/>
                </a:lnTo>
                <a:cubicBezTo>
                  <a:pt x="14" y="965"/>
                  <a:pt x="10" y="965"/>
                  <a:pt x="8" y="965"/>
                </a:cubicBezTo>
                <a:cubicBezTo>
                  <a:pt x="6" y="965"/>
                  <a:pt x="5" y="964"/>
                  <a:pt x="3" y="962"/>
                </a:cubicBezTo>
                <a:cubicBezTo>
                  <a:pt x="2" y="960"/>
                  <a:pt x="1" y="957"/>
                  <a:pt x="0" y="953"/>
                </a:cubicBezTo>
                <a:cubicBezTo>
                  <a:pt x="1" y="952"/>
                  <a:pt x="5" y="948"/>
                  <a:pt x="11" y="941"/>
                </a:cubicBezTo>
                <a:cubicBezTo>
                  <a:pt x="111" y="837"/>
                  <a:pt x="160" y="685"/>
                  <a:pt x="160" y="483"/>
                </a:cubicBezTo>
                <a:cubicBezTo>
                  <a:pt x="160" y="280"/>
                  <a:pt x="111" y="127"/>
                  <a:pt x="11" y="24"/>
                </a:cubicBezTo>
                <a:cubicBezTo>
                  <a:pt x="5" y="16"/>
                  <a:pt x="1" y="12"/>
                  <a:pt x="0" y="11"/>
                </a:cubicBezTo>
                <a:cubicBezTo>
                  <a:pt x="0" y="6"/>
                  <a:pt x="2" y="3"/>
                  <a:pt x="5" y="1"/>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217" name=""/>
          <p:cNvSpPr/>
          <p:nvPr/>
        </p:nvSpPr>
        <p:spPr>
          <a:xfrm>
            <a:off x="5727240" y="3265200"/>
            <a:ext cx="196200" cy="154440"/>
          </a:xfrm>
          <a:custGeom>
            <a:avLst/>
            <a:gdLst/>
            <a:ahLst/>
            <a:rect l="0" t="0" r="r" b="b"/>
            <a:pathLst>
              <a:path w="545" h="429">
                <a:moveTo>
                  <a:pt x="199" y="429"/>
                </a:moveTo>
                <a:cubicBezTo>
                  <a:pt x="190" y="427"/>
                  <a:pt x="155" y="426"/>
                  <a:pt x="96" y="426"/>
                </a:cubicBezTo>
                <a:cubicBezTo>
                  <a:pt x="44" y="426"/>
                  <a:pt x="14" y="427"/>
                  <a:pt x="6" y="429"/>
                </a:cubicBezTo>
                <a:lnTo>
                  <a:pt x="0" y="429"/>
                </a:lnTo>
                <a:lnTo>
                  <a:pt x="0" y="369"/>
                </a:lnTo>
                <a:lnTo>
                  <a:pt x="92" y="369"/>
                </a:lnTo>
                <a:lnTo>
                  <a:pt x="216" y="223"/>
                </a:lnTo>
                <a:lnTo>
                  <a:pt x="84" y="60"/>
                </a:lnTo>
                <a:lnTo>
                  <a:pt x="4" y="60"/>
                </a:lnTo>
                <a:lnTo>
                  <a:pt x="4" y="0"/>
                </a:lnTo>
                <a:lnTo>
                  <a:pt x="12" y="0"/>
                </a:lnTo>
                <a:cubicBezTo>
                  <a:pt x="22" y="2"/>
                  <a:pt x="57" y="3"/>
                  <a:pt x="117" y="3"/>
                </a:cubicBezTo>
                <a:cubicBezTo>
                  <a:pt x="185" y="3"/>
                  <a:pt x="224" y="2"/>
                  <a:pt x="236" y="0"/>
                </a:cubicBezTo>
                <a:lnTo>
                  <a:pt x="244" y="0"/>
                </a:lnTo>
                <a:lnTo>
                  <a:pt x="244" y="60"/>
                </a:lnTo>
                <a:lnTo>
                  <a:pt x="217" y="60"/>
                </a:lnTo>
                <a:lnTo>
                  <a:pt x="251" y="101"/>
                </a:lnTo>
                <a:cubicBezTo>
                  <a:pt x="273" y="129"/>
                  <a:pt x="284" y="142"/>
                  <a:pt x="285" y="142"/>
                </a:cubicBezTo>
                <a:cubicBezTo>
                  <a:pt x="287" y="142"/>
                  <a:pt x="300" y="128"/>
                  <a:pt x="322" y="99"/>
                </a:cubicBezTo>
                <a:lnTo>
                  <a:pt x="355" y="60"/>
                </a:lnTo>
                <a:lnTo>
                  <a:pt x="320" y="60"/>
                </a:lnTo>
                <a:lnTo>
                  <a:pt x="320" y="0"/>
                </a:lnTo>
                <a:lnTo>
                  <a:pt x="327" y="0"/>
                </a:lnTo>
                <a:cubicBezTo>
                  <a:pt x="337" y="2"/>
                  <a:pt x="371" y="3"/>
                  <a:pt x="429" y="3"/>
                </a:cubicBezTo>
                <a:cubicBezTo>
                  <a:pt x="482" y="3"/>
                  <a:pt x="511" y="2"/>
                  <a:pt x="519" y="0"/>
                </a:cubicBezTo>
                <a:lnTo>
                  <a:pt x="526" y="0"/>
                </a:lnTo>
                <a:lnTo>
                  <a:pt x="526" y="60"/>
                </a:lnTo>
                <a:lnTo>
                  <a:pt x="434" y="60"/>
                </a:lnTo>
                <a:lnTo>
                  <a:pt x="323" y="192"/>
                </a:lnTo>
                <a:lnTo>
                  <a:pt x="466" y="368"/>
                </a:lnTo>
                <a:lnTo>
                  <a:pt x="506" y="369"/>
                </a:lnTo>
                <a:lnTo>
                  <a:pt x="545" y="369"/>
                </a:lnTo>
                <a:lnTo>
                  <a:pt x="545" y="429"/>
                </a:lnTo>
                <a:lnTo>
                  <a:pt x="537" y="429"/>
                </a:lnTo>
                <a:cubicBezTo>
                  <a:pt x="528" y="427"/>
                  <a:pt x="493" y="426"/>
                  <a:pt x="432" y="426"/>
                </a:cubicBezTo>
                <a:cubicBezTo>
                  <a:pt x="366" y="426"/>
                  <a:pt x="326" y="427"/>
                  <a:pt x="315" y="429"/>
                </a:cubicBezTo>
                <a:lnTo>
                  <a:pt x="306" y="429"/>
                </a:lnTo>
                <a:lnTo>
                  <a:pt x="306" y="369"/>
                </a:lnTo>
                <a:lnTo>
                  <a:pt x="333" y="369"/>
                </a:lnTo>
                <a:cubicBezTo>
                  <a:pt x="333" y="368"/>
                  <a:pt x="320" y="352"/>
                  <a:pt x="295" y="321"/>
                </a:cubicBezTo>
                <a:cubicBezTo>
                  <a:pt x="269" y="289"/>
                  <a:pt x="256" y="273"/>
                  <a:pt x="255" y="272"/>
                </a:cubicBezTo>
                <a:lnTo>
                  <a:pt x="171" y="368"/>
                </a:lnTo>
                <a:lnTo>
                  <a:pt x="190" y="369"/>
                </a:lnTo>
                <a:lnTo>
                  <a:pt x="207" y="369"/>
                </a:lnTo>
                <a:lnTo>
                  <a:pt x="207" y="429"/>
                </a:lnTo>
                <a:lnTo>
                  <a:pt x="199" y="429"/>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218" name=""/>
          <p:cNvSpPr/>
          <p:nvPr/>
        </p:nvSpPr>
        <p:spPr>
          <a:xfrm>
            <a:off x="5946480" y="3317760"/>
            <a:ext cx="76680" cy="156600"/>
          </a:xfrm>
          <a:custGeom>
            <a:avLst/>
            <a:gdLst/>
            <a:ahLst/>
            <a:rect l="0" t="0" r="r" b="b"/>
            <a:pathLst>
              <a:path w="213" h="435">
                <a:moveTo>
                  <a:pt x="5" y="165"/>
                </a:moveTo>
                <a:cubicBezTo>
                  <a:pt x="2" y="162"/>
                  <a:pt x="0" y="159"/>
                  <a:pt x="0" y="158"/>
                </a:cubicBezTo>
                <a:cubicBezTo>
                  <a:pt x="0" y="156"/>
                  <a:pt x="1" y="153"/>
                  <a:pt x="2" y="147"/>
                </a:cubicBezTo>
                <a:cubicBezTo>
                  <a:pt x="4" y="142"/>
                  <a:pt x="5" y="139"/>
                  <a:pt x="6" y="138"/>
                </a:cubicBezTo>
                <a:cubicBezTo>
                  <a:pt x="6" y="135"/>
                  <a:pt x="9" y="134"/>
                  <a:pt x="12" y="134"/>
                </a:cubicBezTo>
                <a:cubicBezTo>
                  <a:pt x="15" y="134"/>
                  <a:pt x="26" y="134"/>
                  <a:pt x="47" y="134"/>
                </a:cubicBezTo>
                <a:lnTo>
                  <a:pt x="84" y="134"/>
                </a:lnTo>
                <a:lnTo>
                  <a:pt x="97" y="78"/>
                </a:lnTo>
                <a:cubicBezTo>
                  <a:pt x="98" y="73"/>
                  <a:pt x="99" y="67"/>
                  <a:pt x="101" y="58"/>
                </a:cubicBezTo>
                <a:cubicBezTo>
                  <a:pt x="103" y="50"/>
                  <a:pt x="105" y="44"/>
                  <a:pt x="106" y="41"/>
                </a:cubicBezTo>
                <a:cubicBezTo>
                  <a:pt x="107" y="37"/>
                  <a:pt x="109" y="32"/>
                  <a:pt x="110" y="27"/>
                </a:cubicBezTo>
                <a:cubicBezTo>
                  <a:pt x="111" y="22"/>
                  <a:pt x="113" y="18"/>
                  <a:pt x="116" y="15"/>
                </a:cubicBezTo>
                <a:cubicBezTo>
                  <a:pt x="118" y="13"/>
                  <a:pt x="120" y="10"/>
                  <a:pt x="122" y="7"/>
                </a:cubicBezTo>
                <a:cubicBezTo>
                  <a:pt x="125" y="4"/>
                  <a:pt x="128" y="2"/>
                  <a:pt x="132" y="1"/>
                </a:cubicBezTo>
                <a:cubicBezTo>
                  <a:pt x="136" y="0"/>
                  <a:pt x="140" y="0"/>
                  <a:pt x="144" y="0"/>
                </a:cubicBezTo>
                <a:cubicBezTo>
                  <a:pt x="152" y="0"/>
                  <a:pt x="158" y="3"/>
                  <a:pt x="161" y="7"/>
                </a:cubicBezTo>
                <a:cubicBezTo>
                  <a:pt x="164" y="12"/>
                  <a:pt x="166" y="16"/>
                  <a:pt x="166" y="20"/>
                </a:cubicBezTo>
                <a:cubicBezTo>
                  <a:pt x="166" y="23"/>
                  <a:pt x="164" y="34"/>
                  <a:pt x="160" y="52"/>
                </a:cubicBezTo>
                <a:cubicBezTo>
                  <a:pt x="156" y="70"/>
                  <a:pt x="151" y="88"/>
                  <a:pt x="146" y="106"/>
                </a:cubicBezTo>
                <a:lnTo>
                  <a:pt x="139" y="132"/>
                </a:lnTo>
                <a:cubicBezTo>
                  <a:pt x="139" y="133"/>
                  <a:pt x="151" y="134"/>
                  <a:pt x="174" y="134"/>
                </a:cubicBezTo>
                <a:lnTo>
                  <a:pt x="208" y="134"/>
                </a:lnTo>
                <a:cubicBezTo>
                  <a:pt x="211" y="137"/>
                  <a:pt x="213" y="139"/>
                  <a:pt x="213" y="141"/>
                </a:cubicBezTo>
                <a:cubicBezTo>
                  <a:pt x="213" y="151"/>
                  <a:pt x="210" y="159"/>
                  <a:pt x="204" y="165"/>
                </a:cubicBezTo>
                <a:lnTo>
                  <a:pt x="131" y="165"/>
                </a:lnTo>
                <a:lnTo>
                  <a:pt x="107" y="264"/>
                </a:lnTo>
                <a:cubicBezTo>
                  <a:pt x="89" y="336"/>
                  <a:pt x="80" y="375"/>
                  <a:pt x="80" y="381"/>
                </a:cubicBezTo>
                <a:cubicBezTo>
                  <a:pt x="80" y="400"/>
                  <a:pt x="86" y="410"/>
                  <a:pt x="99" y="410"/>
                </a:cubicBezTo>
                <a:cubicBezTo>
                  <a:pt x="114" y="410"/>
                  <a:pt x="130" y="402"/>
                  <a:pt x="145" y="386"/>
                </a:cubicBezTo>
                <a:cubicBezTo>
                  <a:pt x="160" y="371"/>
                  <a:pt x="172" y="352"/>
                  <a:pt x="181" y="329"/>
                </a:cubicBezTo>
                <a:cubicBezTo>
                  <a:pt x="182" y="326"/>
                  <a:pt x="183" y="325"/>
                  <a:pt x="184" y="324"/>
                </a:cubicBezTo>
                <a:cubicBezTo>
                  <a:pt x="186" y="324"/>
                  <a:pt x="189" y="323"/>
                  <a:pt x="195" y="323"/>
                </a:cubicBezTo>
                <a:lnTo>
                  <a:pt x="197" y="323"/>
                </a:lnTo>
                <a:cubicBezTo>
                  <a:pt x="204" y="323"/>
                  <a:pt x="208" y="325"/>
                  <a:pt x="208" y="328"/>
                </a:cubicBezTo>
                <a:cubicBezTo>
                  <a:pt x="208" y="330"/>
                  <a:pt x="207" y="333"/>
                  <a:pt x="206" y="337"/>
                </a:cubicBezTo>
                <a:cubicBezTo>
                  <a:pt x="203" y="344"/>
                  <a:pt x="199" y="353"/>
                  <a:pt x="193" y="363"/>
                </a:cubicBezTo>
                <a:cubicBezTo>
                  <a:pt x="187" y="373"/>
                  <a:pt x="180" y="383"/>
                  <a:pt x="170" y="395"/>
                </a:cubicBezTo>
                <a:cubicBezTo>
                  <a:pt x="161" y="406"/>
                  <a:pt x="149" y="415"/>
                  <a:pt x="135" y="423"/>
                </a:cubicBezTo>
                <a:cubicBezTo>
                  <a:pt x="122" y="431"/>
                  <a:pt x="108" y="435"/>
                  <a:pt x="94" y="435"/>
                </a:cubicBezTo>
                <a:cubicBezTo>
                  <a:pt x="80" y="435"/>
                  <a:pt x="67" y="431"/>
                  <a:pt x="55" y="425"/>
                </a:cubicBezTo>
                <a:cubicBezTo>
                  <a:pt x="42" y="418"/>
                  <a:pt x="33" y="406"/>
                  <a:pt x="27" y="389"/>
                </a:cubicBezTo>
                <a:cubicBezTo>
                  <a:pt x="26" y="385"/>
                  <a:pt x="26" y="379"/>
                  <a:pt x="26" y="371"/>
                </a:cubicBezTo>
                <a:lnTo>
                  <a:pt x="26" y="358"/>
                </a:lnTo>
                <a:lnTo>
                  <a:pt x="51" y="263"/>
                </a:lnTo>
                <a:cubicBezTo>
                  <a:pt x="67" y="199"/>
                  <a:pt x="75" y="167"/>
                  <a:pt x="75" y="166"/>
                </a:cubicBezTo>
                <a:cubicBezTo>
                  <a:pt x="75" y="165"/>
                  <a:pt x="64" y="165"/>
                  <a:pt x="40" y="165"/>
                </a:cubicBezTo>
                <a:lnTo>
                  <a:pt x="5" y="165"/>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219" name=""/>
          <p:cNvSpPr/>
          <p:nvPr/>
        </p:nvSpPr>
        <p:spPr>
          <a:xfrm>
            <a:off x="6163560" y="3291840"/>
            <a:ext cx="231480" cy="81720"/>
          </a:xfrm>
          <a:custGeom>
            <a:avLst/>
            <a:gdLst/>
            <a:ahLst/>
            <a:rect l="0" t="0" r="r" b="b"/>
            <a:pathLst>
              <a:path w="643" h="227">
                <a:moveTo>
                  <a:pt x="0" y="19"/>
                </a:moveTo>
                <a:cubicBezTo>
                  <a:pt x="0" y="11"/>
                  <a:pt x="5" y="5"/>
                  <a:pt x="13" y="0"/>
                </a:cubicBezTo>
                <a:lnTo>
                  <a:pt x="628" y="0"/>
                </a:lnTo>
                <a:cubicBezTo>
                  <a:pt x="638" y="5"/>
                  <a:pt x="643" y="12"/>
                  <a:pt x="643" y="19"/>
                </a:cubicBezTo>
                <a:cubicBezTo>
                  <a:pt x="643" y="26"/>
                  <a:pt x="638" y="32"/>
                  <a:pt x="629" y="38"/>
                </a:cubicBezTo>
                <a:lnTo>
                  <a:pt x="322" y="39"/>
                </a:lnTo>
                <a:lnTo>
                  <a:pt x="15" y="39"/>
                </a:lnTo>
                <a:cubicBezTo>
                  <a:pt x="5" y="35"/>
                  <a:pt x="0" y="29"/>
                  <a:pt x="0" y="19"/>
                </a:cubicBezTo>
                <a:moveTo>
                  <a:pt x="0" y="207"/>
                </a:moveTo>
                <a:cubicBezTo>
                  <a:pt x="0" y="198"/>
                  <a:pt x="5" y="190"/>
                  <a:pt x="15" y="187"/>
                </a:cubicBezTo>
                <a:lnTo>
                  <a:pt x="629" y="187"/>
                </a:lnTo>
                <a:cubicBezTo>
                  <a:pt x="638" y="193"/>
                  <a:pt x="643" y="201"/>
                  <a:pt x="643" y="207"/>
                </a:cubicBezTo>
                <a:cubicBezTo>
                  <a:pt x="643" y="216"/>
                  <a:pt x="638" y="222"/>
                  <a:pt x="628" y="227"/>
                </a:cubicBezTo>
                <a:lnTo>
                  <a:pt x="13" y="227"/>
                </a:lnTo>
                <a:cubicBezTo>
                  <a:pt x="5" y="222"/>
                  <a:pt x="0" y="216"/>
                  <a:pt x="0" y="207"/>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220" name=""/>
          <p:cNvSpPr/>
          <p:nvPr/>
        </p:nvSpPr>
        <p:spPr>
          <a:xfrm>
            <a:off x="6876000" y="3265920"/>
            <a:ext cx="198000" cy="157320"/>
          </a:xfrm>
          <a:custGeom>
            <a:avLst/>
            <a:gdLst/>
            <a:ahLst/>
            <a:rect l="0" t="0" r="r" b="b"/>
            <a:pathLst>
              <a:path w="550" h="437">
                <a:moveTo>
                  <a:pt x="0" y="275"/>
                </a:moveTo>
                <a:cubicBezTo>
                  <a:pt x="0" y="202"/>
                  <a:pt x="28" y="138"/>
                  <a:pt x="83" y="83"/>
                </a:cubicBezTo>
                <a:cubicBezTo>
                  <a:pt x="138" y="27"/>
                  <a:pt x="199" y="0"/>
                  <a:pt x="265" y="0"/>
                </a:cubicBezTo>
                <a:cubicBezTo>
                  <a:pt x="310" y="0"/>
                  <a:pt x="346" y="13"/>
                  <a:pt x="374" y="38"/>
                </a:cubicBezTo>
                <a:cubicBezTo>
                  <a:pt x="401" y="64"/>
                  <a:pt x="420" y="95"/>
                  <a:pt x="429" y="133"/>
                </a:cubicBezTo>
                <a:cubicBezTo>
                  <a:pt x="433" y="151"/>
                  <a:pt x="435" y="173"/>
                  <a:pt x="436" y="197"/>
                </a:cubicBezTo>
                <a:lnTo>
                  <a:pt x="436" y="225"/>
                </a:lnTo>
                <a:cubicBezTo>
                  <a:pt x="467" y="178"/>
                  <a:pt x="492" y="124"/>
                  <a:pt x="508" y="65"/>
                </a:cubicBezTo>
                <a:cubicBezTo>
                  <a:pt x="511" y="56"/>
                  <a:pt x="513" y="51"/>
                  <a:pt x="514" y="50"/>
                </a:cubicBezTo>
                <a:cubicBezTo>
                  <a:pt x="515" y="49"/>
                  <a:pt x="520" y="48"/>
                  <a:pt x="529" y="47"/>
                </a:cubicBezTo>
                <a:cubicBezTo>
                  <a:pt x="543" y="47"/>
                  <a:pt x="550" y="50"/>
                  <a:pt x="550" y="55"/>
                </a:cubicBezTo>
                <a:cubicBezTo>
                  <a:pt x="550" y="60"/>
                  <a:pt x="547" y="73"/>
                  <a:pt x="541" y="92"/>
                </a:cubicBezTo>
                <a:cubicBezTo>
                  <a:pt x="535" y="112"/>
                  <a:pt x="524" y="139"/>
                  <a:pt x="506" y="174"/>
                </a:cubicBezTo>
                <a:cubicBezTo>
                  <a:pt x="489" y="210"/>
                  <a:pt x="469" y="242"/>
                  <a:pt x="448" y="271"/>
                </a:cubicBezTo>
                <a:lnTo>
                  <a:pt x="437" y="284"/>
                </a:lnTo>
                <a:lnTo>
                  <a:pt x="438" y="308"/>
                </a:lnTo>
                <a:cubicBezTo>
                  <a:pt x="439" y="344"/>
                  <a:pt x="442" y="369"/>
                  <a:pt x="446" y="381"/>
                </a:cubicBezTo>
                <a:cubicBezTo>
                  <a:pt x="449" y="394"/>
                  <a:pt x="456" y="401"/>
                  <a:pt x="464" y="402"/>
                </a:cubicBezTo>
                <a:cubicBezTo>
                  <a:pt x="473" y="400"/>
                  <a:pt x="481" y="397"/>
                  <a:pt x="489" y="391"/>
                </a:cubicBezTo>
                <a:cubicBezTo>
                  <a:pt x="497" y="385"/>
                  <a:pt x="502" y="378"/>
                  <a:pt x="505" y="369"/>
                </a:cubicBezTo>
                <a:cubicBezTo>
                  <a:pt x="507" y="364"/>
                  <a:pt x="508" y="362"/>
                  <a:pt x="510" y="361"/>
                </a:cubicBezTo>
                <a:cubicBezTo>
                  <a:pt x="512" y="361"/>
                  <a:pt x="517" y="360"/>
                  <a:pt x="525" y="359"/>
                </a:cubicBezTo>
                <a:cubicBezTo>
                  <a:pt x="537" y="359"/>
                  <a:pt x="544" y="362"/>
                  <a:pt x="544" y="367"/>
                </a:cubicBezTo>
                <a:cubicBezTo>
                  <a:pt x="544" y="371"/>
                  <a:pt x="542" y="377"/>
                  <a:pt x="538" y="385"/>
                </a:cubicBezTo>
                <a:cubicBezTo>
                  <a:pt x="530" y="401"/>
                  <a:pt x="519" y="413"/>
                  <a:pt x="504" y="422"/>
                </a:cubicBezTo>
                <a:cubicBezTo>
                  <a:pt x="490" y="431"/>
                  <a:pt x="475" y="436"/>
                  <a:pt x="462" y="436"/>
                </a:cubicBezTo>
                <a:lnTo>
                  <a:pt x="455" y="436"/>
                </a:lnTo>
                <a:cubicBezTo>
                  <a:pt x="412" y="436"/>
                  <a:pt x="383" y="413"/>
                  <a:pt x="368" y="367"/>
                </a:cubicBezTo>
                <a:lnTo>
                  <a:pt x="365" y="360"/>
                </a:lnTo>
                <a:lnTo>
                  <a:pt x="353" y="368"/>
                </a:lnTo>
                <a:cubicBezTo>
                  <a:pt x="347" y="373"/>
                  <a:pt x="337" y="379"/>
                  <a:pt x="324" y="387"/>
                </a:cubicBezTo>
                <a:cubicBezTo>
                  <a:pt x="311" y="395"/>
                  <a:pt x="297" y="402"/>
                  <a:pt x="281" y="409"/>
                </a:cubicBezTo>
                <a:cubicBezTo>
                  <a:pt x="265" y="416"/>
                  <a:pt x="246" y="423"/>
                  <a:pt x="225" y="429"/>
                </a:cubicBezTo>
                <a:cubicBezTo>
                  <a:pt x="204" y="434"/>
                  <a:pt x="183" y="437"/>
                  <a:pt x="163" y="437"/>
                </a:cubicBezTo>
                <a:cubicBezTo>
                  <a:pt x="112" y="437"/>
                  <a:pt x="73" y="421"/>
                  <a:pt x="44" y="389"/>
                </a:cubicBezTo>
                <a:cubicBezTo>
                  <a:pt x="15" y="357"/>
                  <a:pt x="0" y="319"/>
                  <a:pt x="0" y="275"/>
                </a:cubicBezTo>
                <a:moveTo>
                  <a:pt x="168" y="402"/>
                </a:moveTo>
                <a:cubicBezTo>
                  <a:pt x="200" y="402"/>
                  <a:pt x="231" y="395"/>
                  <a:pt x="262" y="381"/>
                </a:cubicBezTo>
                <a:cubicBezTo>
                  <a:pt x="294" y="368"/>
                  <a:pt x="317" y="354"/>
                  <a:pt x="333" y="340"/>
                </a:cubicBezTo>
                <a:lnTo>
                  <a:pt x="357" y="319"/>
                </a:lnTo>
                <a:cubicBezTo>
                  <a:pt x="356" y="226"/>
                  <a:pt x="352" y="169"/>
                  <a:pt x="349" y="146"/>
                </a:cubicBezTo>
                <a:cubicBezTo>
                  <a:pt x="340" y="72"/>
                  <a:pt x="311" y="35"/>
                  <a:pt x="261" y="35"/>
                </a:cubicBezTo>
                <a:cubicBezTo>
                  <a:pt x="216" y="35"/>
                  <a:pt x="177" y="59"/>
                  <a:pt x="144" y="106"/>
                </a:cubicBezTo>
                <a:cubicBezTo>
                  <a:pt x="127" y="131"/>
                  <a:pt x="112" y="166"/>
                  <a:pt x="102" y="210"/>
                </a:cubicBezTo>
                <a:cubicBezTo>
                  <a:pt x="91" y="254"/>
                  <a:pt x="85" y="287"/>
                  <a:pt x="84" y="311"/>
                </a:cubicBezTo>
                <a:cubicBezTo>
                  <a:pt x="84" y="343"/>
                  <a:pt x="92" y="365"/>
                  <a:pt x="108" y="379"/>
                </a:cubicBezTo>
                <a:cubicBezTo>
                  <a:pt x="124" y="394"/>
                  <a:pt x="144" y="401"/>
                  <a:pt x="168" y="402"/>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221" name=""/>
          <p:cNvSpPr/>
          <p:nvPr/>
        </p:nvSpPr>
        <p:spPr>
          <a:xfrm>
            <a:off x="6922080" y="3213360"/>
            <a:ext cx="125640" cy="16560"/>
          </a:xfrm>
          <a:custGeom>
            <a:avLst/>
            <a:gdLst/>
            <a:ahLst/>
            <a:rect l="0" t="0" r="r" b="b"/>
            <a:pathLst>
              <a:path w="349" h="46">
                <a:moveTo>
                  <a:pt x="0" y="0"/>
                </a:moveTo>
                <a:lnTo>
                  <a:pt x="349" y="0"/>
                </a:lnTo>
                <a:lnTo>
                  <a:pt x="349" y="46"/>
                </a:lnTo>
                <a:lnTo>
                  <a:pt x="0" y="46"/>
                </a:lnTo>
                <a:lnTo>
                  <a:pt x="0" y="0"/>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222" name=""/>
          <p:cNvSpPr/>
          <p:nvPr/>
        </p:nvSpPr>
        <p:spPr>
          <a:xfrm>
            <a:off x="7102440" y="3317760"/>
            <a:ext cx="76680" cy="156600"/>
          </a:xfrm>
          <a:custGeom>
            <a:avLst/>
            <a:gdLst/>
            <a:ahLst/>
            <a:rect l="0" t="0" r="r" b="b"/>
            <a:pathLst>
              <a:path w="213" h="435">
                <a:moveTo>
                  <a:pt x="5" y="165"/>
                </a:moveTo>
                <a:cubicBezTo>
                  <a:pt x="2" y="162"/>
                  <a:pt x="0" y="159"/>
                  <a:pt x="0" y="158"/>
                </a:cubicBezTo>
                <a:cubicBezTo>
                  <a:pt x="0" y="156"/>
                  <a:pt x="1" y="153"/>
                  <a:pt x="2" y="147"/>
                </a:cubicBezTo>
                <a:cubicBezTo>
                  <a:pt x="4" y="142"/>
                  <a:pt x="5" y="139"/>
                  <a:pt x="6" y="138"/>
                </a:cubicBezTo>
                <a:cubicBezTo>
                  <a:pt x="6" y="135"/>
                  <a:pt x="9" y="134"/>
                  <a:pt x="12" y="134"/>
                </a:cubicBezTo>
                <a:cubicBezTo>
                  <a:pt x="15" y="134"/>
                  <a:pt x="26" y="134"/>
                  <a:pt x="46" y="134"/>
                </a:cubicBezTo>
                <a:lnTo>
                  <a:pt x="83" y="134"/>
                </a:lnTo>
                <a:lnTo>
                  <a:pt x="96" y="78"/>
                </a:lnTo>
                <a:cubicBezTo>
                  <a:pt x="97" y="73"/>
                  <a:pt x="98" y="67"/>
                  <a:pt x="100" y="58"/>
                </a:cubicBezTo>
                <a:cubicBezTo>
                  <a:pt x="102" y="50"/>
                  <a:pt x="104" y="44"/>
                  <a:pt x="105" y="41"/>
                </a:cubicBezTo>
                <a:cubicBezTo>
                  <a:pt x="106" y="37"/>
                  <a:pt x="108" y="32"/>
                  <a:pt x="109" y="27"/>
                </a:cubicBezTo>
                <a:cubicBezTo>
                  <a:pt x="110" y="22"/>
                  <a:pt x="112" y="18"/>
                  <a:pt x="115" y="15"/>
                </a:cubicBezTo>
                <a:cubicBezTo>
                  <a:pt x="117" y="13"/>
                  <a:pt x="119" y="10"/>
                  <a:pt x="121" y="7"/>
                </a:cubicBezTo>
                <a:cubicBezTo>
                  <a:pt x="124" y="4"/>
                  <a:pt x="127" y="2"/>
                  <a:pt x="131" y="1"/>
                </a:cubicBezTo>
                <a:cubicBezTo>
                  <a:pt x="135" y="0"/>
                  <a:pt x="139" y="0"/>
                  <a:pt x="143" y="0"/>
                </a:cubicBezTo>
                <a:cubicBezTo>
                  <a:pt x="151" y="0"/>
                  <a:pt x="157" y="3"/>
                  <a:pt x="160" y="7"/>
                </a:cubicBezTo>
                <a:cubicBezTo>
                  <a:pt x="163" y="12"/>
                  <a:pt x="165" y="16"/>
                  <a:pt x="165" y="20"/>
                </a:cubicBezTo>
                <a:cubicBezTo>
                  <a:pt x="165" y="23"/>
                  <a:pt x="163" y="34"/>
                  <a:pt x="159" y="52"/>
                </a:cubicBezTo>
                <a:cubicBezTo>
                  <a:pt x="155" y="70"/>
                  <a:pt x="150" y="88"/>
                  <a:pt x="145" y="106"/>
                </a:cubicBezTo>
                <a:lnTo>
                  <a:pt x="138" y="132"/>
                </a:lnTo>
                <a:cubicBezTo>
                  <a:pt x="138" y="133"/>
                  <a:pt x="150" y="134"/>
                  <a:pt x="173" y="134"/>
                </a:cubicBezTo>
                <a:lnTo>
                  <a:pt x="207" y="134"/>
                </a:lnTo>
                <a:cubicBezTo>
                  <a:pt x="210" y="137"/>
                  <a:pt x="213" y="139"/>
                  <a:pt x="213" y="141"/>
                </a:cubicBezTo>
                <a:cubicBezTo>
                  <a:pt x="213" y="151"/>
                  <a:pt x="209" y="159"/>
                  <a:pt x="203" y="165"/>
                </a:cubicBezTo>
                <a:lnTo>
                  <a:pt x="130" y="165"/>
                </a:lnTo>
                <a:lnTo>
                  <a:pt x="106" y="264"/>
                </a:lnTo>
                <a:cubicBezTo>
                  <a:pt x="88" y="336"/>
                  <a:pt x="79" y="375"/>
                  <a:pt x="79" y="381"/>
                </a:cubicBezTo>
                <a:cubicBezTo>
                  <a:pt x="79" y="400"/>
                  <a:pt x="85" y="410"/>
                  <a:pt x="98" y="410"/>
                </a:cubicBezTo>
                <a:cubicBezTo>
                  <a:pt x="113" y="410"/>
                  <a:pt x="129" y="402"/>
                  <a:pt x="144" y="386"/>
                </a:cubicBezTo>
                <a:cubicBezTo>
                  <a:pt x="159" y="371"/>
                  <a:pt x="171" y="352"/>
                  <a:pt x="180" y="329"/>
                </a:cubicBezTo>
                <a:cubicBezTo>
                  <a:pt x="181" y="326"/>
                  <a:pt x="182" y="325"/>
                  <a:pt x="183" y="324"/>
                </a:cubicBezTo>
                <a:cubicBezTo>
                  <a:pt x="185" y="324"/>
                  <a:pt x="188" y="323"/>
                  <a:pt x="194" y="323"/>
                </a:cubicBezTo>
                <a:lnTo>
                  <a:pt x="196" y="323"/>
                </a:lnTo>
                <a:cubicBezTo>
                  <a:pt x="203" y="323"/>
                  <a:pt x="207" y="325"/>
                  <a:pt x="207" y="328"/>
                </a:cubicBezTo>
                <a:cubicBezTo>
                  <a:pt x="207" y="330"/>
                  <a:pt x="206" y="333"/>
                  <a:pt x="205" y="337"/>
                </a:cubicBezTo>
                <a:cubicBezTo>
                  <a:pt x="202" y="344"/>
                  <a:pt x="198" y="353"/>
                  <a:pt x="192" y="363"/>
                </a:cubicBezTo>
                <a:cubicBezTo>
                  <a:pt x="186" y="373"/>
                  <a:pt x="179" y="383"/>
                  <a:pt x="169" y="395"/>
                </a:cubicBezTo>
                <a:cubicBezTo>
                  <a:pt x="160" y="406"/>
                  <a:pt x="148" y="415"/>
                  <a:pt x="134" y="423"/>
                </a:cubicBezTo>
                <a:cubicBezTo>
                  <a:pt x="121" y="431"/>
                  <a:pt x="107" y="435"/>
                  <a:pt x="93" y="435"/>
                </a:cubicBezTo>
                <a:cubicBezTo>
                  <a:pt x="79" y="435"/>
                  <a:pt x="66" y="431"/>
                  <a:pt x="54" y="425"/>
                </a:cubicBezTo>
                <a:cubicBezTo>
                  <a:pt x="42" y="418"/>
                  <a:pt x="33" y="406"/>
                  <a:pt x="27" y="389"/>
                </a:cubicBezTo>
                <a:cubicBezTo>
                  <a:pt x="26" y="385"/>
                  <a:pt x="26" y="379"/>
                  <a:pt x="26" y="371"/>
                </a:cubicBezTo>
                <a:lnTo>
                  <a:pt x="26" y="358"/>
                </a:lnTo>
                <a:lnTo>
                  <a:pt x="50" y="263"/>
                </a:lnTo>
                <a:cubicBezTo>
                  <a:pt x="66" y="199"/>
                  <a:pt x="74" y="167"/>
                  <a:pt x="74" y="166"/>
                </a:cubicBezTo>
                <a:cubicBezTo>
                  <a:pt x="74" y="165"/>
                  <a:pt x="63" y="165"/>
                  <a:pt x="40" y="165"/>
                </a:cubicBezTo>
                <a:lnTo>
                  <a:pt x="5" y="165"/>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223" name=""/>
          <p:cNvSpPr/>
          <p:nvPr/>
        </p:nvSpPr>
        <p:spPr>
          <a:xfrm>
            <a:off x="6549120" y="3078000"/>
            <a:ext cx="315720" cy="416880"/>
          </a:xfrm>
          <a:custGeom>
            <a:avLst/>
            <a:gdLst/>
            <a:ahLst/>
            <a:rect l="0" t="0" r="r" b="b"/>
            <a:pathLst>
              <a:path w="877" h="1158">
                <a:moveTo>
                  <a:pt x="146" y="581"/>
                </a:moveTo>
                <a:cubicBezTo>
                  <a:pt x="147" y="581"/>
                  <a:pt x="163" y="619"/>
                  <a:pt x="196" y="695"/>
                </a:cubicBezTo>
                <a:cubicBezTo>
                  <a:pt x="229" y="772"/>
                  <a:pt x="262" y="848"/>
                  <a:pt x="294" y="925"/>
                </a:cubicBezTo>
                <a:cubicBezTo>
                  <a:pt x="327" y="1001"/>
                  <a:pt x="344" y="1040"/>
                  <a:pt x="346" y="1040"/>
                </a:cubicBezTo>
                <a:lnTo>
                  <a:pt x="591" y="530"/>
                </a:lnTo>
                <a:cubicBezTo>
                  <a:pt x="757" y="186"/>
                  <a:pt x="839" y="12"/>
                  <a:pt x="840" y="11"/>
                </a:cubicBezTo>
                <a:cubicBezTo>
                  <a:pt x="844" y="4"/>
                  <a:pt x="851" y="0"/>
                  <a:pt x="858" y="0"/>
                </a:cubicBezTo>
                <a:cubicBezTo>
                  <a:pt x="863" y="0"/>
                  <a:pt x="867" y="2"/>
                  <a:pt x="870" y="6"/>
                </a:cubicBezTo>
                <a:cubicBezTo>
                  <a:pt x="873" y="10"/>
                  <a:pt x="875" y="14"/>
                  <a:pt x="877" y="18"/>
                </a:cubicBezTo>
                <a:lnTo>
                  <a:pt x="877" y="24"/>
                </a:lnTo>
                <a:lnTo>
                  <a:pt x="607" y="586"/>
                </a:lnTo>
                <a:cubicBezTo>
                  <a:pt x="545" y="715"/>
                  <a:pt x="480" y="850"/>
                  <a:pt x="413" y="990"/>
                </a:cubicBezTo>
                <a:cubicBezTo>
                  <a:pt x="374" y="1072"/>
                  <a:pt x="351" y="1119"/>
                  <a:pt x="345" y="1133"/>
                </a:cubicBezTo>
                <a:cubicBezTo>
                  <a:pt x="338" y="1146"/>
                  <a:pt x="333" y="1154"/>
                  <a:pt x="329" y="1156"/>
                </a:cubicBezTo>
                <a:cubicBezTo>
                  <a:pt x="327" y="1157"/>
                  <a:pt x="321" y="1158"/>
                  <a:pt x="313" y="1158"/>
                </a:cubicBezTo>
                <a:lnTo>
                  <a:pt x="301" y="1157"/>
                </a:lnTo>
                <a:lnTo>
                  <a:pt x="196" y="913"/>
                </a:lnTo>
                <a:cubicBezTo>
                  <a:pt x="126" y="751"/>
                  <a:pt x="91" y="670"/>
                  <a:pt x="90" y="670"/>
                </a:cubicBezTo>
                <a:lnTo>
                  <a:pt x="57" y="695"/>
                </a:lnTo>
                <a:cubicBezTo>
                  <a:pt x="36" y="712"/>
                  <a:pt x="25" y="720"/>
                  <a:pt x="25" y="720"/>
                </a:cubicBezTo>
                <a:lnTo>
                  <a:pt x="0" y="695"/>
                </a:lnTo>
                <a:lnTo>
                  <a:pt x="146" y="581"/>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224" name=""/>
          <p:cNvSpPr/>
          <p:nvPr/>
        </p:nvSpPr>
        <p:spPr>
          <a:xfrm>
            <a:off x="6864480" y="3078000"/>
            <a:ext cx="339480" cy="21240"/>
          </a:xfrm>
          <a:custGeom>
            <a:avLst/>
            <a:gdLst/>
            <a:ahLst/>
            <a:rect l="0" t="0" r="r" b="b"/>
            <a:pathLst>
              <a:path w="943" h="59">
                <a:moveTo>
                  <a:pt x="0" y="0"/>
                </a:moveTo>
                <a:lnTo>
                  <a:pt x="943" y="0"/>
                </a:lnTo>
                <a:lnTo>
                  <a:pt x="943" y="59"/>
                </a:lnTo>
                <a:lnTo>
                  <a:pt x="0" y="59"/>
                </a:lnTo>
                <a:lnTo>
                  <a:pt x="0" y="0"/>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225" name=""/>
          <p:cNvSpPr/>
          <p:nvPr/>
        </p:nvSpPr>
        <p:spPr>
          <a:xfrm>
            <a:off x="7211160" y="3265200"/>
            <a:ext cx="196200" cy="154440"/>
          </a:xfrm>
          <a:custGeom>
            <a:avLst/>
            <a:gdLst/>
            <a:ahLst/>
            <a:rect l="0" t="0" r="r" b="b"/>
            <a:pathLst>
              <a:path w="545" h="429">
                <a:moveTo>
                  <a:pt x="198" y="429"/>
                </a:moveTo>
                <a:cubicBezTo>
                  <a:pt x="189" y="427"/>
                  <a:pt x="154" y="426"/>
                  <a:pt x="96" y="426"/>
                </a:cubicBezTo>
                <a:cubicBezTo>
                  <a:pt x="44" y="426"/>
                  <a:pt x="14" y="427"/>
                  <a:pt x="6" y="429"/>
                </a:cubicBezTo>
                <a:lnTo>
                  <a:pt x="0" y="429"/>
                </a:lnTo>
                <a:lnTo>
                  <a:pt x="0" y="369"/>
                </a:lnTo>
                <a:lnTo>
                  <a:pt x="92" y="369"/>
                </a:lnTo>
                <a:lnTo>
                  <a:pt x="216" y="223"/>
                </a:lnTo>
                <a:lnTo>
                  <a:pt x="84" y="60"/>
                </a:lnTo>
                <a:lnTo>
                  <a:pt x="4" y="60"/>
                </a:lnTo>
                <a:lnTo>
                  <a:pt x="4" y="0"/>
                </a:lnTo>
                <a:lnTo>
                  <a:pt x="12" y="0"/>
                </a:lnTo>
                <a:cubicBezTo>
                  <a:pt x="22" y="2"/>
                  <a:pt x="57" y="3"/>
                  <a:pt x="117" y="3"/>
                </a:cubicBezTo>
                <a:cubicBezTo>
                  <a:pt x="184" y="3"/>
                  <a:pt x="223" y="2"/>
                  <a:pt x="235" y="0"/>
                </a:cubicBezTo>
                <a:lnTo>
                  <a:pt x="243" y="0"/>
                </a:lnTo>
                <a:lnTo>
                  <a:pt x="243" y="60"/>
                </a:lnTo>
                <a:lnTo>
                  <a:pt x="216" y="60"/>
                </a:lnTo>
                <a:lnTo>
                  <a:pt x="250" y="101"/>
                </a:lnTo>
                <a:cubicBezTo>
                  <a:pt x="272" y="129"/>
                  <a:pt x="283" y="142"/>
                  <a:pt x="284" y="142"/>
                </a:cubicBezTo>
                <a:cubicBezTo>
                  <a:pt x="287" y="142"/>
                  <a:pt x="299" y="128"/>
                  <a:pt x="321" y="99"/>
                </a:cubicBezTo>
                <a:lnTo>
                  <a:pt x="354" y="60"/>
                </a:lnTo>
                <a:lnTo>
                  <a:pt x="319" y="60"/>
                </a:lnTo>
                <a:lnTo>
                  <a:pt x="319" y="0"/>
                </a:lnTo>
                <a:lnTo>
                  <a:pt x="326" y="0"/>
                </a:lnTo>
                <a:cubicBezTo>
                  <a:pt x="336" y="2"/>
                  <a:pt x="371" y="3"/>
                  <a:pt x="430" y="3"/>
                </a:cubicBezTo>
                <a:cubicBezTo>
                  <a:pt x="482" y="3"/>
                  <a:pt x="511" y="2"/>
                  <a:pt x="519" y="0"/>
                </a:cubicBezTo>
                <a:lnTo>
                  <a:pt x="526" y="0"/>
                </a:lnTo>
                <a:lnTo>
                  <a:pt x="526" y="60"/>
                </a:lnTo>
                <a:lnTo>
                  <a:pt x="434" y="60"/>
                </a:lnTo>
                <a:lnTo>
                  <a:pt x="322" y="192"/>
                </a:lnTo>
                <a:lnTo>
                  <a:pt x="466" y="368"/>
                </a:lnTo>
                <a:lnTo>
                  <a:pt x="506" y="369"/>
                </a:lnTo>
                <a:lnTo>
                  <a:pt x="545" y="369"/>
                </a:lnTo>
                <a:lnTo>
                  <a:pt x="545" y="429"/>
                </a:lnTo>
                <a:lnTo>
                  <a:pt x="537" y="429"/>
                </a:lnTo>
                <a:cubicBezTo>
                  <a:pt x="528" y="427"/>
                  <a:pt x="493" y="426"/>
                  <a:pt x="432" y="426"/>
                </a:cubicBezTo>
                <a:cubicBezTo>
                  <a:pt x="365" y="426"/>
                  <a:pt x="325" y="427"/>
                  <a:pt x="314" y="429"/>
                </a:cubicBezTo>
                <a:lnTo>
                  <a:pt x="305" y="429"/>
                </a:lnTo>
                <a:lnTo>
                  <a:pt x="305" y="369"/>
                </a:lnTo>
                <a:lnTo>
                  <a:pt x="332" y="369"/>
                </a:lnTo>
                <a:cubicBezTo>
                  <a:pt x="332" y="368"/>
                  <a:pt x="319" y="352"/>
                  <a:pt x="294" y="321"/>
                </a:cubicBezTo>
                <a:cubicBezTo>
                  <a:pt x="268" y="289"/>
                  <a:pt x="255" y="273"/>
                  <a:pt x="254" y="272"/>
                </a:cubicBezTo>
                <a:lnTo>
                  <a:pt x="170" y="368"/>
                </a:lnTo>
                <a:lnTo>
                  <a:pt x="189" y="369"/>
                </a:lnTo>
                <a:lnTo>
                  <a:pt x="206" y="369"/>
                </a:lnTo>
                <a:lnTo>
                  <a:pt x="206" y="429"/>
                </a:lnTo>
                <a:lnTo>
                  <a:pt x="198" y="429"/>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226" name=""/>
          <p:cNvSpPr/>
          <p:nvPr/>
        </p:nvSpPr>
        <p:spPr>
          <a:xfrm>
            <a:off x="7435440" y="3307680"/>
            <a:ext cx="103680" cy="169200"/>
          </a:xfrm>
          <a:custGeom>
            <a:avLst/>
            <a:gdLst/>
            <a:ahLst/>
            <a:rect l="0" t="0" r="r" b="b"/>
            <a:pathLst>
              <a:path w="288" h="470">
                <a:moveTo>
                  <a:pt x="39" y="56"/>
                </a:moveTo>
                <a:cubicBezTo>
                  <a:pt x="64" y="19"/>
                  <a:pt x="100" y="0"/>
                  <a:pt x="144" y="0"/>
                </a:cubicBezTo>
                <a:cubicBezTo>
                  <a:pt x="166" y="0"/>
                  <a:pt x="187" y="6"/>
                  <a:pt x="209" y="18"/>
                </a:cubicBezTo>
                <a:cubicBezTo>
                  <a:pt x="231" y="30"/>
                  <a:pt x="249" y="51"/>
                  <a:pt x="262" y="81"/>
                </a:cubicBezTo>
                <a:cubicBezTo>
                  <a:pt x="279" y="119"/>
                  <a:pt x="288" y="170"/>
                  <a:pt x="288" y="236"/>
                </a:cubicBezTo>
                <a:cubicBezTo>
                  <a:pt x="288" y="307"/>
                  <a:pt x="278" y="360"/>
                  <a:pt x="258" y="398"/>
                </a:cubicBezTo>
                <a:cubicBezTo>
                  <a:pt x="249" y="418"/>
                  <a:pt x="237" y="433"/>
                  <a:pt x="221" y="444"/>
                </a:cubicBezTo>
                <a:cubicBezTo>
                  <a:pt x="205" y="456"/>
                  <a:pt x="191" y="463"/>
                  <a:pt x="179" y="465"/>
                </a:cubicBezTo>
                <a:cubicBezTo>
                  <a:pt x="167" y="468"/>
                  <a:pt x="156" y="470"/>
                  <a:pt x="145" y="470"/>
                </a:cubicBezTo>
                <a:cubicBezTo>
                  <a:pt x="133" y="470"/>
                  <a:pt x="121" y="469"/>
                  <a:pt x="109" y="466"/>
                </a:cubicBezTo>
                <a:cubicBezTo>
                  <a:pt x="97" y="463"/>
                  <a:pt x="83" y="456"/>
                  <a:pt x="67" y="444"/>
                </a:cubicBezTo>
                <a:cubicBezTo>
                  <a:pt x="51" y="433"/>
                  <a:pt x="38" y="417"/>
                  <a:pt x="29" y="398"/>
                </a:cubicBezTo>
                <a:cubicBezTo>
                  <a:pt x="10" y="360"/>
                  <a:pt x="0" y="307"/>
                  <a:pt x="0" y="236"/>
                </a:cubicBezTo>
                <a:cubicBezTo>
                  <a:pt x="0" y="157"/>
                  <a:pt x="13" y="97"/>
                  <a:pt x="39" y="56"/>
                </a:cubicBezTo>
                <a:moveTo>
                  <a:pt x="193" y="47"/>
                </a:moveTo>
                <a:cubicBezTo>
                  <a:pt x="179" y="33"/>
                  <a:pt x="163" y="26"/>
                  <a:pt x="145" y="26"/>
                </a:cubicBezTo>
                <a:cubicBezTo>
                  <a:pt x="125" y="26"/>
                  <a:pt x="109" y="33"/>
                  <a:pt x="95" y="47"/>
                </a:cubicBezTo>
                <a:cubicBezTo>
                  <a:pt x="84" y="59"/>
                  <a:pt x="76" y="76"/>
                  <a:pt x="72" y="97"/>
                </a:cubicBezTo>
                <a:cubicBezTo>
                  <a:pt x="68" y="117"/>
                  <a:pt x="67" y="161"/>
                  <a:pt x="67" y="227"/>
                </a:cubicBezTo>
                <a:cubicBezTo>
                  <a:pt x="67" y="299"/>
                  <a:pt x="68" y="346"/>
                  <a:pt x="72" y="369"/>
                </a:cubicBezTo>
                <a:cubicBezTo>
                  <a:pt x="76" y="392"/>
                  <a:pt x="85" y="411"/>
                  <a:pt x="98" y="424"/>
                </a:cubicBezTo>
                <a:cubicBezTo>
                  <a:pt x="110" y="438"/>
                  <a:pt x="126" y="444"/>
                  <a:pt x="145" y="444"/>
                </a:cubicBezTo>
                <a:cubicBezTo>
                  <a:pt x="163" y="444"/>
                  <a:pt x="178" y="438"/>
                  <a:pt x="191" y="424"/>
                </a:cubicBezTo>
                <a:cubicBezTo>
                  <a:pt x="204" y="410"/>
                  <a:pt x="212" y="390"/>
                  <a:pt x="215" y="366"/>
                </a:cubicBezTo>
                <a:cubicBezTo>
                  <a:pt x="219" y="341"/>
                  <a:pt x="220" y="295"/>
                  <a:pt x="221" y="227"/>
                </a:cubicBezTo>
                <a:cubicBezTo>
                  <a:pt x="221" y="162"/>
                  <a:pt x="219" y="118"/>
                  <a:pt x="215" y="97"/>
                </a:cubicBezTo>
                <a:cubicBezTo>
                  <a:pt x="212" y="76"/>
                  <a:pt x="204" y="60"/>
                  <a:pt x="193" y="47"/>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227" name=""/>
          <p:cNvSpPr/>
          <p:nvPr/>
        </p:nvSpPr>
        <p:spPr>
          <a:xfrm>
            <a:off x="7662240" y="3216960"/>
            <a:ext cx="231480" cy="231120"/>
          </a:xfrm>
          <a:custGeom>
            <a:avLst/>
            <a:gdLst/>
            <a:ahLst/>
            <a:rect l="0" t="0" r="r" b="b"/>
            <a:pathLst>
              <a:path w="643" h="642">
                <a:moveTo>
                  <a:pt x="14" y="302"/>
                </a:moveTo>
                <a:lnTo>
                  <a:pt x="303" y="302"/>
                </a:lnTo>
                <a:lnTo>
                  <a:pt x="303" y="157"/>
                </a:lnTo>
                <a:lnTo>
                  <a:pt x="304" y="12"/>
                </a:lnTo>
                <a:cubicBezTo>
                  <a:pt x="310" y="4"/>
                  <a:pt x="316" y="0"/>
                  <a:pt x="322" y="0"/>
                </a:cubicBezTo>
                <a:cubicBezTo>
                  <a:pt x="331" y="0"/>
                  <a:pt x="337" y="5"/>
                  <a:pt x="341" y="14"/>
                </a:cubicBezTo>
                <a:lnTo>
                  <a:pt x="341" y="302"/>
                </a:lnTo>
                <a:lnTo>
                  <a:pt x="629" y="302"/>
                </a:lnTo>
                <a:cubicBezTo>
                  <a:pt x="638" y="307"/>
                  <a:pt x="643" y="313"/>
                  <a:pt x="643" y="321"/>
                </a:cubicBezTo>
                <a:cubicBezTo>
                  <a:pt x="643" y="328"/>
                  <a:pt x="638" y="335"/>
                  <a:pt x="629" y="340"/>
                </a:cubicBezTo>
                <a:lnTo>
                  <a:pt x="341" y="340"/>
                </a:lnTo>
                <a:lnTo>
                  <a:pt x="341" y="628"/>
                </a:lnTo>
                <a:cubicBezTo>
                  <a:pt x="336" y="637"/>
                  <a:pt x="331" y="642"/>
                  <a:pt x="324" y="642"/>
                </a:cubicBezTo>
                <a:lnTo>
                  <a:pt x="322" y="642"/>
                </a:lnTo>
                <a:lnTo>
                  <a:pt x="320" y="642"/>
                </a:lnTo>
                <a:cubicBezTo>
                  <a:pt x="313" y="642"/>
                  <a:pt x="307" y="637"/>
                  <a:pt x="303" y="628"/>
                </a:cubicBezTo>
                <a:lnTo>
                  <a:pt x="303" y="340"/>
                </a:lnTo>
                <a:lnTo>
                  <a:pt x="14" y="340"/>
                </a:lnTo>
                <a:cubicBezTo>
                  <a:pt x="5" y="336"/>
                  <a:pt x="0" y="329"/>
                  <a:pt x="0" y="321"/>
                </a:cubicBezTo>
                <a:cubicBezTo>
                  <a:pt x="0" y="312"/>
                  <a:pt x="5" y="306"/>
                  <a:pt x="14" y="302"/>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228" name=""/>
          <p:cNvSpPr/>
          <p:nvPr/>
        </p:nvSpPr>
        <p:spPr>
          <a:xfrm>
            <a:off x="8372520" y="3188160"/>
            <a:ext cx="119880" cy="231480"/>
          </a:xfrm>
          <a:custGeom>
            <a:avLst/>
            <a:gdLst/>
            <a:ahLst/>
            <a:rect l="0" t="0" r="r" b="b"/>
            <a:pathLst>
              <a:path w="333" h="643">
                <a:moveTo>
                  <a:pt x="127" y="85"/>
                </a:moveTo>
                <a:lnTo>
                  <a:pt x="114" y="89"/>
                </a:lnTo>
                <a:cubicBezTo>
                  <a:pt x="105" y="93"/>
                  <a:pt x="92" y="96"/>
                  <a:pt x="74" y="99"/>
                </a:cubicBezTo>
                <a:cubicBezTo>
                  <a:pt x="58" y="102"/>
                  <a:pt x="39" y="105"/>
                  <a:pt x="19" y="106"/>
                </a:cubicBezTo>
                <a:lnTo>
                  <a:pt x="0" y="106"/>
                </a:lnTo>
                <a:lnTo>
                  <a:pt x="0" y="62"/>
                </a:lnTo>
                <a:lnTo>
                  <a:pt x="19" y="62"/>
                </a:lnTo>
                <a:cubicBezTo>
                  <a:pt x="49" y="60"/>
                  <a:pt x="77" y="55"/>
                  <a:pt x="103" y="47"/>
                </a:cubicBezTo>
                <a:cubicBezTo>
                  <a:pt x="129" y="39"/>
                  <a:pt x="147" y="31"/>
                  <a:pt x="157" y="24"/>
                </a:cubicBezTo>
                <a:cubicBezTo>
                  <a:pt x="168" y="17"/>
                  <a:pt x="177" y="10"/>
                  <a:pt x="184" y="3"/>
                </a:cubicBezTo>
                <a:cubicBezTo>
                  <a:pt x="186" y="1"/>
                  <a:pt x="189" y="0"/>
                  <a:pt x="196" y="0"/>
                </a:cubicBezTo>
                <a:cubicBezTo>
                  <a:pt x="202" y="0"/>
                  <a:pt x="207" y="2"/>
                  <a:pt x="212" y="6"/>
                </a:cubicBezTo>
                <a:lnTo>
                  <a:pt x="212" y="294"/>
                </a:lnTo>
                <a:lnTo>
                  <a:pt x="213" y="584"/>
                </a:lnTo>
                <a:cubicBezTo>
                  <a:pt x="218" y="588"/>
                  <a:pt x="222" y="591"/>
                  <a:pt x="225" y="593"/>
                </a:cubicBezTo>
                <a:cubicBezTo>
                  <a:pt x="228" y="594"/>
                  <a:pt x="236" y="595"/>
                  <a:pt x="248" y="596"/>
                </a:cubicBezTo>
                <a:cubicBezTo>
                  <a:pt x="260" y="598"/>
                  <a:pt x="280" y="598"/>
                  <a:pt x="308" y="598"/>
                </a:cubicBezTo>
                <a:lnTo>
                  <a:pt x="333" y="598"/>
                </a:lnTo>
                <a:lnTo>
                  <a:pt x="333" y="643"/>
                </a:lnTo>
                <a:lnTo>
                  <a:pt x="322" y="643"/>
                </a:lnTo>
                <a:cubicBezTo>
                  <a:pt x="309" y="641"/>
                  <a:pt x="258" y="640"/>
                  <a:pt x="169" y="640"/>
                </a:cubicBezTo>
                <a:cubicBezTo>
                  <a:pt x="82" y="640"/>
                  <a:pt x="30" y="641"/>
                  <a:pt x="17" y="643"/>
                </a:cubicBezTo>
                <a:lnTo>
                  <a:pt x="5" y="643"/>
                </a:lnTo>
                <a:lnTo>
                  <a:pt x="5" y="598"/>
                </a:lnTo>
                <a:lnTo>
                  <a:pt x="30" y="598"/>
                </a:lnTo>
                <a:cubicBezTo>
                  <a:pt x="44" y="598"/>
                  <a:pt x="56" y="598"/>
                  <a:pt x="67" y="598"/>
                </a:cubicBezTo>
                <a:cubicBezTo>
                  <a:pt x="77" y="598"/>
                  <a:pt x="86" y="598"/>
                  <a:pt x="92" y="597"/>
                </a:cubicBezTo>
                <a:cubicBezTo>
                  <a:pt x="98" y="597"/>
                  <a:pt x="103" y="596"/>
                  <a:pt x="107" y="595"/>
                </a:cubicBezTo>
                <a:cubicBezTo>
                  <a:pt x="112" y="593"/>
                  <a:pt x="114" y="593"/>
                  <a:pt x="115" y="593"/>
                </a:cubicBezTo>
                <a:cubicBezTo>
                  <a:pt x="116" y="593"/>
                  <a:pt x="118" y="591"/>
                  <a:pt x="121" y="588"/>
                </a:cubicBezTo>
                <a:cubicBezTo>
                  <a:pt x="124" y="585"/>
                  <a:pt x="126" y="583"/>
                  <a:pt x="127" y="584"/>
                </a:cubicBezTo>
                <a:lnTo>
                  <a:pt x="127" y="85"/>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229" name=""/>
          <p:cNvSpPr/>
          <p:nvPr/>
        </p:nvSpPr>
        <p:spPr>
          <a:xfrm>
            <a:off x="8623440" y="3325680"/>
            <a:ext cx="212040" cy="14040"/>
          </a:xfrm>
          <a:custGeom>
            <a:avLst/>
            <a:gdLst/>
            <a:ahLst/>
            <a:rect l="0" t="0" r="r" b="b"/>
            <a:pathLst>
              <a:path w="589" h="39">
                <a:moveTo>
                  <a:pt x="14" y="0"/>
                </a:moveTo>
                <a:lnTo>
                  <a:pt x="575" y="0"/>
                </a:lnTo>
                <a:cubicBezTo>
                  <a:pt x="584" y="5"/>
                  <a:pt x="589" y="11"/>
                  <a:pt x="589" y="20"/>
                </a:cubicBezTo>
                <a:cubicBezTo>
                  <a:pt x="589" y="27"/>
                  <a:pt x="584" y="34"/>
                  <a:pt x="575" y="39"/>
                </a:cubicBezTo>
                <a:lnTo>
                  <a:pt x="14" y="39"/>
                </a:lnTo>
                <a:cubicBezTo>
                  <a:pt x="5" y="35"/>
                  <a:pt x="0" y="28"/>
                  <a:pt x="0" y="20"/>
                </a:cubicBezTo>
                <a:cubicBezTo>
                  <a:pt x="0" y="10"/>
                  <a:pt x="5" y="4"/>
                  <a:pt x="14" y="0"/>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230" name=""/>
          <p:cNvSpPr/>
          <p:nvPr/>
        </p:nvSpPr>
        <p:spPr>
          <a:xfrm>
            <a:off x="8953200" y="3265920"/>
            <a:ext cx="197640" cy="157320"/>
          </a:xfrm>
          <a:custGeom>
            <a:avLst/>
            <a:gdLst/>
            <a:ahLst/>
            <a:rect l="0" t="0" r="r" b="b"/>
            <a:pathLst>
              <a:path w="549" h="437">
                <a:moveTo>
                  <a:pt x="0" y="275"/>
                </a:moveTo>
                <a:cubicBezTo>
                  <a:pt x="0" y="202"/>
                  <a:pt x="28" y="138"/>
                  <a:pt x="84" y="83"/>
                </a:cubicBezTo>
                <a:cubicBezTo>
                  <a:pt x="139" y="27"/>
                  <a:pt x="200" y="0"/>
                  <a:pt x="266" y="0"/>
                </a:cubicBezTo>
                <a:cubicBezTo>
                  <a:pt x="311" y="0"/>
                  <a:pt x="347" y="13"/>
                  <a:pt x="374" y="38"/>
                </a:cubicBezTo>
                <a:cubicBezTo>
                  <a:pt x="401" y="64"/>
                  <a:pt x="419" y="95"/>
                  <a:pt x="429" y="133"/>
                </a:cubicBezTo>
                <a:cubicBezTo>
                  <a:pt x="433" y="151"/>
                  <a:pt x="435" y="173"/>
                  <a:pt x="436" y="197"/>
                </a:cubicBezTo>
                <a:lnTo>
                  <a:pt x="436" y="225"/>
                </a:lnTo>
                <a:cubicBezTo>
                  <a:pt x="467" y="178"/>
                  <a:pt x="491" y="124"/>
                  <a:pt x="508" y="65"/>
                </a:cubicBezTo>
                <a:cubicBezTo>
                  <a:pt x="510" y="56"/>
                  <a:pt x="512" y="51"/>
                  <a:pt x="514" y="50"/>
                </a:cubicBezTo>
                <a:cubicBezTo>
                  <a:pt x="515" y="49"/>
                  <a:pt x="520" y="48"/>
                  <a:pt x="529" y="47"/>
                </a:cubicBezTo>
                <a:cubicBezTo>
                  <a:pt x="543" y="47"/>
                  <a:pt x="549" y="50"/>
                  <a:pt x="549" y="55"/>
                </a:cubicBezTo>
                <a:cubicBezTo>
                  <a:pt x="549" y="60"/>
                  <a:pt x="546" y="73"/>
                  <a:pt x="541" y="92"/>
                </a:cubicBezTo>
                <a:cubicBezTo>
                  <a:pt x="535" y="112"/>
                  <a:pt x="523" y="139"/>
                  <a:pt x="506" y="174"/>
                </a:cubicBezTo>
                <a:cubicBezTo>
                  <a:pt x="489" y="210"/>
                  <a:pt x="469" y="242"/>
                  <a:pt x="447" y="271"/>
                </a:cubicBezTo>
                <a:lnTo>
                  <a:pt x="437" y="284"/>
                </a:lnTo>
                <a:lnTo>
                  <a:pt x="438" y="308"/>
                </a:lnTo>
                <a:cubicBezTo>
                  <a:pt x="439" y="344"/>
                  <a:pt x="441" y="369"/>
                  <a:pt x="445" y="381"/>
                </a:cubicBezTo>
                <a:cubicBezTo>
                  <a:pt x="449" y="394"/>
                  <a:pt x="455" y="401"/>
                  <a:pt x="464" y="402"/>
                </a:cubicBezTo>
                <a:cubicBezTo>
                  <a:pt x="473" y="400"/>
                  <a:pt x="481" y="397"/>
                  <a:pt x="489" y="391"/>
                </a:cubicBezTo>
                <a:cubicBezTo>
                  <a:pt x="496" y="385"/>
                  <a:pt x="502" y="378"/>
                  <a:pt x="505" y="369"/>
                </a:cubicBezTo>
                <a:cubicBezTo>
                  <a:pt x="506" y="364"/>
                  <a:pt x="508" y="362"/>
                  <a:pt x="510" y="361"/>
                </a:cubicBezTo>
                <a:cubicBezTo>
                  <a:pt x="512" y="361"/>
                  <a:pt x="517" y="360"/>
                  <a:pt x="524" y="359"/>
                </a:cubicBezTo>
                <a:cubicBezTo>
                  <a:pt x="537" y="359"/>
                  <a:pt x="544" y="362"/>
                  <a:pt x="544" y="367"/>
                </a:cubicBezTo>
                <a:cubicBezTo>
                  <a:pt x="544" y="371"/>
                  <a:pt x="542" y="377"/>
                  <a:pt x="538" y="385"/>
                </a:cubicBezTo>
                <a:cubicBezTo>
                  <a:pt x="530" y="401"/>
                  <a:pt x="519" y="413"/>
                  <a:pt x="504" y="422"/>
                </a:cubicBezTo>
                <a:cubicBezTo>
                  <a:pt x="489" y="431"/>
                  <a:pt x="475" y="436"/>
                  <a:pt x="462" y="436"/>
                </a:cubicBezTo>
                <a:lnTo>
                  <a:pt x="455" y="436"/>
                </a:lnTo>
                <a:cubicBezTo>
                  <a:pt x="412" y="436"/>
                  <a:pt x="383" y="413"/>
                  <a:pt x="367" y="367"/>
                </a:cubicBezTo>
                <a:lnTo>
                  <a:pt x="364" y="360"/>
                </a:lnTo>
                <a:lnTo>
                  <a:pt x="354" y="368"/>
                </a:lnTo>
                <a:cubicBezTo>
                  <a:pt x="347" y="373"/>
                  <a:pt x="338" y="379"/>
                  <a:pt x="325" y="387"/>
                </a:cubicBezTo>
                <a:cubicBezTo>
                  <a:pt x="312" y="395"/>
                  <a:pt x="297" y="402"/>
                  <a:pt x="281" y="409"/>
                </a:cubicBezTo>
                <a:cubicBezTo>
                  <a:pt x="265" y="416"/>
                  <a:pt x="247" y="423"/>
                  <a:pt x="226" y="429"/>
                </a:cubicBezTo>
                <a:cubicBezTo>
                  <a:pt x="204" y="434"/>
                  <a:pt x="184" y="437"/>
                  <a:pt x="164" y="437"/>
                </a:cubicBezTo>
                <a:cubicBezTo>
                  <a:pt x="113" y="437"/>
                  <a:pt x="73" y="421"/>
                  <a:pt x="43" y="389"/>
                </a:cubicBezTo>
                <a:cubicBezTo>
                  <a:pt x="14" y="357"/>
                  <a:pt x="0" y="319"/>
                  <a:pt x="0" y="275"/>
                </a:cubicBezTo>
                <a:moveTo>
                  <a:pt x="169" y="402"/>
                </a:moveTo>
                <a:cubicBezTo>
                  <a:pt x="200" y="402"/>
                  <a:pt x="232" y="395"/>
                  <a:pt x="263" y="381"/>
                </a:cubicBezTo>
                <a:cubicBezTo>
                  <a:pt x="295" y="368"/>
                  <a:pt x="318" y="354"/>
                  <a:pt x="333" y="340"/>
                </a:cubicBezTo>
                <a:lnTo>
                  <a:pt x="357" y="319"/>
                </a:lnTo>
                <a:cubicBezTo>
                  <a:pt x="355" y="226"/>
                  <a:pt x="353" y="169"/>
                  <a:pt x="350" y="146"/>
                </a:cubicBezTo>
                <a:cubicBezTo>
                  <a:pt x="341" y="72"/>
                  <a:pt x="311" y="35"/>
                  <a:pt x="261" y="35"/>
                </a:cubicBezTo>
                <a:cubicBezTo>
                  <a:pt x="217" y="35"/>
                  <a:pt x="178" y="59"/>
                  <a:pt x="145" y="106"/>
                </a:cubicBezTo>
                <a:cubicBezTo>
                  <a:pt x="127" y="131"/>
                  <a:pt x="113" y="166"/>
                  <a:pt x="102" y="210"/>
                </a:cubicBezTo>
                <a:cubicBezTo>
                  <a:pt x="91" y="254"/>
                  <a:pt x="85" y="287"/>
                  <a:pt x="85" y="311"/>
                </a:cubicBezTo>
                <a:cubicBezTo>
                  <a:pt x="85" y="343"/>
                  <a:pt x="93" y="365"/>
                  <a:pt x="109" y="379"/>
                </a:cubicBezTo>
                <a:cubicBezTo>
                  <a:pt x="125" y="394"/>
                  <a:pt x="145" y="401"/>
                  <a:pt x="169" y="402"/>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231" name=""/>
          <p:cNvSpPr/>
          <p:nvPr/>
        </p:nvSpPr>
        <p:spPr>
          <a:xfrm>
            <a:off x="8999280" y="3213360"/>
            <a:ext cx="125640" cy="16560"/>
          </a:xfrm>
          <a:custGeom>
            <a:avLst/>
            <a:gdLst/>
            <a:ahLst/>
            <a:rect l="0" t="0" r="r" b="b"/>
            <a:pathLst>
              <a:path w="349" h="46">
                <a:moveTo>
                  <a:pt x="0" y="0"/>
                </a:moveTo>
                <a:lnTo>
                  <a:pt x="349" y="0"/>
                </a:lnTo>
                <a:lnTo>
                  <a:pt x="349" y="46"/>
                </a:lnTo>
                <a:lnTo>
                  <a:pt x="0" y="46"/>
                </a:lnTo>
                <a:lnTo>
                  <a:pt x="0" y="0"/>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232" name=""/>
          <p:cNvSpPr/>
          <p:nvPr/>
        </p:nvSpPr>
        <p:spPr>
          <a:xfrm>
            <a:off x="9179640" y="3317760"/>
            <a:ext cx="76680" cy="156600"/>
          </a:xfrm>
          <a:custGeom>
            <a:avLst/>
            <a:gdLst/>
            <a:ahLst/>
            <a:rect l="0" t="0" r="r" b="b"/>
            <a:pathLst>
              <a:path w="213" h="435">
                <a:moveTo>
                  <a:pt x="5" y="165"/>
                </a:moveTo>
                <a:cubicBezTo>
                  <a:pt x="1" y="162"/>
                  <a:pt x="0" y="159"/>
                  <a:pt x="0" y="158"/>
                </a:cubicBezTo>
                <a:cubicBezTo>
                  <a:pt x="0" y="156"/>
                  <a:pt x="0" y="153"/>
                  <a:pt x="2" y="147"/>
                </a:cubicBezTo>
                <a:cubicBezTo>
                  <a:pt x="3" y="142"/>
                  <a:pt x="4" y="139"/>
                  <a:pt x="5" y="138"/>
                </a:cubicBezTo>
                <a:cubicBezTo>
                  <a:pt x="6" y="135"/>
                  <a:pt x="8" y="134"/>
                  <a:pt x="11" y="134"/>
                </a:cubicBezTo>
                <a:cubicBezTo>
                  <a:pt x="15" y="134"/>
                  <a:pt x="26" y="134"/>
                  <a:pt x="46" y="134"/>
                </a:cubicBezTo>
                <a:lnTo>
                  <a:pt x="82" y="134"/>
                </a:lnTo>
                <a:lnTo>
                  <a:pt x="95" y="78"/>
                </a:lnTo>
                <a:cubicBezTo>
                  <a:pt x="97" y="73"/>
                  <a:pt x="98" y="67"/>
                  <a:pt x="100" y="58"/>
                </a:cubicBezTo>
                <a:cubicBezTo>
                  <a:pt x="102" y="50"/>
                  <a:pt x="103" y="44"/>
                  <a:pt x="105" y="41"/>
                </a:cubicBezTo>
                <a:cubicBezTo>
                  <a:pt x="106" y="37"/>
                  <a:pt x="107" y="32"/>
                  <a:pt x="109" y="27"/>
                </a:cubicBezTo>
                <a:cubicBezTo>
                  <a:pt x="110" y="22"/>
                  <a:pt x="112" y="18"/>
                  <a:pt x="114" y="15"/>
                </a:cubicBezTo>
                <a:cubicBezTo>
                  <a:pt x="116" y="13"/>
                  <a:pt x="119" y="10"/>
                  <a:pt x="121" y="7"/>
                </a:cubicBezTo>
                <a:cubicBezTo>
                  <a:pt x="123" y="4"/>
                  <a:pt x="126" y="2"/>
                  <a:pt x="131" y="1"/>
                </a:cubicBezTo>
                <a:cubicBezTo>
                  <a:pt x="135" y="0"/>
                  <a:pt x="140" y="0"/>
                  <a:pt x="144" y="0"/>
                </a:cubicBezTo>
                <a:cubicBezTo>
                  <a:pt x="152" y="0"/>
                  <a:pt x="158" y="3"/>
                  <a:pt x="161" y="7"/>
                </a:cubicBezTo>
                <a:cubicBezTo>
                  <a:pt x="164" y="12"/>
                  <a:pt x="166" y="16"/>
                  <a:pt x="166" y="20"/>
                </a:cubicBezTo>
                <a:cubicBezTo>
                  <a:pt x="166" y="23"/>
                  <a:pt x="164" y="34"/>
                  <a:pt x="160" y="52"/>
                </a:cubicBezTo>
                <a:cubicBezTo>
                  <a:pt x="155" y="70"/>
                  <a:pt x="151" y="88"/>
                  <a:pt x="146" y="106"/>
                </a:cubicBezTo>
                <a:lnTo>
                  <a:pt x="139" y="132"/>
                </a:lnTo>
                <a:cubicBezTo>
                  <a:pt x="139" y="133"/>
                  <a:pt x="150" y="134"/>
                  <a:pt x="173" y="134"/>
                </a:cubicBezTo>
                <a:lnTo>
                  <a:pt x="208" y="134"/>
                </a:lnTo>
                <a:cubicBezTo>
                  <a:pt x="211" y="137"/>
                  <a:pt x="213" y="139"/>
                  <a:pt x="213" y="141"/>
                </a:cubicBezTo>
                <a:cubicBezTo>
                  <a:pt x="213" y="151"/>
                  <a:pt x="210" y="159"/>
                  <a:pt x="204" y="165"/>
                </a:cubicBezTo>
                <a:lnTo>
                  <a:pt x="130" y="165"/>
                </a:lnTo>
                <a:lnTo>
                  <a:pt x="105" y="264"/>
                </a:lnTo>
                <a:cubicBezTo>
                  <a:pt x="88" y="336"/>
                  <a:pt x="79" y="375"/>
                  <a:pt x="79" y="381"/>
                </a:cubicBezTo>
                <a:cubicBezTo>
                  <a:pt x="79" y="400"/>
                  <a:pt x="85" y="410"/>
                  <a:pt x="97" y="410"/>
                </a:cubicBezTo>
                <a:cubicBezTo>
                  <a:pt x="113" y="410"/>
                  <a:pt x="129" y="402"/>
                  <a:pt x="145" y="386"/>
                </a:cubicBezTo>
                <a:cubicBezTo>
                  <a:pt x="160" y="371"/>
                  <a:pt x="172" y="352"/>
                  <a:pt x="181" y="329"/>
                </a:cubicBezTo>
                <a:cubicBezTo>
                  <a:pt x="182" y="326"/>
                  <a:pt x="183" y="325"/>
                  <a:pt x="184" y="324"/>
                </a:cubicBezTo>
                <a:cubicBezTo>
                  <a:pt x="185" y="324"/>
                  <a:pt x="189" y="323"/>
                  <a:pt x="194" y="323"/>
                </a:cubicBezTo>
                <a:lnTo>
                  <a:pt x="197" y="323"/>
                </a:lnTo>
                <a:cubicBezTo>
                  <a:pt x="204" y="323"/>
                  <a:pt x="207" y="325"/>
                  <a:pt x="207" y="328"/>
                </a:cubicBezTo>
                <a:cubicBezTo>
                  <a:pt x="207" y="330"/>
                  <a:pt x="207" y="333"/>
                  <a:pt x="205" y="337"/>
                </a:cubicBezTo>
                <a:cubicBezTo>
                  <a:pt x="203" y="344"/>
                  <a:pt x="199" y="353"/>
                  <a:pt x="193" y="363"/>
                </a:cubicBezTo>
                <a:cubicBezTo>
                  <a:pt x="187" y="373"/>
                  <a:pt x="179" y="383"/>
                  <a:pt x="170" y="395"/>
                </a:cubicBezTo>
                <a:cubicBezTo>
                  <a:pt x="160" y="406"/>
                  <a:pt x="149" y="415"/>
                  <a:pt x="134" y="423"/>
                </a:cubicBezTo>
                <a:cubicBezTo>
                  <a:pt x="120" y="431"/>
                  <a:pt x="106" y="435"/>
                  <a:pt x="92" y="435"/>
                </a:cubicBezTo>
                <a:cubicBezTo>
                  <a:pt x="79" y="435"/>
                  <a:pt x="66" y="431"/>
                  <a:pt x="54" y="425"/>
                </a:cubicBezTo>
                <a:cubicBezTo>
                  <a:pt x="41" y="418"/>
                  <a:pt x="32" y="406"/>
                  <a:pt x="27" y="389"/>
                </a:cubicBezTo>
                <a:cubicBezTo>
                  <a:pt x="26" y="385"/>
                  <a:pt x="26" y="379"/>
                  <a:pt x="26" y="371"/>
                </a:cubicBezTo>
                <a:lnTo>
                  <a:pt x="26" y="358"/>
                </a:lnTo>
                <a:lnTo>
                  <a:pt x="49" y="263"/>
                </a:lnTo>
                <a:cubicBezTo>
                  <a:pt x="65" y="199"/>
                  <a:pt x="74" y="167"/>
                  <a:pt x="74" y="166"/>
                </a:cubicBezTo>
                <a:cubicBezTo>
                  <a:pt x="74" y="165"/>
                  <a:pt x="62" y="165"/>
                  <a:pt x="39" y="165"/>
                </a:cubicBezTo>
                <a:lnTo>
                  <a:pt x="5" y="165"/>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233" name=""/>
          <p:cNvSpPr/>
          <p:nvPr/>
        </p:nvSpPr>
        <p:spPr>
          <a:xfrm>
            <a:off x="8028360" y="3078000"/>
            <a:ext cx="315720" cy="416880"/>
          </a:xfrm>
          <a:custGeom>
            <a:avLst/>
            <a:gdLst/>
            <a:ahLst/>
            <a:rect l="0" t="0" r="r" b="b"/>
            <a:pathLst>
              <a:path w="877" h="1158">
                <a:moveTo>
                  <a:pt x="148" y="581"/>
                </a:moveTo>
                <a:cubicBezTo>
                  <a:pt x="148" y="581"/>
                  <a:pt x="165" y="619"/>
                  <a:pt x="198" y="695"/>
                </a:cubicBezTo>
                <a:cubicBezTo>
                  <a:pt x="231" y="772"/>
                  <a:pt x="263" y="848"/>
                  <a:pt x="296" y="925"/>
                </a:cubicBezTo>
                <a:cubicBezTo>
                  <a:pt x="329" y="1001"/>
                  <a:pt x="346" y="1040"/>
                  <a:pt x="347" y="1040"/>
                </a:cubicBezTo>
                <a:lnTo>
                  <a:pt x="593" y="530"/>
                </a:lnTo>
                <a:cubicBezTo>
                  <a:pt x="757" y="186"/>
                  <a:pt x="840" y="12"/>
                  <a:pt x="841" y="11"/>
                </a:cubicBezTo>
                <a:cubicBezTo>
                  <a:pt x="845" y="4"/>
                  <a:pt x="851" y="0"/>
                  <a:pt x="859" y="0"/>
                </a:cubicBezTo>
                <a:cubicBezTo>
                  <a:pt x="863" y="0"/>
                  <a:pt x="867" y="2"/>
                  <a:pt x="871" y="6"/>
                </a:cubicBezTo>
                <a:cubicBezTo>
                  <a:pt x="874" y="10"/>
                  <a:pt x="876" y="14"/>
                  <a:pt x="877" y="18"/>
                </a:cubicBezTo>
                <a:lnTo>
                  <a:pt x="877" y="24"/>
                </a:lnTo>
                <a:lnTo>
                  <a:pt x="608" y="586"/>
                </a:lnTo>
                <a:cubicBezTo>
                  <a:pt x="547" y="715"/>
                  <a:pt x="482" y="850"/>
                  <a:pt x="415" y="990"/>
                </a:cubicBezTo>
                <a:cubicBezTo>
                  <a:pt x="375" y="1072"/>
                  <a:pt x="353" y="1119"/>
                  <a:pt x="346" y="1133"/>
                </a:cubicBezTo>
                <a:cubicBezTo>
                  <a:pt x="340" y="1146"/>
                  <a:pt x="335" y="1154"/>
                  <a:pt x="331" y="1156"/>
                </a:cubicBezTo>
                <a:cubicBezTo>
                  <a:pt x="328" y="1157"/>
                  <a:pt x="323" y="1158"/>
                  <a:pt x="314" y="1158"/>
                </a:cubicBezTo>
                <a:lnTo>
                  <a:pt x="303" y="1157"/>
                </a:lnTo>
                <a:lnTo>
                  <a:pt x="198" y="913"/>
                </a:lnTo>
                <a:cubicBezTo>
                  <a:pt x="128" y="751"/>
                  <a:pt x="92" y="670"/>
                  <a:pt x="92" y="670"/>
                </a:cubicBezTo>
                <a:lnTo>
                  <a:pt x="59" y="695"/>
                </a:lnTo>
                <a:cubicBezTo>
                  <a:pt x="38" y="712"/>
                  <a:pt x="26" y="720"/>
                  <a:pt x="25" y="720"/>
                </a:cubicBezTo>
                <a:lnTo>
                  <a:pt x="0" y="695"/>
                </a:lnTo>
                <a:lnTo>
                  <a:pt x="148" y="581"/>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234" name=""/>
          <p:cNvSpPr/>
          <p:nvPr/>
        </p:nvSpPr>
        <p:spPr>
          <a:xfrm>
            <a:off x="8343720" y="3078000"/>
            <a:ext cx="937440" cy="21240"/>
          </a:xfrm>
          <a:custGeom>
            <a:avLst/>
            <a:gdLst/>
            <a:ahLst/>
            <a:rect l="0" t="0" r="r" b="b"/>
            <a:pathLst>
              <a:path w="2604" h="59">
                <a:moveTo>
                  <a:pt x="0" y="0"/>
                </a:moveTo>
                <a:lnTo>
                  <a:pt x="2604" y="0"/>
                </a:lnTo>
                <a:lnTo>
                  <a:pt x="2604" y="59"/>
                </a:lnTo>
                <a:lnTo>
                  <a:pt x="0" y="59"/>
                </a:lnTo>
                <a:lnTo>
                  <a:pt x="0" y="0"/>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235" name=""/>
          <p:cNvSpPr/>
          <p:nvPr/>
        </p:nvSpPr>
        <p:spPr>
          <a:xfrm>
            <a:off x="9295920" y="3265200"/>
            <a:ext cx="141480" cy="156600"/>
          </a:xfrm>
          <a:custGeom>
            <a:avLst/>
            <a:gdLst/>
            <a:ahLst/>
            <a:rect l="0" t="0" r="r" b="b"/>
            <a:pathLst>
              <a:path w="393" h="435">
                <a:moveTo>
                  <a:pt x="359" y="343"/>
                </a:moveTo>
                <a:cubicBezTo>
                  <a:pt x="364" y="343"/>
                  <a:pt x="369" y="348"/>
                  <a:pt x="372" y="357"/>
                </a:cubicBezTo>
                <a:cubicBezTo>
                  <a:pt x="376" y="367"/>
                  <a:pt x="379" y="376"/>
                  <a:pt x="379" y="384"/>
                </a:cubicBezTo>
                <a:cubicBezTo>
                  <a:pt x="379" y="386"/>
                  <a:pt x="379" y="389"/>
                  <a:pt x="377" y="391"/>
                </a:cubicBezTo>
                <a:cubicBezTo>
                  <a:pt x="376" y="393"/>
                  <a:pt x="372" y="396"/>
                  <a:pt x="364" y="401"/>
                </a:cubicBezTo>
                <a:cubicBezTo>
                  <a:pt x="356" y="405"/>
                  <a:pt x="343" y="411"/>
                  <a:pt x="325" y="418"/>
                </a:cubicBezTo>
                <a:cubicBezTo>
                  <a:pt x="307" y="425"/>
                  <a:pt x="289" y="430"/>
                  <a:pt x="269" y="434"/>
                </a:cubicBezTo>
                <a:cubicBezTo>
                  <a:pt x="262" y="435"/>
                  <a:pt x="249" y="435"/>
                  <a:pt x="230" y="435"/>
                </a:cubicBezTo>
                <a:cubicBezTo>
                  <a:pt x="188" y="435"/>
                  <a:pt x="151" y="430"/>
                  <a:pt x="120" y="419"/>
                </a:cubicBezTo>
                <a:cubicBezTo>
                  <a:pt x="89" y="408"/>
                  <a:pt x="65" y="394"/>
                  <a:pt x="49" y="377"/>
                </a:cubicBezTo>
                <a:cubicBezTo>
                  <a:pt x="32" y="359"/>
                  <a:pt x="20" y="341"/>
                  <a:pt x="12" y="323"/>
                </a:cubicBezTo>
                <a:cubicBezTo>
                  <a:pt x="4" y="304"/>
                  <a:pt x="0" y="286"/>
                  <a:pt x="0" y="268"/>
                </a:cubicBezTo>
                <a:lnTo>
                  <a:pt x="0" y="253"/>
                </a:lnTo>
                <a:cubicBezTo>
                  <a:pt x="0" y="201"/>
                  <a:pt x="17" y="154"/>
                  <a:pt x="49" y="111"/>
                </a:cubicBezTo>
                <a:cubicBezTo>
                  <a:pt x="55" y="102"/>
                  <a:pt x="63" y="93"/>
                  <a:pt x="73" y="84"/>
                </a:cubicBezTo>
                <a:cubicBezTo>
                  <a:pt x="82" y="75"/>
                  <a:pt x="96" y="64"/>
                  <a:pt x="114" y="51"/>
                </a:cubicBezTo>
                <a:cubicBezTo>
                  <a:pt x="132" y="38"/>
                  <a:pt x="155" y="27"/>
                  <a:pt x="185" y="18"/>
                </a:cubicBezTo>
                <a:cubicBezTo>
                  <a:pt x="213" y="9"/>
                  <a:pt x="243" y="3"/>
                  <a:pt x="274" y="1"/>
                </a:cubicBezTo>
                <a:cubicBezTo>
                  <a:pt x="275" y="1"/>
                  <a:pt x="282" y="1"/>
                  <a:pt x="294" y="1"/>
                </a:cubicBezTo>
                <a:cubicBezTo>
                  <a:pt x="307" y="1"/>
                  <a:pt x="319" y="0"/>
                  <a:pt x="328" y="0"/>
                </a:cubicBezTo>
                <a:cubicBezTo>
                  <a:pt x="361" y="0"/>
                  <a:pt x="380" y="2"/>
                  <a:pt x="385" y="6"/>
                </a:cubicBezTo>
                <a:cubicBezTo>
                  <a:pt x="390" y="11"/>
                  <a:pt x="393" y="18"/>
                  <a:pt x="393" y="27"/>
                </a:cubicBezTo>
                <a:cubicBezTo>
                  <a:pt x="390" y="42"/>
                  <a:pt x="382" y="53"/>
                  <a:pt x="368" y="59"/>
                </a:cubicBezTo>
                <a:lnTo>
                  <a:pt x="321" y="60"/>
                </a:lnTo>
                <a:cubicBezTo>
                  <a:pt x="276" y="60"/>
                  <a:pt x="245" y="64"/>
                  <a:pt x="227" y="72"/>
                </a:cubicBezTo>
                <a:cubicBezTo>
                  <a:pt x="196" y="85"/>
                  <a:pt x="173" y="109"/>
                  <a:pt x="158" y="144"/>
                </a:cubicBezTo>
                <a:cubicBezTo>
                  <a:pt x="153" y="157"/>
                  <a:pt x="150" y="166"/>
                  <a:pt x="150" y="169"/>
                </a:cubicBezTo>
                <a:cubicBezTo>
                  <a:pt x="150" y="170"/>
                  <a:pt x="179" y="170"/>
                  <a:pt x="239" y="170"/>
                </a:cubicBezTo>
                <a:cubicBezTo>
                  <a:pt x="248" y="170"/>
                  <a:pt x="259" y="170"/>
                  <a:pt x="272" y="170"/>
                </a:cubicBezTo>
                <a:cubicBezTo>
                  <a:pt x="285" y="170"/>
                  <a:pt x="294" y="170"/>
                  <a:pt x="299" y="169"/>
                </a:cubicBezTo>
                <a:cubicBezTo>
                  <a:pt x="319" y="169"/>
                  <a:pt x="332" y="171"/>
                  <a:pt x="339" y="174"/>
                </a:cubicBezTo>
                <a:cubicBezTo>
                  <a:pt x="346" y="177"/>
                  <a:pt x="350" y="185"/>
                  <a:pt x="350" y="195"/>
                </a:cubicBezTo>
                <a:cubicBezTo>
                  <a:pt x="350" y="213"/>
                  <a:pt x="342" y="224"/>
                  <a:pt x="325" y="229"/>
                </a:cubicBezTo>
                <a:cubicBezTo>
                  <a:pt x="322" y="230"/>
                  <a:pt x="290" y="230"/>
                  <a:pt x="228" y="230"/>
                </a:cubicBezTo>
                <a:cubicBezTo>
                  <a:pt x="165" y="230"/>
                  <a:pt x="134" y="231"/>
                  <a:pt x="134" y="232"/>
                </a:cubicBezTo>
                <a:cubicBezTo>
                  <a:pt x="129" y="249"/>
                  <a:pt x="126" y="271"/>
                  <a:pt x="126" y="294"/>
                </a:cubicBezTo>
                <a:cubicBezTo>
                  <a:pt x="126" y="328"/>
                  <a:pt x="137" y="352"/>
                  <a:pt x="158" y="366"/>
                </a:cubicBezTo>
                <a:cubicBezTo>
                  <a:pt x="181" y="380"/>
                  <a:pt x="208" y="387"/>
                  <a:pt x="240" y="387"/>
                </a:cubicBezTo>
                <a:cubicBezTo>
                  <a:pt x="242" y="387"/>
                  <a:pt x="245" y="387"/>
                  <a:pt x="248" y="387"/>
                </a:cubicBezTo>
                <a:cubicBezTo>
                  <a:pt x="251" y="387"/>
                  <a:pt x="254" y="387"/>
                  <a:pt x="255" y="386"/>
                </a:cubicBezTo>
                <a:cubicBezTo>
                  <a:pt x="274" y="383"/>
                  <a:pt x="295" y="375"/>
                  <a:pt x="318" y="362"/>
                </a:cubicBezTo>
                <a:cubicBezTo>
                  <a:pt x="340" y="349"/>
                  <a:pt x="354" y="343"/>
                  <a:pt x="359" y="343"/>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236" name=""/>
          <p:cNvSpPr/>
          <p:nvPr/>
        </p:nvSpPr>
        <p:spPr>
          <a:xfrm>
            <a:off x="9828000" y="3159000"/>
            <a:ext cx="83160" cy="347400"/>
          </a:xfrm>
          <a:custGeom>
            <a:avLst/>
            <a:gdLst/>
            <a:ahLst/>
            <a:rect l="0" t="0" r="r" b="b"/>
            <a:pathLst>
              <a:path w="231" h="965">
                <a:moveTo>
                  <a:pt x="0" y="483"/>
                </a:moveTo>
                <a:cubicBezTo>
                  <a:pt x="0" y="438"/>
                  <a:pt x="3" y="396"/>
                  <a:pt x="9" y="356"/>
                </a:cubicBezTo>
                <a:cubicBezTo>
                  <a:pt x="16" y="316"/>
                  <a:pt x="23" y="281"/>
                  <a:pt x="32" y="252"/>
                </a:cubicBezTo>
                <a:cubicBezTo>
                  <a:pt x="40" y="223"/>
                  <a:pt x="52" y="195"/>
                  <a:pt x="67" y="168"/>
                </a:cubicBezTo>
                <a:cubicBezTo>
                  <a:pt x="83" y="140"/>
                  <a:pt x="95" y="118"/>
                  <a:pt x="104" y="103"/>
                </a:cubicBezTo>
                <a:cubicBezTo>
                  <a:pt x="113" y="88"/>
                  <a:pt x="126" y="71"/>
                  <a:pt x="144" y="53"/>
                </a:cubicBezTo>
                <a:cubicBezTo>
                  <a:pt x="162" y="35"/>
                  <a:pt x="173" y="24"/>
                  <a:pt x="176" y="20"/>
                </a:cubicBezTo>
                <a:cubicBezTo>
                  <a:pt x="179" y="16"/>
                  <a:pt x="188" y="10"/>
                  <a:pt x="201" y="0"/>
                </a:cubicBezTo>
                <a:lnTo>
                  <a:pt x="214" y="0"/>
                </a:lnTo>
                <a:lnTo>
                  <a:pt x="218" y="0"/>
                </a:lnTo>
                <a:cubicBezTo>
                  <a:pt x="227" y="0"/>
                  <a:pt x="231" y="3"/>
                  <a:pt x="231" y="9"/>
                </a:cubicBezTo>
                <a:cubicBezTo>
                  <a:pt x="231" y="11"/>
                  <a:pt x="226" y="17"/>
                  <a:pt x="215" y="29"/>
                </a:cubicBezTo>
                <a:cubicBezTo>
                  <a:pt x="204" y="40"/>
                  <a:pt x="191" y="57"/>
                  <a:pt x="174" y="80"/>
                </a:cubicBezTo>
                <a:cubicBezTo>
                  <a:pt x="159" y="102"/>
                  <a:pt x="143" y="130"/>
                  <a:pt x="127" y="163"/>
                </a:cubicBezTo>
                <a:cubicBezTo>
                  <a:pt x="111" y="196"/>
                  <a:pt x="98" y="240"/>
                  <a:pt x="87" y="296"/>
                </a:cubicBezTo>
                <a:cubicBezTo>
                  <a:pt x="76" y="352"/>
                  <a:pt x="70" y="415"/>
                  <a:pt x="70" y="483"/>
                </a:cubicBezTo>
                <a:cubicBezTo>
                  <a:pt x="70" y="551"/>
                  <a:pt x="76" y="613"/>
                  <a:pt x="87" y="668"/>
                </a:cubicBezTo>
                <a:cubicBezTo>
                  <a:pt x="98" y="723"/>
                  <a:pt x="111" y="768"/>
                  <a:pt x="126" y="802"/>
                </a:cubicBezTo>
                <a:cubicBezTo>
                  <a:pt x="142" y="836"/>
                  <a:pt x="157" y="863"/>
                  <a:pt x="173" y="885"/>
                </a:cubicBezTo>
                <a:cubicBezTo>
                  <a:pt x="190" y="906"/>
                  <a:pt x="204" y="923"/>
                  <a:pt x="215" y="936"/>
                </a:cubicBezTo>
                <a:cubicBezTo>
                  <a:pt x="226" y="949"/>
                  <a:pt x="231" y="955"/>
                  <a:pt x="231" y="956"/>
                </a:cubicBezTo>
                <a:cubicBezTo>
                  <a:pt x="231" y="962"/>
                  <a:pt x="226" y="965"/>
                  <a:pt x="217" y="965"/>
                </a:cubicBezTo>
                <a:lnTo>
                  <a:pt x="214" y="965"/>
                </a:lnTo>
                <a:lnTo>
                  <a:pt x="201" y="965"/>
                </a:lnTo>
                <a:lnTo>
                  <a:pt x="173" y="942"/>
                </a:lnTo>
                <a:cubicBezTo>
                  <a:pt x="113" y="887"/>
                  <a:pt x="69" y="819"/>
                  <a:pt x="41" y="737"/>
                </a:cubicBezTo>
                <a:cubicBezTo>
                  <a:pt x="14" y="656"/>
                  <a:pt x="0" y="571"/>
                  <a:pt x="0" y="483"/>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237" name=""/>
          <p:cNvSpPr/>
          <p:nvPr/>
        </p:nvSpPr>
        <p:spPr>
          <a:xfrm>
            <a:off x="9945720" y="3265200"/>
            <a:ext cx="141120" cy="156600"/>
          </a:xfrm>
          <a:custGeom>
            <a:avLst/>
            <a:gdLst/>
            <a:ahLst/>
            <a:rect l="0" t="0" r="r" b="b"/>
            <a:pathLst>
              <a:path w="392" h="435">
                <a:moveTo>
                  <a:pt x="358" y="343"/>
                </a:moveTo>
                <a:cubicBezTo>
                  <a:pt x="363" y="343"/>
                  <a:pt x="368" y="348"/>
                  <a:pt x="372" y="357"/>
                </a:cubicBezTo>
                <a:cubicBezTo>
                  <a:pt x="375" y="367"/>
                  <a:pt x="378" y="376"/>
                  <a:pt x="378" y="384"/>
                </a:cubicBezTo>
                <a:cubicBezTo>
                  <a:pt x="378" y="386"/>
                  <a:pt x="378" y="389"/>
                  <a:pt x="376" y="391"/>
                </a:cubicBezTo>
                <a:cubicBezTo>
                  <a:pt x="375" y="393"/>
                  <a:pt x="371" y="396"/>
                  <a:pt x="363" y="401"/>
                </a:cubicBezTo>
                <a:cubicBezTo>
                  <a:pt x="355" y="405"/>
                  <a:pt x="342" y="411"/>
                  <a:pt x="323" y="418"/>
                </a:cubicBezTo>
                <a:cubicBezTo>
                  <a:pt x="305" y="425"/>
                  <a:pt x="287" y="430"/>
                  <a:pt x="267" y="434"/>
                </a:cubicBezTo>
                <a:cubicBezTo>
                  <a:pt x="260" y="435"/>
                  <a:pt x="247" y="435"/>
                  <a:pt x="228" y="435"/>
                </a:cubicBezTo>
                <a:cubicBezTo>
                  <a:pt x="186" y="435"/>
                  <a:pt x="150" y="430"/>
                  <a:pt x="119" y="419"/>
                </a:cubicBezTo>
                <a:cubicBezTo>
                  <a:pt x="88" y="408"/>
                  <a:pt x="64" y="394"/>
                  <a:pt x="48" y="377"/>
                </a:cubicBezTo>
                <a:cubicBezTo>
                  <a:pt x="31" y="359"/>
                  <a:pt x="19" y="341"/>
                  <a:pt x="11" y="323"/>
                </a:cubicBezTo>
                <a:cubicBezTo>
                  <a:pt x="3" y="304"/>
                  <a:pt x="0" y="286"/>
                  <a:pt x="0" y="268"/>
                </a:cubicBezTo>
                <a:lnTo>
                  <a:pt x="0" y="253"/>
                </a:lnTo>
                <a:cubicBezTo>
                  <a:pt x="0" y="201"/>
                  <a:pt x="16" y="154"/>
                  <a:pt x="48" y="111"/>
                </a:cubicBezTo>
                <a:cubicBezTo>
                  <a:pt x="54" y="102"/>
                  <a:pt x="62" y="93"/>
                  <a:pt x="72" y="84"/>
                </a:cubicBezTo>
                <a:cubicBezTo>
                  <a:pt x="81" y="75"/>
                  <a:pt x="95" y="64"/>
                  <a:pt x="113" y="51"/>
                </a:cubicBezTo>
                <a:cubicBezTo>
                  <a:pt x="131" y="38"/>
                  <a:pt x="154" y="27"/>
                  <a:pt x="183" y="18"/>
                </a:cubicBezTo>
                <a:cubicBezTo>
                  <a:pt x="211" y="9"/>
                  <a:pt x="241" y="3"/>
                  <a:pt x="272" y="1"/>
                </a:cubicBezTo>
                <a:cubicBezTo>
                  <a:pt x="273" y="1"/>
                  <a:pt x="280" y="1"/>
                  <a:pt x="293" y="1"/>
                </a:cubicBezTo>
                <a:cubicBezTo>
                  <a:pt x="305" y="1"/>
                  <a:pt x="317" y="0"/>
                  <a:pt x="326" y="0"/>
                </a:cubicBezTo>
                <a:cubicBezTo>
                  <a:pt x="360" y="0"/>
                  <a:pt x="379" y="2"/>
                  <a:pt x="384" y="6"/>
                </a:cubicBezTo>
                <a:cubicBezTo>
                  <a:pt x="389" y="11"/>
                  <a:pt x="392" y="18"/>
                  <a:pt x="392" y="27"/>
                </a:cubicBezTo>
                <a:cubicBezTo>
                  <a:pt x="389" y="42"/>
                  <a:pt x="381" y="53"/>
                  <a:pt x="367" y="59"/>
                </a:cubicBezTo>
                <a:lnTo>
                  <a:pt x="320" y="60"/>
                </a:lnTo>
                <a:cubicBezTo>
                  <a:pt x="275" y="60"/>
                  <a:pt x="243" y="64"/>
                  <a:pt x="225" y="72"/>
                </a:cubicBezTo>
                <a:cubicBezTo>
                  <a:pt x="194" y="85"/>
                  <a:pt x="172" y="109"/>
                  <a:pt x="158" y="144"/>
                </a:cubicBezTo>
                <a:cubicBezTo>
                  <a:pt x="152" y="157"/>
                  <a:pt x="149" y="166"/>
                  <a:pt x="149" y="169"/>
                </a:cubicBezTo>
                <a:cubicBezTo>
                  <a:pt x="149" y="170"/>
                  <a:pt x="178" y="170"/>
                  <a:pt x="238" y="170"/>
                </a:cubicBezTo>
                <a:cubicBezTo>
                  <a:pt x="247" y="170"/>
                  <a:pt x="258" y="170"/>
                  <a:pt x="270" y="170"/>
                </a:cubicBezTo>
                <a:cubicBezTo>
                  <a:pt x="283" y="170"/>
                  <a:pt x="292" y="170"/>
                  <a:pt x="297" y="169"/>
                </a:cubicBezTo>
                <a:cubicBezTo>
                  <a:pt x="317" y="169"/>
                  <a:pt x="331" y="171"/>
                  <a:pt x="338" y="174"/>
                </a:cubicBezTo>
                <a:cubicBezTo>
                  <a:pt x="345" y="177"/>
                  <a:pt x="349" y="185"/>
                  <a:pt x="349" y="195"/>
                </a:cubicBezTo>
                <a:cubicBezTo>
                  <a:pt x="349" y="213"/>
                  <a:pt x="341" y="224"/>
                  <a:pt x="323" y="229"/>
                </a:cubicBezTo>
                <a:cubicBezTo>
                  <a:pt x="320" y="230"/>
                  <a:pt x="288" y="230"/>
                  <a:pt x="226" y="230"/>
                </a:cubicBezTo>
                <a:cubicBezTo>
                  <a:pt x="164" y="230"/>
                  <a:pt x="134" y="231"/>
                  <a:pt x="134" y="232"/>
                </a:cubicBezTo>
                <a:cubicBezTo>
                  <a:pt x="128" y="249"/>
                  <a:pt x="125" y="271"/>
                  <a:pt x="125" y="294"/>
                </a:cubicBezTo>
                <a:cubicBezTo>
                  <a:pt x="125" y="328"/>
                  <a:pt x="136" y="352"/>
                  <a:pt x="158" y="366"/>
                </a:cubicBezTo>
                <a:cubicBezTo>
                  <a:pt x="179" y="380"/>
                  <a:pt x="206" y="387"/>
                  <a:pt x="239" y="387"/>
                </a:cubicBezTo>
                <a:cubicBezTo>
                  <a:pt x="240" y="387"/>
                  <a:pt x="243" y="387"/>
                  <a:pt x="246" y="387"/>
                </a:cubicBezTo>
                <a:cubicBezTo>
                  <a:pt x="249" y="387"/>
                  <a:pt x="252" y="387"/>
                  <a:pt x="253" y="386"/>
                </a:cubicBezTo>
                <a:cubicBezTo>
                  <a:pt x="272" y="383"/>
                  <a:pt x="293" y="375"/>
                  <a:pt x="316" y="362"/>
                </a:cubicBezTo>
                <a:cubicBezTo>
                  <a:pt x="339" y="349"/>
                  <a:pt x="353" y="343"/>
                  <a:pt x="358" y="343"/>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238" name=""/>
          <p:cNvSpPr/>
          <p:nvPr/>
        </p:nvSpPr>
        <p:spPr>
          <a:xfrm>
            <a:off x="10213200" y="3291840"/>
            <a:ext cx="231840" cy="81720"/>
          </a:xfrm>
          <a:custGeom>
            <a:avLst/>
            <a:gdLst/>
            <a:ahLst/>
            <a:rect l="0" t="0" r="r" b="b"/>
            <a:pathLst>
              <a:path w="644" h="227">
                <a:moveTo>
                  <a:pt x="0" y="195"/>
                </a:moveTo>
                <a:cubicBezTo>
                  <a:pt x="0" y="146"/>
                  <a:pt x="15" y="101"/>
                  <a:pt x="45" y="61"/>
                </a:cubicBezTo>
                <a:cubicBezTo>
                  <a:pt x="74" y="20"/>
                  <a:pt x="113" y="0"/>
                  <a:pt x="161" y="0"/>
                </a:cubicBezTo>
                <a:cubicBezTo>
                  <a:pt x="186" y="0"/>
                  <a:pt x="211" y="6"/>
                  <a:pt x="234" y="17"/>
                </a:cubicBezTo>
                <a:cubicBezTo>
                  <a:pt x="257" y="29"/>
                  <a:pt x="278" y="43"/>
                  <a:pt x="297" y="61"/>
                </a:cubicBezTo>
                <a:cubicBezTo>
                  <a:pt x="317" y="78"/>
                  <a:pt x="335" y="95"/>
                  <a:pt x="354" y="111"/>
                </a:cubicBezTo>
                <a:cubicBezTo>
                  <a:pt x="373" y="127"/>
                  <a:pt x="393" y="141"/>
                  <a:pt x="415" y="153"/>
                </a:cubicBezTo>
                <a:cubicBezTo>
                  <a:pt x="437" y="165"/>
                  <a:pt x="459" y="172"/>
                  <a:pt x="482" y="172"/>
                </a:cubicBezTo>
                <a:cubicBezTo>
                  <a:pt x="522" y="172"/>
                  <a:pt x="555" y="156"/>
                  <a:pt x="580" y="126"/>
                </a:cubicBezTo>
                <a:cubicBezTo>
                  <a:pt x="605" y="96"/>
                  <a:pt x="617" y="63"/>
                  <a:pt x="617" y="28"/>
                </a:cubicBezTo>
                <a:cubicBezTo>
                  <a:pt x="617" y="20"/>
                  <a:pt x="618" y="14"/>
                  <a:pt x="621" y="9"/>
                </a:cubicBezTo>
                <a:cubicBezTo>
                  <a:pt x="624" y="4"/>
                  <a:pt x="627" y="1"/>
                  <a:pt x="631" y="0"/>
                </a:cubicBezTo>
                <a:cubicBezTo>
                  <a:pt x="640" y="0"/>
                  <a:pt x="644" y="11"/>
                  <a:pt x="644" y="32"/>
                </a:cubicBezTo>
                <a:cubicBezTo>
                  <a:pt x="644" y="79"/>
                  <a:pt x="630" y="123"/>
                  <a:pt x="601" y="164"/>
                </a:cubicBezTo>
                <a:cubicBezTo>
                  <a:pt x="572" y="205"/>
                  <a:pt x="535" y="226"/>
                  <a:pt x="490" y="226"/>
                </a:cubicBezTo>
                <a:lnTo>
                  <a:pt x="482" y="226"/>
                </a:lnTo>
                <a:cubicBezTo>
                  <a:pt x="459" y="226"/>
                  <a:pt x="435" y="220"/>
                  <a:pt x="412" y="208"/>
                </a:cubicBezTo>
                <a:cubicBezTo>
                  <a:pt x="389" y="197"/>
                  <a:pt x="367" y="182"/>
                  <a:pt x="347" y="165"/>
                </a:cubicBezTo>
                <a:cubicBezTo>
                  <a:pt x="327" y="148"/>
                  <a:pt x="308" y="131"/>
                  <a:pt x="291" y="115"/>
                </a:cubicBezTo>
                <a:cubicBezTo>
                  <a:pt x="273" y="98"/>
                  <a:pt x="252" y="84"/>
                  <a:pt x="230" y="71"/>
                </a:cubicBezTo>
                <a:cubicBezTo>
                  <a:pt x="207" y="59"/>
                  <a:pt x="184" y="53"/>
                  <a:pt x="162" y="54"/>
                </a:cubicBezTo>
                <a:cubicBezTo>
                  <a:pt x="134" y="54"/>
                  <a:pt x="109" y="62"/>
                  <a:pt x="87" y="78"/>
                </a:cubicBezTo>
                <a:cubicBezTo>
                  <a:pt x="64" y="97"/>
                  <a:pt x="48" y="119"/>
                  <a:pt x="40" y="144"/>
                </a:cubicBezTo>
                <a:cubicBezTo>
                  <a:pt x="32" y="169"/>
                  <a:pt x="26" y="189"/>
                  <a:pt x="24" y="204"/>
                </a:cubicBezTo>
                <a:cubicBezTo>
                  <a:pt x="23" y="219"/>
                  <a:pt x="19" y="227"/>
                  <a:pt x="14" y="227"/>
                </a:cubicBezTo>
                <a:cubicBezTo>
                  <a:pt x="5" y="227"/>
                  <a:pt x="0" y="216"/>
                  <a:pt x="0" y="195"/>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239" name=""/>
          <p:cNvSpPr/>
          <p:nvPr/>
        </p:nvSpPr>
        <p:spPr>
          <a:xfrm>
            <a:off x="10551240" y="3145320"/>
            <a:ext cx="349200" cy="291600"/>
          </a:xfrm>
          <a:custGeom>
            <a:avLst/>
            <a:gdLst/>
            <a:ahLst/>
            <a:rect l="0" t="0" r="r" b="b"/>
            <a:pathLst>
              <a:path w="970" h="810">
                <a:moveTo>
                  <a:pt x="357" y="81"/>
                </a:moveTo>
                <a:cubicBezTo>
                  <a:pt x="367" y="81"/>
                  <a:pt x="372" y="84"/>
                  <a:pt x="372" y="88"/>
                </a:cubicBezTo>
                <a:cubicBezTo>
                  <a:pt x="373" y="89"/>
                  <a:pt x="377" y="102"/>
                  <a:pt x="383" y="127"/>
                </a:cubicBezTo>
                <a:cubicBezTo>
                  <a:pt x="390" y="151"/>
                  <a:pt x="403" y="194"/>
                  <a:pt x="423" y="256"/>
                </a:cubicBezTo>
                <a:cubicBezTo>
                  <a:pt x="443" y="317"/>
                  <a:pt x="466" y="383"/>
                  <a:pt x="493" y="453"/>
                </a:cubicBezTo>
                <a:cubicBezTo>
                  <a:pt x="527" y="546"/>
                  <a:pt x="561" y="624"/>
                  <a:pt x="595" y="683"/>
                </a:cubicBezTo>
                <a:lnTo>
                  <a:pt x="600" y="691"/>
                </a:lnTo>
                <a:lnTo>
                  <a:pt x="620" y="615"/>
                </a:lnTo>
                <a:cubicBezTo>
                  <a:pt x="640" y="536"/>
                  <a:pt x="661" y="454"/>
                  <a:pt x="685" y="368"/>
                </a:cubicBezTo>
                <a:cubicBezTo>
                  <a:pt x="715" y="263"/>
                  <a:pt x="737" y="189"/>
                  <a:pt x="752" y="147"/>
                </a:cubicBezTo>
                <a:cubicBezTo>
                  <a:pt x="766" y="104"/>
                  <a:pt x="782" y="75"/>
                  <a:pt x="797" y="60"/>
                </a:cubicBezTo>
                <a:cubicBezTo>
                  <a:pt x="831" y="26"/>
                  <a:pt x="875" y="6"/>
                  <a:pt x="930" y="1"/>
                </a:cubicBezTo>
                <a:cubicBezTo>
                  <a:pt x="931" y="1"/>
                  <a:pt x="934" y="1"/>
                  <a:pt x="940" y="1"/>
                </a:cubicBezTo>
                <a:cubicBezTo>
                  <a:pt x="945" y="1"/>
                  <a:pt x="948" y="1"/>
                  <a:pt x="950" y="0"/>
                </a:cubicBezTo>
                <a:lnTo>
                  <a:pt x="954" y="0"/>
                </a:lnTo>
                <a:cubicBezTo>
                  <a:pt x="965" y="0"/>
                  <a:pt x="970" y="8"/>
                  <a:pt x="970" y="23"/>
                </a:cubicBezTo>
                <a:cubicBezTo>
                  <a:pt x="970" y="51"/>
                  <a:pt x="961" y="75"/>
                  <a:pt x="943" y="94"/>
                </a:cubicBezTo>
                <a:cubicBezTo>
                  <a:pt x="938" y="100"/>
                  <a:pt x="929" y="102"/>
                  <a:pt x="917" y="102"/>
                </a:cubicBezTo>
                <a:cubicBezTo>
                  <a:pt x="894" y="104"/>
                  <a:pt x="873" y="107"/>
                  <a:pt x="855" y="113"/>
                </a:cubicBezTo>
                <a:cubicBezTo>
                  <a:pt x="836" y="119"/>
                  <a:pt x="823" y="125"/>
                  <a:pt x="815" y="130"/>
                </a:cubicBezTo>
                <a:cubicBezTo>
                  <a:pt x="808" y="136"/>
                  <a:pt x="803" y="141"/>
                  <a:pt x="801" y="145"/>
                </a:cubicBezTo>
                <a:cubicBezTo>
                  <a:pt x="789" y="165"/>
                  <a:pt x="758" y="267"/>
                  <a:pt x="709" y="450"/>
                </a:cubicBezTo>
                <a:cubicBezTo>
                  <a:pt x="660" y="635"/>
                  <a:pt x="636" y="734"/>
                  <a:pt x="635" y="747"/>
                </a:cubicBezTo>
                <a:cubicBezTo>
                  <a:pt x="635" y="748"/>
                  <a:pt x="635" y="748"/>
                  <a:pt x="634" y="747"/>
                </a:cubicBezTo>
                <a:cubicBezTo>
                  <a:pt x="634" y="746"/>
                  <a:pt x="634" y="746"/>
                  <a:pt x="633" y="747"/>
                </a:cubicBezTo>
                <a:cubicBezTo>
                  <a:pt x="632" y="748"/>
                  <a:pt x="632" y="749"/>
                  <a:pt x="632" y="750"/>
                </a:cubicBezTo>
                <a:cubicBezTo>
                  <a:pt x="628" y="760"/>
                  <a:pt x="619" y="770"/>
                  <a:pt x="606" y="778"/>
                </a:cubicBezTo>
                <a:cubicBezTo>
                  <a:pt x="593" y="786"/>
                  <a:pt x="580" y="791"/>
                  <a:pt x="567" y="792"/>
                </a:cubicBezTo>
                <a:cubicBezTo>
                  <a:pt x="560" y="792"/>
                  <a:pt x="556" y="791"/>
                  <a:pt x="553" y="789"/>
                </a:cubicBezTo>
                <a:cubicBezTo>
                  <a:pt x="551" y="787"/>
                  <a:pt x="545" y="780"/>
                  <a:pt x="538" y="768"/>
                </a:cubicBezTo>
                <a:cubicBezTo>
                  <a:pt x="508" y="721"/>
                  <a:pt x="485" y="679"/>
                  <a:pt x="468" y="643"/>
                </a:cubicBezTo>
                <a:cubicBezTo>
                  <a:pt x="452" y="607"/>
                  <a:pt x="432" y="559"/>
                  <a:pt x="410" y="499"/>
                </a:cubicBezTo>
                <a:cubicBezTo>
                  <a:pt x="381" y="421"/>
                  <a:pt x="354" y="344"/>
                  <a:pt x="330" y="265"/>
                </a:cubicBezTo>
                <a:lnTo>
                  <a:pt x="322" y="245"/>
                </a:lnTo>
                <a:lnTo>
                  <a:pt x="322" y="246"/>
                </a:lnTo>
                <a:cubicBezTo>
                  <a:pt x="322" y="247"/>
                  <a:pt x="319" y="261"/>
                  <a:pt x="312" y="290"/>
                </a:cubicBezTo>
                <a:cubicBezTo>
                  <a:pt x="306" y="319"/>
                  <a:pt x="298" y="354"/>
                  <a:pt x="289" y="395"/>
                </a:cubicBezTo>
                <a:cubicBezTo>
                  <a:pt x="280" y="437"/>
                  <a:pt x="268" y="482"/>
                  <a:pt x="252" y="530"/>
                </a:cubicBezTo>
                <a:cubicBezTo>
                  <a:pt x="236" y="580"/>
                  <a:pt x="220" y="625"/>
                  <a:pt x="204" y="665"/>
                </a:cubicBezTo>
                <a:cubicBezTo>
                  <a:pt x="188" y="706"/>
                  <a:pt x="169" y="740"/>
                  <a:pt x="148" y="768"/>
                </a:cubicBezTo>
                <a:cubicBezTo>
                  <a:pt x="127" y="797"/>
                  <a:pt x="106" y="811"/>
                  <a:pt x="85" y="810"/>
                </a:cubicBezTo>
                <a:cubicBezTo>
                  <a:pt x="67" y="810"/>
                  <a:pt x="49" y="805"/>
                  <a:pt x="30" y="794"/>
                </a:cubicBezTo>
                <a:cubicBezTo>
                  <a:pt x="10" y="784"/>
                  <a:pt x="1" y="771"/>
                  <a:pt x="0" y="754"/>
                </a:cubicBezTo>
                <a:cubicBezTo>
                  <a:pt x="0" y="738"/>
                  <a:pt x="5" y="721"/>
                  <a:pt x="14" y="703"/>
                </a:cubicBezTo>
                <a:cubicBezTo>
                  <a:pt x="24" y="685"/>
                  <a:pt x="34" y="676"/>
                  <a:pt x="43" y="675"/>
                </a:cubicBezTo>
                <a:cubicBezTo>
                  <a:pt x="45" y="675"/>
                  <a:pt x="51" y="679"/>
                  <a:pt x="61" y="688"/>
                </a:cubicBezTo>
                <a:cubicBezTo>
                  <a:pt x="70" y="696"/>
                  <a:pt x="87" y="702"/>
                  <a:pt x="110" y="707"/>
                </a:cubicBezTo>
                <a:lnTo>
                  <a:pt x="115" y="707"/>
                </a:lnTo>
                <a:cubicBezTo>
                  <a:pt x="125" y="707"/>
                  <a:pt x="135" y="700"/>
                  <a:pt x="144" y="687"/>
                </a:cubicBezTo>
                <a:cubicBezTo>
                  <a:pt x="153" y="673"/>
                  <a:pt x="166" y="643"/>
                  <a:pt x="182" y="595"/>
                </a:cubicBezTo>
                <a:cubicBezTo>
                  <a:pt x="210" y="513"/>
                  <a:pt x="233" y="435"/>
                  <a:pt x="250" y="359"/>
                </a:cubicBezTo>
                <a:cubicBezTo>
                  <a:pt x="267" y="283"/>
                  <a:pt x="278" y="225"/>
                  <a:pt x="282" y="183"/>
                </a:cubicBezTo>
                <a:cubicBezTo>
                  <a:pt x="287" y="142"/>
                  <a:pt x="290" y="120"/>
                  <a:pt x="293" y="118"/>
                </a:cubicBezTo>
                <a:cubicBezTo>
                  <a:pt x="298" y="109"/>
                  <a:pt x="307" y="101"/>
                  <a:pt x="320" y="93"/>
                </a:cubicBezTo>
                <a:cubicBezTo>
                  <a:pt x="333" y="85"/>
                  <a:pt x="345" y="81"/>
                  <a:pt x="357" y="81"/>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240" name=""/>
          <p:cNvSpPr/>
          <p:nvPr/>
        </p:nvSpPr>
        <p:spPr>
          <a:xfrm>
            <a:off x="10932840" y="3159000"/>
            <a:ext cx="83160" cy="347400"/>
          </a:xfrm>
          <a:custGeom>
            <a:avLst/>
            <a:gdLst/>
            <a:ahLst/>
            <a:rect l="0" t="0" r="r" b="b"/>
            <a:pathLst>
              <a:path w="231" h="965">
                <a:moveTo>
                  <a:pt x="0" y="483"/>
                </a:moveTo>
                <a:cubicBezTo>
                  <a:pt x="0" y="438"/>
                  <a:pt x="3" y="396"/>
                  <a:pt x="10" y="356"/>
                </a:cubicBezTo>
                <a:cubicBezTo>
                  <a:pt x="16" y="316"/>
                  <a:pt x="23" y="281"/>
                  <a:pt x="32" y="252"/>
                </a:cubicBezTo>
                <a:cubicBezTo>
                  <a:pt x="40" y="223"/>
                  <a:pt x="52" y="195"/>
                  <a:pt x="67" y="168"/>
                </a:cubicBezTo>
                <a:cubicBezTo>
                  <a:pt x="83" y="140"/>
                  <a:pt x="95" y="118"/>
                  <a:pt x="104" y="103"/>
                </a:cubicBezTo>
                <a:cubicBezTo>
                  <a:pt x="114" y="88"/>
                  <a:pt x="128" y="71"/>
                  <a:pt x="146" y="53"/>
                </a:cubicBezTo>
                <a:cubicBezTo>
                  <a:pt x="164" y="35"/>
                  <a:pt x="174" y="24"/>
                  <a:pt x="177" y="20"/>
                </a:cubicBezTo>
                <a:cubicBezTo>
                  <a:pt x="181" y="16"/>
                  <a:pt x="189" y="10"/>
                  <a:pt x="201" y="0"/>
                </a:cubicBezTo>
                <a:lnTo>
                  <a:pt x="214" y="0"/>
                </a:lnTo>
                <a:lnTo>
                  <a:pt x="218" y="0"/>
                </a:lnTo>
                <a:cubicBezTo>
                  <a:pt x="227" y="0"/>
                  <a:pt x="231" y="3"/>
                  <a:pt x="231" y="9"/>
                </a:cubicBezTo>
                <a:cubicBezTo>
                  <a:pt x="231" y="11"/>
                  <a:pt x="226" y="17"/>
                  <a:pt x="215" y="29"/>
                </a:cubicBezTo>
                <a:cubicBezTo>
                  <a:pt x="204" y="40"/>
                  <a:pt x="191" y="57"/>
                  <a:pt x="175" y="80"/>
                </a:cubicBezTo>
                <a:cubicBezTo>
                  <a:pt x="160" y="102"/>
                  <a:pt x="144" y="130"/>
                  <a:pt x="128" y="163"/>
                </a:cubicBezTo>
                <a:cubicBezTo>
                  <a:pt x="112" y="196"/>
                  <a:pt x="98" y="240"/>
                  <a:pt x="87" y="296"/>
                </a:cubicBezTo>
                <a:cubicBezTo>
                  <a:pt x="76" y="352"/>
                  <a:pt x="70" y="415"/>
                  <a:pt x="70" y="483"/>
                </a:cubicBezTo>
                <a:cubicBezTo>
                  <a:pt x="70" y="551"/>
                  <a:pt x="76" y="613"/>
                  <a:pt x="87" y="668"/>
                </a:cubicBezTo>
                <a:cubicBezTo>
                  <a:pt x="98" y="723"/>
                  <a:pt x="112" y="768"/>
                  <a:pt x="127" y="802"/>
                </a:cubicBezTo>
                <a:cubicBezTo>
                  <a:pt x="143" y="836"/>
                  <a:pt x="158" y="863"/>
                  <a:pt x="174" y="885"/>
                </a:cubicBezTo>
                <a:cubicBezTo>
                  <a:pt x="191" y="906"/>
                  <a:pt x="204" y="923"/>
                  <a:pt x="215" y="936"/>
                </a:cubicBezTo>
                <a:cubicBezTo>
                  <a:pt x="226" y="949"/>
                  <a:pt x="231" y="955"/>
                  <a:pt x="231" y="956"/>
                </a:cubicBezTo>
                <a:cubicBezTo>
                  <a:pt x="231" y="962"/>
                  <a:pt x="227" y="965"/>
                  <a:pt x="217" y="965"/>
                </a:cubicBezTo>
                <a:lnTo>
                  <a:pt x="214" y="965"/>
                </a:lnTo>
                <a:lnTo>
                  <a:pt x="201" y="965"/>
                </a:lnTo>
                <a:lnTo>
                  <a:pt x="174" y="942"/>
                </a:lnTo>
                <a:cubicBezTo>
                  <a:pt x="114" y="887"/>
                  <a:pt x="69" y="819"/>
                  <a:pt x="41" y="737"/>
                </a:cubicBezTo>
                <a:cubicBezTo>
                  <a:pt x="14" y="656"/>
                  <a:pt x="0" y="571"/>
                  <a:pt x="0" y="483"/>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241" name=""/>
          <p:cNvSpPr/>
          <p:nvPr/>
        </p:nvSpPr>
        <p:spPr>
          <a:xfrm>
            <a:off x="11050920" y="3192120"/>
            <a:ext cx="168120" cy="230760"/>
          </a:xfrm>
          <a:custGeom>
            <a:avLst/>
            <a:gdLst/>
            <a:ahLst/>
            <a:rect l="0" t="0" r="r" b="b"/>
            <a:pathLst>
              <a:path w="467" h="641">
                <a:moveTo>
                  <a:pt x="213" y="0"/>
                </a:moveTo>
                <a:lnTo>
                  <a:pt x="226" y="0"/>
                </a:lnTo>
                <a:lnTo>
                  <a:pt x="228" y="0"/>
                </a:lnTo>
                <a:cubicBezTo>
                  <a:pt x="369" y="0"/>
                  <a:pt x="447" y="76"/>
                  <a:pt x="462" y="228"/>
                </a:cubicBezTo>
                <a:cubicBezTo>
                  <a:pt x="466" y="259"/>
                  <a:pt x="467" y="290"/>
                  <a:pt x="467" y="322"/>
                </a:cubicBezTo>
                <a:cubicBezTo>
                  <a:pt x="467" y="449"/>
                  <a:pt x="444" y="535"/>
                  <a:pt x="397" y="582"/>
                </a:cubicBezTo>
                <a:cubicBezTo>
                  <a:pt x="359" y="621"/>
                  <a:pt x="305" y="641"/>
                  <a:pt x="233" y="641"/>
                </a:cubicBezTo>
                <a:cubicBezTo>
                  <a:pt x="119" y="641"/>
                  <a:pt x="47" y="589"/>
                  <a:pt x="17" y="483"/>
                </a:cubicBezTo>
                <a:cubicBezTo>
                  <a:pt x="5" y="446"/>
                  <a:pt x="0" y="393"/>
                  <a:pt x="0" y="326"/>
                </a:cubicBezTo>
                <a:cubicBezTo>
                  <a:pt x="0" y="205"/>
                  <a:pt x="22" y="119"/>
                  <a:pt x="65" y="67"/>
                </a:cubicBezTo>
                <a:cubicBezTo>
                  <a:pt x="83" y="46"/>
                  <a:pt x="106" y="29"/>
                  <a:pt x="135" y="18"/>
                </a:cubicBezTo>
                <a:cubicBezTo>
                  <a:pt x="163" y="6"/>
                  <a:pt x="190" y="0"/>
                  <a:pt x="213" y="0"/>
                </a:cubicBezTo>
                <a:moveTo>
                  <a:pt x="318" y="103"/>
                </a:moveTo>
                <a:cubicBezTo>
                  <a:pt x="300" y="67"/>
                  <a:pt x="271" y="49"/>
                  <a:pt x="232" y="49"/>
                </a:cubicBezTo>
                <a:cubicBezTo>
                  <a:pt x="207" y="49"/>
                  <a:pt x="185" y="58"/>
                  <a:pt x="166" y="77"/>
                </a:cubicBezTo>
                <a:cubicBezTo>
                  <a:pt x="153" y="91"/>
                  <a:pt x="145" y="112"/>
                  <a:pt x="142" y="138"/>
                </a:cubicBezTo>
                <a:cubicBezTo>
                  <a:pt x="140" y="165"/>
                  <a:pt x="138" y="229"/>
                  <a:pt x="137" y="331"/>
                </a:cubicBezTo>
                <a:cubicBezTo>
                  <a:pt x="137" y="430"/>
                  <a:pt x="140" y="492"/>
                  <a:pt x="145" y="520"/>
                </a:cubicBezTo>
                <a:cubicBezTo>
                  <a:pt x="149" y="539"/>
                  <a:pt x="158" y="555"/>
                  <a:pt x="173" y="570"/>
                </a:cubicBezTo>
                <a:cubicBezTo>
                  <a:pt x="188" y="585"/>
                  <a:pt x="208" y="592"/>
                  <a:pt x="233" y="592"/>
                </a:cubicBezTo>
                <a:cubicBezTo>
                  <a:pt x="266" y="592"/>
                  <a:pt x="292" y="577"/>
                  <a:pt x="311" y="548"/>
                </a:cubicBezTo>
                <a:cubicBezTo>
                  <a:pt x="319" y="535"/>
                  <a:pt x="324" y="514"/>
                  <a:pt x="325" y="485"/>
                </a:cubicBezTo>
                <a:cubicBezTo>
                  <a:pt x="327" y="456"/>
                  <a:pt x="329" y="398"/>
                  <a:pt x="329" y="314"/>
                </a:cubicBezTo>
                <a:cubicBezTo>
                  <a:pt x="329" y="192"/>
                  <a:pt x="325" y="122"/>
                  <a:pt x="318" y="103"/>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242" name=""/>
          <p:cNvSpPr/>
          <p:nvPr/>
        </p:nvSpPr>
        <p:spPr>
          <a:xfrm>
            <a:off x="11261880" y="3377160"/>
            <a:ext cx="46080" cy="109800"/>
          </a:xfrm>
          <a:custGeom>
            <a:avLst/>
            <a:gdLst/>
            <a:ahLst/>
            <a:rect l="0" t="0" r="r" b="b"/>
            <a:pathLst>
              <a:path w="128" h="305">
                <a:moveTo>
                  <a:pt x="0" y="83"/>
                </a:moveTo>
                <a:cubicBezTo>
                  <a:pt x="0" y="83"/>
                  <a:pt x="0" y="75"/>
                  <a:pt x="0" y="59"/>
                </a:cubicBezTo>
                <a:cubicBezTo>
                  <a:pt x="0" y="43"/>
                  <a:pt x="5" y="29"/>
                  <a:pt x="15" y="17"/>
                </a:cubicBezTo>
                <a:cubicBezTo>
                  <a:pt x="26" y="6"/>
                  <a:pt x="40" y="0"/>
                  <a:pt x="57" y="0"/>
                </a:cubicBezTo>
                <a:cubicBezTo>
                  <a:pt x="75" y="0"/>
                  <a:pt x="92" y="8"/>
                  <a:pt x="106" y="24"/>
                </a:cubicBezTo>
                <a:cubicBezTo>
                  <a:pt x="120" y="40"/>
                  <a:pt x="127" y="69"/>
                  <a:pt x="128" y="109"/>
                </a:cubicBezTo>
                <a:cubicBezTo>
                  <a:pt x="128" y="131"/>
                  <a:pt x="125" y="153"/>
                  <a:pt x="119" y="176"/>
                </a:cubicBezTo>
                <a:cubicBezTo>
                  <a:pt x="113" y="197"/>
                  <a:pt x="107" y="215"/>
                  <a:pt x="99" y="230"/>
                </a:cubicBezTo>
                <a:cubicBezTo>
                  <a:pt x="91" y="246"/>
                  <a:pt x="83" y="259"/>
                  <a:pt x="74" y="270"/>
                </a:cubicBezTo>
                <a:cubicBezTo>
                  <a:pt x="65" y="281"/>
                  <a:pt x="57" y="290"/>
                  <a:pt x="51" y="296"/>
                </a:cubicBezTo>
                <a:cubicBezTo>
                  <a:pt x="44" y="302"/>
                  <a:pt x="40" y="305"/>
                  <a:pt x="38" y="305"/>
                </a:cubicBezTo>
                <a:cubicBezTo>
                  <a:pt x="36" y="305"/>
                  <a:pt x="31" y="302"/>
                  <a:pt x="26" y="296"/>
                </a:cubicBezTo>
                <a:cubicBezTo>
                  <a:pt x="19" y="290"/>
                  <a:pt x="16" y="286"/>
                  <a:pt x="16" y="283"/>
                </a:cubicBezTo>
                <a:cubicBezTo>
                  <a:pt x="16" y="281"/>
                  <a:pt x="20" y="276"/>
                  <a:pt x="28" y="268"/>
                </a:cubicBezTo>
                <a:cubicBezTo>
                  <a:pt x="35" y="260"/>
                  <a:pt x="43" y="251"/>
                  <a:pt x="52" y="239"/>
                </a:cubicBezTo>
                <a:cubicBezTo>
                  <a:pt x="61" y="228"/>
                  <a:pt x="69" y="212"/>
                  <a:pt x="77" y="191"/>
                </a:cubicBezTo>
                <a:cubicBezTo>
                  <a:pt x="84" y="170"/>
                  <a:pt x="90" y="146"/>
                  <a:pt x="92" y="120"/>
                </a:cubicBezTo>
                <a:lnTo>
                  <a:pt x="92" y="108"/>
                </a:lnTo>
                <a:lnTo>
                  <a:pt x="91" y="109"/>
                </a:lnTo>
                <a:cubicBezTo>
                  <a:pt x="90" y="110"/>
                  <a:pt x="88" y="110"/>
                  <a:pt x="86" y="111"/>
                </a:cubicBezTo>
                <a:cubicBezTo>
                  <a:pt x="84" y="112"/>
                  <a:pt x="83" y="113"/>
                  <a:pt x="81" y="114"/>
                </a:cubicBezTo>
                <a:cubicBezTo>
                  <a:pt x="79" y="115"/>
                  <a:pt x="76" y="116"/>
                  <a:pt x="72" y="116"/>
                </a:cubicBezTo>
                <a:cubicBezTo>
                  <a:pt x="68" y="116"/>
                  <a:pt x="64" y="116"/>
                  <a:pt x="60" y="117"/>
                </a:cubicBezTo>
                <a:cubicBezTo>
                  <a:pt x="43" y="117"/>
                  <a:pt x="29" y="111"/>
                  <a:pt x="17" y="100"/>
                </a:cubicBezTo>
                <a:lnTo>
                  <a:pt x="0" y="83"/>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243" name=""/>
          <p:cNvSpPr/>
          <p:nvPr/>
        </p:nvSpPr>
        <p:spPr>
          <a:xfrm>
            <a:off x="11397600" y="3181320"/>
            <a:ext cx="133920" cy="238320"/>
          </a:xfrm>
          <a:custGeom>
            <a:avLst/>
            <a:gdLst/>
            <a:ahLst/>
            <a:rect l="0" t="0" r="r" b="b"/>
            <a:pathLst>
              <a:path w="372" h="662">
                <a:moveTo>
                  <a:pt x="360" y="662"/>
                </a:moveTo>
                <a:cubicBezTo>
                  <a:pt x="342" y="660"/>
                  <a:pt x="285" y="659"/>
                  <a:pt x="187" y="659"/>
                </a:cubicBezTo>
                <a:cubicBezTo>
                  <a:pt x="89" y="659"/>
                  <a:pt x="30" y="660"/>
                  <a:pt x="13" y="662"/>
                </a:cubicBezTo>
                <a:lnTo>
                  <a:pt x="0" y="662"/>
                </a:lnTo>
                <a:lnTo>
                  <a:pt x="0" y="602"/>
                </a:lnTo>
                <a:lnTo>
                  <a:pt x="111" y="602"/>
                </a:lnTo>
                <a:lnTo>
                  <a:pt x="111" y="59"/>
                </a:lnTo>
                <a:lnTo>
                  <a:pt x="0" y="59"/>
                </a:lnTo>
                <a:lnTo>
                  <a:pt x="0" y="0"/>
                </a:lnTo>
                <a:lnTo>
                  <a:pt x="13" y="0"/>
                </a:lnTo>
                <a:cubicBezTo>
                  <a:pt x="30" y="2"/>
                  <a:pt x="89" y="2"/>
                  <a:pt x="187" y="2"/>
                </a:cubicBezTo>
                <a:cubicBezTo>
                  <a:pt x="285" y="2"/>
                  <a:pt x="342" y="2"/>
                  <a:pt x="360" y="0"/>
                </a:cubicBezTo>
                <a:lnTo>
                  <a:pt x="372" y="0"/>
                </a:lnTo>
                <a:lnTo>
                  <a:pt x="372" y="59"/>
                </a:lnTo>
                <a:lnTo>
                  <a:pt x="262" y="59"/>
                </a:lnTo>
                <a:lnTo>
                  <a:pt x="262" y="602"/>
                </a:lnTo>
                <a:lnTo>
                  <a:pt x="372" y="602"/>
                </a:lnTo>
                <a:lnTo>
                  <a:pt x="372" y="662"/>
                </a:lnTo>
                <a:lnTo>
                  <a:pt x="360" y="662"/>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244" name=""/>
          <p:cNvSpPr/>
          <p:nvPr/>
        </p:nvSpPr>
        <p:spPr>
          <a:xfrm>
            <a:off x="11559240" y="3159000"/>
            <a:ext cx="83160" cy="347400"/>
          </a:xfrm>
          <a:custGeom>
            <a:avLst/>
            <a:gdLst/>
            <a:ahLst/>
            <a:rect l="0" t="0" r="r" b="b"/>
            <a:pathLst>
              <a:path w="231" h="965">
                <a:moveTo>
                  <a:pt x="5" y="1"/>
                </a:moveTo>
                <a:lnTo>
                  <a:pt x="9" y="0"/>
                </a:lnTo>
                <a:cubicBezTo>
                  <a:pt x="12" y="0"/>
                  <a:pt x="15" y="0"/>
                  <a:pt x="18" y="0"/>
                </a:cubicBezTo>
                <a:lnTo>
                  <a:pt x="30" y="0"/>
                </a:lnTo>
                <a:lnTo>
                  <a:pt x="57" y="23"/>
                </a:lnTo>
                <a:cubicBezTo>
                  <a:pt x="117" y="78"/>
                  <a:pt x="161" y="146"/>
                  <a:pt x="189" y="227"/>
                </a:cubicBezTo>
                <a:cubicBezTo>
                  <a:pt x="218" y="309"/>
                  <a:pt x="231" y="395"/>
                  <a:pt x="231" y="483"/>
                </a:cubicBezTo>
                <a:cubicBezTo>
                  <a:pt x="231" y="526"/>
                  <a:pt x="228" y="569"/>
                  <a:pt x="222" y="609"/>
                </a:cubicBezTo>
                <a:cubicBezTo>
                  <a:pt x="215" y="650"/>
                  <a:pt x="208" y="684"/>
                  <a:pt x="199" y="712"/>
                </a:cubicBezTo>
                <a:cubicBezTo>
                  <a:pt x="190" y="740"/>
                  <a:pt x="178" y="769"/>
                  <a:pt x="163" y="797"/>
                </a:cubicBezTo>
                <a:cubicBezTo>
                  <a:pt x="148" y="825"/>
                  <a:pt x="135" y="847"/>
                  <a:pt x="126" y="862"/>
                </a:cubicBezTo>
                <a:cubicBezTo>
                  <a:pt x="117" y="876"/>
                  <a:pt x="104" y="893"/>
                  <a:pt x="87" y="911"/>
                </a:cubicBezTo>
                <a:cubicBezTo>
                  <a:pt x="70" y="929"/>
                  <a:pt x="59" y="939"/>
                  <a:pt x="56" y="942"/>
                </a:cubicBezTo>
                <a:cubicBezTo>
                  <a:pt x="53" y="946"/>
                  <a:pt x="45" y="952"/>
                  <a:pt x="34" y="961"/>
                </a:cubicBezTo>
                <a:cubicBezTo>
                  <a:pt x="32" y="963"/>
                  <a:pt x="31" y="964"/>
                  <a:pt x="30" y="965"/>
                </a:cubicBezTo>
                <a:lnTo>
                  <a:pt x="18" y="965"/>
                </a:lnTo>
                <a:cubicBezTo>
                  <a:pt x="13" y="965"/>
                  <a:pt x="10" y="965"/>
                  <a:pt x="8" y="965"/>
                </a:cubicBezTo>
                <a:cubicBezTo>
                  <a:pt x="6" y="965"/>
                  <a:pt x="4" y="964"/>
                  <a:pt x="3" y="962"/>
                </a:cubicBezTo>
                <a:cubicBezTo>
                  <a:pt x="2" y="960"/>
                  <a:pt x="1" y="957"/>
                  <a:pt x="0" y="953"/>
                </a:cubicBezTo>
                <a:cubicBezTo>
                  <a:pt x="1" y="952"/>
                  <a:pt x="4" y="948"/>
                  <a:pt x="11" y="941"/>
                </a:cubicBezTo>
                <a:cubicBezTo>
                  <a:pt x="110" y="837"/>
                  <a:pt x="160" y="685"/>
                  <a:pt x="160" y="483"/>
                </a:cubicBezTo>
                <a:cubicBezTo>
                  <a:pt x="160" y="280"/>
                  <a:pt x="110" y="127"/>
                  <a:pt x="11" y="24"/>
                </a:cubicBezTo>
                <a:cubicBezTo>
                  <a:pt x="4" y="16"/>
                  <a:pt x="1" y="12"/>
                  <a:pt x="0" y="11"/>
                </a:cubicBezTo>
                <a:cubicBezTo>
                  <a:pt x="0" y="6"/>
                  <a:pt x="2" y="3"/>
                  <a:pt x="5" y="1"/>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245" name=""/>
          <p:cNvSpPr/>
          <p:nvPr/>
        </p:nvSpPr>
        <p:spPr>
          <a:xfrm>
            <a:off x="11694240" y="3159000"/>
            <a:ext cx="83160" cy="347400"/>
          </a:xfrm>
          <a:custGeom>
            <a:avLst/>
            <a:gdLst/>
            <a:ahLst/>
            <a:rect l="0" t="0" r="r" b="b"/>
            <a:pathLst>
              <a:path w="231" h="965">
                <a:moveTo>
                  <a:pt x="5" y="1"/>
                </a:moveTo>
                <a:lnTo>
                  <a:pt x="9" y="0"/>
                </a:lnTo>
                <a:cubicBezTo>
                  <a:pt x="12" y="0"/>
                  <a:pt x="15" y="0"/>
                  <a:pt x="18" y="0"/>
                </a:cubicBezTo>
                <a:lnTo>
                  <a:pt x="30" y="0"/>
                </a:lnTo>
                <a:lnTo>
                  <a:pt x="57" y="23"/>
                </a:lnTo>
                <a:cubicBezTo>
                  <a:pt x="118" y="78"/>
                  <a:pt x="162" y="146"/>
                  <a:pt x="190" y="227"/>
                </a:cubicBezTo>
                <a:cubicBezTo>
                  <a:pt x="218" y="309"/>
                  <a:pt x="231" y="395"/>
                  <a:pt x="231" y="483"/>
                </a:cubicBezTo>
                <a:cubicBezTo>
                  <a:pt x="231" y="526"/>
                  <a:pt x="228" y="569"/>
                  <a:pt x="222" y="609"/>
                </a:cubicBezTo>
                <a:cubicBezTo>
                  <a:pt x="215" y="650"/>
                  <a:pt x="208" y="684"/>
                  <a:pt x="200" y="712"/>
                </a:cubicBezTo>
                <a:cubicBezTo>
                  <a:pt x="191" y="740"/>
                  <a:pt x="179" y="769"/>
                  <a:pt x="164" y="797"/>
                </a:cubicBezTo>
                <a:cubicBezTo>
                  <a:pt x="148" y="825"/>
                  <a:pt x="136" y="847"/>
                  <a:pt x="127" y="862"/>
                </a:cubicBezTo>
                <a:cubicBezTo>
                  <a:pt x="118" y="876"/>
                  <a:pt x="105" y="893"/>
                  <a:pt x="88" y="911"/>
                </a:cubicBezTo>
                <a:cubicBezTo>
                  <a:pt x="70" y="929"/>
                  <a:pt x="59" y="939"/>
                  <a:pt x="56" y="942"/>
                </a:cubicBezTo>
                <a:cubicBezTo>
                  <a:pt x="53" y="946"/>
                  <a:pt x="45" y="952"/>
                  <a:pt x="34" y="961"/>
                </a:cubicBezTo>
                <a:cubicBezTo>
                  <a:pt x="32" y="963"/>
                  <a:pt x="31" y="964"/>
                  <a:pt x="30" y="965"/>
                </a:cubicBezTo>
                <a:lnTo>
                  <a:pt x="18" y="965"/>
                </a:lnTo>
                <a:cubicBezTo>
                  <a:pt x="13" y="965"/>
                  <a:pt x="10" y="965"/>
                  <a:pt x="8" y="965"/>
                </a:cubicBezTo>
                <a:cubicBezTo>
                  <a:pt x="6" y="965"/>
                  <a:pt x="4" y="964"/>
                  <a:pt x="3" y="962"/>
                </a:cubicBezTo>
                <a:cubicBezTo>
                  <a:pt x="2" y="960"/>
                  <a:pt x="1" y="957"/>
                  <a:pt x="0" y="953"/>
                </a:cubicBezTo>
                <a:cubicBezTo>
                  <a:pt x="1" y="952"/>
                  <a:pt x="4" y="948"/>
                  <a:pt x="11" y="941"/>
                </a:cubicBezTo>
                <a:cubicBezTo>
                  <a:pt x="111" y="837"/>
                  <a:pt x="161" y="685"/>
                  <a:pt x="161" y="483"/>
                </a:cubicBezTo>
                <a:cubicBezTo>
                  <a:pt x="161" y="280"/>
                  <a:pt x="111" y="127"/>
                  <a:pt x="11" y="24"/>
                </a:cubicBezTo>
                <a:cubicBezTo>
                  <a:pt x="4" y="16"/>
                  <a:pt x="1" y="12"/>
                  <a:pt x="0" y="11"/>
                </a:cubicBezTo>
                <a:cubicBezTo>
                  <a:pt x="0" y="6"/>
                  <a:pt x="2" y="3"/>
                  <a:pt x="5" y="1"/>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246" name=""/>
          <p:cNvSpPr txBox="1"/>
          <p:nvPr/>
        </p:nvSpPr>
        <p:spPr>
          <a:xfrm>
            <a:off x="380880" y="2346120"/>
            <a:ext cx="1465200" cy="372240"/>
          </a:xfrm>
          <a:prstGeom prst="rect">
            <a:avLst/>
          </a:prstGeom>
          <a:noFill/>
          <a:ln w="0">
            <a:noFill/>
          </a:ln>
        </p:spPr>
        <p:txBody>
          <a:bodyPr wrap="none" lIns="0" rIns="0" tIns="0" bIns="0" anchor="t">
            <a:spAutoFit/>
          </a:bodyPr>
          <a:p>
            <a:r>
              <a:rPr b="0" lang="en-US" sz="2620" strike="noStrike" u="none">
                <a:solidFill>
                  <a:srgbClr val="333333"/>
                </a:solidFill>
                <a:effectLst/>
                <a:uFillTx/>
                <a:latin typeface="NotoSansJP-Thin_"/>
                <a:ea typeface="NotoSansJP-Thin_"/>
              </a:rPr>
              <a:t>Trick</a:t>
            </a:r>
            <a:r>
              <a:rPr b="0" lang="zh-CN" sz="2620" strike="noStrike" u="none">
                <a:solidFill>
                  <a:srgbClr val="333333"/>
                </a:solidFill>
                <a:effectLst/>
                <a:uFillTx/>
                <a:latin typeface="NotoSansJP-Thin_"/>
                <a:ea typeface="NotoSansJP-Thin_"/>
              </a:rPr>
              <a:t>）。</a:t>
            </a:r>
            <a:endParaRPr b="0" lang="en-US" sz="2620" strike="noStrike" u="none">
              <a:solidFill>
                <a:srgbClr val="000000"/>
              </a:solidFill>
              <a:effectLst/>
              <a:uFillTx/>
              <a:latin typeface="Times New Roman"/>
            </a:endParaRPr>
          </a:p>
        </p:txBody>
      </p:sp>
      <p:sp>
        <p:nvSpPr>
          <p:cNvPr id="247" name=""/>
          <p:cNvSpPr txBox="1"/>
          <p:nvPr/>
        </p:nvSpPr>
        <p:spPr>
          <a:xfrm>
            <a:off x="380880" y="3908520"/>
            <a:ext cx="5674320" cy="334080"/>
          </a:xfrm>
          <a:prstGeom prst="rect">
            <a:avLst/>
          </a:prstGeom>
          <a:noFill/>
          <a:ln w="0">
            <a:noFill/>
          </a:ln>
        </p:spPr>
        <p:txBody>
          <a:bodyPr wrap="none" lIns="0" rIns="0" tIns="0" bIns="0" anchor="t">
            <a:spAutoFit/>
          </a:bodyPr>
          <a:p>
            <a:r>
              <a:rPr b="0" lang="zh-CN" sz="2620" strike="noStrike" u="none">
                <a:solidFill>
                  <a:srgbClr val="333333"/>
                </a:solidFill>
                <a:effectLst/>
                <a:uFillTx/>
                <a:latin typeface="NotoSansJP-Thin_"/>
                <a:ea typeface="NotoSansJP-Thin_"/>
              </a:rPr>
              <a:t>これは </a:t>
            </a:r>
            <a:r>
              <a:rPr b="1" lang="zh-CN" sz="2620" strike="noStrike" u="none">
                <a:solidFill>
                  <a:srgbClr val="333333"/>
                </a:solidFill>
                <a:effectLst/>
                <a:uFillTx/>
                <a:latin typeface="NotoSansJP-Thin_"/>
                <a:ea typeface="NotoSansJP-Thin_"/>
              </a:rPr>
              <a:t>訓練時に極めて重要 </a:t>
            </a:r>
            <a:r>
              <a:rPr b="0" lang="zh-CN" sz="2620" strike="noStrike" u="none">
                <a:solidFill>
                  <a:srgbClr val="333333"/>
                </a:solidFill>
                <a:effectLst/>
                <a:uFillTx/>
                <a:latin typeface="NotoSansJP-Thin_"/>
                <a:ea typeface="NotoSansJP-Thin_"/>
              </a:rPr>
              <a:t>となる。</a:t>
            </a:r>
            <a:endParaRPr b="0" lang="en-US" sz="2620" strike="noStrike" u="none">
              <a:solidFill>
                <a:srgbClr val="000000"/>
              </a:solidFill>
              <a:effectLst/>
              <a:uFillTx/>
              <a:latin typeface="Times New Roman"/>
            </a:endParaRPr>
          </a:p>
        </p:txBody>
      </p:sp>
      <p:sp>
        <p:nvSpPr>
          <p:cNvPr id="248" name=""/>
          <p:cNvSpPr txBox="1"/>
          <p:nvPr/>
        </p:nvSpPr>
        <p:spPr>
          <a:xfrm>
            <a:off x="11331000" y="6397560"/>
            <a:ext cx="519840" cy="297720"/>
          </a:xfrm>
          <a:prstGeom prst="rect">
            <a:avLst/>
          </a:prstGeom>
          <a:noFill/>
          <a:ln w="0">
            <a:noFill/>
          </a:ln>
        </p:spPr>
        <p:txBody>
          <a:bodyPr wrap="none" lIns="0" rIns="0" tIns="0" bIns="0" anchor="t">
            <a:spAutoFit/>
          </a:bodyPr>
          <a:p>
            <a:r>
              <a:rPr b="1" lang="en-US" sz="2100" strike="noStrike" u="none">
                <a:solidFill>
                  <a:srgbClr val="333333"/>
                </a:solidFill>
                <a:effectLst/>
                <a:uFillTx/>
                <a:latin typeface="NotoSansJP-Thin_"/>
                <a:ea typeface="NotoSansJP-Thin_"/>
              </a:rPr>
              <a:t>8/24</a:t>
            </a:r>
            <a:endParaRPr b="0" lang="en-US" sz="2100" strike="noStrike" u="non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9"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250"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251"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252" name=""/>
          <p:cNvSpPr/>
          <p:nvPr/>
        </p:nvSpPr>
        <p:spPr>
          <a:xfrm>
            <a:off x="359640" y="1092600"/>
            <a:ext cx="294480" cy="349560"/>
          </a:xfrm>
          <a:custGeom>
            <a:avLst/>
            <a:gdLst/>
            <a:ahLst/>
            <a:rect l="0" t="0" r="r" b="b"/>
            <a:pathLst>
              <a:path w="818" h="971">
                <a:moveTo>
                  <a:pt x="95" y="237"/>
                </a:moveTo>
                <a:cubicBezTo>
                  <a:pt x="96" y="234"/>
                  <a:pt x="97" y="230"/>
                  <a:pt x="98" y="224"/>
                </a:cubicBezTo>
                <a:cubicBezTo>
                  <a:pt x="99" y="219"/>
                  <a:pt x="101" y="208"/>
                  <a:pt x="105" y="191"/>
                </a:cubicBezTo>
                <a:cubicBezTo>
                  <a:pt x="109" y="174"/>
                  <a:pt x="115" y="158"/>
                  <a:pt x="121" y="144"/>
                </a:cubicBezTo>
                <a:cubicBezTo>
                  <a:pt x="127" y="129"/>
                  <a:pt x="134" y="113"/>
                  <a:pt x="144" y="93"/>
                </a:cubicBezTo>
                <a:cubicBezTo>
                  <a:pt x="153" y="74"/>
                  <a:pt x="163" y="59"/>
                  <a:pt x="174" y="48"/>
                </a:cubicBezTo>
                <a:cubicBezTo>
                  <a:pt x="185" y="37"/>
                  <a:pt x="198" y="25"/>
                  <a:pt x="214" y="14"/>
                </a:cubicBezTo>
                <a:cubicBezTo>
                  <a:pt x="230" y="3"/>
                  <a:pt x="247" y="-2"/>
                  <a:pt x="265" y="0"/>
                </a:cubicBezTo>
                <a:cubicBezTo>
                  <a:pt x="341" y="0"/>
                  <a:pt x="390" y="33"/>
                  <a:pt x="411" y="98"/>
                </a:cubicBezTo>
                <a:lnTo>
                  <a:pt x="427" y="84"/>
                </a:lnTo>
                <a:cubicBezTo>
                  <a:pt x="490" y="28"/>
                  <a:pt x="549" y="0"/>
                  <a:pt x="606" y="0"/>
                </a:cubicBezTo>
                <a:cubicBezTo>
                  <a:pt x="672" y="0"/>
                  <a:pt x="724" y="24"/>
                  <a:pt x="762" y="72"/>
                </a:cubicBezTo>
                <a:cubicBezTo>
                  <a:pt x="799" y="120"/>
                  <a:pt x="818" y="178"/>
                  <a:pt x="818" y="246"/>
                </a:cubicBezTo>
                <a:cubicBezTo>
                  <a:pt x="818" y="356"/>
                  <a:pt x="780" y="458"/>
                  <a:pt x="702" y="550"/>
                </a:cubicBezTo>
                <a:cubicBezTo>
                  <a:pt x="625" y="643"/>
                  <a:pt x="538" y="689"/>
                  <a:pt x="440" y="690"/>
                </a:cubicBezTo>
                <a:cubicBezTo>
                  <a:pt x="418" y="690"/>
                  <a:pt x="398" y="687"/>
                  <a:pt x="381" y="681"/>
                </a:cubicBezTo>
                <a:cubicBezTo>
                  <a:pt x="370" y="676"/>
                  <a:pt x="358" y="669"/>
                  <a:pt x="346" y="658"/>
                </a:cubicBezTo>
                <a:cubicBezTo>
                  <a:pt x="334" y="648"/>
                  <a:pt x="324" y="640"/>
                  <a:pt x="317" y="632"/>
                </a:cubicBezTo>
                <a:lnTo>
                  <a:pt x="306" y="620"/>
                </a:lnTo>
                <a:cubicBezTo>
                  <a:pt x="305" y="621"/>
                  <a:pt x="294" y="665"/>
                  <a:pt x="273" y="753"/>
                </a:cubicBezTo>
                <a:cubicBezTo>
                  <a:pt x="251" y="840"/>
                  <a:pt x="241" y="884"/>
                  <a:pt x="241" y="885"/>
                </a:cubicBezTo>
                <a:cubicBezTo>
                  <a:pt x="241" y="892"/>
                  <a:pt x="245" y="895"/>
                  <a:pt x="253" y="896"/>
                </a:cubicBezTo>
                <a:cubicBezTo>
                  <a:pt x="261" y="897"/>
                  <a:pt x="280" y="899"/>
                  <a:pt x="309" y="901"/>
                </a:cubicBezTo>
                <a:lnTo>
                  <a:pt x="347" y="901"/>
                </a:lnTo>
                <a:cubicBezTo>
                  <a:pt x="353" y="908"/>
                  <a:pt x="356" y="912"/>
                  <a:pt x="356" y="914"/>
                </a:cubicBezTo>
                <a:cubicBezTo>
                  <a:pt x="356" y="916"/>
                  <a:pt x="355" y="926"/>
                  <a:pt x="352" y="942"/>
                </a:cubicBezTo>
                <a:cubicBezTo>
                  <a:pt x="349" y="954"/>
                  <a:pt x="346" y="962"/>
                  <a:pt x="343" y="965"/>
                </a:cubicBezTo>
                <a:cubicBezTo>
                  <a:pt x="340" y="968"/>
                  <a:pt x="333" y="970"/>
                  <a:pt x="323" y="971"/>
                </a:cubicBezTo>
                <a:cubicBezTo>
                  <a:pt x="321" y="971"/>
                  <a:pt x="315" y="971"/>
                  <a:pt x="306" y="971"/>
                </a:cubicBezTo>
                <a:cubicBezTo>
                  <a:pt x="297" y="971"/>
                  <a:pt x="280" y="970"/>
                  <a:pt x="254" y="969"/>
                </a:cubicBezTo>
                <a:cubicBezTo>
                  <a:pt x="229" y="968"/>
                  <a:pt x="196" y="968"/>
                  <a:pt x="159" y="968"/>
                </a:cubicBezTo>
                <a:cubicBezTo>
                  <a:pt x="88" y="968"/>
                  <a:pt x="42" y="969"/>
                  <a:pt x="23" y="971"/>
                </a:cubicBezTo>
                <a:lnTo>
                  <a:pt x="11" y="971"/>
                </a:lnTo>
                <a:cubicBezTo>
                  <a:pt x="4" y="964"/>
                  <a:pt x="0" y="958"/>
                  <a:pt x="0" y="954"/>
                </a:cubicBezTo>
                <a:cubicBezTo>
                  <a:pt x="2" y="927"/>
                  <a:pt x="9" y="909"/>
                  <a:pt x="20" y="901"/>
                </a:cubicBezTo>
                <a:lnTo>
                  <a:pt x="51" y="901"/>
                </a:lnTo>
                <a:cubicBezTo>
                  <a:pt x="85" y="900"/>
                  <a:pt x="105" y="894"/>
                  <a:pt x="110" y="882"/>
                </a:cubicBezTo>
                <a:cubicBezTo>
                  <a:pt x="113" y="876"/>
                  <a:pt x="144" y="755"/>
                  <a:pt x="203" y="518"/>
                </a:cubicBezTo>
                <a:cubicBezTo>
                  <a:pt x="263" y="280"/>
                  <a:pt x="294" y="155"/>
                  <a:pt x="297" y="141"/>
                </a:cubicBezTo>
                <a:cubicBezTo>
                  <a:pt x="298" y="136"/>
                  <a:pt x="298" y="128"/>
                  <a:pt x="298" y="119"/>
                </a:cubicBezTo>
                <a:cubicBezTo>
                  <a:pt x="298" y="78"/>
                  <a:pt x="286" y="57"/>
                  <a:pt x="260" y="57"/>
                </a:cubicBezTo>
                <a:cubicBezTo>
                  <a:pt x="238" y="57"/>
                  <a:pt x="218" y="71"/>
                  <a:pt x="203" y="100"/>
                </a:cubicBezTo>
                <a:cubicBezTo>
                  <a:pt x="188" y="128"/>
                  <a:pt x="176" y="159"/>
                  <a:pt x="168" y="192"/>
                </a:cubicBezTo>
                <a:cubicBezTo>
                  <a:pt x="160" y="226"/>
                  <a:pt x="154" y="244"/>
                  <a:pt x="150" y="247"/>
                </a:cubicBezTo>
                <a:cubicBezTo>
                  <a:pt x="148" y="249"/>
                  <a:pt x="139" y="250"/>
                  <a:pt x="125" y="250"/>
                </a:cubicBezTo>
                <a:lnTo>
                  <a:pt x="104" y="250"/>
                </a:lnTo>
                <a:cubicBezTo>
                  <a:pt x="98" y="244"/>
                  <a:pt x="95" y="240"/>
                  <a:pt x="95" y="237"/>
                </a:cubicBezTo>
                <a:moveTo>
                  <a:pt x="332" y="520"/>
                </a:moveTo>
                <a:cubicBezTo>
                  <a:pt x="354" y="597"/>
                  <a:pt x="392" y="636"/>
                  <a:pt x="445" y="636"/>
                </a:cubicBezTo>
                <a:cubicBezTo>
                  <a:pt x="475" y="636"/>
                  <a:pt x="505" y="624"/>
                  <a:pt x="533" y="600"/>
                </a:cubicBezTo>
                <a:cubicBezTo>
                  <a:pt x="562" y="577"/>
                  <a:pt x="585" y="548"/>
                  <a:pt x="603" y="512"/>
                </a:cubicBezTo>
                <a:cubicBezTo>
                  <a:pt x="622" y="478"/>
                  <a:pt x="640" y="423"/>
                  <a:pt x="658" y="346"/>
                </a:cubicBezTo>
                <a:cubicBezTo>
                  <a:pt x="676" y="271"/>
                  <a:pt x="686" y="215"/>
                  <a:pt x="687" y="179"/>
                </a:cubicBezTo>
                <a:lnTo>
                  <a:pt x="687" y="170"/>
                </a:lnTo>
                <a:cubicBezTo>
                  <a:pt x="687" y="94"/>
                  <a:pt x="656" y="57"/>
                  <a:pt x="594" y="57"/>
                </a:cubicBezTo>
                <a:cubicBezTo>
                  <a:pt x="583" y="57"/>
                  <a:pt x="572" y="58"/>
                  <a:pt x="561" y="61"/>
                </a:cubicBezTo>
                <a:cubicBezTo>
                  <a:pt x="549" y="64"/>
                  <a:pt x="538" y="69"/>
                  <a:pt x="527" y="75"/>
                </a:cubicBezTo>
                <a:cubicBezTo>
                  <a:pt x="516" y="81"/>
                  <a:pt x="506" y="88"/>
                  <a:pt x="497" y="95"/>
                </a:cubicBezTo>
                <a:cubicBezTo>
                  <a:pt x="487" y="102"/>
                  <a:pt x="479" y="110"/>
                  <a:pt x="471" y="118"/>
                </a:cubicBezTo>
                <a:cubicBezTo>
                  <a:pt x="463" y="126"/>
                  <a:pt x="455" y="134"/>
                  <a:pt x="448" y="141"/>
                </a:cubicBezTo>
                <a:cubicBezTo>
                  <a:pt x="441" y="148"/>
                  <a:pt x="435" y="155"/>
                  <a:pt x="431" y="162"/>
                </a:cubicBezTo>
                <a:cubicBezTo>
                  <a:pt x="427" y="169"/>
                  <a:pt x="423" y="174"/>
                  <a:pt x="419" y="177"/>
                </a:cubicBezTo>
                <a:lnTo>
                  <a:pt x="414" y="183"/>
                </a:lnTo>
                <a:cubicBezTo>
                  <a:pt x="414" y="184"/>
                  <a:pt x="413" y="191"/>
                  <a:pt x="410" y="205"/>
                </a:cubicBezTo>
                <a:cubicBezTo>
                  <a:pt x="407" y="218"/>
                  <a:pt x="401" y="240"/>
                  <a:pt x="393" y="272"/>
                </a:cubicBezTo>
                <a:cubicBezTo>
                  <a:pt x="385" y="303"/>
                  <a:pt x="378" y="330"/>
                  <a:pt x="372" y="351"/>
                </a:cubicBezTo>
                <a:cubicBezTo>
                  <a:pt x="345" y="460"/>
                  <a:pt x="332" y="516"/>
                  <a:pt x="332" y="520"/>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253" name=""/>
          <p:cNvSpPr/>
          <p:nvPr/>
        </p:nvSpPr>
        <p:spPr>
          <a:xfrm>
            <a:off x="688680" y="1144080"/>
            <a:ext cx="166320" cy="277920"/>
          </a:xfrm>
          <a:custGeom>
            <a:avLst/>
            <a:gdLst/>
            <a:ahLst/>
            <a:rect l="0" t="0" r="r" b="b"/>
            <a:pathLst>
              <a:path w="462" h="772">
                <a:moveTo>
                  <a:pt x="0" y="545"/>
                </a:moveTo>
                <a:cubicBezTo>
                  <a:pt x="0" y="472"/>
                  <a:pt x="14" y="395"/>
                  <a:pt x="42" y="314"/>
                </a:cubicBezTo>
                <a:cubicBezTo>
                  <a:pt x="70" y="231"/>
                  <a:pt x="109" y="161"/>
                  <a:pt x="158" y="102"/>
                </a:cubicBezTo>
                <a:cubicBezTo>
                  <a:pt x="206" y="44"/>
                  <a:pt x="256" y="10"/>
                  <a:pt x="307" y="1"/>
                </a:cubicBezTo>
                <a:cubicBezTo>
                  <a:pt x="308" y="1"/>
                  <a:pt x="311" y="1"/>
                  <a:pt x="316" y="1"/>
                </a:cubicBezTo>
                <a:cubicBezTo>
                  <a:pt x="321" y="1"/>
                  <a:pt x="325" y="1"/>
                  <a:pt x="329" y="0"/>
                </a:cubicBezTo>
                <a:cubicBezTo>
                  <a:pt x="368" y="3"/>
                  <a:pt x="398" y="21"/>
                  <a:pt x="420" y="53"/>
                </a:cubicBezTo>
                <a:cubicBezTo>
                  <a:pt x="448" y="96"/>
                  <a:pt x="462" y="154"/>
                  <a:pt x="462" y="226"/>
                </a:cubicBezTo>
                <a:cubicBezTo>
                  <a:pt x="462" y="310"/>
                  <a:pt x="445" y="394"/>
                  <a:pt x="413" y="480"/>
                </a:cubicBezTo>
                <a:cubicBezTo>
                  <a:pt x="381" y="565"/>
                  <a:pt x="339" y="635"/>
                  <a:pt x="289" y="690"/>
                </a:cubicBezTo>
                <a:cubicBezTo>
                  <a:pt x="239" y="744"/>
                  <a:pt x="191" y="772"/>
                  <a:pt x="144" y="772"/>
                </a:cubicBezTo>
                <a:lnTo>
                  <a:pt x="136" y="772"/>
                </a:lnTo>
                <a:cubicBezTo>
                  <a:pt x="110" y="772"/>
                  <a:pt x="88" y="764"/>
                  <a:pt x="69" y="750"/>
                </a:cubicBezTo>
                <a:cubicBezTo>
                  <a:pt x="51" y="736"/>
                  <a:pt x="37" y="717"/>
                  <a:pt x="27" y="693"/>
                </a:cubicBezTo>
                <a:cubicBezTo>
                  <a:pt x="18" y="669"/>
                  <a:pt x="11" y="645"/>
                  <a:pt x="7" y="621"/>
                </a:cubicBezTo>
                <a:cubicBezTo>
                  <a:pt x="3" y="596"/>
                  <a:pt x="0" y="571"/>
                  <a:pt x="0" y="545"/>
                </a:cubicBezTo>
                <a:moveTo>
                  <a:pt x="376" y="150"/>
                </a:moveTo>
                <a:cubicBezTo>
                  <a:pt x="376" y="77"/>
                  <a:pt x="357" y="40"/>
                  <a:pt x="319" y="40"/>
                </a:cubicBezTo>
                <a:cubicBezTo>
                  <a:pt x="293" y="40"/>
                  <a:pt x="268" y="56"/>
                  <a:pt x="244" y="88"/>
                </a:cubicBezTo>
                <a:cubicBezTo>
                  <a:pt x="219" y="121"/>
                  <a:pt x="199" y="157"/>
                  <a:pt x="184" y="198"/>
                </a:cubicBezTo>
                <a:cubicBezTo>
                  <a:pt x="168" y="239"/>
                  <a:pt x="155" y="275"/>
                  <a:pt x="146" y="307"/>
                </a:cubicBezTo>
                <a:cubicBezTo>
                  <a:pt x="137" y="338"/>
                  <a:pt x="133" y="356"/>
                  <a:pt x="132" y="361"/>
                </a:cubicBezTo>
                <a:cubicBezTo>
                  <a:pt x="168" y="362"/>
                  <a:pt x="203" y="362"/>
                  <a:pt x="237" y="362"/>
                </a:cubicBezTo>
                <a:lnTo>
                  <a:pt x="342" y="361"/>
                </a:lnTo>
                <a:cubicBezTo>
                  <a:pt x="343" y="360"/>
                  <a:pt x="346" y="348"/>
                  <a:pt x="351" y="325"/>
                </a:cubicBezTo>
                <a:cubicBezTo>
                  <a:pt x="356" y="302"/>
                  <a:pt x="361" y="273"/>
                  <a:pt x="368" y="238"/>
                </a:cubicBezTo>
                <a:cubicBezTo>
                  <a:pt x="374" y="204"/>
                  <a:pt x="377" y="174"/>
                  <a:pt x="376" y="150"/>
                </a:cubicBezTo>
                <a:moveTo>
                  <a:pt x="84" y="619"/>
                </a:moveTo>
                <a:cubicBezTo>
                  <a:pt x="84" y="695"/>
                  <a:pt x="103" y="733"/>
                  <a:pt x="142" y="733"/>
                </a:cubicBezTo>
                <a:cubicBezTo>
                  <a:pt x="152" y="733"/>
                  <a:pt x="165" y="729"/>
                  <a:pt x="177" y="722"/>
                </a:cubicBezTo>
                <a:cubicBezTo>
                  <a:pt x="189" y="715"/>
                  <a:pt x="204" y="701"/>
                  <a:pt x="221" y="681"/>
                </a:cubicBezTo>
                <a:cubicBezTo>
                  <a:pt x="238" y="661"/>
                  <a:pt x="256" y="630"/>
                  <a:pt x="273" y="587"/>
                </a:cubicBezTo>
                <a:cubicBezTo>
                  <a:pt x="290" y="545"/>
                  <a:pt x="307" y="492"/>
                  <a:pt x="325" y="430"/>
                </a:cubicBezTo>
                <a:lnTo>
                  <a:pt x="330" y="412"/>
                </a:lnTo>
                <a:lnTo>
                  <a:pt x="119" y="412"/>
                </a:lnTo>
                <a:cubicBezTo>
                  <a:pt x="119" y="414"/>
                  <a:pt x="116" y="427"/>
                  <a:pt x="109" y="453"/>
                </a:cubicBezTo>
                <a:cubicBezTo>
                  <a:pt x="103" y="478"/>
                  <a:pt x="97" y="506"/>
                  <a:pt x="92" y="537"/>
                </a:cubicBezTo>
                <a:cubicBezTo>
                  <a:pt x="87" y="568"/>
                  <a:pt x="84" y="595"/>
                  <a:pt x="84" y="619"/>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254" name=""/>
          <p:cNvSpPr/>
          <p:nvPr/>
        </p:nvSpPr>
        <p:spPr>
          <a:xfrm>
            <a:off x="936360" y="923760"/>
            <a:ext cx="131400" cy="549000"/>
          </a:xfrm>
          <a:custGeom>
            <a:avLst/>
            <a:gdLst/>
            <a:ahLst/>
            <a:rect l="0" t="0" r="r" b="b"/>
            <a:pathLst>
              <a:path w="365" h="1525">
                <a:moveTo>
                  <a:pt x="0" y="762"/>
                </a:moveTo>
                <a:cubicBezTo>
                  <a:pt x="0" y="692"/>
                  <a:pt x="5" y="625"/>
                  <a:pt x="15" y="562"/>
                </a:cubicBezTo>
                <a:cubicBezTo>
                  <a:pt x="25" y="499"/>
                  <a:pt x="37" y="445"/>
                  <a:pt x="50" y="399"/>
                </a:cubicBezTo>
                <a:cubicBezTo>
                  <a:pt x="63" y="354"/>
                  <a:pt x="82" y="309"/>
                  <a:pt x="106" y="265"/>
                </a:cubicBezTo>
                <a:cubicBezTo>
                  <a:pt x="132" y="221"/>
                  <a:pt x="151" y="187"/>
                  <a:pt x="165" y="163"/>
                </a:cubicBezTo>
                <a:cubicBezTo>
                  <a:pt x="179" y="139"/>
                  <a:pt x="201" y="112"/>
                  <a:pt x="229" y="84"/>
                </a:cubicBezTo>
                <a:cubicBezTo>
                  <a:pt x="258" y="55"/>
                  <a:pt x="274" y="38"/>
                  <a:pt x="280" y="32"/>
                </a:cubicBezTo>
                <a:cubicBezTo>
                  <a:pt x="285" y="26"/>
                  <a:pt x="297" y="15"/>
                  <a:pt x="318" y="0"/>
                </a:cubicBezTo>
                <a:lnTo>
                  <a:pt x="337" y="0"/>
                </a:lnTo>
                <a:lnTo>
                  <a:pt x="344" y="0"/>
                </a:lnTo>
                <a:cubicBezTo>
                  <a:pt x="358" y="0"/>
                  <a:pt x="365" y="5"/>
                  <a:pt x="365" y="14"/>
                </a:cubicBezTo>
                <a:cubicBezTo>
                  <a:pt x="365" y="17"/>
                  <a:pt x="356" y="27"/>
                  <a:pt x="339" y="46"/>
                </a:cubicBezTo>
                <a:cubicBezTo>
                  <a:pt x="322" y="64"/>
                  <a:pt x="301" y="91"/>
                  <a:pt x="277" y="126"/>
                </a:cubicBezTo>
                <a:cubicBezTo>
                  <a:pt x="252" y="162"/>
                  <a:pt x="227" y="206"/>
                  <a:pt x="202" y="258"/>
                </a:cubicBezTo>
                <a:cubicBezTo>
                  <a:pt x="176" y="309"/>
                  <a:pt x="155" y="379"/>
                  <a:pt x="138" y="468"/>
                </a:cubicBezTo>
                <a:cubicBezTo>
                  <a:pt x="120" y="556"/>
                  <a:pt x="111" y="654"/>
                  <a:pt x="111" y="762"/>
                </a:cubicBezTo>
                <a:cubicBezTo>
                  <a:pt x="111" y="870"/>
                  <a:pt x="120" y="967"/>
                  <a:pt x="138" y="1055"/>
                </a:cubicBezTo>
                <a:cubicBezTo>
                  <a:pt x="155" y="1142"/>
                  <a:pt x="176" y="1213"/>
                  <a:pt x="200" y="1268"/>
                </a:cubicBezTo>
                <a:cubicBezTo>
                  <a:pt x="225" y="1321"/>
                  <a:pt x="250" y="1365"/>
                  <a:pt x="275" y="1399"/>
                </a:cubicBezTo>
                <a:cubicBezTo>
                  <a:pt x="300" y="1432"/>
                  <a:pt x="322" y="1459"/>
                  <a:pt x="339" y="1479"/>
                </a:cubicBezTo>
                <a:cubicBezTo>
                  <a:pt x="356" y="1500"/>
                  <a:pt x="365" y="1510"/>
                  <a:pt x="365" y="1511"/>
                </a:cubicBezTo>
                <a:cubicBezTo>
                  <a:pt x="365" y="1521"/>
                  <a:pt x="357" y="1525"/>
                  <a:pt x="342" y="1525"/>
                </a:cubicBezTo>
                <a:lnTo>
                  <a:pt x="337" y="1525"/>
                </a:lnTo>
                <a:lnTo>
                  <a:pt x="318" y="1525"/>
                </a:lnTo>
                <a:lnTo>
                  <a:pt x="275" y="1489"/>
                </a:lnTo>
                <a:cubicBezTo>
                  <a:pt x="179" y="1402"/>
                  <a:pt x="109" y="1295"/>
                  <a:pt x="65" y="1164"/>
                </a:cubicBezTo>
                <a:cubicBezTo>
                  <a:pt x="21" y="1035"/>
                  <a:pt x="0" y="901"/>
                  <a:pt x="0" y="762"/>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255" name=""/>
          <p:cNvSpPr/>
          <p:nvPr/>
        </p:nvSpPr>
        <p:spPr>
          <a:xfrm>
            <a:off x="1109520" y="1091520"/>
            <a:ext cx="310320" cy="244080"/>
          </a:xfrm>
          <a:custGeom>
            <a:avLst/>
            <a:gdLst/>
            <a:ahLst/>
            <a:rect l="0" t="0" r="r" b="b"/>
            <a:pathLst>
              <a:path w="862" h="678">
                <a:moveTo>
                  <a:pt x="314" y="678"/>
                </a:moveTo>
                <a:cubicBezTo>
                  <a:pt x="299" y="675"/>
                  <a:pt x="245" y="674"/>
                  <a:pt x="153" y="674"/>
                </a:cubicBezTo>
                <a:cubicBezTo>
                  <a:pt x="70" y="674"/>
                  <a:pt x="23" y="675"/>
                  <a:pt x="11" y="678"/>
                </a:cubicBezTo>
                <a:lnTo>
                  <a:pt x="0" y="678"/>
                </a:lnTo>
                <a:lnTo>
                  <a:pt x="0" y="584"/>
                </a:lnTo>
                <a:lnTo>
                  <a:pt x="147" y="584"/>
                </a:lnTo>
                <a:lnTo>
                  <a:pt x="342" y="353"/>
                </a:lnTo>
                <a:lnTo>
                  <a:pt x="134" y="96"/>
                </a:lnTo>
                <a:lnTo>
                  <a:pt x="8" y="96"/>
                </a:lnTo>
                <a:lnTo>
                  <a:pt x="8" y="0"/>
                </a:lnTo>
                <a:lnTo>
                  <a:pt x="20" y="0"/>
                </a:lnTo>
                <a:cubicBezTo>
                  <a:pt x="35" y="3"/>
                  <a:pt x="91" y="5"/>
                  <a:pt x="186" y="5"/>
                </a:cubicBezTo>
                <a:cubicBezTo>
                  <a:pt x="292" y="5"/>
                  <a:pt x="354" y="3"/>
                  <a:pt x="372" y="0"/>
                </a:cubicBezTo>
                <a:lnTo>
                  <a:pt x="386" y="0"/>
                </a:lnTo>
                <a:lnTo>
                  <a:pt x="386" y="96"/>
                </a:lnTo>
                <a:lnTo>
                  <a:pt x="343" y="96"/>
                </a:lnTo>
                <a:lnTo>
                  <a:pt x="397" y="161"/>
                </a:lnTo>
                <a:cubicBezTo>
                  <a:pt x="431" y="204"/>
                  <a:pt x="449" y="225"/>
                  <a:pt x="450" y="225"/>
                </a:cubicBezTo>
                <a:cubicBezTo>
                  <a:pt x="454" y="225"/>
                  <a:pt x="473" y="203"/>
                  <a:pt x="508" y="158"/>
                </a:cubicBezTo>
                <a:lnTo>
                  <a:pt x="561" y="96"/>
                </a:lnTo>
                <a:lnTo>
                  <a:pt x="505" y="96"/>
                </a:lnTo>
                <a:lnTo>
                  <a:pt x="505" y="0"/>
                </a:lnTo>
                <a:lnTo>
                  <a:pt x="517" y="0"/>
                </a:lnTo>
                <a:cubicBezTo>
                  <a:pt x="532" y="3"/>
                  <a:pt x="586" y="5"/>
                  <a:pt x="679" y="5"/>
                </a:cubicBezTo>
                <a:cubicBezTo>
                  <a:pt x="761" y="5"/>
                  <a:pt x="809" y="3"/>
                  <a:pt x="821" y="0"/>
                </a:cubicBezTo>
                <a:lnTo>
                  <a:pt x="832" y="0"/>
                </a:lnTo>
                <a:lnTo>
                  <a:pt x="832" y="96"/>
                </a:lnTo>
                <a:lnTo>
                  <a:pt x="686" y="96"/>
                </a:lnTo>
                <a:lnTo>
                  <a:pt x="509" y="303"/>
                </a:lnTo>
                <a:lnTo>
                  <a:pt x="736" y="582"/>
                </a:lnTo>
                <a:lnTo>
                  <a:pt x="800" y="584"/>
                </a:lnTo>
                <a:lnTo>
                  <a:pt x="862" y="584"/>
                </a:lnTo>
                <a:lnTo>
                  <a:pt x="862" y="678"/>
                </a:lnTo>
                <a:lnTo>
                  <a:pt x="850" y="678"/>
                </a:lnTo>
                <a:cubicBezTo>
                  <a:pt x="835" y="675"/>
                  <a:pt x="779" y="674"/>
                  <a:pt x="683" y="674"/>
                </a:cubicBezTo>
                <a:cubicBezTo>
                  <a:pt x="577" y="674"/>
                  <a:pt x="515" y="675"/>
                  <a:pt x="497" y="678"/>
                </a:cubicBezTo>
                <a:lnTo>
                  <a:pt x="483" y="678"/>
                </a:lnTo>
                <a:lnTo>
                  <a:pt x="483" y="584"/>
                </a:lnTo>
                <a:lnTo>
                  <a:pt x="526" y="584"/>
                </a:lnTo>
                <a:cubicBezTo>
                  <a:pt x="526" y="583"/>
                  <a:pt x="506" y="557"/>
                  <a:pt x="465" y="507"/>
                </a:cubicBezTo>
                <a:cubicBezTo>
                  <a:pt x="425" y="458"/>
                  <a:pt x="404" y="432"/>
                  <a:pt x="403" y="430"/>
                </a:cubicBezTo>
                <a:lnTo>
                  <a:pt x="270" y="582"/>
                </a:lnTo>
                <a:lnTo>
                  <a:pt x="299" y="584"/>
                </a:lnTo>
                <a:lnTo>
                  <a:pt x="326" y="584"/>
                </a:lnTo>
                <a:lnTo>
                  <a:pt x="326" y="678"/>
                </a:lnTo>
                <a:lnTo>
                  <a:pt x="314" y="678"/>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256" name=""/>
          <p:cNvSpPr/>
          <p:nvPr/>
        </p:nvSpPr>
        <p:spPr>
          <a:xfrm>
            <a:off x="1456560" y="1174680"/>
            <a:ext cx="120960" cy="247680"/>
          </a:xfrm>
          <a:custGeom>
            <a:avLst/>
            <a:gdLst/>
            <a:ahLst/>
            <a:rect l="0" t="0" r="r" b="b"/>
            <a:pathLst>
              <a:path w="336" h="688">
                <a:moveTo>
                  <a:pt x="8" y="260"/>
                </a:moveTo>
                <a:cubicBezTo>
                  <a:pt x="3" y="255"/>
                  <a:pt x="0" y="251"/>
                  <a:pt x="0" y="249"/>
                </a:cubicBezTo>
                <a:cubicBezTo>
                  <a:pt x="0" y="246"/>
                  <a:pt x="1" y="240"/>
                  <a:pt x="3" y="232"/>
                </a:cubicBezTo>
                <a:cubicBezTo>
                  <a:pt x="6" y="223"/>
                  <a:pt x="7" y="218"/>
                  <a:pt x="9" y="217"/>
                </a:cubicBezTo>
                <a:cubicBezTo>
                  <a:pt x="10" y="213"/>
                  <a:pt x="14" y="211"/>
                  <a:pt x="19" y="211"/>
                </a:cubicBezTo>
                <a:cubicBezTo>
                  <a:pt x="24" y="211"/>
                  <a:pt x="42" y="211"/>
                  <a:pt x="74" y="210"/>
                </a:cubicBezTo>
                <a:lnTo>
                  <a:pt x="131" y="210"/>
                </a:lnTo>
                <a:lnTo>
                  <a:pt x="152" y="124"/>
                </a:lnTo>
                <a:cubicBezTo>
                  <a:pt x="154" y="116"/>
                  <a:pt x="157" y="106"/>
                  <a:pt x="160" y="93"/>
                </a:cubicBezTo>
                <a:cubicBezTo>
                  <a:pt x="163" y="80"/>
                  <a:pt x="165" y="71"/>
                  <a:pt x="167" y="65"/>
                </a:cubicBezTo>
                <a:cubicBezTo>
                  <a:pt x="169" y="59"/>
                  <a:pt x="172" y="52"/>
                  <a:pt x="174" y="43"/>
                </a:cubicBezTo>
                <a:cubicBezTo>
                  <a:pt x="176" y="35"/>
                  <a:pt x="179" y="29"/>
                  <a:pt x="182" y="25"/>
                </a:cubicBezTo>
                <a:cubicBezTo>
                  <a:pt x="186" y="21"/>
                  <a:pt x="189" y="17"/>
                  <a:pt x="193" y="12"/>
                </a:cubicBezTo>
                <a:cubicBezTo>
                  <a:pt x="197" y="7"/>
                  <a:pt x="202" y="4"/>
                  <a:pt x="208" y="2"/>
                </a:cubicBezTo>
                <a:cubicBezTo>
                  <a:pt x="215" y="1"/>
                  <a:pt x="221" y="0"/>
                  <a:pt x="228" y="0"/>
                </a:cubicBezTo>
                <a:cubicBezTo>
                  <a:pt x="240" y="1"/>
                  <a:pt x="249" y="5"/>
                  <a:pt x="255" y="12"/>
                </a:cubicBezTo>
                <a:cubicBezTo>
                  <a:pt x="260" y="19"/>
                  <a:pt x="262" y="26"/>
                  <a:pt x="262" y="33"/>
                </a:cubicBezTo>
                <a:cubicBezTo>
                  <a:pt x="262" y="38"/>
                  <a:pt x="259" y="54"/>
                  <a:pt x="252" y="83"/>
                </a:cubicBezTo>
                <a:cubicBezTo>
                  <a:pt x="246" y="112"/>
                  <a:pt x="239" y="140"/>
                  <a:pt x="231" y="168"/>
                </a:cubicBezTo>
                <a:lnTo>
                  <a:pt x="220" y="208"/>
                </a:lnTo>
                <a:cubicBezTo>
                  <a:pt x="220" y="210"/>
                  <a:pt x="238" y="210"/>
                  <a:pt x="274" y="210"/>
                </a:cubicBezTo>
                <a:lnTo>
                  <a:pt x="329" y="210"/>
                </a:lnTo>
                <a:cubicBezTo>
                  <a:pt x="334" y="215"/>
                  <a:pt x="336" y="219"/>
                  <a:pt x="336" y="222"/>
                </a:cubicBezTo>
                <a:cubicBezTo>
                  <a:pt x="336" y="238"/>
                  <a:pt x="332" y="251"/>
                  <a:pt x="322" y="260"/>
                </a:cubicBezTo>
                <a:lnTo>
                  <a:pt x="207" y="260"/>
                </a:lnTo>
                <a:lnTo>
                  <a:pt x="168" y="416"/>
                </a:lnTo>
                <a:cubicBezTo>
                  <a:pt x="139" y="532"/>
                  <a:pt x="125" y="594"/>
                  <a:pt x="125" y="603"/>
                </a:cubicBezTo>
                <a:cubicBezTo>
                  <a:pt x="125" y="633"/>
                  <a:pt x="135" y="648"/>
                  <a:pt x="155" y="648"/>
                </a:cubicBezTo>
                <a:cubicBezTo>
                  <a:pt x="181" y="648"/>
                  <a:pt x="205" y="636"/>
                  <a:pt x="229" y="611"/>
                </a:cubicBezTo>
                <a:cubicBezTo>
                  <a:pt x="252" y="587"/>
                  <a:pt x="271" y="557"/>
                  <a:pt x="286" y="521"/>
                </a:cubicBezTo>
                <a:cubicBezTo>
                  <a:pt x="287" y="516"/>
                  <a:pt x="289" y="514"/>
                  <a:pt x="291" y="513"/>
                </a:cubicBezTo>
                <a:cubicBezTo>
                  <a:pt x="293" y="512"/>
                  <a:pt x="299" y="512"/>
                  <a:pt x="307" y="511"/>
                </a:cubicBezTo>
                <a:lnTo>
                  <a:pt x="312" y="511"/>
                </a:lnTo>
                <a:cubicBezTo>
                  <a:pt x="322" y="511"/>
                  <a:pt x="328" y="514"/>
                  <a:pt x="328" y="520"/>
                </a:cubicBezTo>
                <a:cubicBezTo>
                  <a:pt x="328" y="522"/>
                  <a:pt x="327" y="526"/>
                  <a:pt x="325" y="532"/>
                </a:cubicBezTo>
                <a:cubicBezTo>
                  <a:pt x="321" y="544"/>
                  <a:pt x="314" y="558"/>
                  <a:pt x="305" y="573"/>
                </a:cubicBezTo>
                <a:cubicBezTo>
                  <a:pt x="296" y="589"/>
                  <a:pt x="284" y="606"/>
                  <a:pt x="269" y="624"/>
                </a:cubicBezTo>
                <a:cubicBezTo>
                  <a:pt x="253" y="642"/>
                  <a:pt x="235" y="657"/>
                  <a:pt x="214" y="669"/>
                </a:cubicBezTo>
                <a:cubicBezTo>
                  <a:pt x="192" y="682"/>
                  <a:pt x="170" y="688"/>
                  <a:pt x="148" y="688"/>
                </a:cubicBezTo>
                <a:cubicBezTo>
                  <a:pt x="125" y="688"/>
                  <a:pt x="105" y="682"/>
                  <a:pt x="85" y="671"/>
                </a:cubicBezTo>
                <a:cubicBezTo>
                  <a:pt x="66" y="661"/>
                  <a:pt x="52" y="642"/>
                  <a:pt x="43" y="615"/>
                </a:cubicBezTo>
                <a:cubicBezTo>
                  <a:pt x="42" y="610"/>
                  <a:pt x="41" y="600"/>
                  <a:pt x="41" y="586"/>
                </a:cubicBezTo>
                <a:lnTo>
                  <a:pt x="41" y="567"/>
                </a:lnTo>
                <a:lnTo>
                  <a:pt x="79" y="415"/>
                </a:lnTo>
                <a:cubicBezTo>
                  <a:pt x="104" y="314"/>
                  <a:pt x="117" y="263"/>
                  <a:pt x="118" y="262"/>
                </a:cubicBezTo>
                <a:cubicBezTo>
                  <a:pt x="118" y="261"/>
                  <a:pt x="99" y="260"/>
                  <a:pt x="63" y="260"/>
                </a:cubicBezTo>
                <a:lnTo>
                  <a:pt x="8" y="260"/>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257" name=""/>
          <p:cNvSpPr/>
          <p:nvPr/>
        </p:nvSpPr>
        <p:spPr>
          <a:xfrm>
            <a:off x="1621800" y="1312920"/>
            <a:ext cx="237240" cy="15840"/>
          </a:xfrm>
          <a:custGeom>
            <a:avLst/>
            <a:gdLst/>
            <a:ahLst/>
            <a:rect l="0" t="0" r="r" b="b"/>
            <a:pathLst>
              <a:path w="659" h="44">
                <a:moveTo>
                  <a:pt x="15" y="0"/>
                </a:moveTo>
                <a:lnTo>
                  <a:pt x="643" y="0"/>
                </a:lnTo>
                <a:cubicBezTo>
                  <a:pt x="653" y="6"/>
                  <a:pt x="659" y="13"/>
                  <a:pt x="659" y="21"/>
                </a:cubicBezTo>
                <a:cubicBezTo>
                  <a:pt x="659" y="31"/>
                  <a:pt x="653" y="38"/>
                  <a:pt x="643" y="44"/>
                </a:cubicBezTo>
                <a:lnTo>
                  <a:pt x="15" y="44"/>
                </a:lnTo>
                <a:cubicBezTo>
                  <a:pt x="5" y="39"/>
                  <a:pt x="0" y="32"/>
                  <a:pt x="0" y="21"/>
                </a:cubicBezTo>
                <a:cubicBezTo>
                  <a:pt x="0" y="12"/>
                  <a:pt x="5" y="5"/>
                  <a:pt x="15" y="0"/>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258" name=""/>
          <p:cNvSpPr/>
          <p:nvPr/>
        </p:nvSpPr>
        <p:spPr>
          <a:xfrm>
            <a:off x="1923480" y="1159200"/>
            <a:ext cx="133560" cy="258840"/>
          </a:xfrm>
          <a:custGeom>
            <a:avLst/>
            <a:gdLst/>
            <a:ahLst/>
            <a:rect l="0" t="0" r="r" b="b"/>
            <a:pathLst>
              <a:path w="371" h="719">
                <a:moveTo>
                  <a:pt x="141" y="96"/>
                </a:moveTo>
                <a:lnTo>
                  <a:pt x="127" y="101"/>
                </a:lnTo>
                <a:cubicBezTo>
                  <a:pt x="117" y="105"/>
                  <a:pt x="102" y="108"/>
                  <a:pt x="84" y="112"/>
                </a:cubicBezTo>
                <a:cubicBezTo>
                  <a:pt x="65" y="116"/>
                  <a:pt x="44" y="118"/>
                  <a:pt x="20" y="120"/>
                </a:cubicBezTo>
                <a:lnTo>
                  <a:pt x="0" y="120"/>
                </a:lnTo>
                <a:lnTo>
                  <a:pt x="0" y="70"/>
                </a:lnTo>
                <a:lnTo>
                  <a:pt x="20" y="70"/>
                </a:lnTo>
                <a:cubicBezTo>
                  <a:pt x="55" y="69"/>
                  <a:pt x="86" y="63"/>
                  <a:pt x="115" y="54"/>
                </a:cubicBezTo>
                <a:cubicBezTo>
                  <a:pt x="144" y="45"/>
                  <a:pt x="164" y="36"/>
                  <a:pt x="175" y="28"/>
                </a:cubicBezTo>
                <a:cubicBezTo>
                  <a:pt x="187" y="20"/>
                  <a:pt x="197" y="12"/>
                  <a:pt x="205" y="3"/>
                </a:cubicBezTo>
                <a:cubicBezTo>
                  <a:pt x="207" y="1"/>
                  <a:pt x="211" y="0"/>
                  <a:pt x="218" y="0"/>
                </a:cubicBezTo>
                <a:cubicBezTo>
                  <a:pt x="225" y="0"/>
                  <a:pt x="231" y="2"/>
                  <a:pt x="237" y="8"/>
                </a:cubicBezTo>
                <a:lnTo>
                  <a:pt x="237" y="330"/>
                </a:lnTo>
                <a:lnTo>
                  <a:pt x="238" y="653"/>
                </a:lnTo>
                <a:cubicBezTo>
                  <a:pt x="243" y="658"/>
                  <a:pt x="247" y="661"/>
                  <a:pt x="251" y="663"/>
                </a:cubicBezTo>
                <a:cubicBezTo>
                  <a:pt x="254" y="664"/>
                  <a:pt x="263" y="666"/>
                  <a:pt x="277" y="667"/>
                </a:cubicBezTo>
                <a:cubicBezTo>
                  <a:pt x="290" y="668"/>
                  <a:pt x="312" y="669"/>
                  <a:pt x="343" y="669"/>
                </a:cubicBezTo>
                <a:lnTo>
                  <a:pt x="371" y="669"/>
                </a:lnTo>
                <a:lnTo>
                  <a:pt x="371" y="719"/>
                </a:lnTo>
                <a:lnTo>
                  <a:pt x="360" y="719"/>
                </a:lnTo>
                <a:cubicBezTo>
                  <a:pt x="344" y="717"/>
                  <a:pt x="287" y="716"/>
                  <a:pt x="188" y="716"/>
                </a:cubicBezTo>
                <a:cubicBezTo>
                  <a:pt x="90" y="716"/>
                  <a:pt x="34" y="717"/>
                  <a:pt x="18" y="719"/>
                </a:cubicBezTo>
                <a:lnTo>
                  <a:pt x="5" y="719"/>
                </a:lnTo>
                <a:lnTo>
                  <a:pt x="5" y="669"/>
                </a:lnTo>
                <a:lnTo>
                  <a:pt x="34" y="669"/>
                </a:lnTo>
                <a:cubicBezTo>
                  <a:pt x="50" y="669"/>
                  <a:pt x="64" y="669"/>
                  <a:pt x="75" y="669"/>
                </a:cubicBezTo>
                <a:cubicBezTo>
                  <a:pt x="87" y="669"/>
                  <a:pt x="95" y="669"/>
                  <a:pt x="102" y="668"/>
                </a:cubicBezTo>
                <a:cubicBezTo>
                  <a:pt x="108" y="667"/>
                  <a:pt x="114" y="666"/>
                  <a:pt x="119" y="665"/>
                </a:cubicBezTo>
                <a:cubicBezTo>
                  <a:pt x="124" y="663"/>
                  <a:pt x="127" y="663"/>
                  <a:pt x="128" y="663"/>
                </a:cubicBezTo>
                <a:cubicBezTo>
                  <a:pt x="129" y="663"/>
                  <a:pt x="131" y="661"/>
                  <a:pt x="134" y="657"/>
                </a:cubicBezTo>
                <a:cubicBezTo>
                  <a:pt x="138" y="654"/>
                  <a:pt x="140" y="652"/>
                  <a:pt x="141" y="653"/>
                </a:cubicBezTo>
                <a:lnTo>
                  <a:pt x="141" y="96"/>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259" name=""/>
          <p:cNvSpPr/>
          <p:nvPr/>
        </p:nvSpPr>
        <p:spPr>
          <a:xfrm>
            <a:off x="2178000" y="924120"/>
            <a:ext cx="22320" cy="548280"/>
          </a:xfrm>
          <a:custGeom>
            <a:avLst/>
            <a:gdLst/>
            <a:ahLst/>
            <a:rect l="0" t="0" r="r" b="b"/>
            <a:pathLst>
              <a:path w="62" h="1523">
                <a:moveTo>
                  <a:pt x="30" y="1523"/>
                </a:moveTo>
                <a:lnTo>
                  <a:pt x="27" y="1523"/>
                </a:lnTo>
                <a:cubicBezTo>
                  <a:pt x="15" y="1523"/>
                  <a:pt x="6" y="1516"/>
                  <a:pt x="0" y="1502"/>
                </a:cubicBezTo>
                <a:lnTo>
                  <a:pt x="0" y="760"/>
                </a:lnTo>
                <a:lnTo>
                  <a:pt x="2" y="20"/>
                </a:lnTo>
                <a:cubicBezTo>
                  <a:pt x="12" y="6"/>
                  <a:pt x="21" y="0"/>
                  <a:pt x="30" y="0"/>
                </a:cubicBezTo>
                <a:cubicBezTo>
                  <a:pt x="45" y="0"/>
                  <a:pt x="55" y="7"/>
                  <a:pt x="62" y="23"/>
                </a:cubicBezTo>
                <a:lnTo>
                  <a:pt x="62" y="1502"/>
                </a:lnTo>
                <a:cubicBezTo>
                  <a:pt x="54" y="1516"/>
                  <a:pt x="45" y="1523"/>
                  <a:pt x="34" y="1523"/>
                </a:cubicBezTo>
                <a:lnTo>
                  <a:pt x="30" y="1523"/>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260" name=""/>
          <p:cNvSpPr/>
          <p:nvPr/>
        </p:nvSpPr>
        <p:spPr>
          <a:xfrm>
            <a:off x="2276640" y="1091520"/>
            <a:ext cx="310680" cy="244080"/>
          </a:xfrm>
          <a:custGeom>
            <a:avLst/>
            <a:gdLst/>
            <a:ahLst/>
            <a:rect l="0" t="0" r="r" b="b"/>
            <a:pathLst>
              <a:path w="863" h="678">
                <a:moveTo>
                  <a:pt x="315" y="678"/>
                </a:moveTo>
                <a:cubicBezTo>
                  <a:pt x="300" y="675"/>
                  <a:pt x="246" y="674"/>
                  <a:pt x="154" y="674"/>
                </a:cubicBezTo>
                <a:cubicBezTo>
                  <a:pt x="70" y="674"/>
                  <a:pt x="23" y="675"/>
                  <a:pt x="11" y="678"/>
                </a:cubicBezTo>
                <a:lnTo>
                  <a:pt x="0" y="678"/>
                </a:lnTo>
                <a:lnTo>
                  <a:pt x="0" y="584"/>
                </a:lnTo>
                <a:lnTo>
                  <a:pt x="148" y="584"/>
                </a:lnTo>
                <a:lnTo>
                  <a:pt x="343" y="353"/>
                </a:lnTo>
                <a:lnTo>
                  <a:pt x="135" y="96"/>
                </a:lnTo>
                <a:lnTo>
                  <a:pt x="8" y="96"/>
                </a:lnTo>
                <a:lnTo>
                  <a:pt x="8" y="0"/>
                </a:lnTo>
                <a:lnTo>
                  <a:pt x="20" y="0"/>
                </a:lnTo>
                <a:cubicBezTo>
                  <a:pt x="35" y="3"/>
                  <a:pt x="91" y="5"/>
                  <a:pt x="187" y="5"/>
                </a:cubicBezTo>
                <a:cubicBezTo>
                  <a:pt x="293" y="5"/>
                  <a:pt x="355" y="3"/>
                  <a:pt x="373" y="0"/>
                </a:cubicBezTo>
                <a:lnTo>
                  <a:pt x="387" y="0"/>
                </a:lnTo>
                <a:lnTo>
                  <a:pt x="387" y="96"/>
                </a:lnTo>
                <a:lnTo>
                  <a:pt x="344" y="96"/>
                </a:lnTo>
                <a:lnTo>
                  <a:pt x="398" y="161"/>
                </a:lnTo>
                <a:cubicBezTo>
                  <a:pt x="432" y="204"/>
                  <a:pt x="450" y="225"/>
                  <a:pt x="451" y="225"/>
                </a:cubicBezTo>
                <a:cubicBezTo>
                  <a:pt x="455" y="225"/>
                  <a:pt x="474" y="203"/>
                  <a:pt x="509" y="158"/>
                </a:cubicBezTo>
                <a:lnTo>
                  <a:pt x="562" y="96"/>
                </a:lnTo>
                <a:lnTo>
                  <a:pt x="506" y="96"/>
                </a:lnTo>
                <a:lnTo>
                  <a:pt x="506" y="0"/>
                </a:lnTo>
                <a:lnTo>
                  <a:pt x="518" y="0"/>
                </a:lnTo>
                <a:cubicBezTo>
                  <a:pt x="533" y="3"/>
                  <a:pt x="587" y="5"/>
                  <a:pt x="680" y="5"/>
                </a:cubicBezTo>
                <a:cubicBezTo>
                  <a:pt x="762" y="5"/>
                  <a:pt x="809" y="3"/>
                  <a:pt x="821" y="0"/>
                </a:cubicBezTo>
                <a:lnTo>
                  <a:pt x="832" y="0"/>
                </a:lnTo>
                <a:lnTo>
                  <a:pt x="832" y="96"/>
                </a:lnTo>
                <a:lnTo>
                  <a:pt x="687" y="96"/>
                </a:lnTo>
                <a:lnTo>
                  <a:pt x="510" y="303"/>
                </a:lnTo>
                <a:lnTo>
                  <a:pt x="738" y="582"/>
                </a:lnTo>
                <a:lnTo>
                  <a:pt x="800" y="584"/>
                </a:lnTo>
                <a:lnTo>
                  <a:pt x="863" y="584"/>
                </a:lnTo>
                <a:lnTo>
                  <a:pt x="863" y="678"/>
                </a:lnTo>
                <a:lnTo>
                  <a:pt x="850" y="678"/>
                </a:lnTo>
                <a:cubicBezTo>
                  <a:pt x="835" y="675"/>
                  <a:pt x="780" y="674"/>
                  <a:pt x="684" y="674"/>
                </a:cubicBezTo>
                <a:cubicBezTo>
                  <a:pt x="579" y="674"/>
                  <a:pt x="517" y="675"/>
                  <a:pt x="498" y="678"/>
                </a:cubicBezTo>
                <a:lnTo>
                  <a:pt x="485" y="678"/>
                </a:lnTo>
                <a:lnTo>
                  <a:pt x="485" y="584"/>
                </a:lnTo>
                <a:lnTo>
                  <a:pt x="527" y="584"/>
                </a:lnTo>
                <a:cubicBezTo>
                  <a:pt x="527" y="583"/>
                  <a:pt x="507" y="557"/>
                  <a:pt x="466" y="507"/>
                </a:cubicBezTo>
                <a:cubicBezTo>
                  <a:pt x="426" y="458"/>
                  <a:pt x="405" y="432"/>
                  <a:pt x="404" y="430"/>
                </a:cubicBezTo>
                <a:lnTo>
                  <a:pt x="271" y="582"/>
                </a:lnTo>
                <a:lnTo>
                  <a:pt x="300" y="584"/>
                </a:lnTo>
                <a:lnTo>
                  <a:pt x="328" y="584"/>
                </a:lnTo>
                <a:lnTo>
                  <a:pt x="328" y="678"/>
                </a:lnTo>
                <a:lnTo>
                  <a:pt x="315" y="678"/>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261" name=""/>
          <p:cNvSpPr/>
          <p:nvPr/>
        </p:nvSpPr>
        <p:spPr>
          <a:xfrm>
            <a:off x="2623680" y="1174680"/>
            <a:ext cx="120960" cy="247680"/>
          </a:xfrm>
          <a:custGeom>
            <a:avLst/>
            <a:gdLst/>
            <a:ahLst/>
            <a:rect l="0" t="0" r="r" b="b"/>
            <a:pathLst>
              <a:path w="336" h="688">
                <a:moveTo>
                  <a:pt x="8" y="260"/>
                </a:moveTo>
                <a:cubicBezTo>
                  <a:pt x="3" y="255"/>
                  <a:pt x="0" y="251"/>
                  <a:pt x="0" y="249"/>
                </a:cubicBezTo>
                <a:cubicBezTo>
                  <a:pt x="0" y="246"/>
                  <a:pt x="1" y="240"/>
                  <a:pt x="4" y="232"/>
                </a:cubicBezTo>
                <a:cubicBezTo>
                  <a:pt x="6" y="223"/>
                  <a:pt x="8" y="218"/>
                  <a:pt x="9" y="217"/>
                </a:cubicBezTo>
                <a:cubicBezTo>
                  <a:pt x="10" y="213"/>
                  <a:pt x="14" y="211"/>
                  <a:pt x="19" y="211"/>
                </a:cubicBezTo>
                <a:cubicBezTo>
                  <a:pt x="24" y="211"/>
                  <a:pt x="42" y="211"/>
                  <a:pt x="74" y="210"/>
                </a:cubicBezTo>
                <a:lnTo>
                  <a:pt x="131" y="210"/>
                </a:lnTo>
                <a:lnTo>
                  <a:pt x="151" y="124"/>
                </a:lnTo>
                <a:cubicBezTo>
                  <a:pt x="153" y="116"/>
                  <a:pt x="156" y="106"/>
                  <a:pt x="159" y="93"/>
                </a:cubicBezTo>
                <a:cubicBezTo>
                  <a:pt x="162" y="80"/>
                  <a:pt x="164" y="71"/>
                  <a:pt x="166" y="65"/>
                </a:cubicBezTo>
                <a:cubicBezTo>
                  <a:pt x="168" y="59"/>
                  <a:pt x="171" y="52"/>
                  <a:pt x="173" y="43"/>
                </a:cubicBezTo>
                <a:cubicBezTo>
                  <a:pt x="175" y="35"/>
                  <a:pt x="178" y="29"/>
                  <a:pt x="181" y="25"/>
                </a:cubicBezTo>
                <a:cubicBezTo>
                  <a:pt x="185" y="21"/>
                  <a:pt x="189" y="17"/>
                  <a:pt x="192" y="12"/>
                </a:cubicBezTo>
                <a:cubicBezTo>
                  <a:pt x="196" y="7"/>
                  <a:pt x="201" y="4"/>
                  <a:pt x="207" y="2"/>
                </a:cubicBezTo>
                <a:cubicBezTo>
                  <a:pt x="214" y="1"/>
                  <a:pt x="220" y="0"/>
                  <a:pt x="227" y="0"/>
                </a:cubicBezTo>
                <a:cubicBezTo>
                  <a:pt x="240" y="1"/>
                  <a:pt x="249" y="5"/>
                  <a:pt x="255" y="12"/>
                </a:cubicBezTo>
                <a:cubicBezTo>
                  <a:pt x="260" y="19"/>
                  <a:pt x="262" y="26"/>
                  <a:pt x="262" y="33"/>
                </a:cubicBezTo>
                <a:cubicBezTo>
                  <a:pt x="262" y="38"/>
                  <a:pt x="259" y="54"/>
                  <a:pt x="252" y="83"/>
                </a:cubicBezTo>
                <a:cubicBezTo>
                  <a:pt x="245" y="112"/>
                  <a:pt x="238" y="140"/>
                  <a:pt x="230" y="168"/>
                </a:cubicBezTo>
                <a:lnTo>
                  <a:pt x="219" y="208"/>
                </a:lnTo>
                <a:cubicBezTo>
                  <a:pt x="219" y="210"/>
                  <a:pt x="237" y="210"/>
                  <a:pt x="274" y="210"/>
                </a:cubicBezTo>
                <a:lnTo>
                  <a:pt x="329" y="210"/>
                </a:lnTo>
                <a:cubicBezTo>
                  <a:pt x="334" y="215"/>
                  <a:pt x="336" y="219"/>
                  <a:pt x="336" y="222"/>
                </a:cubicBezTo>
                <a:cubicBezTo>
                  <a:pt x="336" y="238"/>
                  <a:pt x="332" y="251"/>
                  <a:pt x="322" y="260"/>
                </a:cubicBezTo>
                <a:lnTo>
                  <a:pt x="206" y="260"/>
                </a:lnTo>
                <a:lnTo>
                  <a:pt x="167" y="416"/>
                </a:lnTo>
                <a:cubicBezTo>
                  <a:pt x="139" y="532"/>
                  <a:pt x="125" y="594"/>
                  <a:pt x="125" y="603"/>
                </a:cubicBezTo>
                <a:cubicBezTo>
                  <a:pt x="125" y="633"/>
                  <a:pt x="135" y="648"/>
                  <a:pt x="154" y="648"/>
                </a:cubicBezTo>
                <a:cubicBezTo>
                  <a:pt x="180" y="648"/>
                  <a:pt x="204" y="636"/>
                  <a:pt x="228" y="611"/>
                </a:cubicBezTo>
                <a:cubicBezTo>
                  <a:pt x="252" y="587"/>
                  <a:pt x="271" y="557"/>
                  <a:pt x="286" y="521"/>
                </a:cubicBezTo>
                <a:cubicBezTo>
                  <a:pt x="287" y="516"/>
                  <a:pt x="289" y="514"/>
                  <a:pt x="291" y="513"/>
                </a:cubicBezTo>
                <a:cubicBezTo>
                  <a:pt x="293" y="512"/>
                  <a:pt x="299" y="512"/>
                  <a:pt x="307" y="511"/>
                </a:cubicBezTo>
                <a:lnTo>
                  <a:pt x="312" y="511"/>
                </a:lnTo>
                <a:cubicBezTo>
                  <a:pt x="322" y="511"/>
                  <a:pt x="328" y="514"/>
                  <a:pt x="328" y="520"/>
                </a:cubicBezTo>
                <a:cubicBezTo>
                  <a:pt x="328" y="522"/>
                  <a:pt x="327" y="526"/>
                  <a:pt x="325" y="532"/>
                </a:cubicBezTo>
                <a:cubicBezTo>
                  <a:pt x="321" y="544"/>
                  <a:pt x="315" y="558"/>
                  <a:pt x="305" y="573"/>
                </a:cubicBezTo>
                <a:cubicBezTo>
                  <a:pt x="296" y="589"/>
                  <a:pt x="284" y="606"/>
                  <a:pt x="269" y="624"/>
                </a:cubicBezTo>
                <a:cubicBezTo>
                  <a:pt x="254" y="642"/>
                  <a:pt x="234" y="657"/>
                  <a:pt x="213" y="669"/>
                </a:cubicBezTo>
                <a:cubicBezTo>
                  <a:pt x="191" y="682"/>
                  <a:pt x="169" y="688"/>
                  <a:pt x="147" y="688"/>
                </a:cubicBezTo>
                <a:cubicBezTo>
                  <a:pt x="125" y="688"/>
                  <a:pt x="105" y="682"/>
                  <a:pt x="85" y="671"/>
                </a:cubicBezTo>
                <a:cubicBezTo>
                  <a:pt x="66" y="661"/>
                  <a:pt x="52" y="642"/>
                  <a:pt x="43" y="615"/>
                </a:cubicBezTo>
                <a:cubicBezTo>
                  <a:pt x="42" y="610"/>
                  <a:pt x="41" y="600"/>
                  <a:pt x="41" y="586"/>
                </a:cubicBezTo>
                <a:lnTo>
                  <a:pt x="41" y="567"/>
                </a:lnTo>
                <a:lnTo>
                  <a:pt x="79" y="415"/>
                </a:lnTo>
                <a:cubicBezTo>
                  <a:pt x="104" y="314"/>
                  <a:pt x="117" y="263"/>
                  <a:pt x="118" y="262"/>
                </a:cubicBezTo>
                <a:cubicBezTo>
                  <a:pt x="118" y="261"/>
                  <a:pt x="99" y="260"/>
                  <a:pt x="63" y="260"/>
                </a:cubicBezTo>
                <a:lnTo>
                  <a:pt x="8" y="260"/>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262" name=""/>
          <p:cNvSpPr/>
          <p:nvPr/>
        </p:nvSpPr>
        <p:spPr>
          <a:xfrm>
            <a:off x="2814120" y="923760"/>
            <a:ext cx="131400" cy="549000"/>
          </a:xfrm>
          <a:custGeom>
            <a:avLst/>
            <a:gdLst/>
            <a:ahLst/>
            <a:rect l="0" t="0" r="r" b="b"/>
            <a:pathLst>
              <a:path w="365" h="1525">
                <a:moveTo>
                  <a:pt x="8" y="1"/>
                </a:moveTo>
                <a:lnTo>
                  <a:pt x="15" y="0"/>
                </a:lnTo>
                <a:cubicBezTo>
                  <a:pt x="20" y="0"/>
                  <a:pt x="25" y="0"/>
                  <a:pt x="30" y="0"/>
                </a:cubicBezTo>
                <a:lnTo>
                  <a:pt x="48" y="0"/>
                </a:lnTo>
                <a:lnTo>
                  <a:pt x="91" y="37"/>
                </a:lnTo>
                <a:cubicBezTo>
                  <a:pt x="186" y="123"/>
                  <a:pt x="256" y="231"/>
                  <a:pt x="300" y="360"/>
                </a:cubicBezTo>
                <a:cubicBezTo>
                  <a:pt x="343" y="489"/>
                  <a:pt x="365" y="623"/>
                  <a:pt x="365" y="762"/>
                </a:cubicBezTo>
                <a:cubicBezTo>
                  <a:pt x="365" y="831"/>
                  <a:pt x="360" y="898"/>
                  <a:pt x="350" y="962"/>
                </a:cubicBezTo>
                <a:cubicBezTo>
                  <a:pt x="340" y="1026"/>
                  <a:pt x="328" y="1080"/>
                  <a:pt x="315" y="1125"/>
                </a:cubicBezTo>
                <a:cubicBezTo>
                  <a:pt x="302" y="1170"/>
                  <a:pt x="283" y="1214"/>
                  <a:pt x="258" y="1260"/>
                </a:cubicBezTo>
                <a:cubicBezTo>
                  <a:pt x="234" y="1305"/>
                  <a:pt x="215" y="1339"/>
                  <a:pt x="201" y="1362"/>
                </a:cubicBezTo>
                <a:cubicBezTo>
                  <a:pt x="186" y="1385"/>
                  <a:pt x="166" y="1411"/>
                  <a:pt x="138" y="1440"/>
                </a:cubicBezTo>
                <a:cubicBezTo>
                  <a:pt x="111" y="1468"/>
                  <a:pt x="94" y="1485"/>
                  <a:pt x="89" y="1490"/>
                </a:cubicBezTo>
                <a:cubicBezTo>
                  <a:pt x="84" y="1495"/>
                  <a:pt x="73" y="1505"/>
                  <a:pt x="54" y="1519"/>
                </a:cubicBezTo>
                <a:cubicBezTo>
                  <a:pt x="51" y="1522"/>
                  <a:pt x="49" y="1524"/>
                  <a:pt x="48" y="1525"/>
                </a:cubicBezTo>
                <a:lnTo>
                  <a:pt x="30" y="1525"/>
                </a:lnTo>
                <a:cubicBezTo>
                  <a:pt x="22" y="1525"/>
                  <a:pt x="16" y="1525"/>
                  <a:pt x="13" y="1525"/>
                </a:cubicBezTo>
                <a:cubicBezTo>
                  <a:pt x="10" y="1525"/>
                  <a:pt x="7" y="1524"/>
                  <a:pt x="4" y="1521"/>
                </a:cubicBezTo>
                <a:cubicBezTo>
                  <a:pt x="2" y="1518"/>
                  <a:pt x="1" y="1513"/>
                  <a:pt x="0" y="1507"/>
                </a:cubicBezTo>
                <a:cubicBezTo>
                  <a:pt x="1" y="1506"/>
                  <a:pt x="7" y="1499"/>
                  <a:pt x="18" y="1487"/>
                </a:cubicBezTo>
                <a:cubicBezTo>
                  <a:pt x="175" y="1323"/>
                  <a:pt x="254" y="1081"/>
                  <a:pt x="254" y="762"/>
                </a:cubicBezTo>
                <a:cubicBezTo>
                  <a:pt x="254" y="443"/>
                  <a:pt x="175" y="202"/>
                  <a:pt x="18" y="38"/>
                </a:cubicBezTo>
                <a:cubicBezTo>
                  <a:pt x="7" y="26"/>
                  <a:pt x="1" y="19"/>
                  <a:pt x="0" y="18"/>
                </a:cubicBezTo>
                <a:cubicBezTo>
                  <a:pt x="0" y="10"/>
                  <a:pt x="2" y="5"/>
                  <a:pt x="8" y="1"/>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263" name=""/>
          <p:cNvSpPr txBox="1"/>
          <p:nvPr/>
        </p:nvSpPr>
        <p:spPr>
          <a:xfrm>
            <a:off x="2997720" y="941400"/>
            <a:ext cx="6130080" cy="484920"/>
          </a:xfrm>
          <a:prstGeom prst="rect">
            <a:avLst/>
          </a:prstGeom>
          <a:noFill/>
          <a:ln w="0">
            <a:noFill/>
          </a:ln>
        </p:spPr>
        <p:txBody>
          <a:bodyPr wrap="none" lIns="0" rIns="0" tIns="0" bIns="0" anchor="t">
            <a:spAutoFit/>
          </a:bodyPr>
          <a:p>
            <a:r>
              <a:rPr b="1" lang="en-US" sz="3420" strike="noStrike" u="none">
                <a:solidFill>
                  <a:srgbClr val="333333"/>
                </a:solidFill>
                <a:effectLst/>
                <a:uFillTx/>
                <a:latin typeface="NotoSansJP-Thin_"/>
                <a:ea typeface="NotoSansJP-Thin_"/>
              </a:rPr>
              <a:t> : </a:t>
            </a:r>
            <a:r>
              <a:rPr b="1" lang="zh-CN" sz="3420" strike="noStrike" u="none">
                <a:solidFill>
                  <a:srgbClr val="333333"/>
                </a:solidFill>
                <a:effectLst/>
                <a:uFillTx/>
                <a:latin typeface="NotoSansJP-Thin_"/>
                <a:ea typeface="NotoSansJP-Thin_"/>
              </a:rPr>
              <a:t>ノイズからデータを復元する</a:t>
            </a:r>
            <a:endParaRPr b="0" lang="en-US" sz="3420" strike="noStrike" u="none">
              <a:solidFill>
                <a:srgbClr val="000000"/>
              </a:solidFill>
              <a:effectLst/>
              <a:uFillTx/>
              <a:latin typeface="Times New Roman"/>
            </a:endParaRPr>
          </a:p>
        </p:txBody>
      </p:sp>
      <p:sp>
        <p:nvSpPr>
          <p:cNvPr id="264" name=""/>
          <p:cNvSpPr/>
          <p:nvPr/>
        </p:nvSpPr>
        <p:spPr>
          <a:xfrm>
            <a:off x="389520" y="2446200"/>
            <a:ext cx="231840" cy="182520"/>
          </a:xfrm>
          <a:custGeom>
            <a:avLst/>
            <a:gdLst/>
            <a:ahLst/>
            <a:rect l="0" t="0" r="r" b="b"/>
            <a:pathLst>
              <a:path w="644" h="507">
                <a:moveTo>
                  <a:pt x="234" y="507"/>
                </a:moveTo>
                <a:cubicBezTo>
                  <a:pt x="223" y="504"/>
                  <a:pt x="183" y="503"/>
                  <a:pt x="114" y="503"/>
                </a:cubicBezTo>
                <a:cubicBezTo>
                  <a:pt x="52" y="503"/>
                  <a:pt x="17" y="504"/>
                  <a:pt x="8" y="507"/>
                </a:cubicBezTo>
                <a:lnTo>
                  <a:pt x="0" y="507"/>
                </a:lnTo>
                <a:lnTo>
                  <a:pt x="0" y="436"/>
                </a:lnTo>
                <a:lnTo>
                  <a:pt x="109" y="436"/>
                </a:lnTo>
                <a:lnTo>
                  <a:pt x="255" y="264"/>
                </a:lnTo>
                <a:lnTo>
                  <a:pt x="100" y="72"/>
                </a:lnTo>
                <a:lnTo>
                  <a:pt x="6" y="72"/>
                </a:lnTo>
                <a:lnTo>
                  <a:pt x="6" y="0"/>
                </a:lnTo>
                <a:lnTo>
                  <a:pt x="15" y="0"/>
                </a:lnTo>
                <a:cubicBezTo>
                  <a:pt x="26" y="2"/>
                  <a:pt x="67" y="4"/>
                  <a:pt x="139" y="4"/>
                </a:cubicBezTo>
                <a:cubicBezTo>
                  <a:pt x="218" y="4"/>
                  <a:pt x="264" y="2"/>
                  <a:pt x="278" y="0"/>
                </a:cubicBezTo>
                <a:lnTo>
                  <a:pt x="288" y="0"/>
                </a:lnTo>
                <a:lnTo>
                  <a:pt x="288" y="72"/>
                </a:lnTo>
                <a:lnTo>
                  <a:pt x="256" y="72"/>
                </a:lnTo>
                <a:lnTo>
                  <a:pt x="296" y="121"/>
                </a:lnTo>
                <a:cubicBezTo>
                  <a:pt x="322" y="153"/>
                  <a:pt x="335" y="168"/>
                  <a:pt x="336" y="168"/>
                </a:cubicBezTo>
                <a:cubicBezTo>
                  <a:pt x="339" y="168"/>
                  <a:pt x="353" y="152"/>
                  <a:pt x="379" y="118"/>
                </a:cubicBezTo>
                <a:lnTo>
                  <a:pt x="419" y="72"/>
                </a:lnTo>
                <a:lnTo>
                  <a:pt x="377" y="72"/>
                </a:lnTo>
                <a:lnTo>
                  <a:pt x="377" y="0"/>
                </a:lnTo>
                <a:lnTo>
                  <a:pt x="386" y="0"/>
                </a:lnTo>
                <a:cubicBezTo>
                  <a:pt x="397" y="2"/>
                  <a:pt x="437" y="4"/>
                  <a:pt x="506" y="4"/>
                </a:cubicBezTo>
                <a:cubicBezTo>
                  <a:pt x="569" y="4"/>
                  <a:pt x="604" y="2"/>
                  <a:pt x="613" y="0"/>
                </a:cubicBezTo>
                <a:lnTo>
                  <a:pt x="621" y="0"/>
                </a:lnTo>
                <a:lnTo>
                  <a:pt x="621" y="72"/>
                </a:lnTo>
                <a:lnTo>
                  <a:pt x="512" y="72"/>
                </a:lnTo>
                <a:lnTo>
                  <a:pt x="380" y="227"/>
                </a:lnTo>
                <a:lnTo>
                  <a:pt x="551" y="435"/>
                </a:lnTo>
                <a:lnTo>
                  <a:pt x="597" y="436"/>
                </a:lnTo>
                <a:lnTo>
                  <a:pt x="644" y="436"/>
                </a:lnTo>
                <a:lnTo>
                  <a:pt x="644" y="507"/>
                </a:lnTo>
                <a:lnTo>
                  <a:pt x="635" y="507"/>
                </a:lnTo>
                <a:cubicBezTo>
                  <a:pt x="624" y="504"/>
                  <a:pt x="582" y="503"/>
                  <a:pt x="510" y="503"/>
                </a:cubicBezTo>
                <a:cubicBezTo>
                  <a:pt x="431" y="503"/>
                  <a:pt x="385" y="504"/>
                  <a:pt x="371" y="507"/>
                </a:cubicBezTo>
                <a:lnTo>
                  <a:pt x="361" y="507"/>
                </a:lnTo>
                <a:lnTo>
                  <a:pt x="361" y="436"/>
                </a:lnTo>
                <a:lnTo>
                  <a:pt x="393" y="436"/>
                </a:lnTo>
                <a:cubicBezTo>
                  <a:pt x="393" y="435"/>
                  <a:pt x="377" y="416"/>
                  <a:pt x="347" y="379"/>
                </a:cubicBezTo>
                <a:cubicBezTo>
                  <a:pt x="317" y="342"/>
                  <a:pt x="301" y="323"/>
                  <a:pt x="300" y="321"/>
                </a:cubicBezTo>
                <a:lnTo>
                  <a:pt x="201" y="435"/>
                </a:lnTo>
                <a:lnTo>
                  <a:pt x="223" y="436"/>
                </a:lnTo>
                <a:lnTo>
                  <a:pt x="244" y="436"/>
                </a:lnTo>
                <a:lnTo>
                  <a:pt x="244" y="507"/>
                </a:lnTo>
                <a:lnTo>
                  <a:pt x="234" y="507"/>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265" name=""/>
          <p:cNvSpPr/>
          <p:nvPr/>
        </p:nvSpPr>
        <p:spPr>
          <a:xfrm>
            <a:off x="649080" y="2493360"/>
            <a:ext cx="198360" cy="196560"/>
          </a:xfrm>
          <a:custGeom>
            <a:avLst/>
            <a:gdLst/>
            <a:ahLst/>
            <a:rect l="0" t="0" r="r" b="b"/>
            <a:pathLst>
              <a:path w="551" h="546">
                <a:moveTo>
                  <a:pt x="16" y="194"/>
                </a:moveTo>
                <a:cubicBezTo>
                  <a:pt x="6" y="194"/>
                  <a:pt x="0" y="191"/>
                  <a:pt x="0" y="187"/>
                </a:cubicBezTo>
                <a:cubicBezTo>
                  <a:pt x="0" y="185"/>
                  <a:pt x="5" y="169"/>
                  <a:pt x="13" y="142"/>
                </a:cubicBezTo>
                <a:cubicBezTo>
                  <a:pt x="22" y="115"/>
                  <a:pt x="31" y="88"/>
                  <a:pt x="41" y="61"/>
                </a:cubicBezTo>
                <a:lnTo>
                  <a:pt x="54" y="21"/>
                </a:lnTo>
                <a:cubicBezTo>
                  <a:pt x="57" y="12"/>
                  <a:pt x="61" y="5"/>
                  <a:pt x="65" y="0"/>
                </a:cubicBezTo>
                <a:lnTo>
                  <a:pt x="443" y="0"/>
                </a:lnTo>
                <a:lnTo>
                  <a:pt x="515" y="0"/>
                </a:lnTo>
                <a:cubicBezTo>
                  <a:pt x="532" y="0"/>
                  <a:pt x="542" y="1"/>
                  <a:pt x="546" y="1"/>
                </a:cubicBezTo>
                <a:cubicBezTo>
                  <a:pt x="549" y="2"/>
                  <a:pt x="551" y="4"/>
                  <a:pt x="551" y="9"/>
                </a:cubicBezTo>
                <a:cubicBezTo>
                  <a:pt x="551" y="12"/>
                  <a:pt x="547" y="42"/>
                  <a:pt x="537" y="100"/>
                </a:cubicBezTo>
                <a:cubicBezTo>
                  <a:pt x="528" y="158"/>
                  <a:pt x="523" y="187"/>
                  <a:pt x="522" y="188"/>
                </a:cubicBezTo>
                <a:cubicBezTo>
                  <a:pt x="522" y="192"/>
                  <a:pt x="517" y="194"/>
                  <a:pt x="507" y="194"/>
                </a:cubicBezTo>
                <a:cubicBezTo>
                  <a:pt x="502" y="194"/>
                  <a:pt x="499" y="194"/>
                  <a:pt x="497" y="194"/>
                </a:cubicBezTo>
                <a:cubicBezTo>
                  <a:pt x="496" y="194"/>
                  <a:pt x="494" y="192"/>
                  <a:pt x="492" y="190"/>
                </a:cubicBezTo>
                <a:lnTo>
                  <a:pt x="491" y="187"/>
                </a:lnTo>
                <a:cubicBezTo>
                  <a:pt x="491" y="184"/>
                  <a:pt x="492" y="172"/>
                  <a:pt x="496" y="151"/>
                </a:cubicBezTo>
                <a:cubicBezTo>
                  <a:pt x="499" y="130"/>
                  <a:pt x="500" y="114"/>
                  <a:pt x="500" y="102"/>
                </a:cubicBezTo>
                <a:cubicBezTo>
                  <a:pt x="500" y="83"/>
                  <a:pt x="497" y="69"/>
                  <a:pt x="490" y="59"/>
                </a:cubicBezTo>
                <a:cubicBezTo>
                  <a:pt x="483" y="50"/>
                  <a:pt x="468" y="43"/>
                  <a:pt x="446" y="39"/>
                </a:cubicBezTo>
                <a:cubicBezTo>
                  <a:pt x="443" y="39"/>
                  <a:pt x="427" y="38"/>
                  <a:pt x="399" y="38"/>
                </a:cubicBezTo>
                <a:cubicBezTo>
                  <a:pt x="374" y="38"/>
                  <a:pt x="359" y="38"/>
                  <a:pt x="352" y="38"/>
                </a:cubicBezTo>
                <a:cubicBezTo>
                  <a:pt x="346" y="39"/>
                  <a:pt x="341" y="41"/>
                  <a:pt x="338" y="45"/>
                </a:cubicBezTo>
                <a:cubicBezTo>
                  <a:pt x="337" y="45"/>
                  <a:pt x="318" y="120"/>
                  <a:pt x="281" y="269"/>
                </a:cubicBezTo>
                <a:cubicBezTo>
                  <a:pt x="243" y="419"/>
                  <a:pt x="224" y="495"/>
                  <a:pt x="224" y="498"/>
                </a:cubicBezTo>
                <a:cubicBezTo>
                  <a:pt x="224" y="504"/>
                  <a:pt x="248" y="508"/>
                  <a:pt x="295" y="509"/>
                </a:cubicBezTo>
                <a:cubicBezTo>
                  <a:pt x="312" y="509"/>
                  <a:pt x="323" y="510"/>
                  <a:pt x="328" y="510"/>
                </a:cubicBezTo>
                <a:cubicBezTo>
                  <a:pt x="333" y="511"/>
                  <a:pt x="335" y="513"/>
                  <a:pt x="335" y="517"/>
                </a:cubicBezTo>
                <a:cubicBezTo>
                  <a:pt x="335" y="520"/>
                  <a:pt x="335" y="524"/>
                  <a:pt x="333" y="529"/>
                </a:cubicBezTo>
                <a:cubicBezTo>
                  <a:pt x="331" y="538"/>
                  <a:pt x="328" y="544"/>
                  <a:pt x="326" y="546"/>
                </a:cubicBezTo>
                <a:lnTo>
                  <a:pt x="324" y="546"/>
                </a:lnTo>
                <a:cubicBezTo>
                  <a:pt x="323" y="546"/>
                  <a:pt x="321" y="546"/>
                  <a:pt x="319" y="546"/>
                </a:cubicBezTo>
                <a:cubicBezTo>
                  <a:pt x="316" y="546"/>
                  <a:pt x="302" y="546"/>
                  <a:pt x="277" y="546"/>
                </a:cubicBezTo>
                <a:cubicBezTo>
                  <a:pt x="251" y="545"/>
                  <a:pt x="215" y="545"/>
                  <a:pt x="168" y="545"/>
                </a:cubicBezTo>
                <a:cubicBezTo>
                  <a:pt x="98" y="545"/>
                  <a:pt x="54" y="545"/>
                  <a:pt x="35" y="546"/>
                </a:cubicBezTo>
                <a:lnTo>
                  <a:pt x="23" y="546"/>
                </a:lnTo>
                <a:cubicBezTo>
                  <a:pt x="20" y="543"/>
                  <a:pt x="18" y="541"/>
                  <a:pt x="18" y="539"/>
                </a:cubicBezTo>
                <a:cubicBezTo>
                  <a:pt x="18" y="537"/>
                  <a:pt x="19" y="533"/>
                  <a:pt x="20" y="525"/>
                </a:cubicBezTo>
                <a:cubicBezTo>
                  <a:pt x="22" y="518"/>
                  <a:pt x="25" y="513"/>
                  <a:pt x="28" y="509"/>
                </a:cubicBezTo>
                <a:lnTo>
                  <a:pt x="50" y="509"/>
                </a:lnTo>
                <a:lnTo>
                  <a:pt x="59" y="509"/>
                </a:lnTo>
                <a:cubicBezTo>
                  <a:pt x="102" y="509"/>
                  <a:pt x="129" y="507"/>
                  <a:pt x="137" y="502"/>
                </a:cubicBezTo>
                <a:lnTo>
                  <a:pt x="138" y="501"/>
                </a:lnTo>
                <a:cubicBezTo>
                  <a:pt x="141" y="500"/>
                  <a:pt x="144" y="494"/>
                  <a:pt x="146" y="485"/>
                </a:cubicBezTo>
                <a:cubicBezTo>
                  <a:pt x="149" y="476"/>
                  <a:pt x="160" y="434"/>
                  <a:pt x="179" y="358"/>
                </a:cubicBezTo>
                <a:cubicBezTo>
                  <a:pt x="188" y="321"/>
                  <a:pt x="195" y="292"/>
                  <a:pt x="201" y="268"/>
                </a:cubicBezTo>
                <a:cubicBezTo>
                  <a:pt x="239" y="121"/>
                  <a:pt x="257" y="46"/>
                  <a:pt x="257" y="42"/>
                </a:cubicBezTo>
                <a:cubicBezTo>
                  <a:pt x="257" y="40"/>
                  <a:pt x="250" y="38"/>
                  <a:pt x="234" y="38"/>
                </a:cubicBezTo>
                <a:lnTo>
                  <a:pt x="209" y="38"/>
                </a:lnTo>
                <a:cubicBezTo>
                  <a:pt x="173" y="38"/>
                  <a:pt x="150" y="40"/>
                  <a:pt x="138" y="43"/>
                </a:cubicBezTo>
                <a:cubicBezTo>
                  <a:pt x="113" y="49"/>
                  <a:pt x="94" y="59"/>
                  <a:pt x="81" y="76"/>
                </a:cubicBezTo>
                <a:cubicBezTo>
                  <a:pt x="68" y="93"/>
                  <a:pt x="53" y="124"/>
                  <a:pt x="37" y="169"/>
                </a:cubicBezTo>
                <a:cubicBezTo>
                  <a:pt x="34" y="181"/>
                  <a:pt x="31" y="188"/>
                  <a:pt x="29" y="190"/>
                </a:cubicBezTo>
                <a:cubicBezTo>
                  <a:pt x="28" y="193"/>
                  <a:pt x="24" y="194"/>
                  <a:pt x="18" y="194"/>
                </a:cubicBezTo>
                <a:lnTo>
                  <a:pt x="16" y="194"/>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266" name=""/>
          <p:cNvSpPr/>
          <p:nvPr/>
        </p:nvSpPr>
        <p:spPr>
          <a:xfrm>
            <a:off x="1004040" y="2477880"/>
            <a:ext cx="273600" cy="96120"/>
          </a:xfrm>
          <a:custGeom>
            <a:avLst/>
            <a:gdLst/>
            <a:ahLst/>
            <a:rect l="0" t="0" r="r" b="b"/>
            <a:pathLst>
              <a:path w="760" h="267">
                <a:moveTo>
                  <a:pt x="0" y="230"/>
                </a:moveTo>
                <a:cubicBezTo>
                  <a:pt x="0" y="173"/>
                  <a:pt x="17" y="119"/>
                  <a:pt x="52" y="72"/>
                </a:cubicBezTo>
                <a:cubicBezTo>
                  <a:pt x="87" y="24"/>
                  <a:pt x="133" y="0"/>
                  <a:pt x="190" y="0"/>
                </a:cubicBezTo>
                <a:cubicBezTo>
                  <a:pt x="219" y="0"/>
                  <a:pt x="247" y="7"/>
                  <a:pt x="274" y="20"/>
                </a:cubicBezTo>
                <a:cubicBezTo>
                  <a:pt x="302" y="34"/>
                  <a:pt x="327" y="51"/>
                  <a:pt x="349" y="72"/>
                </a:cubicBezTo>
                <a:cubicBezTo>
                  <a:pt x="372" y="92"/>
                  <a:pt x="395" y="112"/>
                  <a:pt x="417" y="131"/>
                </a:cubicBezTo>
                <a:cubicBezTo>
                  <a:pt x="439" y="150"/>
                  <a:pt x="463" y="166"/>
                  <a:pt x="488" y="182"/>
                </a:cubicBezTo>
                <a:cubicBezTo>
                  <a:pt x="514" y="196"/>
                  <a:pt x="541" y="203"/>
                  <a:pt x="568" y="203"/>
                </a:cubicBezTo>
                <a:cubicBezTo>
                  <a:pt x="615" y="203"/>
                  <a:pt x="654" y="186"/>
                  <a:pt x="684" y="149"/>
                </a:cubicBezTo>
                <a:cubicBezTo>
                  <a:pt x="714" y="113"/>
                  <a:pt x="728" y="75"/>
                  <a:pt x="728" y="33"/>
                </a:cubicBezTo>
                <a:cubicBezTo>
                  <a:pt x="728" y="24"/>
                  <a:pt x="730" y="16"/>
                  <a:pt x="733" y="10"/>
                </a:cubicBezTo>
                <a:cubicBezTo>
                  <a:pt x="736" y="4"/>
                  <a:pt x="740" y="1"/>
                  <a:pt x="744" y="0"/>
                </a:cubicBezTo>
                <a:cubicBezTo>
                  <a:pt x="755" y="0"/>
                  <a:pt x="760" y="12"/>
                  <a:pt x="760" y="37"/>
                </a:cubicBezTo>
                <a:cubicBezTo>
                  <a:pt x="760" y="94"/>
                  <a:pt x="743" y="146"/>
                  <a:pt x="709" y="194"/>
                </a:cubicBezTo>
                <a:cubicBezTo>
                  <a:pt x="675" y="242"/>
                  <a:pt x="631" y="266"/>
                  <a:pt x="577" y="266"/>
                </a:cubicBezTo>
                <a:lnTo>
                  <a:pt x="568" y="266"/>
                </a:lnTo>
                <a:cubicBezTo>
                  <a:pt x="540" y="266"/>
                  <a:pt x="512" y="259"/>
                  <a:pt x="485" y="246"/>
                </a:cubicBezTo>
                <a:cubicBezTo>
                  <a:pt x="458" y="232"/>
                  <a:pt x="432" y="215"/>
                  <a:pt x="409" y="195"/>
                </a:cubicBezTo>
                <a:cubicBezTo>
                  <a:pt x="385" y="176"/>
                  <a:pt x="363" y="155"/>
                  <a:pt x="342" y="135"/>
                </a:cubicBezTo>
                <a:cubicBezTo>
                  <a:pt x="320" y="116"/>
                  <a:pt x="296" y="98"/>
                  <a:pt x="270" y="84"/>
                </a:cubicBezTo>
                <a:cubicBezTo>
                  <a:pt x="243" y="70"/>
                  <a:pt x="217" y="63"/>
                  <a:pt x="191" y="64"/>
                </a:cubicBezTo>
                <a:cubicBezTo>
                  <a:pt x="158" y="64"/>
                  <a:pt x="128" y="73"/>
                  <a:pt x="102" y="92"/>
                </a:cubicBezTo>
                <a:cubicBezTo>
                  <a:pt x="75" y="114"/>
                  <a:pt x="57" y="140"/>
                  <a:pt x="47" y="170"/>
                </a:cubicBezTo>
                <a:cubicBezTo>
                  <a:pt x="37" y="200"/>
                  <a:pt x="31" y="224"/>
                  <a:pt x="28" y="241"/>
                </a:cubicBezTo>
                <a:cubicBezTo>
                  <a:pt x="26" y="258"/>
                  <a:pt x="22" y="267"/>
                  <a:pt x="16" y="267"/>
                </a:cubicBezTo>
                <a:cubicBezTo>
                  <a:pt x="5" y="267"/>
                  <a:pt x="0" y="255"/>
                  <a:pt x="0" y="230"/>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267" name=""/>
          <p:cNvSpPr/>
          <p:nvPr/>
        </p:nvSpPr>
        <p:spPr>
          <a:xfrm>
            <a:off x="1403280" y="2304720"/>
            <a:ext cx="412560" cy="344520"/>
          </a:xfrm>
          <a:custGeom>
            <a:avLst/>
            <a:gdLst/>
            <a:ahLst/>
            <a:rect l="0" t="0" r="r" b="b"/>
            <a:pathLst>
              <a:path w="1146" h="957">
                <a:moveTo>
                  <a:pt x="422" y="96"/>
                </a:moveTo>
                <a:cubicBezTo>
                  <a:pt x="433" y="96"/>
                  <a:pt x="439" y="99"/>
                  <a:pt x="439" y="104"/>
                </a:cubicBezTo>
                <a:cubicBezTo>
                  <a:pt x="440" y="106"/>
                  <a:pt x="445" y="121"/>
                  <a:pt x="452" y="150"/>
                </a:cubicBezTo>
                <a:cubicBezTo>
                  <a:pt x="460" y="178"/>
                  <a:pt x="476" y="229"/>
                  <a:pt x="499" y="302"/>
                </a:cubicBezTo>
                <a:cubicBezTo>
                  <a:pt x="523" y="375"/>
                  <a:pt x="550" y="453"/>
                  <a:pt x="582" y="535"/>
                </a:cubicBezTo>
                <a:cubicBezTo>
                  <a:pt x="622" y="645"/>
                  <a:pt x="662" y="735"/>
                  <a:pt x="703" y="806"/>
                </a:cubicBezTo>
                <a:lnTo>
                  <a:pt x="709" y="816"/>
                </a:lnTo>
                <a:lnTo>
                  <a:pt x="731" y="726"/>
                </a:lnTo>
                <a:cubicBezTo>
                  <a:pt x="755" y="633"/>
                  <a:pt x="781" y="536"/>
                  <a:pt x="809" y="435"/>
                </a:cubicBezTo>
                <a:cubicBezTo>
                  <a:pt x="844" y="311"/>
                  <a:pt x="870" y="224"/>
                  <a:pt x="887" y="173"/>
                </a:cubicBezTo>
                <a:cubicBezTo>
                  <a:pt x="905" y="123"/>
                  <a:pt x="923" y="89"/>
                  <a:pt x="941" y="71"/>
                </a:cubicBezTo>
                <a:cubicBezTo>
                  <a:pt x="981" y="31"/>
                  <a:pt x="1033" y="8"/>
                  <a:pt x="1098" y="2"/>
                </a:cubicBezTo>
                <a:cubicBezTo>
                  <a:pt x="1099" y="2"/>
                  <a:pt x="1103" y="2"/>
                  <a:pt x="1109" y="2"/>
                </a:cubicBezTo>
                <a:cubicBezTo>
                  <a:pt x="1115" y="2"/>
                  <a:pt x="1120" y="1"/>
                  <a:pt x="1122" y="0"/>
                </a:cubicBezTo>
                <a:lnTo>
                  <a:pt x="1126" y="0"/>
                </a:lnTo>
                <a:cubicBezTo>
                  <a:pt x="1139" y="0"/>
                  <a:pt x="1146" y="10"/>
                  <a:pt x="1146" y="28"/>
                </a:cubicBezTo>
                <a:cubicBezTo>
                  <a:pt x="1146" y="60"/>
                  <a:pt x="1135" y="88"/>
                  <a:pt x="1114" y="111"/>
                </a:cubicBezTo>
                <a:cubicBezTo>
                  <a:pt x="1107" y="118"/>
                  <a:pt x="1097" y="121"/>
                  <a:pt x="1083" y="121"/>
                </a:cubicBezTo>
                <a:cubicBezTo>
                  <a:pt x="1056" y="123"/>
                  <a:pt x="1031" y="127"/>
                  <a:pt x="1009" y="134"/>
                </a:cubicBezTo>
                <a:cubicBezTo>
                  <a:pt x="987" y="140"/>
                  <a:pt x="972" y="147"/>
                  <a:pt x="962" y="154"/>
                </a:cubicBezTo>
                <a:cubicBezTo>
                  <a:pt x="953" y="161"/>
                  <a:pt x="948" y="167"/>
                  <a:pt x="945" y="171"/>
                </a:cubicBezTo>
                <a:cubicBezTo>
                  <a:pt x="931" y="195"/>
                  <a:pt x="895" y="315"/>
                  <a:pt x="837" y="532"/>
                </a:cubicBezTo>
                <a:cubicBezTo>
                  <a:pt x="780" y="749"/>
                  <a:pt x="750" y="867"/>
                  <a:pt x="750" y="883"/>
                </a:cubicBezTo>
                <a:cubicBezTo>
                  <a:pt x="750" y="883"/>
                  <a:pt x="749" y="883"/>
                  <a:pt x="748" y="883"/>
                </a:cubicBezTo>
                <a:cubicBezTo>
                  <a:pt x="748" y="881"/>
                  <a:pt x="748" y="881"/>
                  <a:pt x="747" y="883"/>
                </a:cubicBezTo>
                <a:cubicBezTo>
                  <a:pt x="747" y="883"/>
                  <a:pt x="746" y="884"/>
                  <a:pt x="746" y="886"/>
                </a:cubicBezTo>
                <a:cubicBezTo>
                  <a:pt x="741" y="898"/>
                  <a:pt x="731" y="909"/>
                  <a:pt x="715" y="919"/>
                </a:cubicBezTo>
                <a:cubicBezTo>
                  <a:pt x="700" y="929"/>
                  <a:pt x="685" y="934"/>
                  <a:pt x="669" y="935"/>
                </a:cubicBezTo>
                <a:cubicBezTo>
                  <a:pt x="661" y="935"/>
                  <a:pt x="656" y="934"/>
                  <a:pt x="653" y="931"/>
                </a:cubicBezTo>
                <a:cubicBezTo>
                  <a:pt x="650" y="929"/>
                  <a:pt x="644" y="921"/>
                  <a:pt x="635" y="908"/>
                </a:cubicBezTo>
                <a:cubicBezTo>
                  <a:pt x="600" y="851"/>
                  <a:pt x="572" y="802"/>
                  <a:pt x="553" y="759"/>
                </a:cubicBezTo>
                <a:cubicBezTo>
                  <a:pt x="533" y="716"/>
                  <a:pt x="510" y="660"/>
                  <a:pt x="484" y="589"/>
                </a:cubicBezTo>
                <a:cubicBezTo>
                  <a:pt x="449" y="498"/>
                  <a:pt x="418" y="406"/>
                  <a:pt x="389" y="313"/>
                </a:cubicBezTo>
                <a:lnTo>
                  <a:pt x="380" y="290"/>
                </a:lnTo>
                <a:lnTo>
                  <a:pt x="380" y="291"/>
                </a:lnTo>
                <a:cubicBezTo>
                  <a:pt x="380" y="291"/>
                  <a:pt x="376" y="309"/>
                  <a:pt x="368" y="343"/>
                </a:cubicBezTo>
                <a:cubicBezTo>
                  <a:pt x="361" y="377"/>
                  <a:pt x="352" y="419"/>
                  <a:pt x="341" y="467"/>
                </a:cubicBezTo>
                <a:cubicBezTo>
                  <a:pt x="330" y="516"/>
                  <a:pt x="316" y="569"/>
                  <a:pt x="298" y="627"/>
                </a:cubicBezTo>
                <a:cubicBezTo>
                  <a:pt x="279" y="684"/>
                  <a:pt x="261" y="737"/>
                  <a:pt x="242" y="786"/>
                </a:cubicBezTo>
                <a:cubicBezTo>
                  <a:pt x="223" y="834"/>
                  <a:pt x="201" y="874"/>
                  <a:pt x="176" y="908"/>
                </a:cubicBezTo>
                <a:cubicBezTo>
                  <a:pt x="151" y="941"/>
                  <a:pt x="126" y="957"/>
                  <a:pt x="100" y="957"/>
                </a:cubicBezTo>
                <a:cubicBezTo>
                  <a:pt x="79" y="957"/>
                  <a:pt x="58" y="950"/>
                  <a:pt x="35" y="938"/>
                </a:cubicBezTo>
                <a:cubicBezTo>
                  <a:pt x="12" y="926"/>
                  <a:pt x="0" y="910"/>
                  <a:pt x="0" y="890"/>
                </a:cubicBezTo>
                <a:cubicBezTo>
                  <a:pt x="0" y="872"/>
                  <a:pt x="5" y="851"/>
                  <a:pt x="17" y="830"/>
                </a:cubicBezTo>
                <a:cubicBezTo>
                  <a:pt x="28" y="809"/>
                  <a:pt x="39" y="798"/>
                  <a:pt x="51" y="797"/>
                </a:cubicBezTo>
                <a:cubicBezTo>
                  <a:pt x="53" y="797"/>
                  <a:pt x="60" y="802"/>
                  <a:pt x="71" y="812"/>
                </a:cubicBezTo>
                <a:cubicBezTo>
                  <a:pt x="83" y="822"/>
                  <a:pt x="102" y="829"/>
                  <a:pt x="130" y="835"/>
                </a:cubicBezTo>
                <a:lnTo>
                  <a:pt x="136" y="835"/>
                </a:lnTo>
                <a:cubicBezTo>
                  <a:pt x="149" y="835"/>
                  <a:pt x="161" y="827"/>
                  <a:pt x="171" y="811"/>
                </a:cubicBezTo>
                <a:cubicBezTo>
                  <a:pt x="182" y="795"/>
                  <a:pt x="197" y="758"/>
                  <a:pt x="216" y="702"/>
                </a:cubicBezTo>
                <a:cubicBezTo>
                  <a:pt x="249" y="606"/>
                  <a:pt x="276" y="513"/>
                  <a:pt x="295" y="424"/>
                </a:cubicBezTo>
                <a:cubicBezTo>
                  <a:pt x="315" y="334"/>
                  <a:pt x="328" y="265"/>
                  <a:pt x="333" y="217"/>
                </a:cubicBezTo>
                <a:cubicBezTo>
                  <a:pt x="338" y="168"/>
                  <a:pt x="342" y="142"/>
                  <a:pt x="345" y="139"/>
                </a:cubicBezTo>
                <a:cubicBezTo>
                  <a:pt x="352" y="129"/>
                  <a:pt x="362" y="119"/>
                  <a:pt x="377" y="110"/>
                </a:cubicBezTo>
                <a:cubicBezTo>
                  <a:pt x="393" y="101"/>
                  <a:pt x="407" y="96"/>
                  <a:pt x="422" y="96"/>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268" name=""/>
          <p:cNvSpPr/>
          <p:nvPr/>
        </p:nvSpPr>
        <p:spPr>
          <a:xfrm>
            <a:off x="1854000" y="2320920"/>
            <a:ext cx="98280" cy="410040"/>
          </a:xfrm>
          <a:custGeom>
            <a:avLst/>
            <a:gdLst/>
            <a:ahLst/>
            <a:rect l="0" t="0" r="r" b="b"/>
            <a:pathLst>
              <a:path w="273" h="1139">
                <a:moveTo>
                  <a:pt x="0" y="569"/>
                </a:moveTo>
                <a:cubicBezTo>
                  <a:pt x="0" y="517"/>
                  <a:pt x="4" y="467"/>
                  <a:pt x="11" y="420"/>
                </a:cubicBezTo>
                <a:cubicBezTo>
                  <a:pt x="19" y="373"/>
                  <a:pt x="27" y="332"/>
                  <a:pt x="37" y="298"/>
                </a:cubicBezTo>
                <a:cubicBezTo>
                  <a:pt x="47" y="264"/>
                  <a:pt x="61" y="231"/>
                  <a:pt x="79" y="198"/>
                </a:cubicBezTo>
                <a:cubicBezTo>
                  <a:pt x="98" y="165"/>
                  <a:pt x="112" y="140"/>
                  <a:pt x="123" y="122"/>
                </a:cubicBezTo>
                <a:cubicBezTo>
                  <a:pt x="133" y="103"/>
                  <a:pt x="149" y="84"/>
                  <a:pt x="172" y="62"/>
                </a:cubicBezTo>
                <a:cubicBezTo>
                  <a:pt x="193" y="41"/>
                  <a:pt x="205" y="28"/>
                  <a:pt x="209" y="24"/>
                </a:cubicBezTo>
                <a:cubicBezTo>
                  <a:pt x="213" y="19"/>
                  <a:pt x="222" y="11"/>
                  <a:pt x="238" y="0"/>
                </a:cubicBezTo>
                <a:lnTo>
                  <a:pt x="252" y="0"/>
                </a:lnTo>
                <a:lnTo>
                  <a:pt x="257" y="0"/>
                </a:lnTo>
                <a:cubicBezTo>
                  <a:pt x="268" y="0"/>
                  <a:pt x="273" y="3"/>
                  <a:pt x="273" y="10"/>
                </a:cubicBezTo>
                <a:cubicBezTo>
                  <a:pt x="273" y="12"/>
                  <a:pt x="266" y="20"/>
                  <a:pt x="253" y="34"/>
                </a:cubicBezTo>
                <a:cubicBezTo>
                  <a:pt x="241" y="48"/>
                  <a:pt x="225" y="68"/>
                  <a:pt x="207" y="94"/>
                </a:cubicBezTo>
                <a:cubicBezTo>
                  <a:pt x="189" y="121"/>
                  <a:pt x="170" y="153"/>
                  <a:pt x="150" y="192"/>
                </a:cubicBezTo>
                <a:cubicBezTo>
                  <a:pt x="131" y="231"/>
                  <a:pt x="115" y="283"/>
                  <a:pt x="102" y="349"/>
                </a:cubicBezTo>
                <a:cubicBezTo>
                  <a:pt x="89" y="415"/>
                  <a:pt x="83" y="489"/>
                  <a:pt x="83" y="569"/>
                </a:cubicBezTo>
                <a:cubicBezTo>
                  <a:pt x="83" y="649"/>
                  <a:pt x="89" y="722"/>
                  <a:pt x="102" y="788"/>
                </a:cubicBezTo>
                <a:cubicBezTo>
                  <a:pt x="115" y="853"/>
                  <a:pt x="131" y="906"/>
                  <a:pt x="149" y="946"/>
                </a:cubicBezTo>
                <a:cubicBezTo>
                  <a:pt x="168" y="987"/>
                  <a:pt x="187" y="1020"/>
                  <a:pt x="206" y="1045"/>
                </a:cubicBezTo>
                <a:cubicBezTo>
                  <a:pt x="225" y="1070"/>
                  <a:pt x="241" y="1090"/>
                  <a:pt x="253" y="1105"/>
                </a:cubicBezTo>
                <a:cubicBezTo>
                  <a:pt x="266" y="1120"/>
                  <a:pt x="273" y="1128"/>
                  <a:pt x="273" y="1129"/>
                </a:cubicBezTo>
                <a:cubicBezTo>
                  <a:pt x="273" y="1136"/>
                  <a:pt x="267" y="1139"/>
                  <a:pt x="256" y="1139"/>
                </a:cubicBezTo>
                <a:lnTo>
                  <a:pt x="252" y="1139"/>
                </a:lnTo>
                <a:lnTo>
                  <a:pt x="238" y="1139"/>
                </a:lnTo>
                <a:lnTo>
                  <a:pt x="206" y="1112"/>
                </a:lnTo>
                <a:cubicBezTo>
                  <a:pt x="133" y="1047"/>
                  <a:pt x="81" y="967"/>
                  <a:pt x="49" y="870"/>
                </a:cubicBezTo>
                <a:cubicBezTo>
                  <a:pt x="16" y="773"/>
                  <a:pt x="0" y="673"/>
                  <a:pt x="0" y="569"/>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269" name=""/>
          <p:cNvSpPr/>
          <p:nvPr/>
        </p:nvSpPr>
        <p:spPr>
          <a:xfrm>
            <a:off x="1993320" y="2360160"/>
            <a:ext cx="198720" cy="272520"/>
          </a:xfrm>
          <a:custGeom>
            <a:avLst/>
            <a:gdLst/>
            <a:ahLst/>
            <a:rect l="0" t="0" r="r" b="b"/>
            <a:pathLst>
              <a:path w="552" h="757">
                <a:moveTo>
                  <a:pt x="252" y="0"/>
                </a:moveTo>
                <a:lnTo>
                  <a:pt x="268" y="0"/>
                </a:lnTo>
                <a:lnTo>
                  <a:pt x="271" y="0"/>
                </a:lnTo>
                <a:cubicBezTo>
                  <a:pt x="436" y="0"/>
                  <a:pt x="528" y="90"/>
                  <a:pt x="546" y="269"/>
                </a:cubicBezTo>
                <a:cubicBezTo>
                  <a:pt x="550" y="305"/>
                  <a:pt x="552" y="342"/>
                  <a:pt x="552" y="380"/>
                </a:cubicBezTo>
                <a:cubicBezTo>
                  <a:pt x="552" y="528"/>
                  <a:pt x="524" y="631"/>
                  <a:pt x="469" y="686"/>
                </a:cubicBezTo>
                <a:cubicBezTo>
                  <a:pt x="424" y="733"/>
                  <a:pt x="360" y="757"/>
                  <a:pt x="276" y="757"/>
                </a:cubicBezTo>
                <a:cubicBezTo>
                  <a:pt x="141" y="757"/>
                  <a:pt x="56" y="695"/>
                  <a:pt x="20" y="569"/>
                </a:cubicBezTo>
                <a:cubicBezTo>
                  <a:pt x="7" y="525"/>
                  <a:pt x="0" y="464"/>
                  <a:pt x="0" y="385"/>
                </a:cubicBezTo>
                <a:cubicBezTo>
                  <a:pt x="0" y="242"/>
                  <a:pt x="26" y="140"/>
                  <a:pt x="77" y="79"/>
                </a:cubicBezTo>
                <a:cubicBezTo>
                  <a:pt x="98" y="54"/>
                  <a:pt x="125" y="34"/>
                  <a:pt x="159" y="21"/>
                </a:cubicBezTo>
                <a:cubicBezTo>
                  <a:pt x="193" y="7"/>
                  <a:pt x="224" y="0"/>
                  <a:pt x="252" y="0"/>
                </a:cubicBezTo>
                <a:moveTo>
                  <a:pt x="375" y="121"/>
                </a:moveTo>
                <a:cubicBezTo>
                  <a:pt x="355" y="78"/>
                  <a:pt x="321" y="57"/>
                  <a:pt x="275" y="57"/>
                </a:cubicBezTo>
                <a:cubicBezTo>
                  <a:pt x="246" y="57"/>
                  <a:pt x="219" y="68"/>
                  <a:pt x="197" y="90"/>
                </a:cubicBezTo>
                <a:cubicBezTo>
                  <a:pt x="181" y="107"/>
                  <a:pt x="171" y="132"/>
                  <a:pt x="168" y="163"/>
                </a:cubicBezTo>
                <a:cubicBezTo>
                  <a:pt x="165" y="194"/>
                  <a:pt x="163" y="270"/>
                  <a:pt x="163" y="391"/>
                </a:cubicBezTo>
                <a:cubicBezTo>
                  <a:pt x="163" y="506"/>
                  <a:pt x="166" y="580"/>
                  <a:pt x="172" y="613"/>
                </a:cubicBezTo>
                <a:cubicBezTo>
                  <a:pt x="176" y="636"/>
                  <a:pt x="187" y="655"/>
                  <a:pt x="205" y="673"/>
                </a:cubicBezTo>
                <a:cubicBezTo>
                  <a:pt x="222" y="690"/>
                  <a:pt x="247" y="699"/>
                  <a:pt x="276" y="699"/>
                </a:cubicBezTo>
                <a:cubicBezTo>
                  <a:pt x="316" y="699"/>
                  <a:pt x="346" y="681"/>
                  <a:pt x="367" y="647"/>
                </a:cubicBezTo>
                <a:cubicBezTo>
                  <a:pt x="376" y="631"/>
                  <a:pt x="382" y="606"/>
                  <a:pt x="384" y="572"/>
                </a:cubicBezTo>
                <a:cubicBezTo>
                  <a:pt x="387" y="537"/>
                  <a:pt x="388" y="470"/>
                  <a:pt x="389" y="370"/>
                </a:cubicBezTo>
                <a:cubicBezTo>
                  <a:pt x="389" y="227"/>
                  <a:pt x="384" y="144"/>
                  <a:pt x="375" y="121"/>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270" name=""/>
          <p:cNvSpPr/>
          <p:nvPr/>
        </p:nvSpPr>
        <p:spPr>
          <a:xfrm>
            <a:off x="2242440" y="2578680"/>
            <a:ext cx="54360" cy="129240"/>
          </a:xfrm>
          <a:custGeom>
            <a:avLst/>
            <a:gdLst/>
            <a:ahLst/>
            <a:rect l="0" t="0" r="r" b="b"/>
            <a:pathLst>
              <a:path w="151" h="359">
                <a:moveTo>
                  <a:pt x="0" y="98"/>
                </a:moveTo>
                <a:cubicBezTo>
                  <a:pt x="0" y="98"/>
                  <a:pt x="0" y="88"/>
                  <a:pt x="0" y="69"/>
                </a:cubicBezTo>
                <a:cubicBezTo>
                  <a:pt x="0" y="50"/>
                  <a:pt x="6" y="34"/>
                  <a:pt x="18" y="20"/>
                </a:cubicBezTo>
                <a:cubicBezTo>
                  <a:pt x="30" y="7"/>
                  <a:pt x="47" y="0"/>
                  <a:pt x="67" y="0"/>
                </a:cubicBezTo>
                <a:cubicBezTo>
                  <a:pt x="88" y="0"/>
                  <a:pt x="107" y="9"/>
                  <a:pt x="124" y="28"/>
                </a:cubicBezTo>
                <a:cubicBezTo>
                  <a:pt x="141" y="47"/>
                  <a:pt x="150" y="81"/>
                  <a:pt x="151" y="128"/>
                </a:cubicBezTo>
                <a:cubicBezTo>
                  <a:pt x="151" y="155"/>
                  <a:pt x="148" y="182"/>
                  <a:pt x="140" y="207"/>
                </a:cubicBezTo>
                <a:cubicBezTo>
                  <a:pt x="133" y="232"/>
                  <a:pt x="125" y="254"/>
                  <a:pt x="116" y="272"/>
                </a:cubicBezTo>
                <a:cubicBezTo>
                  <a:pt x="107" y="290"/>
                  <a:pt x="97" y="306"/>
                  <a:pt x="86" y="318"/>
                </a:cubicBezTo>
                <a:cubicBezTo>
                  <a:pt x="76" y="331"/>
                  <a:pt x="67" y="342"/>
                  <a:pt x="59" y="349"/>
                </a:cubicBezTo>
                <a:cubicBezTo>
                  <a:pt x="52" y="357"/>
                  <a:pt x="47" y="360"/>
                  <a:pt x="44" y="359"/>
                </a:cubicBezTo>
                <a:cubicBezTo>
                  <a:pt x="41" y="359"/>
                  <a:pt x="36" y="356"/>
                  <a:pt x="30" y="349"/>
                </a:cubicBezTo>
                <a:cubicBezTo>
                  <a:pt x="23" y="342"/>
                  <a:pt x="19" y="337"/>
                  <a:pt x="19" y="334"/>
                </a:cubicBezTo>
                <a:cubicBezTo>
                  <a:pt x="19" y="331"/>
                  <a:pt x="23" y="325"/>
                  <a:pt x="32" y="316"/>
                </a:cubicBezTo>
                <a:cubicBezTo>
                  <a:pt x="40" y="307"/>
                  <a:pt x="50" y="296"/>
                  <a:pt x="60" y="282"/>
                </a:cubicBezTo>
                <a:cubicBezTo>
                  <a:pt x="71" y="268"/>
                  <a:pt x="81" y="249"/>
                  <a:pt x="90" y="225"/>
                </a:cubicBezTo>
                <a:cubicBezTo>
                  <a:pt x="99" y="201"/>
                  <a:pt x="105" y="172"/>
                  <a:pt x="108" y="141"/>
                </a:cubicBezTo>
                <a:lnTo>
                  <a:pt x="108" y="127"/>
                </a:lnTo>
                <a:lnTo>
                  <a:pt x="107" y="128"/>
                </a:lnTo>
                <a:cubicBezTo>
                  <a:pt x="105" y="129"/>
                  <a:pt x="104" y="130"/>
                  <a:pt x="101" y="131"/>
                </a:cubicBezTo>
                <a:cubicBezTo>
                  <a:pt x="99" y="132"/>
                  <a:pt x="97" y="133"/>
                  <a:pt x="94" y="134"/>
                </a:cubicBezTo>
                <a:cubicBezTo>
                  <a:pt x="92" y="136"/>
                  <a:pt x="89" y="136"/>
                  <a:pt x="84" y="136"/>
                </a:cubicBezTo>
                <a:cubicBezTo>
                  <a:pt x="80" y="136"/>
                  <a:pt x="75" y="137"/>
                  <a:pt x="71" y="138"/>
                </a:cubicBezTo>
                <a:cubicBezTo>
                  <a:pt x="50" y="138"/>
                  <a:pt x="33" y="131"/>
                  <a:pt x="20" y="118"/>
                </a:cubicBezTo>
                <a:lnTo>
                  <a:pt x="0" y="98"/>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271" name=""/>
          <p:cNvSpPr/>
          <p:nvPr/>
        </p:nvSpPr>
        <p:spPr>
          <a:xfrm>
            <a:off x="2403000" y="2347200"/>
            <a:ext cx="158040" cy="281520"/>
          </a:xfrm>
          <a:custGeom>
            <a:avLst/>
            <a:gdLst/>
            <a:ahLst/>
            <a:rect l="0" t="0" r="r" b="b"/>
            <a:pathLst>
              <a:path w="439" h="782">
                <a:moveTo>
                  <a:pt x="424" y="782"/>
                </a:moveTo>
                <a:cubicBezTo>
                  <a:pt x="404" y="779"/>
                  <a:pt x="336" y="778"/>
                  <a:pt x="220" y="778"/>
                </a:cubicBezTo>
                <a:cubicBezTo>
                  <a:pt x="103" y="778"/>
                  <a:pt x="35" y="779"/>
                  <a:pt x="15" y="782"/>
                </a:cubicBezTo>
                <a:lnTo>
                  <a:pt x="0" y="782"/>
                </a:lnTo>
                <a:lnTo>
                  <a:pt x="0" y="711"/>
                </a:lnTo>
                <a:lnTo>
                  <a:pt x="131" y="711"/>
                </a:lnTo>
                <a:lnTo>
                  <a:pt x="131" y="70"/>
                </a:lnTo>
                <a:lnTo>
                  <a:pt x="0" y="70"/>
                </a:lnTo>
                <a:lnTo>
                  <a:pt x="0" y="0"/>
                </a:lnTo>
                <a:lnTo>
                  <a:pt x="15" y="0"/>
                </a:lnTo>
                <a:cubicBezTo>
                  <a:pt x="35" y="2"/>
                  <a:pt x="103" y="3"/>
                  <a:pt x="220" y="3"/>
                </a:cubicBezTo>
                <a:cubicBezTo>
                  <a:pt x="336" y="3"/>
                  <a:pt x="404" y="2"/>
                  <a:pt x="424" y="0"/>
                </a:cubicBezTo>
                <a:lnTo>
                  <a:pt x="439" y="0"/>
                </a:lnTo>
                <a:lnTo>
                  <a:pt x="439" y="70"/>
                </a:lnTo>
                <a:lnTo>
                  <a:pt x="309" y="70"/>
                </a:lnTo>
                <a:lnTo>
                  <a:pt x="309" y="711"/>
                </a:lnTo>
                <a:lnTo>
                  <a:pt x="439" y="711"/>
                </a:lnTo>
                <a:lnTo>
                  <a:pt x="439" y="782"/>
                </a:lnTo>
                <a:lnTo>
                  <a:pt x="424" y="782"/>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272" name=""/>
          <p:cNvSpPr/>
          <p:nvPr/>
        </p:nvSpPr>
        <p:spPr>
          <a:xfrm>
            <a:off x="2593800" y="2320920"/>
            <a:ext cx="98280" cy="410040"/>
          </a:xfrm>
          <a:custGeom>
            <a:avLst/>
            <a:gdLst/>
            <a:ahLst/>
            <a:rect l="0" t="0" r="r" b="b"/>
            <a:pathLst>
              <a:path w="273" h="1139">
                <a:moveTo>
                  <a:pt x="7" y="1"/>
                </a:moveTo>
                <a:lnTo>
                  <a:pt x="11" y="0"/>
                </a:lnTo>
                <a:cubicBezTo>
                  <a:pt x="15" y="0"/>
                  <a:pt x="19" y="0"/>
                  <a:pt x="23" y="0"/>
                </a:cubicBezTo>
                <a:lnTo>
                  <a:pt x="37" y="0"/>
                </a:lnTo>
                <a:lnTo>
                  <a:pt x="68" y="27"/>
                </a:lnTo>
                <a:cubicBezTo>
                  <a:pt x="140" y="92"/>
                  <a:pt x="192" y="172"/>
                  <a:pt x="224" y="268"/>
                </a:cubicBezTo>
                <a:cubicBezTo>
                  <a:pt x="257" y="365"/>
                  <a:pt x="273" y="465"/>
                  <a:pt x="273" y="569"/>
                </a:cubicBezTo>
                <a:cubicBezTo>
                  <a:pt x="273" y="621"/>
                  <a:pt x="269" y="670"/>
                  <a:pt x="262" y="718"/>
                </a:cubicBezTo>
                <a:cubicBezTo>
                  <a:pt x="254" y="766"/>
                  <a:pt x="246" y="807"/>
                  <a:pt x="236" y="840"/>
                </a:cubicBezTo>
                <a:cubicBezTo>
                  <a:pt x="226" y="873"/>
                  <a:pt x="212" y="907"/>
                  <a:pt x="194" y="940"/>
                </a:cubicBezTo>
                <a:cubicBezTo>
                  <a:pt x="175" y="975"/>
                  <a:pt x="161" y="1000"/>
                  <a:pt x="150" y="1017"/>
                </a:cubicBezTo>
                <a:cubicBezTo>
                  <a:pt x="140" y="1035"/>
                  <a:pt x="124" y="1054"/>
                  <a:pt x="104" y="1075"/>
                </a:cubicBezTo>
                <a:cubicBezTo>
                  <a:pt x="83" y="1097"/>
                  <a:pt x="71" y="1109"/>
                  <a:pt x="67" y="1113"/>
                </a:cubicBezTo>
                <a:cubicBezTo>
                  <a:pt x="63" y="1117"/>
                  <a:pt x="55" y="1124"/>
                  <a:pt x="41" y="1135"/>
                </a:cubicBezTo>
                <a:cubicBezTo>
                  <a:pt x="39" y="1137"/>
                  <a:pt x="37" y="1138"/>
                  <a:pt x="37" y="1139"/>
                </a:cubicBezTo>
                <a:lnTo>
                  <a:pt x="23" y="1139"/>
                </a:lnTo>
                <a:cubicBezTo>
                  <a:pt x="17" y="1139"/>
                  <a:pt x="13" y="1139"/>
                  <a:pt x="10" y="1139"/>
                </a:cubicBezTo>
                <a:cubicBezTo>
                  <a:pt x="8" y="1139"/>
                  <a:pt x="6" y="1138"/>
                  <a:pt x="5" y="1136"/>
                </a:cubicBezTo>
                <a:cubicBezTo>
                  <a:pt x="2" y="1133"/>
                  <a:pt x="1" y="1130"/>
                  <a:pt x="0" y="1126"/>
                </a:cubicBezTo>
                <a:cubicBezTo>
                  <a:pt x="1" y="1125"/>
                  <a:pt x="6" y="1120"/>
                  <a:pt x="14" y="1111"/>
                </a:cubicBezTo>
                <a:cubicBezTo>
                  <a:pt x="131" y="989"/>
                  <a:pt x="190" y="807"/>
                  <a:pt x="190" y="569"/>
                </a:cubicBezTo>
                <a:cubicBezTo>
                  <a:pt x="190" y="331"/>
                  <a:pt x="131" y="150"/>
                  <a:pt x="14" y="28"/>
                </a:cubicBezTo>
                <a:cubicBezTo>
                  <a:pt x="6" y="19"/>
                  <a:pt x="1" y="14"/>
                  <a:pt x="0" y="13"/>
                </a:cubicBezTo>
                <a:cubicBezTo>
                  <a:pt x="0" y="7"/>
                  <a:pt x="2" y="3"/>
                  <a:pt x="7" y="1"/>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273" name=""/>
          <p:cNvSpPr txBox="1"/>
          <p:nvPr/>
        </p:nvSpPr>
        <p:spPr>
          <a:xfrm>
            <a:off x="380880" y="1869840"/>
            <a:ext cx="4933800" cy="372240"/>
          </a:xfrm>
          <a:prstGeom prst="rect">
            <a:avLst/>
          </a:prstGeom>
          <a:noFill/>
          <a:ln w="0">
            <a:noFill/>
          </a:ln>
        </p:spPr>
        <p:txBody>
          <a:bodyPr wrap="none" lIns="0" rIns="0" tIns="0" bIns="0" anchor="t">
            <a:spAutoFit/>
          </a:bodyPr>
          <a:p>
            <a:r>
              <a:rPr b="0" lang="en-US" sz="2620" strike="noStrike" u="none">
                <a:solidFill>
                  <a:srgbClr val="333333"/>
                </a:solidFill>
                <a:effectLst/>
                <a:uFillTx/>
                <a:latin typeface="NotoSansJP-Thin_"/>
                <a:ea typeface="NotoSansJP-Thin_"/>
              </a:rPr>
              <a:t>Forward Process</a:t>
            </a:r>
            <a:r>
              <a:rPr b="0" lang="zh-CN" sz="2620" strike="noStrike" u="none">
                <a:solidFill>
                  <a:srgbClr val="333333"/>
                </a:solidFill>
                <a:effectLst/>
                <a:uFillTx/>
                <a:latin typeface="NotoSansJP-Thin_"/>
                <a:ea typeface="NotoSansJP-Thin_"/>
              </a:rPr>
              <a:t>の逆をたどる。</a:t>
            </a:r>
            <a:endParaRPr b="0" lang="en-US" sz="2620" strike="noStrike" u="none">
              <a:solidFill>
                <a:srgbClr val="000000"/>
              </a:solidFill>
              <a:effectLst/>
              <a:uFillTx/>
              <a:latin typeface="Times New Roman"/>
            </a:endParaRPr>
          </a:p>
        </p:txBody>
      </p:sp>
      <p:sp>
        <p:nvSpPr>
          <p:cNvPr id="274" name=""/>
          <p:cNvSpPr/>
          <p:nvPr/>
        </p:nvSpPr>
        <p:spPr>
          <a:xfrm>
            <a:off x="389520" y="2914560"/>
            <a:ext cx="231840" cy="182160"/>
          </a:xfrm>
          <a:custGeom>
            <a:avLst/>
            <a:gdLst/>
            <a:ahLst/>
            <a:rect l="0" t="0" r="r" b="b"/>
            <a:pathLst>
              <a:path w="644" h="506">
                <a:moveTo>
                  <a:pt x="234" y="506"/>
                </a:moveTo>
                <a:cubicBezTo>
                  <a:pt x="223" y="504"/>
                  <a:pt x="183" y="503"/>
                  <a:pt x="114" y="503"/>
                </a:cubicBezTo>
                <a:cubicBezTo>
                  <a:pt x="52" y="503"/>
                  <a:pt x="17" y="504"/>
                  <a:pt x="8" y="506"/>
                </a:cubicBezTo>
                <a:lnTo>
                  <a:pt x="0" y="506"/>
                </a:lnTo>
                <a:lnTo>
                  <a:pt x="0" y="435"/>
                </a:lnTo>
                <a:lnTo>
                  <a:pt x="109" y="435"/>
                </a:lnTo>
                <a:lnTo>
                  <a:pt x="255" y="264"/>
                </a:lnTo>
                <a:lnTo>
                  <a:pt x="100" y="70"/>
                </a:lnTo>
                <a:lnTo>
                  <a:pt x="5" y="70"/>
                </a:lnTo>
                <a:lnTo>
                  <a:pt x="5" y="0"/>
                </a:lnTo>
                <a:lnTo>
                  <a:pt x="15" y="0"/>
                </a:lnTo>
                <a:cubicBezTo>
                  <a:pt x="26" y="2"/>
                  <a:pt x="67" y="3"/>
                  <a:pt x="139" y="3"/>
                </a:cubicBezTo>
                <a:cubicBezTo>
                  <a:pt x="218" y="3"/>
                  <a:pt x="264" y="2"/>
                  <a:pt x="277" y="0"/>
                </a:cubicBezTo>
                <a:lnTo>
                  <a:pt x="288" y="0"/>
                </a:lnTo>
                <a:lnTo>
                  <a:pt x="288" y="70"/>
                </a:lnTo>
                <a:lnTo>
                  <a:pt x="256" y="70"/>
                </a:lnTo>
                <a:lnTo>
                  <a:pt x="296" y="119"/>
                </a:lnTo>
                <a:cubicBezTo>
                  <a:pt x="321" y="151"/>
                  <a:pt x="335" y="167"/>
                  <a:pt x="336" y="167"/>
                </a:cubicBezTo>
                <a:cubicBezTo>
                  <a:pt x="339" y="167"/>
                  <a:pt x="353" y="150"/>
                  <a:pt x="379" y="117"/>
                </a:cubicBezTo>
                <a:lnTo>
                  <a:pt x="419" y="70"/>
                </a:lnTo>
                <a:lnTo>
                  <a:pt x="376" y="70"/>
                </a:lnTo>
                <a:lnTo>
                  <a:pt x="376" y="0"/>
                </a:lnTo>
                <a:lnTo>
                  <a:pt x="386" y="0"/>
                </a:lnTo>
                <a:cubicBezTo>
                  <a:pt x="397" y="2"/>
                  <a:pt x="437" y="3"/>
                  <a:pt x="506" y="3"/>
                </a:cubicBezTo>
                <a:cubicBezTo>
                  <a:pt x="569" y="3"/>
                  <a:pt x="604" y="2"/>
                  <a:pt x="613" y="0"/>
                </a:cubicBezTo>
                <a:lnTo>
                  <a:pt x="621" y="0"/>
                </a:lnTo>
                <a:lnTo>
                  <a:pt x="621" y="70"/>
                </a:lnTo>
                <a:lnTo>
                  <a:pt x="512" y="70"/>
                </a:lnTo>
                <a:lnTo>
                  <a:pt x="380" y="225"/>
                </a:lnTo>
                <a:lnTo>
                  <a:pt x="550" y="434"/>
                </a:lnTo>
                <a:lnTo>
                  <a:pt x="597" y="435"/>
                </a:lnTo>
                <a:lnTo>
                  <a:pt x="644" y="435"/>
                </a:lnTo>
                <a:lnTo>
                  <a:pt x="644" y="506"/>
                </a:lnTo>
                <a:lnTo>
                  <a:pt x="635" y="506"/>
                </a:lnTo>
                <a:cubicBezTo>
                  <a:pt x="623" y="504"/>
                  <a:pt x="582" y="503"/>
                  <a:pt x="510" y="503"/>
                </a:cubicBezTo>
                <a:cubicBezTo>
                  <a:pt x="431" y="503"/>
                  <a:pt x="384" y="504"/>
                  <a:pt x="371" y="506"/>
                </a:cubicBezTo>
                <a:lnTo>
                  <a:pt x="361" y="506"/>
                </a:lnTo>
                <a:lnTo>
                  <a:pt x="361" y="435"/>
                </a:lnTo>
                <a:lnTo>
                  <a:pt x="392" y="435"/>
                </a:lnTo>
                <a:cubicBezTo>
                  <a:pt x="392" y="435"/>
                  <a:pt x="377" y="416"/>
                  <a:pt x="347" y="379"/>
                </a:cubicBezTo>
                <a:cubicBezTo>
                  <a:pt x="317" y="341"/>
                  <a:pt x="301" y="322"/>
                  <a:pt x="300" y="321"/>
                </a:cubicBezTo>
                <a:lnTo>
                  <a:pt x="201" y="434"/>
                </a:lnTo>
                <a:lnTo>
                  <a:pt x="223" y="435"/>
                </a:lnTo>
                <a:lnTo>
                  <a:pt x="243" y="435"/>
                </a:lnTo>
                <a:lnTo>
                  <a:pt x="243" y="506"/>
                </a:lnTo>
                <a:lnTo>
                  <a:pt x="234" y="506"/>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275" name=""/>
          <p:cNvSpPr/>
          <p:nvPr/>
        </p:nvSpPr>
        <p:spPr>
          <a:xfrm>
            <a:off x="654480" y="2964960"/>
            <a:ext cx="122040" cy="199440"/>
          </a:xfrm>
          <a:custGeom>
            <a:avLst/>
            <a:gdLst/>
            <a:ahLst/>
            <a:rect l="0" t="0" r="r" b="b"/>
            <a:pathLst>
              <a:path w="339" h="554">
                <a:moveTo>
                  <a:pt x="46" y="65"/>
                </a:moveTo>
                <a:cubicBezTo>
                  <a:pt x="76" y="22"/>
                  <a:pt x="118" y="0"/>
                  <a:pt x="170" y="0"/>
                </a:cubicBezTo>
                <a:cubicBezTo>
                  <a:pt x="195" y="0"/>
                  <a:pt x="221" y="7"/>
                  <a:pt x="247" y="21"/>
                </a:cubicBezTo>
                <a:cubicBezTo>
                  <a:pt x="273" y="35"/>
                  <a:pt x="293" y="59"/>
                  <a:pt x="310" y="95"/>
                </a:cubicBezTo>
                <a:cubicBezTo>
                  <a:pt x="329" y="139"/>
                  <a:pt x="339" y="200"/>
                  <a:pt x="339" y="278"/>
                </a:cubicBezTo>
                <a:cubicBezTo>
                  <a:pt x="339" y="362"/>
                  <a:pt x="328" y="426"/>
                  <a:pt x="305" y="470"/>
                </a:cubicBezTo>
                <a:cubicBezTo>
                  <a:pt x="294" y="492"/>
                  <a:pt x="279" y="510"/>
                  <a:pt x="260" y="524"/>
                </a:cubicBezTo>
                <a:cubicBezTo>
                  <a:pt x="242" y="537"/>
                  <a:pt x="225" y="546"/>
                  <a:pt x="211" y="549"/>
                </a:cubicBezTo>
                <a:cubicBezTo>
                  <a:pt x="197" y="552"/>
                  <a:pt x="184" y="554"/>
                  <a:pt x="170" y="554"/>
                </a:cubicBezTo>
                <a:cubicBezTo>
                  <a:pt x="156" y="554"/>
                  <a:pt x="142" y="553"/>
                  <a:pt x="129" y="550"/>
                </a:cubicBezTo>
                <a:cubicBezTo>
                  <a:pt x="115" y="546"/>
                  <a:pt x="98" y="538"/>
                  <a:pt x="79" y="524"/>
                </a:cubicBezTo>
                <a:cubicBezTo>
                  <a:pt x="61" y="510"/>
                  <a:pt x="46" y="492"/>
                  <a:pt x="34" y="470"/>
                </a:cubicBezTo>
                <a:cubicBezTo>
                  <a:pt x="11" y="426"/>
                  <a:pt x="0" y="362"/>
                  <a:pt x="0" y="278"/>
                </a:cubicBezTo>
                <a:cubicBezTo>
                  <a:pt x="0" y="185"/>
                  <a:pt x="15" y="114"/>
                  <a:pt x="46" y="65"/>
                </a:cubicBezTo>
                <a:moveTo>
                  <a:pt x="227" y="55"/>
                </a:moveTo>
                <a:cubicBezTo>
                  <a:pt x="211" y="38"/>
                  <a:pt x="192" y="30"/>
                  <a:pt x="170" y="30"/>
                </a:cubicBezTo>
                <a:cubicBezTo>
                  <a:pt x="148" y="30"/>
                  <a:pt x="129" y="38"/>
                  <a:pt x="112" y="55"/>
                </a:cubicBezTo>
                <a:cubicBezTo>
                  <a:pt x="99" y="69"/>
                  <a:pt x="90" y="89"/>
                  <a:pt x="86" y="113"/>
                </a:cubicBezTo>
                <a:cubicBezTo>
                  <a:pt x="82" y="138"/>
                  <a:pt x="79" y="189"/>
                  <a:pt x="79" y="268"/>
                </a:cubicBezTo>
                <a:cubicBezTo>
                  <a:pt x="79" y="354"/>
                  <a:pt x="82" y="409"/>
                  <a:pt x="86" y="436"/>
                </a:cubicBezTo>
                <a:cubicBezTo>
                  <a:pt x="90" y="463"/>
                  <a:pt x="100" y="484"/>
                  <a:pt x="115" y="500"/>
                </a:cubicBezTo>
                <a:cubicBezTo>
                  <a:pt x="130" y="516"/>
                  <a:pt x="148" y="524"/>
                  <a:pt x="170" y="524"/>
                </a:cubicBezTo>
                <a:cubicBezTo>
                  <a:pt x="192" y="524"/>
                  <a:pt x="210" y="516"/>
                  <a:pt x="225" y="500"/>
                </a:cubicBezTo>
                <a:cubicBezTo>
                  <a:pt x="241" y="484"/>
                  <a:pt x="250" y="461"/>
                  <a:pt x="254" y="432"/>
                </a:cubicBezTo>
                <a:cubicBezTo>
                  <a:pt x="258" y="403"/>
                  <a:pt x="260" y="349"/>
                  <a:pt x="260" y="268"/>
                </a:cubicBezTo>
                <a:cubicBezTo>
                  <a:pt x="260" y="190"/>
                  <a:pt x="258" y="139"/>
                  <a:pt x="254" y="114"/>
                </a:cubicBezTo>
                <a:cubicBezTo>
                  <a:pt x="250" y="89"/>
                  <a:pt x="241" y="70"/>
                  <a:pt x="227" y="55"/>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276" name=""/>
          <p:cNvSpPr txBox="1"/>
          <p:nvPr/>
        </p:nvSpPr>
        <p:spPr>
          <a:xfrm>
            <a:off x="2730960" y="2327040"/>
            <a:ext cx="8467920" cy="372240"/>
          </a:xfrm>
          <a:prstGeom prst="rect">
            <a:avLst/>
          </a:prstGeom>
          <a:noFill/>
          <a:ln w="0">
            <a:noFill/>
          </a:ln>
        </p:spPr>
        <p:txBody>
          <a:bodyPr wrap="none" lIns="0" rIns="0" tIns="0" bIns="0" anchor="t">
            <a:spAutoFit/>
          </a:bodyPr>
          <a:p>
            <a:r>
              <a:rPr b="0" lang="en-US" sz="2620" strike="noStrike" u="none">
                <a:solidFill>
                  <a:srgbClr val="333333"/>
                </a:solidFill>
                <a:effectLst/>
                <a:uFillTx/>
                <a:latin typeface="NotoSansJP-Thin_"/>
                <a:ea typeface="NotoSansJP-Thin_"/>
              </a:rPr>
              <a:t> からスタートし、ノイズを除去（</a:t>
            </a:r>
            <a:r>
              <a:rPr b="0" lang="en-US" sz="2620" strike="noStrike" u="none">
                <a:solidFill>
                  <a:srgbClr val="333333"/>
                </a:solidFill>
                <a:effectLst/>
                <a:uFillTx/>
                <a:latin typeface="NotoSansJP-Thin_"/>
                <a:ea typeface="NotoSansJP-Thin_"/>
              </a:rPr>
              <a:t>Denoising</a:t>
            </a:r>
            <a:r>
              <a:rPr b="0" lang="zh-CN" sz="2620" strike="noStrike" u="none">
                <a:solidFill>
                  <a:srgbClr val="333333"/>
                </a:solidFill>
                <a:effectLst/>
                <a:uFillTx/>
                <a:latin typeface="NotoSansJP-Thin_"/>
                <a:ea typeface="NotoSansJP-Thin_"/>
              </a:rPr>
              <a:t>）しながら</a:t>
            </a:r>
            <a:endParaRPr b="0" lang="en-US" sz="2620" strike="noStrike" u="none">
              <a:solidFill>
                <a:srgbClr val="000000"/>
              </a:solidFill>
              <a:effectLst/>
              <a:uFillTx/>
              <a:latin typeface="Times New Roman"/>
            </a:endParaRPr>
          </a:p>
        </p:txBody>
      </p:sp>
      <p:sp>
        <p:nvSpPr>
          <p:cNvPr id="277" name=""/>
          <p:cNvSpPr txBox="1"/>
          <p:nvPr/>
        </p:nvSpPr>
        <p:spPr>
          <a:xfrm>
            <a:off x="808560" y="2793960"/>
            <a:ext cx="2170080" cy="334080"/>
          </a:xfrm>
          <a:prstGeom prst="rect">
            <a:avLst/>
          </a:prstGeom>
          <a:noFill/>
          <a:ln w="0">
            <a:noFill/>
          </a:ln>
        </p:spPr>
        <p:txBody>
          <a:bodyPr wrap="none" lIns="0" rIns="0" tIns="0" bIns="0" anchor="t">
            <a:spAutoFit/>
          </a:bodyPr>
          <a:p>
            <a:r>
              <a:rPr b="0" lang="en-US" sz="2620" strike="noStrike" u="none">
                <a:solidFill>
                  <a:srgbClr val="333333"/>
                </a:solidFill>
                <a:effectLst/>
                <a:uFillTx/>
                <a:latin typeface="NotoSansJP-Thin_"/>
                <a:ea typeface="NotoSansJP-Thin_"/>
              </a:rPr>
              <a:t> を復元する。</a:t>
            </a:r>
            <a:endParaRPr b="0" lang="en-US" sz="2620" strike="noStrike" u="none">
              <a:solidFill>
                <a:srgbClr val="000000"/>
              </a:solidFill>
              <a:effectLst/>
              <a:uFillTx/>
              <a:latin typeface="Times New Roman"/>
            </a:endParaRPr>
          </a:p>
        </p:txBody>
      </p:sp>
      <p:sp>
        <p:nvSpPr>
          <p:cNvPr id="278" name=""/>
          <p:cNvSpPr/>
          <p:nvPr/>
        </p:nvSpPr>
        <p:spPr>
          <a:xfrm>
            <a:off x="2174760" y="3704760"/>
            <a:ext cx="219960" cy="261360"/>
          </a:xfrm>
          <a:custGeom>
            <a:avLst/>
            <a:gdLst/>
            <a:ahLst/>
            <a:rect l="0" t="0" r="r" b="b"/>
            <a:pathLst>
              <a:path w="611" h="726">
                <a:moveTo>
                  <a:pt x="70" y="177"/>
                </a:moveTo>
                <a:cubicBezTo>
                  <a:pt x="71" y="175"/>
                  <a:pt x="72" y="172"/>
                  <a:pt x="72" y="168"/>
                </a:cubicBezTo>
                <a:cubicBezTo>
                  <a:pt x="73" y="164"/>
                  <a:pt x="75" y="156"/>
                  <a:pt x="78" y="143"/>
                </a:cubicBezTo>
                <a:cubicBezTo>
                  <a:pt x="81" y="130"/>
                  <a:pt x="85" y="118"/>
                  <a:pt x="89" y="108"/>
                </a:cubicBezTo>
                <a:cubicBezTo>
                  <a:pt x="94" y="97"/>
                  <a:pt x="100" y="85"/>
                  <a:pt x="107" y="70"/>
                </a:cubicBezTo>
                <a:cubicBezTo>
                  <a:pt x="113" y="56"/>
                  <a:pt x="121" y="44"/>
                  <a:pt x="129" y="36"/>
                </a:cubicBezTo>
                <a:cubicBezTo>
                  <a:pt x="138" y="28"/>
                  <a:pt x="147" y="19"/>
                  <a:pt x="159" y="11"/>
                </a:cubicBezTo>
                <a:cubicBezTo>
                  <a:pt x="170" y="3"/>
                  <a:pt x="183" y="-1"/>
                  <a:pt x="196" y="1"/>
                </a:cubicBezTo>
                <a:cubicBezTo>
                  <a:pt x="253" y="1"/>
                  <a:pt x="290" y="25"/>
                  <a:pt x="306" y="74"/>
                </a:cubicBezTo>
                <a:lnTo>
                  <a:pt x="317" y="63"/>
                </a:lnTo>
                <a:cubicBezTo>
                  <a:pt x="365" y="22"/>
                  <a:pt x="410" y="1"/>
                  <a:pt x="452" y="1"/>
                </a:cubicBezTo>
                <a:cubicBezTo>
                  <a:pt x="502" y="1"/>
                  <a:pt x="540" y="19"/>
                  <a:pt x="568" y="54"/>
                </a:cubicBezTo>
                <a:cubicBezTo>
                  <a:pt x="596" y="90"/>
                  <a:pt x="611" y="133"/>
                  <a:pt x="611" y="184"/>
                </a:cubicBezTo>
                <a:cubicBezTo>
                  <a:pt x="611" y="267"/>
                  <a:pt x="582" y="342"/>
                  <a:pt x="524" y="412"/>
                </a:cubicBezTo>
                <a:cubicBezTo>
                  <a:pt x="466" y="481"/>
                  <a:pt x="401" y="515"/>
                  <a:pt x="327" y="516"/>
                </a:cubicBezTo>
                <a:cubicBezTo>
                  <a:pt x="311" y="516"/>
                  <a:pt x="296" y="514"/>
                  <a:pt x="283" y="509"/>
                </a:cubicBezTo>
                <a:cubicBezTo>
                  <a:pt x="275" y="506"/>
                  <a:pt x="266" y="500"/>
                  <a:pt x="257" y="492"/>
                </a:cubicBezTo>
                <a:cubicBezTo>
                  <a:pt x="248" y="485"/>
                  <a:pt x="240" y="478"/>
                  <a:pt x="235" y="473"/>
                </a:cubicBezTo>
                <a:lnTo>
                  <a:pt x="227" y="464"/>
                </a:lnTo>
                <a:cubicBezTo>
                  <a:pt x="226" y="465"/>
                  <a:pt x="218" y="498"/>
                  <a:pt x="202" y="563"/>
                </a:cubicBezTo>
                <a:cubicBezTo>
                  <a:pt x="186" y="628"/>
                  <a:pt x="178" y="661"/>
                  <a:pt x="178" y="662"/>
                </a:cubicBezTo>
                <a:cubicBezTo>
                  <a:pt x="178" y="666"/>
                  <a:pt x="181" y="669"/>
                  <a:pt x="187" y="670"/>
                </a:cubicBezTo>
                <a:cubicBezTo>
                  <a:pt x="193" y="671"/>
                  <a:pt x="207" y="672"/>
                  <a:pt x="229" y="673"/>
                </a:cubicBezTo>
                <a:lnTo>
                  <a:pt x="258" y="673"/>
                </a:lnTo>
                <a:cubicBezTo>
                  <a:pt x="262" y="679"/>
                  <a:pt x="265" y="682"/>
                  <a:pt x="265" y="684"/>
                </a:cubicBezTo>
                <a:cubicBezTo>
                  <a:pt x="265" y="685"/>
                  <a:pt x="264" y="692"/>
                  <a:pt x="261" y="704"/>
                </a:cubicBezTo>
                <a:cubicBezTo>
                  <a:pt x="259" y="713"/>
                  <a:pt x="257" y="719"/>
                  <a:pt x="254" y="721"/>
                </a:cubicBezTo>
                <a:cubicBezTo>
                  <a:pt x="252" y="723"/>
                  <a:pt x="247" y="725"/>
                  <a:pt x="240" y="726"/>
                </a:cubicBezTo>
                <a:cubicBezTo>
                  <a:pt x="238" y="726"/>
                  <a:pt x="234" y="726"/>
                  <a:pt x="227" y="726"/>
                </a:cubicBezTo>
                <a:cubicBezTo>
                  <a:pt x="220" y="726"/>
                  <a:pt x="207" y="725"/>
                  <a:pt x="188" y="724"/>
                </a:cubicBezTo>
                <a:cubicBezTo>
                  <a:pt x="169" y="724"/>
                  <a:pt x="146" y="723"/>
                  <a:pt x="118" y="723"/>
                </a:cubicBezTo>
                <a:cubicBezTo>
                  <a:pt x="65" y="723"/>
                  <a:pt x="31" y="724"/>
                  <a:pt x="17" y="726"/>
                </a:cubicBezTo>
                <a:lnTo>
                  <a:pt x="7" y="726"/>
                </a:lnTo>
                <a:cubicBezTo>
                  <a:pt x="2" y="720"/>
                  <a:pt x="0" y="716"/>
                  <a:pt x="0" y="713"/>
                </a:cubicBezTo>
                <a:cubicBezTo>
                  <a:pt x="1" y="693"/>
                  <a:pt x="6" y="679"/>
                  <a:pt x="14" y="673"/>
                </a:cubicBezTo>
                <a:lnTo>
                  <a:pt x="37" y="673"/>
                </a:lnTo>
                <a:cubicBezTo>
                  <a:pt x="63" y="673"/>
                  <a:pt x="78" y="668"/>
                  <a:pt x="81" y="660"/>
                </a:cubicBezTo>
                <a:cubicBezTo>
                  <a:pt x="84" y="655"/>
                  <a:pt x="107" y="564"/>
                  <a:pt x="151" y="388"/>
                </a:cubicBezTo>
                <a:cubicBezTo>
                  <a:pt x="195" y="211"/>
                  <a:pt x="218" y="116"/>
                  <a:pt x="220" y="106"/>
                </a:cubicBezTo>
                <a:cubicBezTo>
                  <a:pt x="221" y="102"/>
                  <a:pt x="221" y="96"/>
                  <a:pt x="221" y="90"/>
                </a:cubicBezTo>
                <a:cubicBezTo>
                  <a:pt x="221" y="58"/>
                  <a:pt x="212" y="43"/>
                  <a:pt x="193" y="43"/>
                </a:cubicBezTo>
                <a:cubicBezTo>
                  <a:pt x="176" y="43"/>
                  <a:pt x="162" y="54"/>
                  <a:pt x="151" y="75"/>
                </a:cubicBezTo>
                <a:cubicBezTo>
                  <a:pt x="140" y="96"/>
                  <a:pt x="131" y="119"/>
                  <a:pt x="125" y="144"/>
                </a:cubicBezTo>
                <a:cubicBezTo>
                  <a:pt x="119" y="169"/>
                  <a:pt x="114" y="183"/>
                  <a:pt x="111" y="185"/>
                </a:cubicBezTo>
                <a:cubicBezTo>
                  <a:pt x="110" y="187"/>
                  <a:pt x="103" y="187"/>
                  <a:pt x="93" y="187"/>
                </a:cubicBezTo>
                <a:lnTo>
                  <a:pt x="77" y="187"/>
                </a:lnTo>
                <a:cubicBezTo>
                  <a:pt x="72" y="183"/>
                  <a:pt x="70" y="180"/>
                  <a:pt x="70" y="177"/>
                </a:cubicBezTo>
                <a:moveTo>
                  <a:pt x="246" y="389"/>
                </a:moveTo>
                <a:cubicBezTo>
                  <a:pt x="263" y="446"/>
                  <a:pt x="291" y="475"/>
                  <a:pt x="331" y="475"/>
                </a:cubicBezTo>
                <a:cubicBezTo>
                  <a:pt x="353" y="475"/>
                  <a:pt x="376" y="467"/>
                  <a:pt x="398" y="449"/>
                </a:cubicBezTo>
                <a:cubicBezTo>
                  <a:pt x="419" y="432"/>
                  <a:pt x="436" y="410"/>
                  <a:pt x="450" y="383"/>
                </a:cubicBezTo>
                <a:cubicBezTo>
                  <a:pt x="464" y="357"/>
                  <a:pt x="477" y="316"/>
                  <a:pt x="491" y="260"/>
                </a:cubicBezTo>
                <a:cubicBezTo>
                  <a:pt x="505" y="203"/>
                  <a:pt x="512" y="161"/>
                  <a:pt x="513" y="134"/>
                </a:cubicBezTo>
                <a:lnTo>
                  <a:pt x="513" y="127"/>
                </a:lnTo>
                <a:cubicBezTo>
                  <a:pt x="513" y="71"/>
                  <a:pt x="490" y="43"/>
                  <a:pt x="443" y="43"/>
                </a:cubicBezTo>
                <a:cubicBezTo>
                  <a:pt x="435" y="43"/>
                  <a:pt x="427" y="44"/>
                  <a:pt x="418" y="46"/>
                </a:cubicBezTo>
                <a:cubicBezTo>
                  <a:pt x="410" y="49"/>
                  <a:pt x="402" y="52"/>
                  <a:pt x="393" y="57"/>
                </a:cubicBezTo>
                <a:cubicBezTo>
                  <a:pt x="385" y="61"/>
                  <a:pt x="377" y="66"/>
                  <a:pt x="370" y="71"/>
                </a:cubicBezTo>
                <a:cubicBezTo>
                  <a:pt x="364" y="77"/>
                  <a:pt x="357" y="82"/>
                  <a:pt x="350" y="88"/>
                </a:cubicBezTo>
                <a:cubicBezTo>
                  <a:pt x="344" y="95"/>
                  <a:pt x="338" y="100"/>
                  <a:pt x="333" y="106"/>
                </a:cubicBezTo>
                <a:cubicBezTo>
                  <a:pt x="328" y="111"/>
                  <a:pt x="323" y="116"/>
                  <a:pt x="320" y="121"/>
                </a:cubicBezTo>
                <a:cubicBezTo>
                  <a:pt x="317" y="127"/>
                  <a:pt x="314" y="131"/>
                  <a:pt x="311" y="133"/>
                </a:cubicBezTo>
                <a:lnTo>
                  <a:pt x="308" y="137"/>
                </a:lnTo>
                <a:cubicBezTo>
                  <a:pt x="308" y="138"/>
                  <a:pt x="307" y="143"/>
                  <a:pt x="305" y="153"/>
                </a:cubicBezTo>
                <a:cubicBezTo>
                  <a:pt x="302" y="163"/>
                  <a:pt x="298" y="180"/>
                  <a:pt x="292" y="203"/>
                </a:cubicBezTo>
                <a:cubicBezTo>
                  <a:pt x="286" y="228"/>
                  <a:pt x="281" y="248"/>
                  <a:pt x="276" y="264"/>
                </a:cubicBezTo>
                <a:cubicBezTo>
                  <a:pt x="256" y="344"/>
                  <a:pt x="246" y="386"/>
                  <a:pt x="246" y="389"/>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279" name=""/>
          <p:cNvSpPr/>
          <p:nvPr/>
        </p:nvSpPr>
        <p:spPr>
          <a:xfrm>
            <a:off x="2420280" y="3743280"/>
            <a:ext cx="124200" cy="207720"/>
          </a:xfrm>
          <a:custGeom>
            <a:avLst/>
            <a:gdLst/>
            <a:ahLst/>
            <a:rect l="0" t="0" r="r" b="b"/>
            <a:pathLst>
              <a:path w="345" h="577">
                <a:moveTo>
                  <a:pt x="0" y="408"/>
                </a:moveTo>
                <a:cubicBezTo>
                  <a:pt x="0" y="353"/>
                  <a:pt x="11" y="295"/>
                  <a:pt x="31" y="234"/>
                </a:cubicBezTo>
                <a:cubicBezTo>
                  <a:pt x="52" y="173"/>
                  <a:pt x="81" y="121"/>
                  <a:pt x="117" y="77"/>
                </a:cubicBezTo>
                <a:cubicBezTo>
                  <a:pt x="153" y="33"/>
                  <a:pt x="190" y="8"/>
                  <a:pt x="229" y="1"/>
                </a:cubicBezTo>
                <a:cubicBezTo>
                  <a:pt x="229" y="1"/>
                  <a:pt x="231" y="1"/>
                  <a:pt x="235" y="1"/>
                </a:cubicBezTo>
                <a:cubicBezTo>
                  <a:pt x="239" y="1"/>
                  <a:pt x="242" y="1"/>
                  <a:pt x="245" y="0"/>
                </a:cubicBezTo>
                <a:cubicBezTo>
                  <a:pt x="274" y="2"/>
                  <a:pt x="296" y="16"/>
                  <a:pt x="313" y="40"/>
                </a:cubicBezTo>
                <a:cubicBezTo>
                  <a:pt x="334" y="72"/>
                  <a:pt x="345" y="115"/>
                  <a:pt x="345" y="169"/>
                </a:cubicBezTo>
                <a:cubicBezTo>
                  <a:pt x="345" y="231"/>
                  <a:pt x="333" y="295"/>
                  <a:pt x="307" y="359"/>
                </a:cubicBezTo>
                <a:cubicBezTo>
                  <a:pt x="283" y="422"/>
                  <a:pt x="252" y="475"/>
                  <a:pt x="215" y="515"/>
                </a:cubicBezTo>
                <a:cubicBezTo>
                  <a:pt x="177" y="556"/>
                  <a:pt x="141" y="577"/>
                  <a:pt x="107" y="577"/>
                </a:cubicBezTo>
                <a:lnTo>
                  <a:pt x="101" y="577"/>
                </a:lnTo>
                <a:cubicBezTo>
                  <a:pt x="82" y="577"/>
                  <a:pt x="66" y="571"/>
                  <a:pt x="52" y="561"/>
                </a:cubicBezTo>
                <a:cubicBezTo>
                  <a:pt x="38" y="550"/>
                  <a:pt x="27" y="536"/>
                  <a:pt x="20" y="518"/>
                </a:cubicBezTo>
                <a:cubicBezTo>
                  <a:pt x="13" y="500"/>
                  <a:pt x="8" y="482"/>
                  <a:pt x="5" y="464"/>
                </a:cubicBezTo>
                <a:cubicBezTo>
                  <a:pt x="2" y="446"/>
                  <a:pt x="0" y="427"/>
                  <a:pt x="0" y="408"/>
                </a:cubicBezTo>
                <a:moveTo>
                  <a:pt x="280" y="112"/>
                </a:moveTo>
                <a:cubicBezTo>
                  <a:pt x="280" y="57"/>
                  <a:pt x="266" y="30"/>
                  <a:pt x="237" y="30"/>
                </a:cubicBezTo>
                <a:cubicBezTo>
                  <a:pt x="218" y="30"/>
                  <a:pt x="199" y="42"/>
                  <a:pt x="181" y="66"/>
                </a:cubicBezTo>
                <a:cubicBezTo>
                  <a:pt x="163" y="90"/>
                  <a:pt x="148" y="118"/>
                  <a:pt x="136" y="148"/>
                </a:cubicBezTo>
                <a:cubicBezTo>
                  <a:pt x="124" y="179"/>
                  <a:pt x="115" y="206"/>
                  <a:pt x="109" y="229"/>
                </a:cubicBezTo>
                <a:cubicBezTo>
                  <a:pt x="102" y="253"/>
                  <a:pt x="99" y="266"/>
                  <a:pt x="98" y="270"/>
                </a:cubicBezTo>
                <a:cubicBezTo>
                  <a:pt x="125" y="271"/>
                  <a:pt x="151" y="271"/>
                  <a:pt x="176" y="271"/>
                </a:cubicBezTo>
                <a:lnTo>
                  <a:pt x="254" y="270"/>
                </a:lnTo>
                <a:cubicBezTo>
                  <a:pt x="255" y="270"/>
                  <a:pt x="257" y="261"/>
                  <a:pt x="261" y="244"/>
                </a:cubicBezTo>
                <a:cubicBezTo>
                  <a:pt x="265" y="225"/>
                  <a:pt x="269" y="204"/>
                  <a:pt x="274" y="178"/>
                </a:cubicBezTo>
                <a:cubicBezTo>
                  <a:pt x="278" y="152"/>
                  <a:pt x="281" y="130"/>
                  <a:pt x="280" y="112"/>
                </a:cubicBezTo>
                <a:moveTo>
                  <a:pt x="63" y="462"/>
                </a:moveTo>
                <a:cubicBezTo>
                  <a:pt x="63" y="519"/>
                  <a:pt x="77" y="548"/>
                  <a:pt x="105" y="548"/>
                </a:cubicBezTo>
                <a:cubicBezTo>
                  <a:pt x="114" y="548"/>
                  <a:pt x="122" y="545"/>
                  <a:pt x="131" y="540"/>
                </a:cubicBezTo>
                <a:cubicBezTo>
                  <a:pt x="140" y="534"/>
                  <a:pt x="151" y="524"/>
                  <a:pt x="164" y="509"/>
                </a:cubicBezTo>
                <a:cubicBezTo>
                  <a:pt x="177" y="494"/>
                  <a:pt x="190" y="471"/>
                  <a:pt x="203" y="439"/>
                </a:cubicBezTo>
                <a:cubicBezTo>
                  <a:pt x="216" y="407"/>
                  <a:pt x="229" y="368"/>
                  <a:pt x="241" y="322"/>
                </a:cubicBezTo>
                <a:lnTo>
                  <a:pt x="245" y="308"/>
                </a:lnTo>
                <a:lnTo>
                  <a:pt x="89" y="308"/>
                </a:lnTo>
                <a:cubicBezTo>
                  <a:pt x="89" y="309"/>
                  <a:pt x="86" y="320"/>
                  <a:pt x="81" y="338"/>
                </a:cubicBezTo>
                <a:cubicBezTo>
                  <a:pt x="77" y="357"/>
                  <a:pt x="72" y="378"/>
                  <a:pt x="68" y="401"/>
                </a:cubicBezTo>
                <a:cubicBezTo>
                  <a:pt x="65" y="424"/>
                  <a:pt x="63" y="445"/>
                  <a:pt x="63" y="462"/>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280" name=""/>
          <p:cNvSpPr txBox="1"/>
          <p:nvPr/>
        </p:nvSpPr>
        <p:spPr>
          <a:xfrm>
            <a:off x="380880" y="3584520"/>
            <a:ext cx="1836360" cy="334080"/>
          </a:xfrm>
          <a:prstGeom prst="rect">
            <a:avLst/>
          </a:prstGeom>
          <a:noFill/>
          <a:ln w="0">
            <a:noFill/>
          </a:ln>
        </p:spPr>
        <p:txBody>
          <a:bodyPr wrap="none" lIns="0" rIns="0" tIns="0" bIns="0" anchor="t">
            <a:spAutoFit/>
          </a:bodyPr>
          <a:p>
            <a:r>
              <a:rPr b="0" lang="zh-CN" sz="2620" strike="noStrike" u="none">
                <a:solidFill>
                  <a:srgbClr val="333333"/>
                </a:solidFill>
                <a:effectLst/>
                <a:uFillTx/>
                <a:latin typeface="NotoSansJP-Thin_"/>
                <a:ea typeface="NotoSansJP-Thin_"/>
              </a:rPr>
              <a:t>この逆過程 </a:t>
            </a:r>
            <a:endParaRPr b="0" lang="en-US" sz="2620" strike="noStrike" u="none">
              <a:solidFill>
                <a:srgbClr val="000000"/>
              </a:solidFill>
              <a:effectLst/>
              <a:uFillTx/>
              <a:latin typeface="Times New Roman"/>
            </a:endParaRPr>
          </a:p>
        </p:txBody>
      </p:sp>
      <p:sp>
        <p:nvSpPr>
          <p:cNvPr id="281" name=""/>
          <p:cNvSpPr/>
          <p:nvPr/>
        </p:nvSpPr>
        <p:spPr>
          <a:xfrm>
            <a:off x="367560" y="4737960"/>
            <a:ext cx="184680" cy="218880"/>
          </a:xfrm>
          <a:custGeom>
            <a:avLst/>
            <a:gdLst/>
            <a:ahLst/>
            <a:rect l="0" t="0" r="r" b="b"/>
            <a:pathLst>
              <a:path w="513" h="608">
                <a:moveTo>
                  <a:pt x="60" y="148"/>
                </a:moveTo>
                <a:cubicBezTo>
                  <a:pt x="60" y="146"/>
                  <a:pt x="61" y="143"/>
                  <a:pt x="62" y="140"/>
                </a:cubicBezTo>
                <a:cubicBezTo>
                  <a:pt x="62" y="137"/>
                  <a:pt x="64" y="130"/>
                  <a:pt x="66" y="119"/>
                </a:cubicBezTo>
                <a:cubicBezTo>
                  <a:pt x="69" y="108"/>
                  <a:pt x="72" y="99"/>
                  <a:pt x="76" y="90"/>
                </a:cubicBezTo>
                <a:cubicBezTo>
                  <a:pt x="80" y="81"/>
                  <a:pt x="84" y="70"/>
                  <a:pt x="90" y="58"/>
                </a:cubicBezTo>
                <a:cubicBezTo>
                  <a:pt x="96" y="46"/>
                  <a:pt x="102" y="37"/>
                  <a:pt x="109" y="30"/>
                </a:cubicBezTo>
                <a:cubicBezTo>
                  <a:pt x="116" y="23"/>
                  <a:pt x="125" y="16"/>
                  <a:pt x="134" y="9"/>
                </a:cubicBezTo>
                <a:cubicBezTo>
                  <a:pt x="144" y="2"/>
                  <a:pt x="154" y="-1"/>
                  <a:pt x="166" y="0"/>
                </a:cubicBezTo>
                <a:cubicBezTo>
                  <a:pt x="213" y="0"/>
                  <a:pt x="244" y="20"/>
                  <a:pt x="258" y="61"/>
                </a:cubicBezTo>
                <a:lnTo>
                  <a:pt x="268" y="52"/>
                </a:lnTo>
                <a:cubicBezTo>
                  <a:pt x="307" y="17"/>
                  <a:pt x="345" y="0"/>
                  <a:pt x="381" y="0"/>
                </a:cubicBezTo>
                <a:cubicBezTo>
                  <a:pt x="422" y="0"/>
                  <a:pt x="454" y="15"/>
                  <a:pt x="478" y="45"/>
                </a:cubicBezTo>
                <a:cubicBezTo>
                  <a:pt x="502" y="75"/>
                  <a:pt x="513" y="111"/>
                  <a:pt x="513" y="154"/>
                </a:cubicBezTo>
                <a:cubicBezTo>
                  <a:pt x="513" y="222"/>
                  <a:pt x="489" y="286"/>
                  <a:pt x="441" y="344"/>
                </a:cubicBezTo>
                <a:cubicBezTo>
                  <a:pt x="392" y="402"/>
                  <a:pt x="338" y="431"/>
                  <a:pt x="276" y="432"/>
                </a:cubicBezTo>
                <a:cubicBezTo>
                  <a:pt x="262" y="432"/>
                  <a:pt x="249" y="430"/>
                  <a:pt x="238" y="426"/>
                </a:cubicBezTo>
                <a:cubicBezTo>
                  <a:pt x="231" y="423"/>
                  <a:pt x="224" y="418"/>
                  <a:pt x="216" y="411"/>
                </a:cubicBezTo>
                <a:cubicBezTo>
                  <a:pt x="209" y="405"/>
                  <a:pt x="203" y="400"/>
                  <a:pt x="198" y="395"/>
                </a:cubicBezTo>
                <a:lnTo>
                  <a:pt x="191" y="388"/>
                </a:lnTo>
                <a:cubicBezTo>
                  <a:pt x="191" y="388"/>
                  <a:pt x="184" y="416"/>
                  <a:pt x="170" y="471"/>
                </a:cubicBezTo>
                <a:cubicBezTo>
                  <a:pt x="157" y="526"/>
                  <a:pt x="150" y="554"/>
                  <a:pt x="150" y="555"/>
                </a:cubicBezTo>
                <a:cubicBezTo>
                  <a:pt x="150" y="559"/>
                  <a:pt x="153" y="561"/>
                  <a:pt x="158" y="561"/>
                </a:cubicBezTo>
                <a:cubicBezTo>
                  <a:pt x="163" y="562"/>
                  <a:pt x="175" y="563"/>
                  <a:pt x="193" y="564"/>
                </a:cubicBezTo>
                <a:lnTo>
                  <a:pt x="217" y="564"/>
                </a:lnTo>
                <a:cubicBezTo>
                  <a:pt x="221" y="569"/>
                  <a:pt x="223" y="572"/>
                  <a:pt x="223" y="573"/>
                </a:cubicBezTo>
                <a:cubicBezTo>
                  <a:pt x="223" y="574"/>
                  <a:pt x="222" y="580"/>
                  <a:pt x="220" y="590"/>
                </a:cubicBezTo>
                <a:cubicBezTo>
                  <a:pt x="218" y="598"/>
                  <a:pt x="216" y="603"/>
                  <a:pt x="214" y="604"/>
                </a:cubicBezTo>
                <a:cubicBezTo>
                  <a:pt x="212" y="606"/>
                  <a:pt x="208" y="608"/>
                  <a:pt x="202" y="608"/>
                </a:cubicBezTo>
                <a:cubicBezTo>
                  <a:pt x="201" y="608"/>
                  <a:pt x="197" y="608"/>
                  <a:pt x="191" y="608"/>
                </a:cubicBezTo>
                <a:cubicBezTo>
                  <a:pt x="186" y="608"/>
                  <a:pt x="175" y="608"/>
                  <a:pt x="159" y="607"/>
                </a:cubicBezTo>
                <a:cubicBezTo>
                  <a:pt x="143" y="607"/>
                  <a:pt x="123" y="606"/>
                  <a:pt x="100" y="606"/>
                </a:cubicBezTo>
                <a:cubicBezTo>
                  <a:pt x="55" y="606"/>
                  <a:pt x="27" y="607"/>
                  <a:pt x="15" y="608"/>
                </a:cubicBezTo>
                <a:lnTo>
                  <a:pt x="7" y="608"/>
                </a:lnTo>
                <a:cubicBezTo>
                  <a:pt x="3" y="604"/>
                  <a:pt x="0" y="600"/>
                  <a:pt x="0" y="598"/>
                </a:cubicBezTo>
                <a:cubicBezTo>
                  <a:pt x="2" y="581"/>
                  <a:pt x="6" y="569"/>
                  <a:pt x="13" y="564"/>
                </a:cubicBezTo>
                <a:lnTo>
                  <a:pt x="32" y="564"/>
                </a:lnTo>
                <a:cubicBezTo>
                  <a:pt x="54" y="564"/>
                  <a:pt x="66" y="560"/>
                  <a:pt x="69" y="553"/>
                </a:cubicBezTo>
                <a:cubicBezTo>
                  <a:pt x="71" y="549"/>
                  <a:pt x="91" y="472"/>
                  <a:pt x="127" y="324"/>
                </a:cubicBezTo>
                <a:cubicBezTo>
                  <a:pt x="164" y="175"/>
                  <a:pt x="184" y="97"/>
                  <a:pt x="186" y="88"/>
                </a:cubicBezTo>
                <a:cubicBezTo>
                  <a:pt x="186" y="85"/>
                  <a:pt x="187" y="80"/>
                  <a:pt x="187" y="74"/>
                </a:cubicBezTo>
                <a:cubicBezTo>
                  <a:pt x="187" y="48"/>
                  <a:pt x="179" y="35"/>
                  <a:pt x="163" y="35"/>
                </a:cubicBezTo>
                <a:cubicBezTo>
                  <a:pt x="149" y="35"/>
                  <a:pt x="137" y="44"/>
                  <a:pt x="127" y="62"/>
                </a:cubicBezTo>
                <a:cubicBezTo>
                  <a:pt x="118" y="80"/>
                  <a:pt x="111" y="99"/>
                  <a:pt x="106" y="120"/>
                </a:cubicBezTo>
                <a:cubicBezTo>
                  <a:pt x="100" y="141"/>
                  <a:pt x="97" y="153"/>
                  <a:pt x="94" y="155"/>
                </a:cubicBezTo>
                <a:cubicBezTo>
                  <a:pt x="93" y="156"/>
                  <a:pt x="88" y="157"/>
                  <a:pt x="79" y="157"/>
                </a:cubicBezTo>
                <a:lnTo>
                  <a:pt x="65" y="157"/>
                </a:lnTo>
                <a:cubicBezTo>
                  <a:pt x="62" y="153"/>
                  <a:pt x="60" y="150"/>
                  <a:pt x="60" y="148"/>
                </a:cubicBezTo>
                <a:moveTo>
                  <a:pt x="208" y="325"/>
                </a:moveTo>
                <a:cubicBezTo>
                  <a:pt x="222" y="373"/>
                  <a:pt x="245" y="397"/>
                  <a:pt x="279" y="397"/>
                </a:cubicBezTo>
                <a:cubicBezTo>
                  <a:pt x="298" y="397"/>
                  <a:pt x="317" y="390"/>
                  <a:pt x="335" y="375"/>
                </a:cubicBezTo>
                <a:cubicBezTo>
                  <a:pt x="353" y="361"/>
                  <a:pt x="367" y="342"/>
                  <a:pt x="379" y="320"/>
                </a:cubicBezTo>
                <a:cubicBezTo>
                  <a:pt x="390" y="298"/>
                  <a:pt x="402" y="264"/>
                  <a:pt x="413" y="217"/>
                </a:cubicBezTo>
                <a:cubicBezTo>
                  <a:pt x="425" y="170"/>
                  <a:pt x="431" y="135"/>
                  <a:pt x="431" y="112"/>
                </a:cubicBezTo>
                <a:lnTo>
                  <a:pt x="431" y="106"/>
                </a:lnTo>
                <a:cubicBezTo>
                  <a:pt x="431" y="59"/>
                  <a:pt x="412" y="35"/>
                  <a:pt x="373" y="35"/>
                </a:cubicBezTo>
                <a:cubicBezTo>
                  <a:pt x="366" y="35"/>
                  <a:pt x="359" y="36"/>
                  <a:pt x="352" y="38"/>
                </a:cubicBezTo>
                <a:cubicBezTo>
                  <a:pt x="345" y="40"/>
                  <a:pt x="338" y="43"/>
                  <a:pt x="331" y="47"/>
                </a:cubicBezTo>
                <a:cubicBezTo>
                  <a:pt x="324" y="51"/>
                  <a:pt x="318" y="55"/>
                  <a:pt x="312" y="59"/>
                </a:cubicBezTo>
                <a:cubicBezTo>
                  <a:pt x="306" y="64"/>
                  <a:pt x="301" y="68"/>
                  <a:pt x="296" y="73"/>
                </a:cubicBezTo>
                <a:cubicBezTo>
                  <a:pt x="290" y="79"/>
                  <a:pt x="286" y="83"/>
                  <a:pt x="281" y="88"/>
                </a:cubicBezTo>
                <a:cubicBezTo>
                  <a:pt x="277" y="92"/>
                  <a:pt x="273" y="97"/>
                  <a:pt x="271" y="101"/>
                </a:cubicBezTo>
                <a:cubicBezTo>
                  <a:pt x="268" y="106"/>
                  <a:pt x="266" y="109"/>
                  <a:pt x="263" y="111"/>
                </a:cubicBezTo>
                <a:lnTo>
                  <a:pt x="260" y="115"/>
                </a:lnTo>
                <a:cubicBezTo>
                  <a:pt x="260" y="115"/>
                  <a:pt x="259" y="120"/>
                  <a:pt x="256" y="128"/>
                </a:cubicBezTo>
                <a:cubicBezTo>
                  <a:pt x="254" y="136"/>
                  <a:pt x="251" y="150"/>
                  <a:pt x="246" y="170"/>
                </a:cubicBezTo>
                <a:cubicBezTo>
                  <a:pt x="241" y="190"/>
                  <a:pt x="236" y="206"/>
                  <a:pt x="233" y="220"/>
                </a:cubicBezTo>
                <a:cubicBezTo>
                  <a:pt x="216" y="287"/>
                  <a:pt x="208" y="322"/>
                  <a:pt x="208" y="325"/>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282" name=""/>
          <p:cNvSpPr/>
          <p:nvPr/>
        </p:nvSpPr>
        <p:spPr>
          <a:xfrm>
            <a:off x="573840" y="4770000"/>
            <a:ext cx="104040" cy="174240"/>
          </a:xfrm>
          <a:custGeom>
            <a:avLst/>
            <a:gdLst/>
            <a:ahLst/>
            <a:rect l="0" t="0" r="r" b="b"/>
            <a:pathLst>
              <a:path w="289" h="484">
                <a:moveTo>
                  <a:pt x="0" y="342"/>
                </a:moveTo>
                <a:cubicBezTo>
                  <a:pt x="0" y="296"/>
                  <a:pt x="9" y="248"/>
                  <a:pt x="27" y="197"/>
                </a:cubicBezTo>
                <a:cubicBezTo>
                  <a:pt x="44" y="146"/>
                  <a:pt x="68" y="102"/>
                  <a:pt x="98" y="65"/>
                </a:cubicBezTo>
                <a:cubicBezTo>
                  <a:pt x="128" y="29"/>
                  <a:pt x="160" y="7"/>
                  <a:pt x="192" y="1"/>
                </a:cubicBezTo>
                <a:cubicBezTo>
                  <a:pt x="192" y="1"/>
                  <a:pt x="194" y="1"/>
                  <a:pt x="197" y="1"/>
                </a:cubicBezTo>
                <a:cubicBezTo>
                  <a:pt x="200" y="1"/>
                  <a:pt x="203" y="1"/>
                  <a:pt x="205" y="0"/>
                </a:cubicBezTo>
                <a:cubicBezTo>
                  <a:pt x="230" y="2"/>
                  <a:pt x="249" y="14"/>
                  <a:pt x="262" y="34"/>
                </a:cubicBezTo>
                <a:cubicBezTo>
                  <a:pt x="281" y="61"/>
                  <a:pt x="289" y="98"/>
                  <a:pt x="289" y="143"/>
                </a:cubicBezTo>
                <a:cubicBezTo>
                  <a:pt x="289" y="195"/>
                  <a:pt x="279" y="247"/>
                  <a:pt x="258" y="301"/>
                </a:cubicBezTo>
                <a:cubicBezTo>
                  <a:pt x="238" y="355"/>
                  <a:pt x="212" y="398"/>
                  <a:pt x="180" y="433"/>
                </a:cubicBezTo>
                <a:cubicBezTo>
                  <a:pt x="149" y="467"/>
                  <a:pt x="119" y="484"/>
                  <a:pt x="90" y="484"/>
                </a:cubicBezTo>
                <a:lnTo>
                  <a:pt x="85" y="484"/>
                </a:lnTo>
                <a:cubicBezTo>
                  <a:pt x="69" y="484"/>
                  <a:pt x="55" y="479"/>
                  <a:pt x="43" y="470"/>
                </a:cubicBezTo>
                <a:cubicBezTo>
                  <a:pt x="32" y="461"/>
                  <a:pt x="23" y="450"/>
                  <a:pt x="17" y="435"/>
                </a:cubicBezTo>
                <a:cubicBezTo>
                  <a:pt x="11" y="420"/>
                  <a:pt x="7" y="405"/>
                  <a:pt x="4" y="389"/>
                </a:cubicBezTo>
                <a:cubicBezTo>
                  <a:pt x="2" y="374"/>
                  <a:pt x="0" y="358"/>
                  <a:pt x="0" y="342"/>
                </a:cubicBezTo>
                <a:moveTo>
                  <a:pt x="235" y="95"/>
                </a:moveTo>
                <a:cubicBezTo>
                  <a:pt x="235" y="49"/>
                  <a:pt x="223" y="26"/>
                  <a:pt x="199" y="26"/>
                </a:cubicBezTo>
                <a:cubicBezTo>
                  <a:pt x="183" y="26"/>
                  <a:pt x="167" y="36"/>
                  <a:pt x="152" y="57"/>
                </a:cubicBezTo>
                <a:cubicBezTo>
                  <a:pt x="137" y="77"/>
                  <a:pt x="124" y="100"/>
                  <a:pt x="114" y="125"/>
                </a:cubicBezTo>
                <a:cubicBezTo>
                  <a:pt x="104" y="151"/>
                  <a:pt x="97" y="174"/>
                  <a:pt x="91" y="193"/>
                </a:cubicBezTo>
                <a:cubicBezTo>
                  <a:pt x="86" y="212"/>
                  <a:pt x="83" y="224"/>
                  <a:pt x="83" y="227"/>
                </a:cubicBezTo>
                <a:cubicBezTo>
                  <a:pt x="105" y="227"/>
                  <a:pt x="126" y="227"/>
                  <a:pt x="148" y="227"/>
                </a:cubicBezTo>
                <a:lnTo>
                  <a:pt x="214" y="227"/>
                </a:lnTo>
                <a:cubicBezTo>
                  <a:pt x="214" y="226"/>
                  <a:pt x="216" y="219"/>
                  <a:pt x="219" y="204"/>
                </a:cubicBezTo>
                <a:cubicBezTo>
                  <a:pt x="222" y="190"/>
                  <a:pt x="226" y="172"/>
                  <a:pt x="230" y="150"/>
                </a:cubicBezTo>
                <a:cubicBezTo>
                  <a:pt x="234" y="129"/>
                  <a:pt x="236" y="110"/>
                  <a:pt x="235" y="95"/>
                </a:cubicBezTo>
                <a:moveTo>
                  <a:pt x="53" y="388"/>
                </a:moveTo>
                <a:cubicBezTo>
                  <a:pt x="53" y="436"/>
                  <a:pt x="65" y="460"/>
                  <a:pt x="89" y="460"/>
                </a:cubicBezTo>
                <a:cubicBezTo>
                  <a:pt x="95" y="460"/>
                  <a:pt x="103" y="457"/>
                  <a:pt x="110" y="453"/>
                </a:cubicBezTo>
                <a:cubicBezTo>
                  <a:pt x="118" y="448"/>
                  <a:pt x="127" y="440"/>
                  <a:pt x="138" y="427"/>
                </a:cubicBezTo>
                <a:cubicBezTo>
                  <a:pt x="149" y="415"/>
                  <a:pt x="160" y="395"/>
                  <a:pt x="170" y="369"/>
                </a:cubicBezTo>
                <a:cubicBezTo>
                  <a:pt x="181" y="342"/>
                  <a:pt x="192" y="309"/>
                  <a:pt x="203" y="270"/>
                </a:cubicBezTo>
                <a:lnTo>
                  <a:pt x="206" y="258"/>
                </a:lnTo>
                <a:lnTo>
                  <a:pt x="74" y="258"/>
                </a:lnTo>
                <a:cubicBezTo>
                  <a:pt x="74" y="260"/>
                  <a:pt x="72" y="268"/>
                  <a:pt x="68" y="284"/>
                </a:cubicBezTo>
                <a:cubicBezTo>
                  <a:pt x="64" y="300"/>
                  <a:pt x="61" y="317"/>
                  <a:pt x="58" y="337"/>
                </a:cubicBezTo>
                <a:cubicBezTo>
                  <a:pt x="54" y="356"/>
                  <a:pt x="53" y="373"/>
                  <a:pt x="53" y="388"/>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283" name=""/>
          <p:cNvSpPr/>
          <p:nvPr/>
        </p:nvSpPr>
        <p:spPr>
          <a:xfrm>
            <a:off x="729000" y="4632120"/>
            <a:ext cx="82440" cy="344160"/>
          </a:xfrm>
          <a:custGeom>
            <a:avLst/>
            <a:gdLst/>
            <a:ahLst/>
            <a:rect l="0" t="0" r="r" b="b"/>
            <a:pathLst>
              <a:path w="229" h="956">
                <a:moveTo>
                  <a:pt x="0" y="478"/>
                </a:moveTo>
                <a:cubicBezTo>
                  <a:pt x="0" y="434"/>
                  <a:pt x="3" y="393"/>
                  <a:pt x="9" y="353"/>
                </a:cubicBezTo>
                <a:cubicBezTo>
                  <a:pt x="16" y="314"/>
                  <a:pt x="23" y="280"/>
                  <a:pt x="31" y="251"/>
                </a:cubicBezTo>
                <a:cubicBezTo>
                  <a:pt x="40" y="222"/>
                  <a:pt x="51" y="194"/>
                  <a:pt x="67" y="167"/>
                </a:cubicBezTo>
                <a:cubicBezTo>
                  <a:pt x="82" y="140"/>
                  <a:pt x="94" y="118"/>
                  <a:pt x="103" y="103"/>
                </a:cubicBezTo>
                <a:cubicBezTo>
                  <a:pt x="112" y="88"/>
                  <a:pt x="125" y="71"/>
                  <a:pt x="144" y="53"/>
                </a:cubicBezTo>
                <a:cubicBezTo>
                  <a:pt x="162" y="35"/>
                  <a:pt x="172" y="25"/>
                  <a:pt x="175" y="21"/>
                </a:cubicBezTo>
                <a:cubicBezTo>
                  <a:pt x="179" y="17"/>
                  <a:pt x="187" y="9"/>
                  <a:pt x="199" y="0"/>
                </a:cubicBezTo>
                <a:lnTo>
                  <a:pt x="212" y="0"/>
                </a:lnTo>
                <a:lnTo>
                  <a:pt x="216" y="0"/>
                </a:lnTo>
                <a:cubicBezTo>
                  <a:pt x="224" y="0"/>
                  <a:pt x="229" y="3"/>
                  <a:pt x="229" y="8"/>
                </a:cubicBezTo>
                <a:cubicBezTo>
                  <a:pt x="229" y="10"/>
                  <a:pt x="224" y="18"/>
                  <a:pt x="213" y="29"/>
                </a:cubicBezTo>
                <a:cubicBezTo>
                  <a:pt x="202" y="41"/>
                  <a:pt x="189" y="58"/>
                  <a:pt x="174" y="80"/>
                </a:cubicBezTo>
                <a:cubicBezTo>
                  <a:pt x="158" y="102"/>
                  <a:pt x="143" y="130"/>
                  <a:pt x="126" y="162"/>
                </a:cubicBezTo>
                <a:cubicBezTo>
                  <a:pt x="110" y="195"/>
                  <a:pt x="96" y="239"/>
                  <a:pt x="86" y="294"/>
                </a:cubicBezTo>
                <a:cubicBezTo>
                  <a:pt x="75" y="349"/>
                  <a:pt x="69" y="411"/>
                  <a:pt x="69" y="478"/>
                </a:cubicBezTo>
                <a:cubicBezTo>
                  <a:pt x="69" y="546"/>
                  <a:pt x="75" y="607"/>
                  <a:pt x="86" y="662"/>
                </a:cubicBezTo>
                <a:cubicBezTo>
                  <a:pt x="96" y="716"/>
                  <a:pt x="110" y="761"/>
                  <a:pt x="125" y="794"/>
                </a:cubicBezTo>
                <a:cubicBezTo>
                  <a:pt x="140" y="828"/>
                  <a:pt x="157" y="855"/>
                  <a:pt x="173" y="876"/>
                </a:cubicBezTo>
                <a:cubicBezTo>
                  <a:pt x="189" y="897"/>
                  <a:pt x="202" y="914"/>
                  <a:pt x="213" y="927"/>
                </a:cubicBezTo>
                <a:cubicBezTo>
                  <a:pt x="224" y="940"/>
                  <a:pt x="229" y="947"/>
                  <a:pt x="229" y="947"/>
                </a:cubicBezTo>
                <a:cubicBezTo>
                  <a:pt x="229" y="953"/>
                  <a:pt x="224" y="956"/>
                  <a:pt x="215" y="956"/>
                </a:cubicBezTo>
                <a:lnTo>
                  <a:pt x="212" y="956"/>
                </a:lnTo>
                <a:lnTo>
                  <a:pt x="199" y="956"/>
                </a:lnTo>
                <a:lnTo>
                  <a:pt x="173" y="933"/>
                </a:lnTo>
                <a:cubicBezTo>
                  <a:pt x="112" y="879"/>
                  <a:pt x="68" y="811"/>
                  <a:pt x="41" y="730"/>
                </a:cubicBezTo>
                <a:cubicBezTo>
                  <a:pt x="13" y="650"/>
                  <a:pt x="0" y="565"/>
                  <a:pt x="0" y="478"/>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284" name=""/>
          <p:cNvSpPr/>
          <p:nvPr/>
        </p:nvSpPr>
        <p:spPr>
          <a:xfrm>
            <a:off x="837360" y="4737240"/>
            <a:ext cx="194760" cy="153000"/>
          </a:xfrm>
          <a:custGeom>
            <a:avLst/>
            <a:gdLst/>
            <a:ahLst/>
            <a:rect l="0" t="0" r="r" b="b"/>
            <a:pathLst>
              <a:path w="541" h="425">
                <a:moveTo>
                  <a:pt x="198" y="425"/>
                </a:moveTo>
                <a:cubicBezTo>
                  <a:pt x="189" y="423"/>
                  <a:pt x="155" y="422"/>
                  <a:pt x="96" y="422"/>
                </a:cubicBezTo>
                <a:cubicBezTo>
                  <a:pt x="44" y="422"/>
                  <a:pt x="15" y="423"/>
                  <a:pt x="7" y="425"/>
                </a:cubicBezTo>
                <a:lnTo>
                  <a:pt x="0" y="425"/>
                </a:lnTo>
                <a:lnTo>
                  <a:pt x="0" y="366"/>
                </a:lnTo>
                <a:lnTo>
                  <a:pt x="92" y="366"/>
                </a:lnTo>
                <a:lnTo>
                  <a:pt x="215" y="222"/>
                </a:lnTo>
                <a:lnTo>
                  <a:pt x="85" y="59"/>
                </a:lnTo>
                <a:lnTo>
                  <a:pt x="5" y="59"/>
                </a:lnTo>
                <a:lnTo>
                  <a:pt x="5" y="0"/>
                </a:lnTo>
                <a:lnTo>
                  <a:pt x="13" y="0"/>
                </a:lnTo>
                <a:cubicBezTo>
                  <a:pt x="22" y="2"/>
                  <a:pt x="57" y="3"/>
                  <a:pt x="118" y="3"/>
                </a:cubicBezTo>
                <a:cubicBezTo>
                  <a:pt x="184" y="3"/>
                  <a:pt x="223" y="2"/>
                  <a:pt x="234" y="0"/>
                </a:cubicBezTo>
                <a:lnTo>
                  <a:pt x="243" y="0"/>
                </a:lnTo>
                <a:lnTo>
                  <a:pt x="243" y="59"/>
                </a:lnTo>
                <a:lnTo>
                  <a:pt x="216" y="59"/>
                </a:lnTo>
                <a:lnTo>
                  <a:pt x="250" y="100"/>
                </a:lnTo>
                <a:cubicBezTo>
                  <a:pt x="271" y="127"/>
                  <a:pt x="283" y="140"/>
                  <a:pt x="283" y="140"/>
                </a:cubicBezTo>
                <a:cubicBezTo>
                  <a:pt x="286" y="140"/>
                  <a:pt x="298" y="126"/>
                  <a:pt x="319" y="98"/>
                </a:cubicBezTo>
                <a:lnTo>
                  <a:pt x="353" y="59"/>
                </a:lnTo>
                <a:lnTo>
                  <a:pt x="318" y="59"/>
                </a:lnTo>
                <a:lnTo>
                  <a:pt x="318" y="0"/>
                </a:lnTo>
                <a:lnTo>
                  <a:pt x="325" y="0"/>
                </a:lnTo>
                <a:cubicBezTo>
                  <a:pt x="335" y="2"/>
                  <a:pt x="368" y="3"/>
                  <a:pt x="426" y="3"/>
                </a:cubicBezTo>
                <a:cubicBezTo>
                  <a:pt x="478" y="3"/>
                  <a:pt x="508" y="2"/>
                  <a:pt x="515" y="0"/>
                </a:cubicBezTo>
                <a:lnTo>
                  <a:pt x="522" y="0"/>
                </a:lnTo>
                <a:lnTo>
                  <a:pt x="522" y="59"/>
                </a:lnTo>
                <a:lnTo>
                  <a:pt x="431" y="59"/>
                </a:lnTo>
                <a:lnTo>
                  <a:pt x="320" y="190"/>
                </a:lnTo>
                <a:lnTo>
                  <a:pt x="463" y="365"/>
                </a:lnTo>
                <a:lnTo>
                  <a:pt x="502" y="366"/>
                </a:lnTo>
                <a:lnTo>
                  <a:pt x="541" y="366"/>
                </a:lnTo>
                <a:lnTo>
                  <a:pt x="541" y="425"/>
                </a:lnTo>
                <a:lnTo>
                  <a:pt x="533" y="425"/>
                </a:lnTo>
                <a:cubicBezTo>
                  <a:pt x="524" y="423"/>
                  <a:pt x="489" y="422"/>
                  <a:pt x="429" y="422"/>
                </a:cubicBezTo>
                <a:cubicBezTo>
                  <a:pt x="363" y="422"/>
                  <a:pt x="324" y="423"/>
                  <a:pt x="313" y="425"/>
                </a:cubicBezTo>
                <a:lnTo>
                  <a:pt x="304" y="425"/>
                </a:lnTo>
                <a:lnTo>
                  <a:pt x="304" y="366"/>
                </a:lnTo>
                <a:lnTo>
                  <a:pt x="331" y="366"/>
                </a:lnTo>
                <a:cubicBezTo>
                  <a:pt x="331" y="365"/>
                  <a:pt x="318" y="349"/>
                  <a:pt x="293" y="318"/>
                </a:cubicBezTo>
                <a:cubicBezTo>
                  <a:pt x="267" y="287"/>
                  <a:pt x="254" y="271"/>
                  <a:pt x="254" y="269"/>
                </a:cubicBezTo>
                <a:lnTo>
                  <a:pt x="171" y="365"/>
                </a:lnTo>
                <a:lnTo>
                  <a:pt x="189" y="366"/>
                </a:lnTo>
                <a:lnTo>
                  <a:pt x="206" y="366"/>
                </a:lnTo>
                <a:lnTo>
                  <a:pt x="206" y="425"/>
                </a:lnTo>
                <a:lnTo>
                  <a:pt x="198" y="425"/>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285" name=""/>
          <p:cNvSpPr/>
          <p:nvPr/>
        </p:nvSpPr>
        <p:spPr>
          <a:xfrm>
            <a:off x="1052280" y="4660920"/>
            <a:ext cx="145080" cy="236880"/>
          </a:xfrm>
          <a:custGeom>
            <a:avLst/>
            <a:gdLst/>
            <a:ahLst/>
            <a:rect l="0" t="0" r="r" b="b"/>
            <a:pathLst>
              <a:path w="403" h="658">
                <a:moveTo>
                  <a:pt x="55" y="77"/>
                </a:moveTo>
                <a:cubicBezTo>
                  <a:pt x="90" y="26"/>
                  <a:pt x="140" y="0"/>
                  <a:pt x="202" y="0"/>
                </a:cubicBezTo>
                <a:cubicBezTo>
                  <a:pt x="232" y="0"/>
                  <a:pt x="263" y="8"/>
                  <a:pt x="294" y="25"/>
                </a:cubicBezTo>
                <a:cubicBezTo>
                  <a:pt x="324" y="41"/>
                  <a:pt x="349" y="71"/>
                  <a:pt x="368" y="113"/>
                </a:cubicBezTo>
                <a:cubicBezTo>
                  <a:pt x="392" y="166"/>
                  <a:pt x="403" y="238"/>
                  <a:pt x="403" y="330"/>
                </a:cubicBezTo>
                <a:cubicBezTo>
                  <a:pt x="403" y="429"/>
                  <a:pt x="390" y="506"/>
                  <a:pt x="362" y="558"/>
                </a:cubicBezTo>
                <a:cubicBezTo>
                  <a:pt x="350" y="584"/>
                  <a:pt x="332" y="606"/>
                  <a:pt x="310" y="622"/>
                </a:cubicBezTo>
                <a:cubicBezTo>
                  <a:pt x="287" y="638"/>
                  <a:pt x="268" y="648"/>
                  <a:pt x="252" y="651"/>
                </a:cubicBezTo>
                <a:cubicBezTo>
                  <a:pt x="235" y="655"/>
                  <a:pt x="219" y="657"/>
                  <a:pt x="203" y="658"/>
                </a:cubicBezTo>
                <a:cubicBezTo>
                  <a:pt x="186" y="658"/>
                  <a:pt x="170" y="656"/>
                  <a:pt x="153" y="652"/>
                </a:cubicBezTo>
                <a:cubicBezTo>
                  <a:pt x="137" y="648"/>
                  <a:pt x="117" y="638"/>
                  <a:pt x="95" y="622"/>
                </a:cubicBezTo>
                <a:cubicBezTo>
                  <a:pt x="72" y="605"/>
                  <a:pt x="54" y="584"/>
                  <a:pt x="41" y="558"/>
                </a:cubicBezTo>
                <a:cubicBezTo>
                  <a:pt x="14" y="506"/>
                  <a:pt x="0" y="429"/>
                  <a:pt x="0" y="330"/>
                </a:cubicBezTo>
                <a:cubicBezTo>
                  <a:pt x="0" y="220"/>
                  <a:pt x="18" y="135"/>
                  <a:pt x="55" y="77"/>
                </a:cubicBezTo>
                <a:moveTo>
                  <a:pt x="271" y="66"/>
                </a:moveTo>
                <a:cubicBezTo>
                  <a:pt x="252" y="46"/>
                  <a:pt x="229" y="35"/>
                  <a:pt x="203" y="35"/>
                </a:cubicBezTo>
                <a:cubicBezTo>
                  <a:pt x="176" y="35"/>
                  <a:pt x="153" y="46"/>
                  <a:pt x="134" y="66"/>
                </a:cubicBezTo>
                <a:cubicBezTo>
                  <a:pt x="118" y="82"/>
                  <a:pt x="108" y="105"/>
                  <a:pt x="103" y="135"/>
                </a:cubicBezTo>
                <a:cubicBezTo>
                  <a:pt x="97" y="164"/>
                  <a:pt x="95" y="225"/>
                  <a:pt x="95" y="318"/>
                </a:cubicBezTo>
                <a:cubicBezTo>
                  <a:pt x="95" y="419"/>
                  <a:pt x="97" y="485"/>
                  <a:pt x="103" y="518"/>
                </a:cubicBezTo>
                <a:cubicBezTo>
                  <a:pt x="108" y="549"/>
                  <a:pt x="119" y="575"/>
                  <a:pt x="137" y="593"/>
                </a:cubicBezTo>
                <a:cubicBezTo>
                  <a:pt x="155" y="612"/>
                  <a:pt x="177" y="622"/>
                  <a:pt x="203" y="622"/>
                </a:cubicBezTo>
                <a:cubicBezTo>
                  <a:pt x="228" y="622"/>
                  <a:pt x="250" y="612"/>
                  <a:pt x="268" y="593"/>
                </a:cubicBezTo>
                <a:cubicBezTo>
                  <a:pt x="286" y="574"/>
                  <a:pt x="298" y="547"/>
                  <a:pt x="302" y="513"/>
                </a:cubicBezTo>
                <a:cubicBezTo>
                  <a:pt x="307" y="477"/>
                  <a:pt x="309" y="413"/>
                  <a:pt x="310" y="318"/>
                </a:cubicBezTo>
                <a:cubicBezTo>
                  <a:pt x="310" y="226"/>
                  <a:pt x="307" y="165"/>
                  <a:pt x="302" y="136"/>
                </a:cubicBezTo>
                <a:cubicBezTo>
                  <a:pt x="297" y="106"/>
                  <a:pt x="287" y="83"/>
                  <a:pt x="271" y="66"/>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286" name=""/>
          <p:cNvSpPr/>
          <p:nvPr/>
        </p:nvSpPr>
        <p:spPr>
          <a:xfrm>
            <a:off x="1333080" y="4741920"/>
            <a:ext cx="42120" cy="148320"/>
          </a:xfrm>
          <a:custGeom>
            <a:avLst/>
            <a:gdLst/>
            <a:ahLst/>
            <a:rect l="0" t="0" r="r" b="b"/>
            <a:pathLst>
              <a:path w="117" h="412">
                <a:moveTo>
                  <a:pt x="0" y="58"/>
                </a:moveTo>
                <a:cubicBezTo>
                  <a:pt x="0" y="42"/>
                  <a:pt x="6" y="29"/>
                  <a:pt x="17" y="18"/>
                </a:cubicBezTo>
                <a:cubicBezTo>
                  <a:pt x="27" y="6"/>
                  <a:pt x="42" y="0"/>
                  <a:pt x="59" y="0"/>
                </a:cubicBezTo>
                <a:cubicBezTo>
                  <a:pt x="74" y="0"/>
                  <a:pt x="87" y="5"/>
                  <a:pt x="99" y="16"/>
                </a:cubicBezTo>
                <a:cubicBezTo>
                  <a:pt x="110" y="26"/>
                  <a:pt x="116" y="40"/>
                  <a:pt x="117" y="57"/>
                </a:cubicBezTo>
                <a:cubicBezTo>
                  <a:pt x="117" y="73"/>
                  <a:pt x="111" y="86"/>
                  <a:pt x="101" y="98"/>
                </a:cubicBezTo>
                <a:cubicBezTo>
                  <a:pt x="90" y="109"/>
                  <a:pt x="76" y="115"/>
                  <a:pt x="60" y="115"/>
                </a:cubicBezTo>
                <a:cubicBezTo>
                  <a:pt x="43" y="115"/>
                  <a:pt x="28" y="110"/>
                  <a:pt x="17" y="99"/>
                </a:cubicBezTo>
                <a:cubicBezTo>
                  <a:pt x="7" y="88"/>
                  <a:pt x="1" y="74"/>
                  <a:pt x="0" y="58"/>
                </a:cubicBezTo>
                <a:moveTo>
                  <a:pt x="0" y="355"/>
                </a:moveTo>
                <a:cubicBezTo>
                  <a:pt x="0" y="339"/>
                  <a:pt x="6" y="326"/>
                  <a:pt x="17" y="315"/>
                </a:cubicBezTo>
                <a:cubicBezTo>
                  <a:pt x="27" y="303"/>
                  <a:pt x="42" y="297"/>
                  <a:pt x="59" y="297"/>
                </a:cubicBezTo>
                <a:cubicBezTo>
                  <a:pt x="74" y="297"/>
                  <a:pt x="87" y="303"/>
                  <a:pt x="99" y="313"/>
                </a:cubicBezTo>
                <a:cubicBezTo>
                  <a:pt x="110" y="323"/>
                  <a:pt x="116" y="337"/>
                  <a:pt x="117" y="354"/>
                </a:cubicBezTo>
                <a:cubicBezTo>
                  <a:pt x="117" y="370"/>
                  <a:pt x="111" y="383"/>
                  <a:pt x="101" y="395"/>
                </a:cubicBezTo>
                <a:cubicBezTo>
                  <a:pt x="90" y="406"/>
                  <a:pt x="76" y="412"/>
                  <a:pt x="60" y="412"/>
                </a:cubicBezTo>
                <a:cubicBezTo>
                  <a:pt x="43" y="412"/>
                  <a:pt x="28" y="407"/>
                  <a:pt x="17" y="396"/>
                </a:cubicBezTo>
                <a:cubicBezTo>
                  <a:pt x="7" y="385"/>
                  <a:pt x="1" y="371"/>
                  <a:pt x="0" y="355"/>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287" name=""/>
          <p:cNvSpPr/>
          <p:nvPr/>
        </p:nvSpPr>
        <p:spPr>
          <a:xfrm>
            <a:off x="1504800" y="4657320"/>
            <a:ext cx="235080" cy="232920"/>
          </a:xfrm>
          <a:custGeom>
            <a:avLst/>
            <a:gdLst/>
            <a:ahLst/>
            <a:rect l="0" t="0" r="r" b="b"/>
            <a:pathLst>
              <a:path w="653" h="647">
                <a:moveTo>
                  <a:pt x="18" y="229"/>
                </a:moveTo>
                <a:cubicBezTo>
                  <a:pt x="6" y="229"/>
                  <a:pt x="0" y="226"/>
                  <a:pt x="0" y="221"/>
                </a:cubicBezTo>
                <a:cubicBezTo>
                  <a:pt x="0" y="218"/>
                  <a:pt x="5" y="200"/>
                  <a:pt x="15" y="168"/>
                </a:cubicBezTo>
                <a:cubicBezTo>
                  <a:pt x="25" y="135"/>
                  <a:pt x="36" y="103"/>
                  <a:pt x="47" y="71"/>
                </a:cubicBezTo>
                <a:lnTo>
                  <a:pt x="65" y="24"/>
                </a:lnTo>
                <a:cubicBezTo>
                  <a:pt x="68" y="13"/>
                  <a:pt x="72" y="5"/>
                  <a:pt x="77" y="0"/>
                </a:cubicBezTo>
                <a:lnTo>
                  <a:pt x="524" y="0"/>
                </a:lnTo>
                <a:lnTo>
                  <a:pt x="610" y="0"/>
                </a:lnTo>
                <a:cubicBezTo>
                  <a:pt x="630" y="0"/>
                  <a:pt x="642" y="0"/>
                  <a:pt x="646" y="0"/>
                </a:cubicBezTo>
                <a:cubicBezTo>
                  <a:pt x="650" y="1"/>
                  <a:pt x="652" y="4"/>
                  <a:pt x="653" y="9"/>
                </a:cubicBezTo>
                <a:cubicBezTo>
                  <a:pt x="653" y="13"/>
                  <a:pt x="647" y="49"/>
                  <a:pt x="637" y="118"/>
                </a:cubicBezTo>
                <a:cubicBezTo>
                  <a:pt x="626" y="187"/>
                  <a:pt x="620" y="221"/>
                  <a:pt x="618" y="222"/>
                </a:cubicBezTo>
                <a:cubicBezTo>
                  <a:pt x="618" y="226"/>
                  <a:pt x="612" y="229"/>
                  <a:pt x="600" y="229"/>
                </a:cubicBezTo>
                <a:cubicBezTo>
                  <a:pt x="595" y="229"/>
                  <a:pt x="591" y="229"/>
                  <a:pt x="589" y="229"/>
                </a:cubicBezTo>
                <a:cubicBezTo>
                  <a:pt x="587" y="229"/>
                  <a:pt x="585" y="227"/>
                  <a:pt x="583" y="224"/>
                </a:cubicBezTo>
                <a:lnTo>
                  <a:pt x="581" y="221"/>
                </a:lnTo>
                <a:cubicBezTo>
                  <a:pt x="581" y="217"/>
                  <a:pt x="583" y="203"/>
                  <a:pt x="587" y="178"/>
                </a:cubicBezTo>
                <a:cubicBezTo>
                  <a:pt x="591" y="153"/>
                  <a:pt x="593" y="134"/>
                  <a:pt x="593" y="120"/>
                </a:cubicBezTo>
                <a:cubicBezTo>
                  <a:pt x="593" y="98"/>
                  <a:pt x="589" y="81"/>
                  <a:pt x="580" y="69"/>
                </a:cubicBezTo>
                <a:cubicBezTo>
                  <a:pt x="572" y="58"/>
                  <a:pt x="554" y="50"/>
                  <a:pt x="528" y="45"/>
                </a:cubicBezTo>
                <a:cubicBezTo>
                  <a:pt x="525" y="45"/>
                  <a:pt x="506" y="44"/>
                  <a:pt x="472" y="43"/>
                </a:cubicBezTo>
                <a:cubicBezTo>
                  <a:pt x="443" y="43"/>
                  <a:pt x="425" y="44"/>
                  <a:pt x="417" y="44"/>
                </a:cubicBezTo>
                <a:cubicBezTo>
                  <a:pt x="409" y="45"/>
                  <a:pt x="404" y="48"/>
                  <a:pt x="400" y="52"/>
                </a:cubicBezTo>
                <a:cubicBezTo>
                  <a:pt x="399" y="53"/>
                  <a:pt x="377" y="141"/>
                  <a:pt x="332" y="319"/>
                </a:cubicBezTo>
                <a:cubicBezTo>
                  <a:pt x="287" y="496"/>
                  <a:pt x="265" y="587"/>
                  <a:pt x="265" y="590"/>
                </a:cubicBezTo>
                <a:cubicBezTo>
                  <a:pt x="265" y="597"/>
                  <a:pt x="293" y="602"/>
                  <a:pt x="349" y="603"/>
                </a:cubicBezTo>
                <a:cubicBezTo>
                  <a:pt x="370" y="603"/>
                  <a:pt x="383" y="603"/>
                  <a:pt x="388" y="604"/>
                </a:cubicBezTo>
                <a:cubicBezTo>
                  <a:pt x="394" y="605"/>
                  <a:pt x="397" y="608"/>
                  <a:pt x="397" y="613"/>
                </a:cubicBezTo>
                <a:cubicBezTo>
                  <a:pt x="397" y="616"/>
                  <a:pt x="396" y="620"/>
                  <a:pt x="394" y="626"/>
                </a:cubicBezTo>
                <a:cubicBezTo>
                  <a:pt x="392" y="637"/>
                  <a:pt x="389" y="644"/>
                  <a:pt x="385" y="646"/>
                </a:cubicBezTo>
                <a:lnTo>
                  <a:pt x="384" y="647"/>
                </a:lnTo>
                <a:cubicBezTo>
                  <a:pt x="382" y="647"/>
                  <a:pt x="379" y="647"/>
                  <a:pt x="377" y="647"/>
                </a:cubicBezTo>
                <a:cubicBezTo>
                  <a:pt x="374" y="647"/>
                  <a:pt x="357" y="647"/>
                  <a:pt x="327" y="646"/>
                </a:cubicBezTo>
                <a:cubicBezTo>
                  <a:pt x="297" y="645"/>
                  <a:pt x="254" y="645"/>
                  <a:pt x="198" y="645"/>
                </a:cubicBezTo>
                <a:cubicBezTo>
                  <a:pt x="116" y="645"/>
                  <a:pt x="64" y="646"/>
                  <a:pt x="41" y="647"/>
                </a:cubicBezTo>
                <a:lnTo>
                  <a:pt x="26" y="647"/>
                </a:lnTo>
                <a:cubicBezTo>
                  <a:pt x="23" y="643"/>
                  <a:pt x="21" y="640"/>
                  <a:pt x="21" y="638"/>
                </a:cubicBezTo>
                <a:cubicBezTo>
                  <a:pt x="21" y="636"/>
                  <a:pt x="21" y="631"/>
                  <a:pt x="23" y="621"/>
                </a:cubicBezTo>
                <a:cubicBezTo>
                  <a:pt x="25" y="613"/>
                  <a:pt x="28" y="607"/>
                  <a:pt x="32" y="603"/>
                </a:cubicBezTo>
                <a:lnTo>
                  <a:pt x="60" y="603"/>
                </a:lnTo>
                <a:lnTo>
                  <a:pt x="70" y="603"/>
                </a:lnTo>
                <a:cubicBezTo>
                  <a:pt x="121" y="603"/>
                  <a:pt x="152" y="600"/>
                  <a:pt x="161" y="594"/>
                </a:cubicBezTo>
                <a:cubicBezTo>
                  <a:pt x="162" y="594"/>
                  <a:pt x="162" y="594"/>
                  <a:pt x="163" y="594"/>
                </a:cubicBezTo>
                <a:cubicBezTo>
                  <a:pt x="166" y="592"/>
                  <a:pt x="169" y="585"/>
                  <a:pt x="173" y="574"/>
                </a:cubicBezTo>
                <a:cubicBezTo>
                  <a:pt x="176" y="564"/>
                  <a:pt x="188" y="514"/>
                  <a:pt x="211" y="425"/>
                </a:cubicBezTo>
                <a:cubicBezTo>
                  <a:pt x="222" y="381"/>
                  <a:pt x="230" y="346"/>
                  <a:pt x="237" y="319"/>
                </a:cubicBezTo>
                <a:cubicBezTo>
                  <a:pt x="282" y="142"/>
                  <a:pt x="304" y="53"/>
                  <a:pt x="304" y="49"/>
                </a:cubicBezTo>
                <a:cubicBezTo>
                  <a:pt x="304" y="46"/>
                  <a:pt x="295" y="44"/>
                  <a:pt x="277" y="44"/>
                </a:cubicBezTo>
                <a:lnTo>
                  <a:pt x="247" y="44"/>
                </a:lnTo>
                <a:cubicBezTo>
                  <a:pt x="204" y="44"/>
                  <a:pt x="176" y="46"/>
                  <a:pt x="163" y="50"/>
                </a:cubicBezTo>
                <a:cubicBezTo>
                  <a:pt x="134" y="56"/>
                  <a:pt x="112" y="70"/>
                  <a:pt x="96" y="89"/>
                </a:cubicBezTo>
                <a:cubicBezTo>
                  <a:pt x="80" y="109"/>
                  <a:pt x="63" y="146"/>
                  <a:pt x="44" y="200"/>
                </a:cubicBezTo>
                <a:cubicBezTo>
                  <a:pt x="39" y="214"/>
                  <a:pt x="36" y="222"/>
                  <a:pt x="34" y="225"/>
                </a:cubicBezTo>
                <a:cubicBezTo>
                  <a:pt x="32" y="227"/>
                  <a:pt x="28" y="229"/>
                  <a:pt x="21" y="229"/>
                </a:cubicBezTo>
                <a:lnTo>
                  <a:pt x="18" y="229"/>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288" name=""/>
          <p:cNvSpPr/>
          <p:nvPr/>
        </p:nvSpPr>
        <p:spPr>
          <a:xfrm>
            <a:off x="1758240" y="4632120"/>
            <a:ext cx="82800" cy="344160"/>
          </a:xfrm>
          <a:custGeom>
            <a:avLst/>
            <a:gdLst/>
            <a:ahLst/>
            <a:rect l="0" t="0" r="r" b="b"/>
            <a:pathLst>
              <a:path w="230" h="956">
                <a:moveTo>
                  <a:pt x="5" y="1"/>
                </a:moveTo>
                <a:lnTo>
                  <a:pt x="9" y="0"/>
                </a:lnTo>
                <a:cubicBezTo>
                  <a:pt x="12" y="0"/>
                  <a:pt x="15" y="0"/>
                  <a:pt x="20" y="0"/>
                </a:cubicBezTo>
                <a:lnTo>
                  <a:pt x="31" y="0"/>
                </a:lnTo>
                <a:lnTo>
                  <a:pt x="58" y="24"/>
                </a:lnTo>
                <a:cubicBezTo>
                  <a:pt x="118" y="78"/>
                  <a:pt x="161" y="145"/>
                  <a:pt x="189" y="226"/>
                </a:cubicBezTo>
                <a:cubicBezTo>
                  <a:pt x="216" y="307"/>
                  <a:pt x="230" y="391"/>
                  <a:pt x="230" y="478"/>
                </a:cubicBezTo>
                <a:cubicBezTo>
                  <a:pt x="230" y="522"/>
                  <a:pt x="226" y="563"/>
                  <a:pt x="220" y="603"/>
                </a:cubicBezTo>
                <a:cubicBezTo>
                  <a:pt x="214" y="643"/>
                  <a:pt x="206" y="678"/>
                  <a:pt x="198" y="706"/>
                </a:cubicBezTo>
                <a:cubicBezTo>
                  <a:pt x="190" y="734"/>
                  <a:pt x="178" y="762"/>
                  <a:pt x="163" y="790"/>
                </a:cubicBezTo>
                <a:cubicBezTo>
                  <a:pt x="147" y="818"/>
                  <a:pt x="135" y="839"/>
                  <a:pt x="126" y="854"/>
                </a:cubicBezTo>
                <a:cubicBezTo>
                  <a:pt x="118" y="868"/>
                  <a:pt x="105" y="884"/>
                  <a:pt x="87" y="902"/>
                </a:cubicBezTo>
                <a:cubicBezTo>
                  <a:pt x="70" y="920"/>
                  <a:pt x="60" y="931"/>
                  <a:pt x="57" y="934"/>
                </a:cubicBezTo>
                <a:cubicBezTo>
                  <a:pt x="54" y="937"/>
                  <a:pt x="46" y="943"/>
                  <a:pt x="35" y="952"/>
                </a:cubicBezTo>
                <a:cubicBezTo>
                  <a:pt x="33" y="954"/>
                  <a:pt x="32" y="955"/>
                  <a:pt x="31" y="956"/>
                </a:cubicBezTo>
                <a:lnTo>
                  <a:pt x="20" y="956"/>
                </a:lnTo>
                <a:cubicBezTo>
                  <a:pt x="13" y="956"/>
                  <a:pt x="10" y="956"/>
                  <a:pt x="8" y="956"/>
                </a:cubicBezTo>
                <a:cubicBezTo>
                  <a:pt x="6" y="956"/>
                  <a:pt x="5" y="955"/>
                  <a:pt x="3" y="953"/>
                </a:cubicBezTo>
                <a:cubicBezTo>
                  <a:pt x="2" y="951"/>
                  <a:pt x="1" y="948"/>
                  <a:pt x="0" y="944"/>
                </a:cubicBezTo>
                <a:cubicBezTo>
                  <a:pt x="1" y="944"/>
                  <a:pt x="5" y="940"/>
                  <a:pt x="11" y="932"/>
                </a:cubicBezTo>
                <a:cubicBezTo>
                  <a:pt x="111" y="829"/>
                  <a:pt x="160" y="678"/>
                  <a:pt x="160" y="478"/>
                </a:cubicBezTo>
                <a:cubicBezTo>
                  <a:pt x="160" y="278"/>
                  <a:pt x="111" y="127"/>
                  <a:pt x="11" y="25"/>
                </a:cubicBezTo>
                <a:cubicBezTo>
                  <a:pt x="5" y="17"/>
                  <a:pt x="1" y="13"/>
                  <a:pt x="0" y="11"/>
                </a:cubicBezTo>
                <a:cubicBezTo>
                  <a:pt x="0" y="6"/>
                  <a:pt x="2" y="3"/>
                  <a:pt x="5" y="1"/>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289" name=""/>
          <p:cNvSpPr/>
          <p:nvPr/>
        </p:nvSpPr>
        <p:spPr>
          <a:xfrm>
            <a:off x="1995480" y="4741920"/>
            <a:ext cx="42120" cy="148320"/>
          </a:xfrm>
          <a:custGeom>
            <a:avLst/>
            <a:gdLst/>
            <a:ahLst/>
            <a:rect l="0" t="0" r="r" b="b"/>
            <a:pathLst>
              <a:path w="117" h="412">
                <a:moveTo>
                  <a:pt x="0" y="58"/>
                </a:moveTo>
                <a:cubicBezTo>
                  <a:pt x="0" y="42"/>
                  <a:pt x="5" y="29"/>
                  <a:pt x="16" y="18"/>
                </a:cubicBezTo>
                <a:cubicBezTo>
                  <a:pt x="27" y="6"/>
                  <a:pt x="42" y="0"/>
                  <a:pt x="58" y="0"/>
                </a:cubicBezTo>
                <a:cubicBezTo>
                  <a:pt x="74" y="0"/>
                  <a:pt x="87" y="5"/>
                  <a:pt x="98" y="16"/>
                </a:cubicBezTo>
                <a:cubicBezTo>
                  <a:pt x="110" y="26"/>
                  <a:pt x="116" y="40"/>
                  <a:pt x="117" y="57"/>
                </a:cubicBezTo>
                <a:cubicBezTo>
                  <a:pt x="117" y="73"/>
                  <a:pt x="111" y="86"/>
                  <a:pt x="100" y="98"/>
                </a:cubicBezTo>
                <a:cubicBezTo>
                  <a:pt x="90" y="109"/>
                  <a:pt x="76" y="115"/>
                  <a:pt x="59" y="115"/>
                </a:cubicBezTo>
                <a:cubicBezTo>
                  <a:pt x="43" y="115"/>
                  <a:pt x="28" y="110"/>
                  <a:pt x="17" y="99"/>
                </a:cubicBezTo>
                <a:cubicBezTo>
                  <a:pt x="6" y="88"/>
                  <a:pt x="1" y="74"/>
                  <a:pt x="0" y="58"/>
                </a:cubicBezTo>
                <a:moveTo>
                  <a:pt x="0" y="355"/>
                </a:moveTo>
                <a:cubicBezTo>
                  <a:pt x="0" y="339"/>
                  <a:pt x="5" y="326"/>
                  <a:pt x="16" y="315"/>
                </a:cubicBezTo>
                <a:cubicBezTo>
                  <a:pt x="27" y="303"/>
                  <a:pt x="42" y="297"/>
                  <a:pt x="58" y="297"/>
                </a:cubicBezTo>
                <a:cubicBezTo>
                  <a:pt x="74" y="297"/>
                  <a:pt x="87" y="303"/>
                  <a:pt x="98" y="313"/>
                </a:cubicBezTo>
                <a:cubicBezTo>
                  <a:pt x="110" y="323"/>
                  <a:pt x="116" y="337"/>
                  <a:pt x="117" y="354"/>
                </a:cubicBezTo>
                <a:cubicBezTo>
                  <a:pt x="117" y="370"/>
                  <a:pt x="111" y="383"/>
                  <a:pt x="100" y="395"/>
                </a:cubicBezTo>
                <a:cubicBezTo>
                  <a:pt x="90" y="406"/>
                  <a:pt x="76" y="412"/>
                  <a:pt x="59" y="412"/>
                </a:cubicBezTo>
                <a:cubicBezTo>
                  <a:pt x="43" y="412"/>
                  <a:pt x="28" y="407"/>
                  <a:pt x="17" y="396"/>
                </a:cubicBezTo>
                <a:cubicBezTo>
                  <a:pt x="6" y="385"/>
                  <a:pt x="1" y="371"/>
                  <a:pt x="0" y="355"/>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290" name=""/>
          <p:cNvSpPr/>
          <p:nvPr/>
        </p:nvSpPr>
        <p:spPr>
          <a:xfrm>
            <a:off x="2083680" y="4763880"/>
            <a:ext cx="229320" cy="80640"/>
          </a:xfrm>
          <a:custGeom>
            <a:avLst/>
            <a:gdLst/>
            <a:ahLst/>
            <a:rect l="0" t="0" r="r" b="b"/>
            <a:pathLst>
              <a:path w="637" h="224">
                <a:moveTo>
                  <a:pt x="0" y="19"/>
                </a:moveTo>
                <a:cubicBezTo>
                  <a:pt x="0" y="10"/>
                  <a:pt x="4" y="4"/>
                  <a:pt x="13" y="0"/>
                </a:cubicBezTo>
                <a:lnTo>
                  <a:pt x="622" y="0"/>
                </a:lnTo>
                <a:cubicBezTo>
                  <a:pt x="632" y="5"/>
                  <a:pt x="637" y="11"/>
                  <a:pt x="637" y="19"/>
                </a:cubicBezTo>
                <a:cubicBezTo>
                  <a:pt x="637" y="26"/>
                  <a:pt x="632" y="32"/>
                  <a:pt x="623" y="38"/>
                </a:cubicBezTo>
                <a:lnTo>
                  <a:pt x="319" y="39"/>
                </a:lnTo>
                <a:lnTo>
                  <a:pt x="15" y="39"/>
                </a:lnTo>
                <a:cubicBezTo>
                  <a:pt x="5" y="35"/>
                  <a:pt x="0" y="28"/>
                  <a:pt x="0" y="19"/>
                </a:cubicBezTo>
                <a:moveTo>
                  <a:pt x="0" y="205"/>
                </a:moveTo>
                <a:cubicBezTo>
                  <a:pt x="0" y="195"/>
                  <a:pt x="5" y="189"/>
                  <a:pt x="15" y="186"/>
                </a:cubicBezTo>
                <a:lnTo>
                  <a:pt x="623" y="186"/>
                </a:lnTo>
                <a:cubicBezTo>
                  <a:pt x="632" y="192"/>
                  <a:pt x="637" y="199"/>
                  <a:pt x="637" y="205"/>
                </a:cubicBezTo>
                <a:cubicBezTo>
                  <a:pt x="637" y="213"/>
                  <a:pt x="632" y="220"/>
                  <a:pt x="622" y="224"/>
                </a:cubicBezTo>
                <a:lnTo>
                  <a:pt x="13" y="224"/>
                </a:lnTo>
                <a:cubicBezTo>
                  <a:pt x="4" y="220"/>
                  <a:pt x="0" y="213"/>
                  <a:pt x="0" y="205"/>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291" name=""/>
          <p:cNvSpPr/>
          <p:nvPr/>
        </p:nvSpPr>
        <p:spPr>
          <a:xfrm>
            <a:off x="2413800" y="4737960"/>
            <a:ext cx="184680" cy="218880"/>
          </a:xfrm>
          <a:custGeom>
            <a:avLst/>
            <a:gdLst/>
            <a:ahLst/>
            <a:rect l="0" t="0" r="r" b="b"/>
            <a:pathLst>
              <a:path w="513" h="608">
                <a:moveTo>
                  <a:pt x="59" y="148"/>
                </a:moveTo>
                <a:cubicBezTo>
                  <a:pt x="60" y="146"/>
                  <a:pt x="60" y="143"/>
                  <a:pt x="61" y="140"/>
                </a:cubicBezTo>
                <a:cubicBezTo>
                  <a:pt x="62" y="137"/>
                  <a:pt x="63" y="130"/>
                  <a:pt x="66" y="119"/>
                </a:cubicBezTo>
                <a:cubicBezTo>
                  <a:pt x="68" y="108"/>
                  <a:pt x="72" y="99"/>
                  <a:pt x="75" y="90"/>
                </a:cubicBezTo>
                <a:cubicBezTo>
                  <a:pt x="79" y="81"/>
                  <a:pt x="84" y="70"/>
                  <a:pt x="90" y="58"/>
                </a:cubicBezTo>
                <a:cubicBezTo>
                  <a:pt x="95" y="46"/>
                  <a:pt x="102" y="37"/>
                  <a:pt x="109" y="30"/>
                </a:cubicBezTo>
                <a:cubicBezTo>
                  <a:pt x="116" y="23"/>
                  <a:pt x="124" y="16"/>
                  <a:pt x="134" y="9"/>
                </a:cubicBezTo>
                <a:cubicBezTo>
                  <a:pt x="143" y="2"/>
                  <a:pt x="154" y="-1"/>
                  <a:pt x="165" y="0"/>
                </a:cubicBezTo>
                <a:cubicBezTo>
                  <a:pt x="214" y="0"/>
                  <a:pt x="244" y="20"/>
                  <a:pt x="258" y="61"/>
                </a:cubicBezTo>
                <a:lnTo>
                  <a:pt x="267" y="52"/>
                </a:lnTo>
                <a:cubicBezTo>
                  <a:pt x="307" y="17"/>
                  <a:pt x="344" y="0"/>
                  <a:pt x="380" y="0"/>
                </a:cubicBezTo>
                <a:cubicBezTo>
                  <a:pt x="421" y="0"/>
                  <a:pt x="454" y="15"/>
                  <a:pt x="477" y="45"/>
                </a:cubicBezTo>
                <a:cubicBezTo>
                  <a:pt x="501" y="75"/>
                  <a:pt x="513" y="111"/>
                  <a:pt x="513" y="154"/>
                </a:cubicBezTo>
                <a:cubicBezTo>
                  <a:pt x="513" y="222"/>
                  <a:pt x="489" y="286"/>
                  <a:pt x="440" y="344"/>
                </a:cubicBezTo>
                <a:cubicBezTo>
                  <a:pt x="392" y="402"/>
                  <a:pt x="337" y="431"/>
                  <a:pt x="276" y="432"/>
                </a:cubicBezTo>
                <a:cubicBezTo>
                  <a:pt x="262" y="432"/>
                  <a:pt x="250" y="430"/>
                  <a:pt x="239" y="426"/>
                </a:cubicBezTo>
                <a:cubicBezTo>
                  <a:pt x="232" y="423"/>
                  <a:pt x="224" y="418"/>
                  <a:pt x="217" y="411"/>
                </a:cubicBezTo>
                <a:cubicBezTo>
                  <a:pt x="209" y="405"/>
                  <a:pt x="203" y="400"/>
                  <a:pt x="199" y="395"/>
                </a:cubicBezTo>
                <a:lnTo>
                  <a:pt x="191" y="388"/>
                </a:lnTo>
                <a:cubicBezTo>
                  <a:pt x="190" y="388"/>
                  <a:pt x="183" y="416"/>
                  <a:pt x="170" y="471"/>
                </a:cubicBezTo>
                <a:cubicBezTo>
                  <a:pt x="157" y="526"/>
                  <a:pt x="150" y="554"/>
                  <a:pt x="150" y="555"/>
                </a:cubicBezTo>
                <a:cubicBezTo>
                  <a:pt x="150" y="559"/>
                  <a:pt x="152" y="561"/>
                  <a:pt x="158" y="561"/>
                </a:cubicBezTo>
                <a:cubicBezTo>
                  <a:pt x="163" y="562"/>
                  <a:pt x="174" y="563"/>
                  <a:pt x="193" y="564"/>
                </a:cubicBezTo>
                <a:lnTo>
                  <a:pt x="218" y="564"/>
                </a:lnTo>
                <a:cubicBezTo>
                  <a:pt x="222" y="569"/>
                  <a:pt x="223" y="572"/>
                  <a:pt x="223" y="573"/>
                </a:cubicBezTo>
                <a:cubicBezTo>
                  <a:pt x="223" y="574"/>
                  <a:pt x="222" y="580"/>
                  <a:pt x="221" y="590"/>
                </a:cubicBezTo>
                <a:cubicBezTo>
                  <a:pt x="219" y="598"/>
                  <a:pt x="217" y="603"/>
                  <a:pt x="215" y="604"/>
                </a:cubicBezTo>
                <a:cubicBezTo>
                  <a:pt x="213" y="606"/>
                  <a:pt x="209" y="608"/>
                  <a:pt x="202" y="608"/>
                </a:cubicBezTo>
                <a:cubicBezTo>
                  <a:pt x="201" y="608"/>
                  <a:pt x="198" y="608"/>
                  <a:pt x="191" y="608"/>
                </a:cubicBezTo>
                <a:cubicBezTo>
                  <a:pt x="185" y="608"/>
                  <a:pt x="174" y="608"/>
                  <a:pt x="158" y="607"/>
                </a:cubicBezTo>
                <a:cubicBezTo>
                  <a:pt x="143" y="607"/>
                  <a:pt x="123" y="606"/>
                  <a:pt x="99" y="606"/>
                </a:cubicBezTo>
                <a:cubicBezTo>
                  <a:pt x="55" y="606"/>
                  <a:pt x="26" y="607"/>
                  <a:pt x="14" y="608"/>
                </a:cubicBezTo>
                <a:lnTo>
                  <a:pt x="7" y="608"/>
                </a:lnTo>
                <a:cubicBezTo>
                  <a:pt x="2" y="604"/>
                  <a:pt x="0" y="600"/>
                  <a:pt x="0" y="598"/>
                </a:cubicBezTo>
                <a:cubicBezTo>
                  <a:pt x="1" y="581"/>
                  <a:pt x="5" y="569"/>
                  <a:pt x="12" y="564"/>
                </a:cubicBezTo>
                <a:lnTo>
                  <a:pt x="31" y="564"/>
                </a:lnTo>
                <a:cubicBezTo>
                  <a:pt x="53" y="564"/>
                  <a:pt x="66" y="560"/>
                  <a:pt x="69" y="553"/>
                </a:cubicBezTo>
                <a:cubicBezTo>
                  <a:pt x="71" y="549"/>
                  <a:pt x="90" y="472"/>
                  <a:pt x="127" y="324"/>
                </a:cubicBezTo>
                <a:cubicBezTo>
                  <a:pt x="164" y="175"/>
                  <a:pt x="183" y="97"/>
                  <a:pt x="185" y="88"/>
                </a:cubicBezTo>
                <a:cubicBezTo>
                  <a:pt x="186" y="85"/>
                  <a:pt x="186" y="80"/>
                  <a:pt x="186" y="74"/>
                </a:cubicBezTo>
                <a:cubicBezTo>
                  <a:pt x="186" y="48"/>
                  <a:pt x="178" y="35"/>
                  <a:pt x="162" y="35"/>
                </a:cubicBezTo>
                <a:cubicBezTo>
                  <a:pt x="148" y="35"/>
                  <a:pt x="137" y="44"/>
                  <a:pt x="127" y="62"/>
                </a:cubicBezTo>
                <a:cubicBezTo>
                  <a:pt x="117" y="80"/>
                  <a:pt x="110" y="99"/>
                  <a:pt x="105" y="120"/>
                </a:cubicBezTo>
                <a:cubicBezTo>
                  <a:pt x="100" y="141"/>
                  <a:pt x="96" y="153"/>
                  <a:pt x="94" y="155"/>
                </a:cubicBezTo>
                <a:cubicBezTo>
                  <a:pt x="92" y="156"/>
                  <a:pt x="87" y="157"/>
                  <a:pt x="78" y="157"/>
                </a:cubicBezTo>
                <a:lnTo>
                  <a:pt x="65" y="157"/>
                </a:lnTo>
                <a:cubicBezTo>
                  <a:pt x="61" y="153"/>
                  <a:pt x="59" y="150"/>
                  <a:pt x="59" y="148"/>
                </a:cubicBezTo>
                <a:moveTo>
                  <a:pt x="208" y="325"/>
                </a:moveTo>
                <a:cubicBezTo>
                  <a:pt x="222" y="373"/>
                  <a:pt x="246" y="397"/>
                  <a:pt x="279" y="397"/>
                </a:cubicBezTo>
                <a:cubicBezTo>
                  <a:pt x="298" y="397"/>
                  <a:pt x="316" y="390"/>
                  <a:pt x="334" y="375"/>
                </a:cubicBezTo>
                <a:cubicBezTo>
                  <a:pt x="352" y="361"/>
                  <a:pt x="367" y="342"/>
                  <a:pt x="378" y="320"/>
                </a:cubicBezTo>
                <a:cubicBezTo>
                  <a:pt x="390" y="298"/>
                  <a:pt x="401" y="264"/>
                  <a:pt x="413" y="217"/>
                </a:cubicBezTo>
                <a:cubicBezTo>
                  <a:pt x="424" y="170"/>
                  <a:pt x="430" y="135"/>
                  <a:pt x="431" y="112"/>
                </a:cubicBezTo>
                <a:lnTo>
                  <a:pt x="431" y="106"/>
                </a:lnTo>
                <a:cubicBezTo>
                  <a:pt x="431" y="59"/>
                  <a:pt x="411" y="35"/>
                  <a:pt x="372" y="35"/>
                </a:cubicBezTo>
                <a:cubicBezTo>
                  <a:pt x="365" y="35"/>
                  <a:pt x="358" y="36"/>
                  <a:pt x="351" y="38"/>
                </a:cubicBezTo>
                <a:cubicBezTo>
                  <a:pt x="344" y="40"/>
                  <a:pt x="337" y="43"/>
                  <a:pt x="330" y="47"/>
                </a:cubicBezTo>
                <a:cubicBezTo>
                  <a:pt x="323" y="51"/>
                  <a:pt x="317" y="55"/>
                  <a:pt x="311" y="59"/>
                </a:cubicBezTo>
                <a:cubicBezTo>
                  <a:pt x="306" y="64"/>
                  <a:pt x="300" y="68"/>
                  <a:pt x="295" y="73"/>
                </a:cubicBezTo>
                <a:cubicBezTo>
                  <a:pt x="290" y="79"/>
                  <a:pt x="285" y="83"/>
                  <a:pt x="281" y="88"/>
                </a:cubicBezTo>
                <a:cubicBezTo>
                  <a:pt x="276" y="92"/>
                  <a:pt x="273" y="97"/>
                  <a:pt x="270" y="101"/>
                </a:cubicBezTo>
                <a:cubicBezTo>
                  <a:pt x="268" y="106"/>
                  <a:pt x="265" y="109"/>
                  <a:pt x="263" y="111"/>
                </a:cubicBezTo>
                <a:lnTo>
                  <a:pt x="260" y="115"/>
                </a:lnTo>
                <a:cubicBezTo>
                  <a:pt x="260" y="115"/>
                  <a:pt x="259" y="120"/>
                  <a:pt x="257" y="128"/>
                </a:cubicBezTo>
                <a:cubicBezTo>
                  <a:pt x="255" y="136"/>
                  <a:pt x="251" y="150"/>
                  <a:pt x="246" y="170"/>
                </a:cubicBezTo>
                <a:cubicBezTo>
                  <a:pt x="241" y="190"/>
                  <a:pt x="237" y="206"/>
                  <a:pt x="233" y="220"/>
                </a:cubicBezTo>
                <a:cubicBezTo>
                  <a:pt x="216" y="287"/>
                  <a:pt x="208" y="322"/>
                  <a:pt x="208" y="325"/>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292" name=""/>
          <p:cNvSpPr/>
          <p:nvPr/>
        </p:nvSpPr>
        <p:spPr>
          <a:xfrm>
            <a:off x="2632320" y="4632120"/>
            <a:ext cx="82800" cy="344160"/>
          </a:xfrm>
          <a:custGeom>
            <a:avLst/>
            <a:gdLst/>
            <a:ahLst/>
            <a:rect l="0" t="0" r="r" b="b"/>
            <a:pathLst>
              <a:path w="230" h="956">
                <a:moveTo>
                  <a:pt x="0" y="478"/>
                </a:moveTo>
                <a:cubicBezTo>
                  <a:pt x="0" y="434"/>
                  <a:pt x="3" y="393"/>
                  <a:pt x="10" y="353"/>
                </a:cubicBezTo>
                <a:cubicBezTo>
                  <a:pt x="16" y="314"/>
                  <a:pt x="24" y="280"/>
                  <a:pt x="32" y="251"/>
                </a:cubicBezTo>
                <a:cubicBezTo>
                  <a:pt x="40" y="222"/>
                  <a:pt x="52" y="194"/>
                  <a:pt x="67" y="167"/>
                </a:cubicBezTo>
                <a:cubicBezTo>
                  <a:pt x="82" y="140"/>
                  <a:pt x="95" y="118"/>
                  <a:pt x="104" y="103"/>
                </a:cubicBezTo>
                <a:cubicBezTo>
                  <a:pt x="113" y="88"/>
                  <a:pt x="127" y="71"/>
                  <a:pt x="145" y="53"/>
                </a:cubicBezTo>
                <a:cubicBezTo>
                  <a:pt x="162" y="35"/>
                  <a:pt x="173" y="25"/>
                  <a:pt x="176" y="21"/>
                </a:cubicBezTo>
                <a:cubicBezTo>
                  <a:pt x="179" y="17"/>
                  <a:pt x="187" y="9"/>
                  <a:pt x="200" y="0"/>
                </a:cubicBezTo>
                <a:lnTo>
                  <a:pt x="212" y="0"/>
                </a:lnTo>
                <a:lnTo>
                  <a:pt x="216" y="0"/>
                </a:lnTo>
                <a:cubicBezTo>
                  <a:pt x="225" y="0"/>
                  <a:pt x="230" y="3"/>
                  <a:pt x="230" y="8"/>
                </a:cubicBezTo>
                <a:cubicBezTo>
                  <a:pt x="230" y="10"/>
                  <a:pt x="224" y="18"/>
                  <a:pt x="213" y="29"/>
                </a:cubicBezTo>
                <a:cubicBezTo>
                  <a:pt x="202" y="41"/>
                  <a:pt x="189" y="58"/>
                  <a:pt x="174" y="80"/>
                </a:cubicBezTo>
                <a:cubicBezTo>
                  <a:pt x="159" y="102"/>
                  <a:pt x="143" y="130"/>
                  <a:pt x="127" y="162"/>
                </a:cubicBezTo>
                <a:cubicBezTo>
                  <a:pt x="111" y="195"/>
                  <a:pt x="97" y="239"/>
                  <a:pt x="86" y="294"/>
                </a:cubicBezTo>
                <a:cubicBezTo>
                  <a:pt x="75" y="349"/>
                  <a:pt x="70" y="411"/>
                  <a:pt x="70" y="478"/>
                </a:cubicBezTo>
                <a:cubicBezTo>
                  <a:pt x="70" y="546"/>
                  <a:pt x="75" y="607"/>
                  <a:pt x="86" y="662"/>
                </a:cubicBezTo>
                <a:cubicBezTo>
                  <a:pt x="97" y="716"/>
                  <a:pt x="111" y="761"/>
                  <a:pt x="126" y="794"/>
                </a:cubicBezTo>
                <a:cubicBezTo>
                  <a:pt x="142" y="828"/>
                  <a:pt x="157" y="855"/>
                  <a:pt x="173" y="876"/>
                </a:cubicBezTo>
                <a:cubicBezTo>
                  <a:pt x="189" y="897"/>
                  <a:pt x="202" y="914"/>
                  <a:pt x="213" y="927"/>
                </a:cubicBezTo>
                <a:cubicBezTo>
                  <a:pt x="224" y="940"/>
                  <a:pt x="230" y="947"/>
                  <a:pt x="230" y="947"/>
                </a:cubicBezTo>
                <a:cubicBezTo>
                  <a:pt x="230" y="953"/>
                  <a:pt x="225" y="956"/>
                  <a:pt x="215" y="956"/>
                </a:cubicBezTo>
                <a:lnTo>
                  <a:pt x="212" y="956"/>
                </a:lnTo>
                <a:lnTo>
                  <a:pt x="200" y="956"/>
                </a:lnTo>
                <a:lnTo>
                  <a:pt x="173" y="933"/>
                </a:lnTo>
                <a:cubicBezTo>
                  <a:pt x="113" y="879"/>
                  <a:pt x="69" y="811"/>
                  <a:pt x="41" y="730"/>
                </a:cubicBezTo>
                <a:cubicBezTo>
                  <a:pt x="14" y="650"/>
                  <a:pt x="0" y="565"/>
                  <a:pt x="0" y="478"/>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293" name=""/>
          <p:cNvSpPr/>
          <p:nvPr/>
        </p:nvSpPr>
        <p:spPr>
          <a:xfrm>
            <a:off x="2741040" y="4737240"/>
            <a:ext cx="194760" cy="153000"/>
          </a:xfrm>
          <a:custGeom>
            <a:avLst/>
            <a:gdLst/>
            <a:ahLst/>
            <a:rect l="0" t="0" r="r" b="b"/>
            <a:pathLst>
              <a:path w="541" h="425">
                <a:moveTo>
                  <a:pt x="197" y="425"/>
                </a:moveTo>
                <a:cubicBezTo>
                  <a:pt x="187" y="423"/>
                  <a:pt x="153" y="422"/>
                  <a:pt x="96" y="422"/>
                </a:cubicBezTo>
                <a:cubicBezTo>
                  <a:pt x="44" y="422"/>
                  <a:pt x="14" y="423"/>
                  <a:pt x="7" y="425"/>
                </a:cubicBezTo>
                <a:lnTo>
                  <a:pt x="0" y="425"/>
                </a:lnTo>
                <a:lnTo>
                  <a:pt x="0" y="366"/>
                </a:lnTo>
                <a:lnTo>
                  <a:pt x="92" y="366"/>
                </a:lnTo>
                <a:lnTo>
                  <a:pt x="215" y="222"/>
                </a:lnTo>
                <a:lnTo>
                  <a:pt x="84" y="59"/>
                </a:lnTo>
                <a:lnTo>
                  <a:pt x="5" y="59"/>
                </a:lnTo>
                <a:lnTo>
                  <a:pt x="5" y="0"/>
                </a:lnTo>
                <a:lnTo>
                  <a:pt x="12" y="0"/>
                </a:lnTo>
                <a:cubicBezTo>
                  <a:pt x="22" y="2"/>
                  <a:pt x="57" y="3"/>
                  <a:pt x="117" y="3"/>
                </a:cubicBezTo>
                <a:cubicBezTo>
                  <a:pt x="183" y="3"/>
                  <a:pt x="223" y="2"/>
                  <a:pt x="234" y="0"/>
                </a:cubicBezTo>
                <a:lnTo>
                  <a:pt x="243" y="0"/>
                </a:lnTo>
                <a:lnTo>
                  <a:pt x="243" y="59"/>
                </a:lnTo>
                <a:lnTo>
                  <a:pt x="216" y="59"/>
                </a:lnTo>
                <a:lnTo>
                  <a:pt x="249" y="100"/>
                </a:lnTo>
                <a:cubicBezTo>
                  <a:pt x="271" y="127"/>
                  <a:pt x="282" y="140"/>
                  <a:pt x="283" y="140"/>
                </a:cubicBezTo>
                <a:cubicBezTo>
                  <a:pt x="285" y="140"/>
                  <a:pt x="297" y="126"/>
                  <a:pt x="319" y="98"/>
                </a:cubicBezTo>
                <a:lnTo>
                  <a:pt x="352" y="59"/>
                </a:lnTo>
                <a:lnTo>
                  <a:pt x="317" y="59"/>
                </a:lnTo>
                <a:lnTo>
                  <a:pt x="317" y="0"/>
                </a:lnTo>
                <a:lnTo>
                  <a:pt x="325" y="0"/>
                </a:lnTo>
                <a:cubicBezTo>
                  <a:pt x="334" y="2"/>
                  <a:pt x="368" y="3"/>
                  <a:pt x="426" y="3"/>
                </a:cubicBezTo>
                <a:cubicBezTo>
                  <a:pt x="478" y="3"/>
                  <a:pt x="507" y="2"/>
                  <a:pt x="515" y="0"/>
                </a:cubicBezTo>
                <a:lnTo>
                  <a:pt x="521" y="0"/>
                </a:lnTo>
                <a:lnTo>
                  <a:pt x="521" y="59"/>
                </a:lnTo>
                <a:lnTo>
                  <a:pt x="431" y="59"/>
                </a:lnTo>
                <a:lnTo>
                  <a:pt x="320" y="190"/>
                </a:lnTo>
                <a:lnTo>
                  <a:pt x="462" y="365"/>
                </a:lnTo>
                <a:lnTo>
                  <a:pt x="501" y="366"/>
                </a:lnTo>
                <a:lnTo>
                  <a:pt x="541" y="366"/>
                </a:lnTo>
                <a:lnTo>
                  <a:pt x="541" y="425"/>
                </a:lnTo>
                <a:lnTo>
                  <a:pt x="533" y="425"/>
                </a:lnTo>
                <a:cubicBezTo>
                  <a:pt x="523" y="423"/>
                  <a:pt x="489" y="422"/>
                  <a:pt x="429" y="422"/>
                </a:cubicBezTo>
                <a:cubicBezTo>
                  <a:pt x="363" y="422"/>
                  <a:pt x="324" y="423"/>
                  <a:pt x="312" y="425"/>
                </a:cubicBezTo>
                <a:lnTo>
                  <a:pt x="304" y="425"/>
                </a:lnTo>
                <a:lnTo>
                  <a:pt x="304" y="366"/>
                </a:lnTo>
                <a:lnTo>
                  <a:pt x="331" y="366"/>
                </a:lnTo>
                <a:cubicBezTo>
                  <a:pt x="331" y="365"/>
                  <a:pt x="318" y="349"/>
                  <a:pt x="292" y="318"/>
                </a:cubicBezTo>
                <a:cubicBezTo>
                  <a:pt x="267" y="287"/>
                  <a:pt x="254" y="271"/>
                  <a:pt x="253" y="269"/>
                </a:cubicBezTo>
                <a:lnTo>
                  <a:pt x="169" y="365"/>
                </a:lnTo>
                <a:lnTo>
                  <a:pt x="187" y="366"/>
                </a:lnTo>
                <a:lnTo>
                  <a:pt x="205" y="366"/>
                </a:lnTo>
                <a:lnTo>
                  <a:pt x="205" y="425"/>
                </a:lnTo>
                <a:lnTo>
                  <a:pt x="197" y="425"/>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294" name=""/>
          <p:cNvSpPr/>
          <p:nvPr/>
        </p:nvSpPr>
        <p:spPr>
          <a:xfrm>
            <a:off x="2949840" y="4657320"/>
            <a:ext cx="235080" cy="232920"/>
          </a:xfrm>
          <a:custGeom>
            <a:avLst/>
            <a:gdLst/>
            <a:ahLst/>
            <a:rect l="0" t="0" r="r" b="b"/>
            <a:pathLst>
              <a:path w="653" h="647">
                <a:moveTo>
                  <a:pt x="18" y="229"/>
                </a:moveTo>
                <a:cubicBezTo>
                  <a:pt x="6" y="229"/>
                  <a:pt x="0" y="226"/>
                  <a:pt x="0" y="221"/>
                </a:cubicBezTo>
                <a:cubicBezTo>
                  <a:pt x="0" y="218"/>
                  <a:pt x="5" y="200"/>
                  <a:pt x="15" y="168"/>
                </a:cubicBezTo>
                <a:cubicBezTo>
                  <a:pt x="25" y="135"/>
                  <a:pt x="36" y="103"/>
                  <a:pt x="47" y="71"/>
                </a:cubicBezTo>
                <a:lnTo>
                  <a:pt x="64" y="24"/>
                </a:lnTo>
                <a:cubicBezTo>
                  <a:pt x="67" y="13"/>
                  <a:pt x="71" y="5"/>
                  <a:pt x="76" y="0"/>
                </a:cubicBezTo>
                <a:lnTo>
                  <a:pt x="523" y="0"/>
                </a:lnTo>
                <a:lnTo>
                  <a:pt x="610" y="0"/>
                </a:lnTo>
                <a:cubicBezTo>
                  <a:pt x="630" y="0"/>
                  <a:pt x="642" y="0"/>
                  <a:pt x="646" y="0"/>
                </a:cubicBezTo>
                <a:cubicBezTo>
                  <a:pt x="650" y="1"/>
                  <a:pt x="652" y="4"/>
                  <a:pt x="653" y="9"/>
                </a:cubicBezTo>
                <a:cubicBezTo>
                  <a:pt x="653" y="13"/>
                  <a:pt x="648" y="49"/>
                  <a:pt x="637" y="118"/>
                </a:cubicBezTo>
                <a:cubicBezTo>
                  <a:pt x="626" y="187"/>
                  <a:pt x="620" y="221"/>
                  <a:pt x="619" y="222"/>
                </a:cubicBezTo>
                <a:cubicBezTo>
                  <a:pt x="619" y="226"/>
                  <a:pt x="612" y="229"/>
                  <a:pt x="599" y="229"/>
                </a:cubicBezTo>
                <a:cubicBezTo>
                  <a:pt x="594" y="229"/>
                  <a:pt x="590" y="229"/>
                  <a:pt x="588" y="229"/>
                </a:cubicBezTo>
                <a:cubicBezTo>
                  <a:pt x="586" y="229"/>
                  <a:pt x="584" y="227"/>
                  <a:pt x="582" y="224"/>
                </a:cubicBezTo>
                <a:lnTo>
                  <a:pt x="580" y="221"/>
                </a:lnTo>
                <a:cubicBezTo>
                  <a:pt x="580" y="217"/>
                  <a:pt x="582" y="203"/>
                  <a:pt x="586" y="178"/>
                </a:cubicBezTo>
                <a:cubicBezTo>
                  <a:pt x="590" y="153"/>
                  <a:pt x="592" y="134"/>
                  <a:pt x="592" y="120"/>
                </a:cubicBezTo>
                <a:cubicBezTo>
                  <a:pt x="592" y="98"/>
                  <a:pt x="588" y="81"/>
                  <a:pt x="579" y="69"/>
                </a:cubicBezTo>
                <a:cubicBezTo>
                  <a:pt x="571" y="58"/>
                  <a:pt x="554" y="50"/>
                  <a:pt x="527" y="45"/>
                </a:cubicBezTo>
                <a:cubicBezTo>
                  <a:pt x="524" y="45"/>
                  <a:pt x="505" y="44"/>
                  <a:pt x="471" y="43"/>
                </a:cubicBezTo>
                <a:cubicBezTo>
                  <a:pt x="442" y="43"/>
                  <a:pt x="424" y="44"/>
                  <a:pt x="416" y="44"/>
                </a:cubicBezTo>
                <a:cubicBezTo>
                  <a:pt x="408" y="45"/>
                  <a:pt x="403" y="48"/>
                  <a:pt x="399" y="52"/>
                </a:cubicBezTo>
                <a:cubicBezTo>
                  <a:pt x="398" y="53"/>
                  <a:pt x="376" y="141"/>
                  <a:pt x="331" y="319"/>
                </a:cubicBezTo>
                <a:cubicBezTo>
                  <a:pt x="286" y="496"/>
                  <a:pt x="264" y="587"/>
                  <a:pt x="264" y="590"/>
                </a:cubicBezTo>
                <a:cubicBezTo>
                  <a:pt x="264" y="597"/>
                  <a:pt x="292" y="602"/>
                  <a:pt x="348" y="603"/>
                </a:cubicBezTo>
                <a:cubicBezTo>
                  <a:pt x="369" y="603"/>
                  <a:pt x="382" y="603"/>
                  <a:pt x="387" y="604"/>
                </a:cubicBezTo>
                <a:cubicBezTo>
                  <a:pt x="393" y="605"/>
                  <a:pt x="396" y="608"/>
                  <a:pt x="396" y="613"/>
                </a:cubicBezTo>
                <a:cubicBezTo>
                  <a:pt x="396" y="616"/>
                  <a:pt x="395" y="620"/>
                  <a:pt x="393" y="626"/>
                </a:cubicBezTo>
                <a:cubicBezTo>
                  <a:pt x="391" y="637"/>
                  <a:pt x="388" y="644"/>
                  <a:pt x="385" y="646"/>
                </a:cubicBezTo>
                <a:lnTo>
                  <a:pt x="383" y="647"/>
                </a:lnTo>
                <a:cubicBezTo>
                  <a:pt x="381" y="647"/>
                  <a:pt x="378" y="647"/>
                  <a:pt x="376" y="647"/>
                </a:cubicBezTo>
                <a:cubicBezTo>
                  <a:pt x="373" y="647"/>
                  <a:pt x="356" y="647"/>
                  <a:pt x="326" y="646"/>
                </a:cubicBezTo>
                <a:cubicBezTo>
                  <a:pt x="296" y="645"/>
                  <a:pt x="253" y="645"/>
                  <a:pt x="197" y="645"/>
                </a:cubicBezTo>
                <a:cubicBezTo>
                  <a:pt x="115" y="645"/>
                  <a:pt x="63" y="646"/>
                  <a:pt x="41" y="647"/>
                </a:cubicBezTo>
                <a:lnTo>
                  <a:pt x="26" y="647"/>
                </a:lnTo>
                <a:cubicBezTo>
                  <a:pt x="23" y="643"/>
                  <a:pt x="21" y="640"/>
                  <a:pt x="21" y="638"/>
                </a:cubicBezTo>
                <a:cubicBezTo>
                  <a:pt x="21" y="636"/>
                  <a:pt x="21" y="631"/>
                  <a:pt x="23" y="621"/>
                </a:cubicBezTo>
                <a:cubicBezTo>
                  <a:pt x="25" y="613"/>
                  <a:pt x="28" y="607"/>
                  <a:pt x="32" y="603"/>
                </a:cubicBezTo>
                <a:lnTo>
                  <a:pt x="59" y="603"/>
                </a:lnTo>
                <a:lnTo>
                  <a:pt x="69" y="603"/>
                </a:lnTo>
                <a:cubicBezTo>
                  <a:pt x="120" y="603"/>
                  <a:pt x="151" y="600"/>
                  <a:pt x="160" y="594"/>
                </a:cubicBezTo>
                <a:cubicBezTo>
                  <a:pt x="161" y="594"/>
                  <a:pt x="161" y="594"/>
                  <a:pt x="162" y="594"/>
                </a:cubicBezTo>
                <a:cubicBezTo>
                  <a:pt x="165" y="592"/>
                  <a:pt x="168" y="585"/>
                  <a:pt x="172" y="574"/>
                </a:cubicBezTo>
                <a:cubicBezTo>
                  <a:pt x="175" y="564"/>
                  <a:pt x="188" y="514"/>
                  <a:pt x="210" y="425"/>
                </a:cubicBezTo>
                <a:cubicBezTo>
                  <a:pt x="221" y="381"/>
                  <a:pt x="230" y="346"/>
                  <a:pt x="237" y="319"/>
                </a:cubicBezTo>
                <a:cubicBezTo>
                  <a:pt x="281" y="142"/>
                  <a:pt x="303" y="53"/>
                  <a:pt x="303" y="49"/>
                </a:cubicBezTo>
                <a:cubicBezTo>
                  <a:pt x="303" y="46"/>
                  <a:pt x="294" y="44"/>
                  <a:pt x="276" y="44"/>
                </a:cubicBezTo>
                <a:lnTo>
                  <a:pt x="246" y="44"/>
                </a:lnTo>
                <a:cubicBezTo>
                  <a:pt x="203" y="44"/>
                  <a:pt x="175" y="46"/>
                  <a:pt x="162" y="50"/>
                </a:cubicBezTo>
                <a:cubicBezTo>
                  <a:pt x="133" y="56"/>
                  <a:pt x="111" y="70"/>
                  <a:pt x="95" y="89"/>
                </a:cubicBezTo>
                <a:cubicBezTo>
                  <a:pt x="79" y="109"/>
                  <a:pt x="62" y="146"/>
                  <a:pt x="44" y="200"/>
                </a:cubicBezTo>
                <a:cubicBezTo>
                  <a:pt x="39" y="214"/>
                  <a:pt x="36" y="222"/>
                  <a:pt x="34" y="225"/>
                </a:cubicBezTo>
                <a:cubicBezTo>
                  <a:pt x="32" y="227"/>
                  <a:pt x="28" y="229"/>
                  <a:pt x="21" y="229"/>
                </a:cubicBezTo>
                <a:lnTo>
                  <a:pt x="18" y="229"/>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295" name=""/>
          <p:cNvSpPr/>
          <p:nvPr/>
        </p:nvSpPr>
        <p:spPr>
          <a:xfrm>
            <a:off x="3203280" y="4632120"/>
            <a:ext cx="82800" cy="344160"/>
          </a:xfrm>
          <a:custGeom>
            <a:avLst/>
            <a:gdLst/>
            <a:ahLst/>
            <a:rect l="0" t="0" r="r" b="b"/>
            <a:pathLst>
              <a:path w="230" h="956">
                <a:moveTo>
                  <a:pt x="5" y="1"/>
                </a:moveTo>
                <a:lnTo>
                  <a:pt x="9" y="0"/>
                </a:lnTo>
                <a:cubicBezTo>
                  <a:pt x="12" y="0"/>
                  <a:pt x="15" y="0"/>
                  <a:pt x="19" y="0"/>
                </a:cubicBezTo>
                <a:lnTo>
                  <a:pt x="30" y="0"/>
                </a:lnTo>
                <a:lnTo>
                  <a:pt x="57" y="24"/>
                </a:lnTo>
                <a:cubicBezTo>
                  <a:pt x="118" y="78"/>
                  <a:pt x="161" y="145"/>
                  <a:pt x="189" y="226"/>
                </a:cubicBezTo>
                <a:cubicBezTo>
                  <a:pt x="216" y="307"/>
                  <a:pt x="230" y="391"/>
                  <a:pt x="230" y="478"/>
                </a:cubicBezTo>
                <a:cubicBezTo>
                  <a:pt x="230" y="522"/>
                  <a:pt x="226" y="563"/>
                  <a:pt x="220" y="603"/>
                </a:cubicBezTo>
                <a:cubicBezTo>
                  <a:pt x="214" y="643"/>
                  <a:pt x="206" y="678"/>
                  <a:pt x="198" y="706"/>
                </a:cubicBezTo>
                <a:cubicBezTo>
                  <a:pt x="190" y="734"/>
                  <a:pt x="178" y="762"/>
                  <a:pt x="163" y="790"/>
                </a:cubicBezTo>
                <a:cubicBezTo>
                  <a:pt x="148" y="818"/>
                  <a:pt x="135" y="839"/>
                  <a:pt x="127" y="854"/>
                </a:cubicBezTo>
                <a:cubicBezTo>
                  <a:pt x="118" y="868"/>
                  <a:pt x="104" y="884"/>
                  <a:pt x="86" y="902"/>
                </a:cubicBezTo>
                <a:cubicBezTo>
                  <a:pt x="69" y="920"/>
                  <a:pt x="59" y="931"/>
                  <a:pt x="56" y="934"/>
                </a:cubicBezTo>
                <a:cubicBezTo>
                  <a:pt x="53" y="937"/>
                  <a:pt x="45" y="943"/>
                  <a:pt x="34" y="952"/>
                </a:cubicBezTo>
                <a:cubicBezTo>
                  <a:pt x="32" y="954"/>
                  <a:pt x="31" y="955"/>
                  <a:pt x="30" y="956"/>
                </a:cubicBezTo>
                <a:lnTo>
                  <a:pt x="19" y="956"/>
                </a:lnTo>
                <a:cubicBezTo>
                  <a:pt x="13" y="956"/>
                  <a:pt x="10" y="956"/>
                  <a:pt x="8" y="956"/>
                </a:cubicBezTo>
                <a:cubicBezTo>
                  <a:pt x="6" y="956"/>
                  <a:pt x="5" y="955"/>
                  <a:pt x="3" y="953"/>
                </a:cubicBezTo>
                <a:cubicBezTo>
                  <a:pt x="2" y="951"/>
                  <a:pt x="1" y="948"/>
                  <a:pt x="0" y="944"/>
                </a:cubicBezTo>
                <a:cubicBezTo>
                  <a:pt x="1" y="944"/>
                  <a:pt x="5" y="940"/>
                  <a:pt x="11" y="932"/>
                </a:cubicBezTo>
                <a:cubicBezTo>
                  <a:pt x="111" y="829"/>
                  <a:pt x="160" y="678"/>
                  <a:pt x="160" y="478"/>
                </a:cubicBezTo>
                <a:cubicBezTo>
                  <a:pt x="160" y="278"/>
                  <a:pt x="111" y="127"/>
                  <a:pt x="11" y="25"/>
                </a:cubicBezTo>
                <a:cubicBezTo>
                  <a:pt x="5" y="17"/>
                  <a:pt x="1" y="13"/>
                  <a:pt x="0" y="11"/>
                </a:cubicBezTo>
                <a:cubicBezTo>
                  <a:pt x="0" y="6"/>
                  <a:pt x="2" y="3"/>
                  <a:pt x="5" y="1"/>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296" name=""/>
          <p:cNvSpPr/>
          <p:nvPr/>
        </p:nvSpPr>
        <p:spPr>
          <a:xfrm>
            <a:off x="3394800" y="4563360"/>
            <a:ext cx="401040" cy="481680"/>
          </a:xfrm>
          <a:custGeom>
            <a:avLst/>
            <a:gdLst/>
            <a:ahLst/>
            <a:rect l="0" t="0" r="r" b="b"/>
            <a:pathLst>
              <a:path w="1114" h="1338">
                <a:moveTo>
                  <a:pt x="158" y="133"/>
                </a:moveTo>
                <a:cubicBezTo>
                  <a:pt x="158" y="132"/>
                  <a:pt x="157" y="130"/>
                  <a:pt x="156" y="126"/>
                </a:cubicBezTo>
                <a:cubicBezTo>
                  <a:pt x="154" y="122"/>
                  <a:pt x="153" y="119"/>
                  <a:pt x="152" y="116"/>
                </a:cubicBezTo>
                <a:cubicBezTo>
                  <a:pt x="151" y="114"/>
                  <a:pt x="149" y="110"/>
                  <a:pt x="146" y="106"/>
                </a:cubicBezTo>
                <a:cubicBezTo>
                  <a:pt x="144" y="101"/>
                  <a:pt x="141" y="97"/>
                  <a:pt x="138" y="93"/>
                </a:cubicBezTo>
                <a:cubicBezTo>
                  <a:pt x="134" y="90"/>
                  <a:pt x="130" y="85"/>
                  <a:pt x="124" y="81"/>
                </a:cubicBezTo>
                <a:cubicBezTo>
                  <a:pt x="119" y="77"/>
                  <a:pt x="112" y="73"/>
                  <a:pt x="106" y="70"/>
                </a:cubicBezTo>
                <a:cubicBezTo>
                  <a:pt x="100" y="66"/>
                  <a:pt x="91" y="64"/>
                  <a:pt x="81" y="61"/>
                </a:cubicBezTo>
                <a:cubicBezTo>
                  <a:pt x="71" y="58"/>
                  <a:pt x="61" y="57"/>
                  <a:pt x="50" y="55"/>
                </a:cubicBezTo>
                <a:cubicBezTo>
                  <a:pt x="39" y="54"/>
                  <a:pt x="26" y="53"/>
                  <a:pt x="10" y="52"/>
                </a:cubicBezTo>
                <a:lnTo>
                  <a:pt x="0" y="52"/>
                </a:lnTo>
                <a:lnTo>
                  <a:pt x="0" y="0"/>
                </a:lnTo>
                <a:lnTo>
                  <a:pt x="1114" y="0"/>
                </a:lnTo>
                <a:lnTo>
                  <a:pt x="1114" y="52"/>
                </a:lnTo>
                <a:lnTo>
                  <a:pt x="1104" y="52"/>
                </a:lnTo>
                <a:cubicBezTo>
                  <a:pt x="1021" y="52"/>
                  <a:pt x="972" y="79"/>
                  <a:pt x="958" y="133"/>
                </a:cubicBezTo>
                <a:lnTo>
                  <a:pt x="958" y="1205"/>
                </a:lnTo>
                <a:cubicBezTo>
                  <a:pt x="969" y="1259"/>
                  <a:pt x="1018" y="1286"/>
                  <a:pt x="1104" y="1286"/>
                </a:cubicBezTo>
                <a:lnTo>
                  <a:pt x="1114" y="1286"/>
                </a:lnTo>
                <a:lnTo>
                  <a:pt x="1114" y="1338"/>
                </a:lnTo>
                <a:lnTo>
                  <a:pt x="640" y="1338"/>
                </a:lnTo>
                <a:lnTo>
                  <a:pt x="640" y="1286"/>
                </a:lnTo>
                <a:lnTo>
                  <a:pt x="649" y="1286"/>
                </a:lnTo>
                <a:cubicBezTo>
                  <a:pt x="732" y="1286"/>
                  <a:pt x="780" y="1260"/>
                  <a:pt x="796" y="1208"/>
                </a:cubicBezTo>
                <a:cubicBezTo>
                  <a:pt x="796" y="1207"/>
                  <a:pt x="797" y="1206"/>
                  <a:pt x="797" y="1205"/>
                </a:cubicBezTo>
                <a:lnTo>
                  <a:pt x="797" y="52"/>
                </a:lnTo>
                <a:lnTo>
                  <a:pt x="318" y="52"/>
                </a:lnTo>
                <a:lnTo>
                  <a:pt x="318" y="629"/>
                </a:lnTo>
                <a:lnTo>
                  <a:pt x="319" y="1205"/>
                </a:lnTo>
                <a:cubicBezTo>
                  <a:pt x="329" y="1259"/>
                  <a:pt x="378" y="1286"/>
                  <a:pt x="465" y="1286"/>
                </a:cubicBezTo>
                <a:lnTo>
                  <a:pt x="475" y="1286"/>
                </a:lnTo>
                <a:lnTo>
                  <a:pt x="475" y="1338"/>
                </a:lnTo>
                <a:lnTo>
                  <a:pt x="0" y="1338"/>
                </a:lnTo>
                <a:lnTo>
                  <a:pt x="0" y="1286"/>
                </a:lnTo>
                <a:lnTo>
                  <a:pt x="10" y="1286"/>
                </a:lnTo>
                <a:cubicBezTo>
                  <a:pt x="93" y="1286"/>
                  <a:pt x="141" y="1260"/>
                  <a:pt x="157" y="1208"/>
                </a:cubicBezTo>
                <a:cubicBezTo>
                  <a:pt x="157" y="1207"/>
                  <a:pt x="158" y="1206"/>
                  <a:pt x="158" y="1205"/>
                </a:cubicBezTo>
                <a:lnTo>
                  <a:pt x="158" y="133"/>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297" name=""/>
          <p:cNvSpPr/>
          <p:nvPr/>
        </p:nvSpPr>
        <p:spPr>
          <a:xfrm>
            <a:off x="3400560" y="5111640"/>
            <a:ext cx="75960" cy="155160"/>
          </a:xfrm>
          <a:custGeom>
            <a:avLst/>
            <a:gdLst/>
            <a:ahLst/>
            <a:rect l="0" t="0" r="r" b="b"/>
            <a:pathLst>
              <a:path w="211" h="431">
                <a:moveTo>
                  <a:pt x="5" y="163"/>
                </a:moveTo>
                <a:cubicBezTo>
                  <a:pt x="2" y="160"/>
                  <a:pt x="0" y="158"/>
                  <a:pt x="0" y="156"/>
                </a:cubicBezTo>
                <a:cubicBezTo>
                  <a:pt x="0" y="154"/>
                  <a:pt x="1" y="151"/>
                  <a:pt x="2" y="145"/>
                </a:cubicBezTo>
                <a:cubicBezTo>
                  <a:pt x="4" y="140"/>
                  <a:pt x="5" y="137"/>
                  <a:pt x="6" y="136"/>
                </a:cubicBezTo>
                <a:cubicBezTo>
                  <a:pt x="7" y="134"/>
                  <a:pt x="9" y="133"/>
                  <a:pt x="12" y="133"/>
                </a:cubicBezTo>
                <a:cubicBezTo>
                  <a:pt x="15" y="133"/>
                  <a:pt x="26" y="132"/>
                  <a:pt x="46" y="132"/>
                </a:cubicBezTo>
                <a:lnTo>
                  <a:pt x="83" y="132"/>
                </a:lnTo>
                <a:lnTo>
                  <a:pt x="96" y="78"/>
                </a:lnTo>
                <a:cubicBezTo>
                  <a:pt x="97" y="73"/>
                  <a:pt x="99" y="66"/>
                  <a:pt x="100" y="58"/>
                </a:cubicBezTo>
                <a:cubicBezTo>
                  <a:pt x="102" y="50"/>
                  <a:pt x="104" y="44"/>
                  <a:pt x="105" y="41"/>
                </a:cubicBezTo>
                <a:cubicBezTo>
                  <a:pt x="107" y="37"/>
                  <a:pt x="108" y="33"/>
                  <a:pt x="109" y="27"/>
                </a:cubicBezTo>
                <a:cubicBezTo>
                  <a:pt x="111" y="22"/>
                  <a:pt x="112" y="18"/>
                  <a:pt x="115" y="16"/>
                </a:cubicBezTo>
                <a:cubicBezTo>
                  <a:pt x="117" y="14"/>
                  <a:pt x="119" y="11"/>
                  <a:pt x="121" y="8"/>
                </a:cubicBezTo>
                <a:cubicBezTo>
                  <a:pt x="124" y="5"/>
                  <a:pt x="127" y="2"/>
                  <a:pt x="131" y="2"/>
                </a:cubicBezTo>
                <a:cubicBezTo>
                  <a:pt x="135" y="1"/>
                  <a:pt x="139" y="0"/>
                  <a:pt x="143" y="0"/>
                </a:cubicBezTo>
                <a:cubicBezTo>
                  <a:pt x="151" y="1"/>
                  <a:pt x="157" y="3"/>
                  <a:pt x="160" y="8"/>
                </a:cubicBezTo>
                <a:cubicBezTo>
                  <a:pt x="163" y="12"/>
                  <a:pt x="165" y="16"/>
                  <a:pt x="165" y="20"/>
                </a:cubicBezTo>
                <a:cubicBezTo>
                  <a:pt x="165" y="24"/>
                  <a:pt x="163" y="34"/>
                  <a:pt x="159" y="52"/>
                </a:cubicBezTo>
                <a:cubicBezTo>
                  <a:pt x="154" y="70"/>
                  <a:pt x="150" y="88"/>
                  <a:pt x="145" y="106"/>
                </a:cubicBezTo>
                <a:lnTo>
                  <a:pt x="138" y="131"/>
                </a:lnTo>
                <a:cubicBezTo>
                  <a:pt x="138" y="131"/>
                  <a:pt x="150" y="132"/>
                  <a:pt x="172" y="132"/>
                </a:cubicBezTo>
                <a:lnTo>
                  <a:pt x="206" y="132"/>
                </a:lnTo>
                <a:cubicBezTo>
                  <a:pt x="210" y="135"/>
                  <a:pt x="211" y="138"/>
                  <a:pt x="211" y="139"/>
                </a:cubicBezTo>
                <a:cubicBezTo>
                  <a:pt x="211" y="149"/>
                  <a:pt x="208" y="157"/>
                  <a:pt x="202" y="163"/>
                </a:cubicBezTo>
                <a:lnTo>
                  <a:pt x="130" y="163"/>
                </a:lnTo>
                <a:lnTo>
                  <a:pt x="106" y="262"/>
                </a:lnTo>
                <a:cubicBezTo>
                  <a:pt x="88" y="334"/>
                  <a:pt x="80" y="373"/>
                  <a:pt x="80" y="378"/>
                </a:cubicBezTo>
                <a:cubicBezTo>
                  <a:pt x="80" y="397"/>
                  <a:pt x="86" y="406"/>
                  <a:pt x="98" y="406"/>
                </a:cubicBezTo>
                <a:cubicBezTo>
                  <a:pt x="114" y="406"/>
                  <a:pt x="129" y="399"/>
                  <a:pt x="144" y="383"/>
                </a:cubicBezTo>
                <a:cubicBezTo>
                  <a:pt x="159" y="368"/>
                  <a:pt x="170" y="349"/>
                  <a:pt x="179" y="327"/>
                </a:cubicBezTo>
                <a:cubicBezTo>
                  <a:pt x="180" y="324"/>
                  <a:pt x="181" y="322"/>
                  <a:pt x="183" y="322"/>
                </a:cubicBezTo>
                <a:cubicBezTo>
                  <a:pt x="184" y="321"/>
                  <a:pt x="188" y="321"/>
                  <a:pt x="193" y="321"/>
                </a:cubicBezTo>
                <a:lnTo>
                  <a:pt x="196" y="321"/>
                </a:lnTo>
                <a:cubicBezTo>
                  <a:pt x="202" y="321"/>
                  <a:pt x="206" y="322"/>
                  <a:pt x="206" y="326"/>
                </a:cubicBezTo>
                <a:cubicBezTo>
                  <a:pt x="206" y="327"/>
                  <a:pt x="205" y="330"/>
                  <a:pt x="204" y="334"/>
                </a:cubicBezTo>
                <a:cubicBezTo>
                  <a:pt x="202" y="341"/>
                  <a:pt x="197" y="350"/>
                  <a:pt x="192" y="360"/>
                </a:cubicBezTo>
                <a:cubicBezTo>
                  <a:pt x="186" y="370"/>
                  <a:pt x="178" y="380"/>
                  <a:pt x="169" y="391"/>
                </a:cubicBezTo>
                <a:cubicBezTo>
                  <a:pt x="159" y="403"/>
                  <a:pt x="148" y="412"/>
                  <a:pt x="134" y="420"/>
                </a:cubicBezTo>
                <a:cubicBezTo>
                  <a:pt x="121" y="427"/>
                  <a:pt x="107" y="431"/>
                  <a:pt x="93" y="431"/>
                </a:cubicBezTo>
                <a:cubicBezTo>
                  <a:pt x="80" y="431"/>
                  <a:pt x="67" y="428"/>
                  <a:pt x="54" y="421"/>
                </a:cubicBezTo>
                <a:cubicBezTo>
                  <a:pt x="41" y="414"/>
                  <a:pt x="33" y="403"/>
                  <a:pt x="27" y="386"/>
                </a:cubicBezTo>
                <a:cubicBezTo>
                  <a:pt x="26" y="382"/>
                  <a:pt x="26" y="376"/>
                  <a:pt x="26" y="368"/>
                </a:cubicBezTo>
                <a:lnTo>
                  <a:pt x="26" y="356"/>
                </a:lnTo>
                <a:lnTo>
                  <a:pt x="50" y="261"/>
                </a:lnTo>
                <a:cubicBezTo>
                  <a:pt x="66" y="197"/>
                  <a:pt x="74" y="165"/>
                  <a:pt x="75" y="164"/>
                </a:cubicBezTo>
                <a:cubicBezTo>
                  <a:pt x="75" y="163"/>
                  <a:pt x="62" y="163"/>
                  <a:pt x="39" y="163"/>
                </a:cubicBezTo>
                <a:lnTo>
                  <a:pt x="5" y="163"/>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298" name=""/>
          <p:cNvSpPr/>
          <p:nvPr/>
        </p:nvSpPr>
        <p:spPr>
          <a:xfrm>
            <a:off x="3497400" y="5174640"/>
            <a:ext cx="162360" cy="57240"/>
          </a:xfrm>
          <a:custGeom>
            <a:avLst/>
            <a:gdLst/>
            <a:ahLst/>
            <a:rect l="0" t="0" r="r" b="b"/>
            <a:pathLst>
              <a:path w="451" h="159">
                <a:moveTo>
                  <a:pt x="0" y="14"/>
                </a:moveTo>
                <a:cubicBezTo>
                  <a:pt x="0" y="8"/>
                  <a:pt x="3" y="3"/>
                  <a:pt x="9" y="0"/>
                </a:cubicBezTo>
                <a:lnTo>
                  <a:pt x="440" y="0"/>
                </a:lnTo>
                <a:cubicBezTo>
                  <a:pt x="447" y="4"/>
                  <a:pt x="451" y="8"/>
                  <a:pt x="451" y="14"/>
                </a:cubicBezTo>
                <a:cubicBezTo>
                  <a:pt x="451" y="19"/>
                  <a:pt x="447" y="23"/>
                  <a:pt x="441" y="26"/>
                </a:cubicBezTo>
                <a:lnTo>
                  <a:pt x="225" y="27"/>
                </a:lnTo>
                <a:lnTo>
                  <a:pt x="11" y="27"/>
                </a:lnTo>
                <a:cubicBezTo>
                  <a:pt x="4" y="25"/>
                  <a:pt x="0" y="20"/>
                  <a:pt x="0" y="14"/>
                </a:cubicBezTo>
                <a:moveTo>
                  <a:pt x="0" y="145"/>
                </a:moveTo>
                <a:cubicBezTo>
                  <a:pt x="0" y="138"/>
                  <a:pt x="4" y="133"/>
                  <a:pt x="11" y="131"/>
                </a:cubicBezTo>
                <a:lnTo>
                  <a:pt x="441" y="131"/>
                </a:lnTo>
                <a:cubicBezTo>
                  <a:pt x="447" y="136"/>
                  <a:pt x="451" y="140"/>
                  <a:pt x="451" y="145"/>
                </a:cubicBezTo>
                <a:cubicBezTo>
                  <a:pt x="451" y="151"/>
                  <a:pt x="447" y="156"/>
                  <a:pt x="440" y="159"/>
                </a:cubicBezTo>
                <a:lnTo>
                  <a:pt x="9" y="159"/>
                </a:lnTo>
                <a:cubicBezTo>
                  <a:pt x="3" y="156"/>
                  <a:pt x="0" y="151"/>
                  <a:pt x="0" y="145"/>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299" name=""/>
          <p:cNvSpPr/>
          <p:nvPr/>
        </p:nvSpPr>
        <p:spPr>
          <a:xfrm>
            <a:off x="3692880" y="5101920"/>
            <a:ext cx="84240" cy="162360"/>
          </a:xfrm>
          <a:custGeom>
            <a:avLst/>
            <a:gdLst/>
            <a:ahLst/>
            <a:rect l="0" t="0" r="r" b="b"/>
            <a:pathLst>
              <a:path w="234" h="451">
                <a:moveTo>
                  <a:pt x="89" y="60"/>
                </a:moveTo>
                <a:lnTo>
                  <a:pt x="80" y="63"/>
                </a:lnTo>
                <a:cubicBezTo>
                  <a:pt x="74" y="65"/>
                  <a:pt x="64" y="68"/>
                  <a:pt x="52" y="70"/>
                </a:cubicBezTo>
                <a:cubicBezTo>
                  <a:pt x="41" y="72"/>
                  <a:pt x="28" y="74"/>
                  <a:pt x="13" y="74"/>
                </a:cubicBezTo>
                <a:lnTo>
                  <a:pt x="0" y="74"/>
                </a:lnTo>
                <a:lnTo>
                  <a:pt x="0" y="43"/>
                </a:lnTo>
                <a:lnTo>
                  <a:pt x="13" y="43"/>
                </a:lnTo>
                <a:cubicBezTo>
                  <a:pt x="34" y="43"/>
                  <a:pt x="54" y="39"/>
                  <a:pt x="73" y="33"/>
                </a:cubicBezTo>
                <a:cubicBezTo>
                  <a:pt x="91" y="27"/>
                  <a:pt x="104" y="22"/>
                  <a:pt x="111" y="17"/>
                </a:cubicBezTo>
                <a:cubicBezTo>
                  <a:pt x="118" y="12"/>
                  <a:pt x="124" y="7"/>
                  <a:pt x="130" y="2"/>
                </a:cubicBezTo>
                <a:cubicBezTo>
                  <a:pt x="131" y="1"/>
                  <a:pt x="133" y="0"/>
                  <a:pt x="138" y="0"/>
                </a:cubicBezTo>
                <a:cubicBezTo>
                  <a:pt x="142" y="0"/>
                  <a:pt x="146" y="2"/>
                  <a:pt x="149" y="4"/>
                </a:cubicBezTo>
                <a:lnTo>
                  <a:pt x="149" y="206"/>
                </a:lnTo>
                <a:lnTo>
                  <a:pt x="150" y="409"/>
                </a:lnTo>
                <a:cubicBezTo>
                  <a:pt x="153" y="412"/>
                  <a:pt x="156" y="414"/>
                  <a:pt x="158" y="415"/>
                </a:cubicBezTo>
                <a:cubicBezTo>
                  <a:pt x="160" y="416"/>
                  <a:pt x="166" y="417"/>
                  <a:pt x="174" y="417"/>
                </a:cubicBezTo>
                <a:cubicBezTo>
                  <a:pt x="183" y="418"/>
                  <a:pt x="197" y="419"/>
                  <a:pt x="216" y="419"/>
                </a:cubicBezTo>
                <a:lnTo>
                  <a:pt x="234" y="419"/>
                </a:lnTo>
                <a:lnTo>
                  <a:pt x="234" y="451"/>
                </a:lnTo>
                <a:lnTo>
                  <a:pt x="226" y="451"/>
                </a:lnTo>
                <a:cubicBezTo>
                  <a:pt x="217" y="450"/>
                  <a:pt x="181" y="449"/>
                  <a:pt x="119" y="449"/>
                </a:cubicBezTo>
                <a:cubicBezTo>
                  <a:pt x="57" y="449"/>
                  <a:pt x="21" y="450"/>
                  <a:pt x="12" y="451"/>
                </a:cubicBezTo>
                <a:lnTo>
                  <a:pt x="4" y="451"/>
                </a:lnTo>
                <a:lnTo>
                  <a:pt x="4" y="419"/>
                </a:lnTo>
                <a:lnTo>
                  <a:pt x="21" y="419"/>
                </a:lnTo>
                <a:cubicBezTo>
                  <a:pt x="31" y="419"/>
                  <a:pt x="40" y="419"/>
                  <a:pt x="47" y="419"/>
                </a:cubicBezTo>
                <a:cubicBezTo>
                  <a:pt x="54" y="419"/>
                  <a:pt x="60" y="419"/>
                  <a:pt x="64" y="418"/>
                </a:cubicBezTo>
                <a:cubicBezTo>
                  <a:pt x="69" y="418"/>
                  <a:pt x="73" y="417"/>
                  <a:pt x="76" y="416"/>
                </a:cubicBezTo>
                <a:cubicBezTo>
                  <a:pt x="79" y="415"/>
                  <a:pt x="81" y="415"/>
                  <a:pt x="81" y="415"/>
                </a:cubicBezTo>
                <a:cubicBezTo>
                  <a:pt x="82" y="415"/>
                  <a:pt x="83" y="414"/>
                  <a:pt x="85" y="411"/>
                </a:cubicBezTo>
                <a:cubicBezTo>
                  <a:pt x="87" y="409"/>
                  <a:pt x="89" y="408"/>
                  <a:pt x="89" y="409"/>
                </a:cubicBezTo>
                <a:lnTo>
                  <a:pt x="89" y="60"/>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300" name=""/>
          <p:cNvSpPr/>
          <p:nvPr/>
        </p:nvSpPr>
        <p:spPr>
          <a:xfrm>
            <a:off x="3514680" y="4330080"/>
            <a:ext cx="166320" cy="164880"/>
          </a:xfrm>
          <a:custGeom>
            <a:avLst/>
            <a:gdLst/>
            <a:ahLst/>
            <a:rect l="0" t="0" r="r" b="b"/>
            <a:pathLst>
              <a:path w="462" h="458">
                <a:moveTo>
                  <a:pt x="13" y="163"/>
                </a:moveTo>
                <a:cubicBezTo>
                  <a:pt x="5" y="163"/>
                  <a:pt x="0" y="161"/>
                  <a:pt x="0" y="157"/>
                </a:cubicBezTo>
                <a:cubicBezTo>
                  <a:pt x="0" y="155"/>
                  <a:pt x="4" y="143"/>
                  <a:pt x="11" y="120"/>
                </a:cubicBezTo>
                <a:cubicBezTo>
                  <a:pt x="18" y="97"/>
                  <a:pt x="26" y="73"/>
                  <a:pt x="34" y="50"/>
                </a:cubicBezTo>
                <a:lnTo>
                  <a:pt x="46" y="17"/>
                </a:lnTo>
                <a:cubicBezTo>
                  <a:pt x="48" y="9"/>
                  <a:pt x="51" y="3"/>
                  <a:pt x="54" y="0"/>
                </a:cubicBezTo>
                <a:lnTo>
                  <a:pt x="371" y="0"/>
                </a:lnTo>
                <a:lnTo>
                  <a:pt x="432" y="0"/>
                </a:lnTo>
                <a:cubicBezTo>
                  <a:pt x="446" y="0"/>
                  <a:pt x="455" y="0"/>
                  <a:pt x="458" y="0"/>
                </a:cubicBezTo>
                <a:cubicBezTo>
                  <a:pt x="460" y="1"/>
                  <a:pt x="462" y="3"/>
                  <a:pt x="462" y="7"/>
                </a:cubicBezTo>
                <a:cubicBezTo>
                  <a:pt x="462" y="9"/>
                  <a:pt x="459" y="35"/>
                  <a:pt x="451" y="84"/>
                </a:cubicBezTo>
                <a:cubicBezTo>
                  <a:pt x="443" y="133"/>
                  <a:pt x="439" y="158"/>
                  <a:pt x="438" y="158"/>
                </a:cubicBezTo>
                <a:cubicBezTo>
                  <a:pt x="438" y="161"/>
                  <a:pt x="434" y="163"/>
                  <a:pt x="425" y="163"/>
                </a:cubicBezTo>
                <a:cubicBezTo>
                  <a:pt x="421" y="163"/>
                  <a:pt x="419" y="163"/>
                  <a:pt x="417" y="163"/>
                </a:cubicBezTo>
                <a:cubicBezTo>
                  <a:pt x="416" y="163"/>
                  <a:pt x="414" y="162"/>
                  <a:pt x="413" y="159"/>
                </a:cubicBezTo>
                <a:lnTo>
                  <a:pt x="412" y="157"/>
                </a:lnTo>
                <a:cubicBezTo>
                  <a:pt x="412" y="155"/>
                  <a:pt x="413" y="145"/>
                  <a:pt x="416" y="127"/>
                </a:cubicBezTo>
                <a:cubicBezTo>
                  <a:pt x="419" y="109"/>
                  <a:pt x="420" y="96"/>
                  <a:pt x="420" y="86"/>
                </a:cubicBezTo>
                <a:cubicBezTo>
                  <a:pt x="420" y="69"/>
                  <a:pt x="417" y="57"/>
                  <a:pt x="411" y="49"/>
                </a:cubicBezTo>
                <a:cubicBezTo>
                  <a:pt x="405" y="41"/>
                  <a:pt x="393" y="35"/>
                  <a:pt x="374" y="32"/>
                </a:cubicBezTo>
                <a:cubicBezTo>
                  <a:pt x="372" y="32"/>
                  <a:pt x="359" y="31"/>
                  <a:pt x="335" y="31"/>
                </a:cubicBezTo>
                <a:cubicBezTo>
                  <a:pt x="314" y="31"/>
                  <a:pt x="301" y="31"/>
                  <a:pt x="296" y="31"/>
                </a:cubicBezTo>
                <a:cubicBezTo>
                  <a:pt x="290" y="32"/>
                  <a:pt x="286" y="34"/>
                  <a:pt x="283" y="37"/>
                </a:cubicBezTo>
                <a:cubicBezTo>
                  <a:pt x="283" y="37"/>
                  <a:pt x="267" y="101"/>
                  <a:pt x="236" y="226"/>
                </a:cubicBezTo>
                <a:cubicBezTo>
                  <a:pt x="204" y="351"/>
                  <a:pt x="188" y="415"/>
                  <a:pt x="188" y="417"/>
                </a:cubicBezTo>
                <a:cubicBezTo>
                  <a:pt x="188" y="423"/>
                  <a:pt x="208" y="426"/>
                  <a:pt x="248" y="427"/>
                </a:cubicBezTo>
                <a:cubicBezTo>
                  <a:pt x="262" y="427"/>
                  <a:pt x="271" y="427"/>
                  <a:pt x="275" y="427"/>
                </a:cubicBezTo>
                <a:cubicBezTo>
                  <a:pt x="279" y="428"/>
                  <a:pt x="281" y="430"/>
                  <a:pt x="281" y="434"/>
                </a:cubicBezTo>
                <a:cubicBezTo>
                  <a:pt x="281" y="436"/>
                  <a:pt x="281" y="439"/>
                  <a:pt x="279" y="443"/>
                </a:cubicBezTo>
                <a:cubicBezTo>
                  <a:pt x="278" y="451"/>
                  <a:pt x="276" y="456"/>
                  <a:pt x="273" y="457"/>
                </a:cubicBezTo>
                <a:lnTo>
                  <a:pt x="272" y="458"/>
                </a:lnTo>
                <a:cubicBezTo>
                  <a:pt x="271" y="458"/>
                  <a:pt x="269" y="458"/>
                  <a:pt x="267" y="458"/>
                </a:cubicBezTo>
                <a:cubicBezTo>
                  <a:pt x="265" y="458"/>
                  <a:pt x="253" y="458"/>
                  <a:pt x="232" y="457"/>
                </a:cubicBezTo>
                <a:cubicBezTo>
                  <a:pt x="211" y="457"/>
                  <a:pt x="181" y="456"/>
                  <a:pt x="140" y="456"/>
                </a:cubicBezTo>
                <a:cubicBezTo>
                  <a:pt x="82" y="456"/>
                  <a:pt x="45" y="457"/>
                  <a:pt x="29" y="458"/>
                </a:cubicBezTo>
                <a:lnTo>
                  <a:pt x="19" y="458"/>
                </a:lnTo>
                <a:cubicBezTo>
                  <a:pt x="16" y="455"/>
                  <a:pt x="15" y="453"/>
                  <a:pt x="15" y="452"/>
                </a:cubicBezTo>
                <a:cubicBezTo>
                  <a:pt x="15" y="450"/>
                  <a:pt x="16" y="446"/>
                  <a:pt x="16" y="440"/>
                </a:cubicBezTo>
                <a:cubicBezTo>
                  <a:pt x="18" y="434"/>
                  <a:pt x="21" y="429"/>
                  <a:pt x="23" y="427"/>
                </a:cubicBezTo>
                <a:lnTo>
                  <a:pt x="42" y="427"/>
                </a:lnTo>
                <a:lnTo>
                  <a:pt x="50" y="427"/>
                </a:lnTo>
                <a:cubicBezTo>
                  <a:pt x="86" y="427"/>
                  <a:pt x="107" y="425"/>
                  <a:pt x="114" y="421"/>
                </a:cubicBezTo>
                <a:cubicBezTo>
                  <a:pt x="114" y="420"/>
                  <a:pt x="115" y="420"/>
                  <a:pt x="115" y="420"/>
                </a:cubicBezTo>
                <a:cubicBezTo>
                  <a:pt x="117" y="419"/>
                  <a:pt x="120" y="414"/>
                  <a:pt x="122" y="407"/>
                </a:cubicBezTo>
                <a:cubicBezTo>
                  <a:pt x="124" y="399"/>
                  <a:pt x="133" y="364"/>
                  <a:pt x="150" y="301"/>
                </a:cubicBezTo>
                <a:cubicBezTo>
                  <a:pt x="157" y="270"/>
                  <a:pt x="164" y="245"/>
                  <a:pt x="169" y="226"/>
                </a:cubicBezTo>
                <a:cubicBezTo>
                  <a:pt x="200" y="102"/>
                  <a:pt x="216" y="38"/>
                  <a:pt x="216" y="35"/>
                </a:cubicBezTo>
                <a:cubicBezTo>
                  <a:pt x="216" y="33"/>
                  <a:pt x="209" y="31"/>
                  <a:pt x="196" y="31"/>
                </a:cubicBezTo>
                <a:lnTo>
                  <a:pt x="175" y="31"/>
                </a:lnTo>
                <a:cubicBezTo>
                  <a:pt x="144" y="31"/>
                  <a:pt x="124" y="33"/>
                  <a:pt x="115" y="36"/>
                </a:cubicBezTo>
                <a:cubicBezTo>
                  <a:pt x="95" y="40"/>
                  <a:pt x="79" y="49"/>
                  <a:pt x="68" y="63"/>
                </a:cubicBezTo>
                <a:cubicBezTo>
                  <a:pt x="57" y="77"/>
                  <a:pt x="44" y="104"/>
                  <a:pt x="31" y="143"/>
                </a:cubicBezTo>
                <a:cubicBezTo>
                  <a:pt x="28" y="152"/>
                  <a:pt x="26" y="158"/>
                  <a:pt x="25" y="160"/>
                </a:cubicBezTo>
                <a:cubicBezTo>
                  <a:pt x="23" y="162"/>
                  <a:pt x="20" y="163"/>
                  <a:pt x="15" y="163"/>
                </a:cubicBezTo>
                <a:lnTo>
                  <a:pt x="13" y="163"/>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301" name=""/>
          <p:cNvSpPr/>
          <p:nvPr/>
        </p:nvSpPr>
        <p:spPr>
          <a:xfrm>
            <a:off x="3858840" y="4737960"/>
            <a:ext cx="184680" cy="218880"/>
          </a:xfrm>
          <a:custGeom>
            <a:avLst/>
            <a:gdLst/>
            <a:ahLst/>
            <a:rect l="0" t="0" r="r" b="b"/>
            <a:pathLst>
              <a:path w="513" h="608">
                <a:moveTo>
                  <a:pt x="59" y="148"/>
                </a:moveTo>
                <a:cubicBezTo>
                  <a:pt x="60" y="146"/>
                  <a:pt x="60" y="143"/>
                  <a:pt x="61" y="140"/>
                </a:cubicBezTo>
                <a:cubicBezTo>
                  <a:pt x="62" y="137"/>
                  <a:pt x="63" y="130"/>
                  <a:pt x="66" y="119"/>
                </a:cubicBezTo>
                <a:cubicBezTo>
                  <a:pt x="68" y="108"/>
                  <a:pt x="72" y="99"/>
                  <a:pt x="75" y="90"/>
                </a:cubicBezTo>
                <a:cubicBezTo>
                  <a:pt x="79" y="81"/>
                  <a:pt x="84" y="70"/>
                  <a:pt x="90" y="58"/>
                </a:cubicBezTo>
                <a:cubicBezTo>
                  <a:pt x="95" y="46"/>
                  <a:pt x="102" y="37"/>
                  <a:pt x="109" y="30"/>
                </a:cubicBezTo>
                <a:cubicBezTo>
                  <a:pt x="116" y="23"/>
                  <a:pt x="124" y="16"/>
                  <a:pt x="134" y="9"/>
                </a:cubicBezTo>
                <a:cubicBezTo>
                  <a:pt x="143" y="2"/>
                  <a:pt x="154" y="-1"/>
                  <a:pt x="165" y="0"/>
                </a:cubicBezTo>
                <a:cubicBezTo>
                  <a:pt x="213" y="0"/>
                  <a:pt x="243" y="20"/>
                  <a:pt x="257" y="61"/>
                </a:cubicBezTo>
                <a:lnTo>
                  <a:pt x="266" y="52"/>
                </a:lnTo>
                <a:cubicBezTo>
                  <a:pt x="307" y="17"/>
                  <a:pt x="344" y="0"/>
                  <a:pt x="380" y="0"/>
                </a:cubicBezTo>
                <a:cubicBezTo>
                  <a:pt x="421" y="0"/>
                  <a:pt x="454" y="15"/>
                  <a:pt x="477" y="45"/>
                </a:cubicBezTo>
                <a:cubicBezTo>
                  <a:pt x="501" y="75"/>
                  <a:pt x="513" y="111"/>
                  <a:pt x="513" y="154"/>
                </a:cubicBezTo>
                <a:cubicBezTo>
                  <a:pt x="513" y="222"/>
                  <a:pt x="489" y="286"/>
                  <a:pt x="440" y="344"/>
                </a:cubicBezTo>
                <a:cubicBezTo>
                  <a:pt x="392" y="402"/>
                  <a:pt x="337" y="431"/>
                  <a:pt x="276" y="432"/>
                </a:cubicBezTo>
                <a:cubicBezTo>
                  <a:pt x="261" y="432"/>
                  <a:pt x="249" y="430"/>
                  <a:pt x="238" y="426"/>
                </a:cubicBezTo>
                <a:cubicBezTo>
                  <a:pt x="231" y="423"/>
                  <a:pt x="223" y="418"/>
                  <a:pt x="216" y="411"/>
                </a:cubicBezTo>
                <a:cubicBezTo>
                  <a:pt x="208" y="405"/>
                  <a:pt x="202" y="400"/>
                  <a:pt x="198" y="395"/>
                </a:cubicBezTo>
                <a:lnTo>
                  <a:pt x="191" y="388"/>
                </a:lnTo>
                <a:cubicBezTo>
                  <a:pt x="190" y="388"/>
                  <a:pt x="183" y="416"/>
                  <a:pt x="170" y="471"/>
                </a:cubicBezTo>
                <a:cubicBezTo>
                  <a:pt x="157" y="526"/>
                  <a:pt x="150" y="554"/>
                  <a:pt x="150" y="555"/>
                </a:cubicBezTo>
                <a:cubicBezTo>
                  <a:pt x="150" y="559"/>
                  <a:pt x="152" y="561"/>
                  <a:pt x="157" y="561"/>
                </a:cubicBezTo>
                <a:cubicBezTo>
                  <a:pt x="163" y="562"/>
                  <a:pt x="174" y="563"/>
                  <a:pt x="193" y="564"/>
                </a:cubicBezTo>
                <a:lnTo>
                  <a:pt x="217" y="564"/>
                </a:lnTo>
                <a:cubicBezTo>
                  <a:pt x="221" y="569"/>
                  <a:pt x="222" y="572"/>
                  <a:pt x="222" y="573"/>
                </a:cubicBezTo>
                <a:cubicBezTo>
                  <a:pt x="222" y="574"/>
                  <a:pt x="221" y="580"/>
                  <a:pt x="220" y="590"/>
                </a:cubicBezTo>
                <a:cubicBezTo>
                  <a:pt x="218" y="598"/>
                  <a:pt x="216" y="603"/>
                  <a:pt x="214" y="604"/>
                </a:cubicBezTo>
                <a:cubicBezTo>
                  <a:pt x="212" y="606"/>
                  <a:pt x="208" y="608"/>
                  <a:pt x="201" y="608"/>
                </a:cubicBezTo>
                <a:cubicBezTo>
                  <a:pt x="200" y="608"/>
                  <a:pt x="197" y="608"/>
                  <a:pt x="191" y="608"/>
                </a:cubicBezTo>
                <a:cubicBezTo>
                  <a:pt x="185" y="608"/>
                  <a:pt x="174" y="608"/>
                  <a:pt x="158" y="607"/>
                </a:cubicBezTo>
                <a:cubicBezTo>
                  <a:pt x="143" y="607"/>
                  <a:pt x="123" y="606"/>
                  <a:pt x="99" y="606"/>
                </a:cubicBezTo>
                <a:cubicBezTo>
                  <a:pt x="55" y="606"/>
                  <a:pt x="26" y="607"/>
                  <a:pt x="14" y="608"/>
                </a:cubicBezTo>
                <a:lnTo>
                  <a:pt x="7" y="608"/>
                </a:lnTo>
                <a:cubicBezTo>
                  <a:pt x="2" y="604"/>
                  <a:pt x="0" y="600"/>
                  <a:pt x="0" y="598"/>
                </a:cubicBezTo>
                <a:cubicBezTo>
                  <a:pt x="1" y="581"/>
                  <a:pt x="5" y="569"/>
                  <a:pt x="12" y="564"/>
                </a:cubicBezTo>
                <a:lnTo>
                  <a:pt x="31" y="564"/>
                </a:lnTo>
                <a:cubicBezTo>
                  <a:pt x="53" y="564"/>
                  <a:pt x="65" y="560"/>
                  <a:pt x="69" y="553"/>
                </a:cubicBezTo>
                <a:cubicBezTo>
                  <a:pt x="71" y="549"/>
                  <a:pt x="90" y="472"/>
                  <a:pt x="127" y="324"/>
                </a:cubicBezTo>
                <a:cubicBezTo>
                  <a:pt x="164" y="175"/>
                  <a:pt x="183" y="97"/>
                  <a:pt x="185" y="88"/>
                </a:cubicBezTo>
                <a:cubicBezTo>
                  <a:pt x="186" y="85"/>
                  <a:pt x="186" y="80"/>
                  <a:pt x="186" y="74"/>
                </a:cubicBezTo>
                <a:cubicBezTo>
                  <a:pt x="186" y="48"/>
                  <a:pt x="178" y="35"/>
                  <a:pt x="162" y="35"/>
                </a:cubicBezTo>
                <a:cubicBezTo>
                  <a:pt x="148" y="35"/>
                  <a:pt x="136" y="44"/>
                  <a:pt x="127" y="62"/>
                </a:cubicBezTo>
                <a:cubicBezTo>
                  <a:pt x="117" y="80"/>
                  <a:pt x="110" y="99"/>
                  <a:pt x="105" y="120"/>
                </a:cubicBezTo>
                <a:cubicBezTo>
                  <a:pt x="100" y="141"/>
                  <a:pt x="96" y="153"/>
                  <a:pt x="94" y="155"/>
                </a:cubicBezTo>
                <a:cubicBezTo>
                  <a:pt x="92" y="156"/>
                  <a:pt x="87" y="157"/>
                  <a:pt x="78" y="157"/>
                </a:cubicBezTo>
                <a:lnTo>
                  <a:pt x="65" y="157"/>
                </a:lnTo>
                <a:cubicBezTo>
                  <a:pt x="61" y="153"/>
                  <a:pt x="59" y="150"/>
                  <a:pt x="59" y="148"/>
                </a:cubicBezTo>
                <a:moveTo>
                  <a:pt x="207" y="325"/>
                </a:moveTo>
                <a:cubicBezTo>
                  <a:pt x="221" y="373"/>
                  <a:pt x="245" y="397"/>
                  <a:pt x="279" y="397"/>
                </a:cubicBezTo>
                <a:cubicBezTo>
                  <a:pt x="298" y="397"/>
                  <a:pt x="316" y="390"/>
                  <a:pt x="334" y="375"/>
                </a:cubicBezTo>
                <a:cubicBezTo>
                  <a:pt x="352" y="361"/>
                  <a:pt x="367" y="342"/>
                  <a:pt x="378" y="320"/>
                </a:cubicBezTo>
                <a:cubicBezTo>
                  <a:pt x="390" y="298"/>
                  <a:pt x="401" y="264"/>
                  <a:pt x="413" y="217"/>
                </a:cubicBezTo>
                <a:cubicBezTo>
                  <a:pt x="424" y="170"/>
                  <a:pt x="430" y="135"/>
                  <a:pt x="431" y="112"/>
                </a:cubicBezTo>
                <a:lnTo>
                  <a:pt x="431" y="106"/>
                </a:lnTo>
                <a:cubicBezTo>
                  <a:pt x="431" y="59"/>
                  <a:pt x="411" y="35"/>
                  <a:pt x="372" y="35"/>
                </a:cubicBezTo>
                <a:cubicBezTo>
                  <a:pt x="365" y="35"/>
                  <a:pt x="358" y="36"/>
                  <a:pt x="351" y="38"/>
                </a:cubicBezTo>
                <a:cubicBezTo>
                  <a:pt x="344" y="40"/>
                  <a:pt x="337" y="43"/>
                  <a:pt x="330" y="47"/>
                </a:cubicBezTo>
                <a:cubicBezTo>
                  <a:pt x="323" y="51"/>
                  <a:pt x="317" y="55"/>
                  <a:pt x="311" y="59"/>
                </a:cubicBezTo>
                <a:cubicBezTo>
                  <a:pt x="306" y="64"/>
                  <a:pt x="300" y="68"/>
                  <a:pt x="295" y="73"/>
                </a:cubicBezTo>
                <a:cubicBezTo>
                  <a:pt x="290" y="79"/>
                  <a:pt x="285" y="83"/>
                  <a:pt x="281" y="88"/>
                </a:cubicBezTo>
                <a:cubicBezTo>
                  <a:pt x="276" y="92"/>
                  <a:pt x="273" y="97"/>
                  <a:pt x="270" y="101"/>
                </a:cubicBezTo>
                <a:cubicBezTo>
                  <a:pt x="267" y="106"/>
                  <a:pt x="264" y="109"/>
                  <a:pt x="262" y="111"/>
                </a:cubicBezTo>
                <a:lnTo>
                  <a:pt x="259" y="115"/>
                </a:lnTo>
                <a:cubicBezTo>
                  <a:pt x="259" y="115"/>
                  <a:pt x="258" y="120"/>
                  <a:pt x="256" y="128"/>
                </a:cubicBezTo>
                <a:cubicBezTo>
                  <a:pt x="254" y="136"/>
                  <a:pt x="250" y="150"/>
                  <a:pt x="245" y="170"/>
                </a:cubicBezTo>
                <a:cubicBezTo>
                  <a:pt x="240" y="190"/>
                  <a:pt x="236" y="206"/>
                  <a:pt x="232" y="220"/>
                </a:cubicBezTo>
                <a:cubicBezTo>
                  <a:pt x="215" y="287"/>
                  <a:pt x="207" y="322"/>
                  <a:pt x="207" y="325"/>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302" name=""/>
          <p:cNvSpPr/>
          <p:nvPr/>
        </p:nvSpPr>
        <p:spPr>
          <a:xfrm>
            <a:off x="4065120" y="4770000"/>
            <a:ext cx="104040" cy="174240"/>
          </a:xfrm>
          <a:custGeom>
            <a:avLst/>
            <a:gdLst/>
            <a:ahLst/>
            <a:rect l="0" t="0" r="r" b="b"/>
            <a:pathLst>
              <a:path w="289" h="484">
                <a:moveTo>
                  <a:pt x="0" y="342"/>
                </a:moveTo>
                <a:cubicBezTo>
                  <a:pt x="0" y="296"/>
                  <a:pt x="8" y="248"/>
                  <a:pt x="26" y="197"/>
                </a:cubicBezTo>
                <a:cubicBezTo>
                  <a:pt x="44" y="146"/>
                  <a:pt x="67" y="102"/>
                  <a:pt x="99" y="65"/>
                </a:cubicBezTo>
                <a:cubicBezTo>
                  <a:pt x="129" y="29"/>
                  <a:pt x="160" y="7"/>
                  <a:pt x="192" y="1"/>
                </a:cubicBezTo>
                <a:cubicBezTo>
                  <a:pt x="193" y="1"/>
                  <a:pt x="195" y="1"/>
                  <a:pt x="198" y="1"/>
                </a:cubicBezTo>
                <a:cubicBezTo>
                  <a:pt x="201" y="1"/>
                  <a:pt x="204" y="1"/>
                  <a:pt x="206" y="0"/>
                </a:cubicBezTo>
                <a:cubicBezTo>
                  <a:pt x="230" y="2"/>
                  <a:pt x="249" y="14"/>
                  <a:pt x="263" y="34"/>
                </a:cubicBezTo>
                <a:cubicBezTo>
                  <a:pt x="280" y="61"/>
                  <a:pt x="289" y="98"/>
                  <a:pt x="289" y="143"/>
                </a:cubicBezTo>
                <a:cubicBezTo>
                  <a:pt x="289" y="195"/>
                  <a:pt x="279" y="247"/>
                  <a:pt x="259" y="301"/>
                </a:cubicBezTo>
                <a:cubicBezTo>
                  <a:pt x="238" y="355"/>
                  <a:pt x="212" y="398"/>
                  <a:pt x="181" y="433"/>
                </a:cubicBezTo>
                <a:cubicBezTo>
                  <a:pt x="149" y="467"/>
                  <a:pt x="119" y="484"/>
                  <a:pt x="90" y="484"/>
                </a:cubicBezTo>
                <a:lnTo>
                  <a:pt x="86" y="484"/>
                </a:lnTo>
                <a:cubicBezTo>
                  <a:pt x="69" y="484"/>
                  <a:pt x="55" y="479"/>
                  <a:pt x="43" y="470"/>
                </a:cubicBezTo>
                <a:cubicBezTo>
                  <a:pt x="31" y="461"/>
                  <a:pt x="22" y="450"/>
                  <a:pt x="17" y="435"/>
                </a:cubicBezTo>
                <a:cubicBezTo>
                  <a:pt x="11" y="420"/>
                  <a:pt x="6" y="405"/>
                  <a:pt x="4" y="389"/>
                </a:cubicBezTo>
                <a:cubicBezTo>
                  <a:pt x="1" y="374"/>
                  <a:pt x="0" y="358"/>
                  <a:pt x="0" y="342"/>
                </a:cubicBezTo>
                <a:moveTo>
                  <a:pt x="236" y="95"/>
                </a:moveTo>
                <a:cubicBezTo>
                  <a:pt x="236" y="49"/>
                  <a:pt x="224" y="26"/>
                  <a:pt x="200" y="26"/>
                </a:cubicBezTo>
                <a:cubicBezTo>
                  <a:pt x="184" y="26"/>
                  <a:pt x="168" y="36"/>
                  <a:pt x="153" y="57"/>
                </a:cubicBezTo>
                <a:cubicBezTo>
                  <a:pt x="137" y="77"/>
                  <a:pt x="125" y="100"/>
                  <a:pt x="115" y="125"/>
                </a:cubicBezTo>
                <a:cubicBezTo>
                  <a:pt x="105" y="151"/>
                  <a:pt x="97" y="174"/>
                  <a:pt x="92" y="193"/>
                </a:cubicBezTo>
                <a:cubicBezTo>
                  <a:pt x="86" y="212"/>
                  <a:pt x="82" y="224"/>
                  <a:pt x="82" y="227"/>
                </a:cubicBezTo>
                <a:cubicBezTo>
                  <a:pt x="105" y="227"/>
                  <a:pt x="127" y="227"/>
                  <a:pt x="148" y="227"/>
                </a:cubicBezTo>
                <a:lnTo>
                  <a:pt x="214" y="227"/>
                </a:lnTo>
                <a:cubicBezTo>
                  <a:pt x="214" y="226"/>
                  <a:pt x="216" y="219"/>
                  <a:pt x="219" y="204"/>
                </a:cubicBezTo>
                <a:cubicBezTo>
                  <a:pt x="223" y="190"/>
                  <a:pt x="226" y="172"/>
                  <a:pt x="230" y="150"/>
                </a:cubicBezTo>
                <a:cubicBezTo>
                  <a:pt x="234" y="129"/>
                  <a:pt x="236" y="110"/>
                  <a:pt x="236" y="95"/>
                </a:cubicBezTo>
                <a:moveTo>
                  <a:pt x="52" y="388"/>
                </a:moveTo>
                <a:cubicBezTo>
                  <a:pt x="52" y="436"/>
                  <a:pt x="64" y="460"/>
                  <a:pt x="89" y="460"/>
                </a:cubicBezTo>
                <a:cubicBezTo>
                  <a:pt x="96" y="460"/>
                  <a:pt x="103" y="457"/>
                  <a:pt x="111" y="453"/>
                </a:cubicBezTo>
                <a:cubicBezTo>
                  <a:pt x="118" y="448"/>
                  <a:pt x="128" y="440"/>
                  <a:pt x="138" y="427"/>
                </a:cubicBezTo>
                <a:cubicBezTo>
                  <a:pt x="149" y="415"/>
                  <a:pt x="160" y="395"/>
                  <a:pt x="171" y="369"/>
                </a:cubicBezTo>
                <a:cubicBezTo>
                  <a:pt x="182" y="342"/>
                  <a:pt x="192" y="309"/>
                  <a:pt x="203" y="270"/>
                </a:cubicBezTo>
                <a:lnTo>
                  <a:pt x="207" y="258"/>
                </a:lnTo>
                <a:lnTo>
                  <a:pt x="74" y="258"/>
                </a:lnTo>
                <a:cubicBezTo>
                  <a:pt x="74" y="260"/>
                  <a:pt x="72" y="268"/>
                  <a:pt x="68" y="284"/>
                </a:cubicBezTo>
                <a:cubicBezTo>
                  <a:pt x="64" y="300"/>
                  <a:pt x="60" y="317"/>
                  <a:pt x="57" y="337"/>
                </a:cubicBezTo>
                <a:cubicBezTo>
                  <a:pt x="54" y="356"/>
                  <a:pt x="52" y="373"/>
                  <a:pt x="52" y="388"/>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303" name=""/>
          <p:cNvSpPr/>
          <p:nvPr/>
        </p:nvSpPr>
        <p:spPr>
          <a:xfrm>
            <a:off x="4219920" y="4632120"/>
            <a:ext cx="82440" cy="344160"/>
          </a:xfrm>
          <a:custGeom>
            <a:avLst/>
            <a:gdLst/>
            <a:ahLst/>
            <a:rect l="0" t="0" r="r" b="b"/>
            <a:pathLst>
              <a:path w="229" h="956">
                <a:moveTo>
                  <a:pt x="0" y="478"/>
                </a:moveTo>
                <a:cubicBezTo>
                  <a:pt x="0" y="434"/>
                  <a:pt x="3" y="393"/>
                  <a:pt x="10" y="353"/>
                </a:cubicBezTo>
                <a:cubicBezTo>
                  <a:pt x="16" y="314"/>
                  <a:pt x="24" y="280"/>
                  <a:pt x="33" y="251"/>
                </a:cubicBezTo>
                <a:cubicBezTo>
                  <a:pt x="41" y="222"/>
                  <a:pt x="53" y="194"/>
                  <a:pt x="68" y="167"/>
                </a:cubicBezTo>
                <a:cubicBezTo>
                  <a:pt x="83" y="140"/>
                  <a:pt x="95" y="118"/>
                  <a:pt x="104" y="103"/>
                </a:cubicBezTo>
                <a:cubicBezTo>
                  <a:pt x="113" y="88"/>
                  <a:pt x="127" y="71"/>
                  <a:pt x="144" y="53"/>
                </a:cubicBezTo>
                <a:cubicBezTo>
                  <a:pt x="162" y="35"/>
                  <a:pt x="173" y="25"/>
                  <a:pt x="176" y="21"/>
                </a:cubicBezTo>
                <a:cubicBezTo>
                  <a:pt x="179" y="17"/>
                  <a:pt x="187" y="9"/>
                  <a:pt x="200" y="0"/>
                </a:cubicBezTo>
                <a:lnTo>
                  <a:pt x="212" y="0"/>
                </a:lnTo>
                <a:lnTo>
                  <a:pt x="216" y="0"/>
                </a:lnTo>
                <a:cubicBezTo>
                  <a:pt x="225" y="0"/>
                  <a:pt x="229" y="3"/>
                  <a:pt x="229" y="8"/>
                </a:cubicBezTo>
                <a:cubicBezTo>
                  <a:pt x="229" y="10"/>
                  <a:pt x="224" y="18"/>
                  <a:pt x="213" y="29"/>
                </a:cubicBezTo>
                <a:cubicBezTo>
                  <a:pt x="202" y="41"/>
                  <a:pt x="189" y="58"/>
                  <a:pt x="174" y="80"/>
                </a:cubicBezTo>
                <a:cubicBezTo>
                  <a:pt x="159" y="102"/>
                  <a:pt x="143" y="130"/>
                  <a:pt x="127" y="162"/>
                </a:cubicBezTo>
                <a:cubicBezTo>
                  <a:pt x="111" y="195"/>
                  <a:pt x="98" y="239"/>
                  <a:pt x="87" y="294"/>
                </a:cubicBezTo>
                <a:cubicBezTo>
                  <a:pt x="76" y="349"/>
                  <a:pt x="71" y="411"/>
                  <a:pt x="71" y="478"/>
                </a:cubicBezTo>
                <a:cubicBezTo>
                  <a:pt x="71" y="546"/>
                  <a:pt x="76" y="607"/>
                  <a:pt x="87" y="662"/>
                </a:cubicBezTo>
                <a:cubicBezTo>
                  <a:pt x="98" y="716"/>
                  <a:pt x="111" y="761"/>
                  <a:pt x="126" y="794"/>
                </a:cubicBezTo>
                <a:cubicBezTo>
                  <a:pt x="142" y="828"/>
                  <a:pt x="157" y="855"/>
                  <a:pt x="173" y="876"/>
                </a:cubicBezTo>
                <a:cubicBezTo>
                  <a:pt x="189" y="897"/>
                  <a:pt x="202" y="914"/>
                  <a:pt x="213" y="927"/>
                </a:cubicBezTo>
                <a:cubicBezTo>
                  <a:pt x="224" y="940"/>
                  <a:pt x="229" y="947"/>
                  <a:pt x="229" y="947"/>
                </a:cubicBezTo>
                <a:cubicBezTo>
                  <a:pt x="229" y="953"/>
                  <a:pt x="225" y="956"/>
                  <a:pt x="215" y="956"/>
                </a:cubicBezTo>
                <a:lnTo>
                  <a:pt x="212" y="956"/>
                </a:lnTo>
                <a:lnTo>
                  <a:pt x="200" y="956"/>
                </a:lnTo>
                <a:lnTo>
                  <a:pt x="173" y="933"/>
                </a:lnTo>
                <a:cubicBezTo>
                  <a:pt x="113" y="879"/>
                  <a:pt x="70" y="811"/>
                  <a:pt x="42" y="730"/>
                </a:cubicBezTo>
                <a:cubicBezTo>
                  <a:pt x="14" y="650"/>
                  <a:pt x="0" y="565"/>
                  <a:pt x="0" y="478"/>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304" name=""/>
          <p:cNvSpPr/>
          <p:nvPr/>
        </p:nvSpPr>
        <p:spPr>
          <a:xfrm>
            <a:off x="4328640" y="4737240"/>
            <a:ext cx="194400" cy="153000"/>
          </a:xfrm>
          <a:custGeom>
            <a:avLst/>
            <a:gdLst/>
            <a:ahLst/>
            <a:rect l="0" t="0" r="r" b="b"/>
            <a:pathLst>
              <a:path w="540" h="425">
                <a:moveTo>
                  <a:pt x="198" y="425"/>
                </a:moveTo>
                <a:cubicBezTo>
                  <a:pt x="188" y="423"/>
                  <a:pt x="154" y="422"/>
                  <a:pt x="95" y="422"/>
                </a:cubicBezTo>
                <a:cubicBezTo>
                  <a:pt x="44" y="422"/>
                  <a:pt x="14" y="423"/>
                  <a:pt x="7" y="425"/>
                </a:cubicBezTo>
                <a:lnTo>
                  <a:pt x="0" y="425"/>
                </a:lnTo>
                <a:lnTo>
                  <a:pt x="0" y="366"/>
                </a:lnTo>
                <a:lnTo>
                  <a:pt x="92" y="366"/>
                </a:lnTo>
                <a:lnTo>
                  <a:pt x="215" y="222"/>
                </a:lnTo>
                <a:lnTo>
                  <a:pt x="84" y="59"/>
                </a:lnTo>
                <a:lnTo>
                  <a:pt x="5" y="59"/>
                </a:lnTo>
                <a:lnTo>
                  <a:pt x="5" y="0"/>
                </a:lnTo>
                <a:lnTo>
                  <a:pt x="12" y="0"/>
                </a:lnTo>
                <a:cubicBezTo>
                  <a:pt x="22" y="2"/>
                  <a:pt x="57" y="3"/>
                  <a:pt x="117" y="3"/>
                </a:cubicBezTo>
                <a:cubicBezTo>
                  <a:pt x="184" y="3"/>
                  <a:pt x="222" y="2"/>
                  <a:pt x="234" y="0"/>
                </a:cubicBezTo>
                <a:lnTo>
                  <a:pt x="243" y="0"/>
                </a:lnTo>
                <a:lnTo>
                  <a:pt x="243" y="59"/>
                </a:lnTo>
                <a:lnTo>
                  <a:pt x="216" y="59"/>
                </a:lnTo>
                <a:lnTo>
                  <a:pt x="249" y="100"/>
                </a:lnTo>
                <a:cubicBezTo>
                  <a:pt x="271" y="127"/>
                  <a:pt x="282" y="140"/>
                  <a:pt x="283" y="140"/>
                </a:cubicBezTo>
                <a:cubicBezTo>
                  <a:pt x="285" y="140"/>
                  <a:pt x="297" y="126"/>
                  <a:pt x="319" y="98"/>
                </a:cubicBezTo>
                <a:lnTo>
                  <a:pt x="352" y="59"/>
                </a:lnTo>
                <a:lnTo>
                  <a:pt x="317" y="59"/>
                </a:lnTo>
                <a:lnTo>
                  <a:pt x="317" y="0"/>
                </a:lnTo>
                <a:lnTo>
                  <a:pt x="325" y="0"/>
                </a:lnTo>
                <a:cubicBezTo>
                  <a:pt x="334" y="2"/>
                  <a:pt x="368" y="3"/>
                  <a:pt x="426" y="3"/>
                </a:cubicBezTo>
                <a:cubicBezTo>
                  <a:pt x="477" y="3"/>
                  <a:pt x="507" y="2"/>
                  <a:pt x="515" y="0"/>
                </a:cubicBezTo>
                <a:lnTo>
                  <a:pt x="521" y="0"/>
                </a:lnTo>
                <a:lnTo>
                  <a:pt x="521" y="59"/>
                </a:lnTo>
                <a:lnTo>
                  <a:pt x="431" y="59"/>
                </a:lnTo>
                <a:lnTo>
                  <a:pt x="320" y="190"/>
                </a:lnTo>
                <a:lnTo>
                  <a:pt x="462" y="365"/>
                </a:lnTo>
                <a:lnTo>
                  <a:pt x="501" y="366"/>
                </a:lnTo>
                <a:lnTo>
                  <a:pt x="540" y="366"/>
                </a:lnTo>
                <a:lnTo>
                  <a:pt x="540" y="425"/>
                </a:lnTo>
                <a:lnTo>
                  <a:pt x="533" y="425"/>
                </a:lnTo>
                <a:cubicBezTo>
                  <a:pt x="523" y="423"/>
                  <a:pt x="489" y="422"/>
                  <a:pt x="429" y="422"/>
                </a:cubicBezTo>
                <a:cubicBezTo>
                  <a:pt x="363" y="422"/>
                  <a:pt x="324" y="423"/>
                  <a:pt x="312" y="425"/>
                </a:cubicBezTo>
                <a:lnTo>
                  <a:pt x="304" y="425"/>
                </a:lnTo>
                <a:lnTo>
                  <a:pt x="304" y="366"/>
                </a:lnTo>
                <a:lnTo>
                  <a:pt x="330" y="366"/>
                </a:lnTo>
                <a:cubicBezTo>
                  <a:pt x="330" y="365"/>
                  <a:pt x="318" y="349"/>
                  <a:pt x="292" y="318"/>
                </a:cubicBezTo>
                <a:cubicBezTo>
                  <a:pt x="267" y="287"/>
                  <a:pt x="254" y="271"/>
                  <a:pt x="253" y="269"/>
                </a:cubicBezTo>
                <a:lnTo>
                  <a:pt x="170" y="365"/>
                </a:lnTo>
                <a:lnTo>
                  <a:pt x="188" y="366"/>
                </a:lnTo>
                <a:lnTo>
                  <a:pt x="205" y="366"/>
                </a:lnTo>
                <a:lnTo>
                  <a:pt x="205" y="425"/>
                </a:lnTo>
                <a:lnTo>
                  <a:pt x="198" y="425"/>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305" name=""/>
          <p:cNvSpPr/>
          <p:nvPr/>
        </p:nvSpPr>
        <p:spPr>
          <a:xfrm>
            <a:off x="4546080" y="4789440"/>
            <a:ext cx="75960" cy="155160"/>
          </a:xfrm>
          <a:custGeom>
            <a:avLst/>
            <a:gdLst/>
            <a:ahLst/>
            <a:rect l="0" t="0" r="r" b="b"/>
            <a:pathLst>
              <a:path w="211" h="431">
                <a:moveTo>
                  <a:pt x="5" y="162"/>
                </a:moveTo>
                <a:cubicBezTo>
                  <a:pt x="1" y="159"/>
                  <a:pt x="0" y="157"/>
                  <a:pt x="0" y="156"/>
                </a:cubicBezTo>
                <a:cubicBezTo>
                  <a:pt x="0" y="154"/>
                  <a:pt x="1" y="150"/>
                  <a:pt x="2" y="145"/>
                </a:cubicBezTo>
                <a:cubicBezTo>
                  <a:pt x="3" y="139"/>
                  <a:pt x="4" y="136"/>
                  <a:pt x="5" y="135"/>
                </a:cubicBezTo>
                <a:cubicBezTo>
                  <a:pt x="6" y="133"/>
                  <a:pt x="8" y="132"/>
                  <a:pt x="11" y="132"/>
                </a:cubicBezTo>
                <a:cubicBezTo>
                  <a:pt x="15" y="132"/>
                  <a:pt x="27" y="132"/>
                  <a:pt x="47" y="131"/>
                </a:cubicBezTo>
                <a:lnTo>
                  <a:pt x="83" y="131"/>
                </a:lnTo>
                <a:lnTo>
                  <a:pt x="95" y="77"/>
                </a:lnTo>
                <a:cubicBezTo>
                  <a:pt x="97" y="72"/>
                  <a:pt x="98" y="66"/>
                  <a:pt x="100" y="58"/>
                </a:cubicBezTo>
                <a:cubicBezTo>
                  <a:pt x="102" y="50"/>
                  <a:pt x="103" y="44"/>
                  <a:pt x="105" y="40"/>
                </a:cubicBezTo>
                <a:cubicBezTo>
                  <a:pt x="106" y="37"/>
                  <a:pt x="108" y="32"/>
                  <a:pt x="109" y="27"/>
                </a:cubicBezTo>
                <a:cubicBezTo>
                  <a:pt x="110" y="21"/>
                  <a:pt x="112" y="17"/>
                  <a:pt x="114" y="15"/>
                </a:cubicBezTo>
                <a:cubicBezTo>
                  <a:pt x="117" y="13"/>
                  <a:pt x="119" y="10"/>
                  <a:pt x="121" y="7"/>
                </a:cubicBezTo>
                <a:cubicBezTo>
                  <a:pt x="123" y="4"/>
                  <a:pt x="126" y="2"/>
                  <a:pt x="131" y="1"/>
                </a:cubicBezTo>
                <a:cubicBezTo>
                  <a:pt x="135" y="0"/>
                  <a:pt x="139" y="0"/>
                  <a:pt x="143" y="0"/>
                </a:cubicBezTo>
                <a:cubicBezTo>
                  <a:pt x="151" y="0"/>
                  <a:pt x="156" y="3"/>
                  <a:pt x="160" y="7"/>
                </a:cubicBezTo>
                <a:cubicBezTo>
                  <a:pt x="163" y="12"/>
                  <a:pt x="164" y="16"/>
                  <a:pt x="164" y="20"/>
                </a:cubicBezTo>
                <a:cubicBezTo>
                  <a:pt x="164" y="23"/>
                  <a:pt x="162" y="34"/>
                  <a:pt x="158" y="52"/>
                </a:cubicBezTo>
                <a:cubicBezTo>
                  <a:pt x="154" y="70"/>
                  <a:pt x="150" y="87"/>
                  <a:pt x="145" y="105"/>
                </a:cubicBezTo>
                <a:lnTo>
                  <a:pt x="138" y="130"/>
                </a:lnTo>
                <a:cubicBezTo>
                  <a:pt x="138" y="131"/>
                  <a:pt x="149" y="131"/>
                  <a:pt x="172" y="131"/>
                </a:cubicBezTo>
                <a:lnTo>
                  <a:pt x="206" y="131"/>
                </a:lnTo>
                <a:cubicBezTo>
                  <a:pt x="209" y="134"/>
                  <a:pt x="211" y="137"/>
                  <a:pt x="211" y="139"/>
                </a:cubicBezTo>
                <a:cubicBezTo>
                  <a:pt x="211" y="149"/>
                  <a:pt x="208" y="156"/>
                  <a:pt x="202" y="162"/>
                </a:cubicBezTo>
                <a:lnTo>
                  <a:pt x="130" y="162"/>
                </a:lnTo>
                <a:lnTo>
                  <a:pt x="106" y="261"/>
                </a:lnTo>
                <a:cubicBezTo>
                  <a:pt x="88" y="333"/>
                  <a:pt x="79" y="372"/>
                  <a:pt x="79" y="377"/>
                </a:cubicBezTo>
                <a:cubicBezTo>
                  <a:pt x="79" y="396"/>
                  <a:pt x="85" y="406"/>
                  <a:pt x="97" y="406"/>
                </a:cubicBezTo>
                <a:cubicBezTo>
                  <a:pt x="113" y="406"/>
                  <a:pt x="128" y="398"/>
                  <a:pt x="143" y="383"/>
                </a:cubicBezTo>
                <a:cubicBezTo>
                  <a:pt x="158" y="367"/>
                  <a:pt x="170" y="349"/>
                  <a:pt x="179" y="326"/>
                </a:cubicBezTo>
                <a:cubicBezTo>
                  <a:pt x="180" y="323"/>
                  <a:pt x="181" y="322"/>
                  <a:pt x="182" y="321"/>
                </a:cubicBezTo>
                <a:cubicBezTo>
                  <a:pt x="184" y="321"/>
                  <a:pt x="187" y="320"/>
                  <a:pt x="193" y="320"/>
                </a:cubicBezTo>
                <a:lnTo>
                  <a:pt x="195" y="320"/>
                </a:lnTo>
                <a:cubicBezTo>
                  <a:pt x="202" y="320"/>
                  <a:pt x="205" y="322"/>
                  <a:pt x="205" y="325"/>
                </a:cubicBezTo>
                <a:cubicBezTo>
                  <a:pt x="205" y="327"/>
                  <a:pt x="205" y="329"/>
                  <a:pt x="203" y="333"/>
                </a:cubicBezTo>
                <a:cubicBezTo>
                  <a:pt x="201" y="341"/>
                  <a:pt x="197" y="349"/>
                  <a:pt x="191" y="359"/>
                </a:cubicBezTo>
                <a:cubicBezTo>
                  <a:pt x="185" y="369"/>
                  <a:pt x="178" y="380"/>
                  <a:pt x="168" y="391"/>
                </a:cubicBezTo>
                <a:cubicBezTo>
                  <a:pt x="159" y="402"/>
                  <a:pt x="147" y="412"/>
                  <a:pt x="134" y="419"/>
                </a:cubicBezTo>
                <a:cubicBezTo>
                  <a:pt x="120" y="427"/>
                  <a:pt x="107" y="431"/>
                  <a:pt x="93" y="431"/>
                </a:cubicBezTo>
                <a:cubicBezTo>
                  <a:pt x="79" y="431"/>
                  <a:pt x="66" y="427"/>
                  <a:pt x="54" y="421"/>
                </a:cubicBezTo>
                <a:cubicBezTo>
                  <a:pt x="42" y="414"/>
                  <a:pt x="33" y="402"/>
                  <a:pt x="28" y="385"/>
                </a:cubicBezTo>
                <a:cubicBezTo>
                  <a:pt x="27" y="382"/>
                  <a:pt x="27" y="376"/>
                  <a:pt x="27" y="367"/>
                </a:cubicBezTo>
                <a:lnTo>
                  <a:pt x="27" y="355"/>
                </a:lnTo>
                <a:lnTo>
                  <a:pt x="50" y="261"/>
                </a:lnTo>
                <a:cubicBezTo>
                  <a:pt x="66" y="196"/>
                  <a:pt x="74" y="164"/>
                  <a:pt x="74" y="164"/>
                </a:cubicBezTo>
                <a:cubicBezTo>
                  <a:pt x="74" y="163"/>
                  <a:pt x="63" y="162"/>
                  <a:pt x="40" y="162"/>
                </a:cubicBezTo>
                <a:lnTo>
                  <a:pt x="5" y="162"/>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306" name=""/>
          <p:cNvSpPr/>
          <p:nvPr/>
        </p:nvSpPr>
        <p:spPr>
          <a:xfrm>
            <a:off x="4649400" y="4875840"/>
            <a:ext cx="148680" cy="10080"/>
          </a:xfrm>
          <a:custGeom>
            <a:avLst/>
            <a:gdLst/>
            <a:ahLst/>
            <a:rect l="0" t="0" r="r" b="b"/>
            <a:pathLst>
              <a:path w="413" h="28">
                <a:moveTo>
                  <a:pt x="10" y="0"/>
                </a:moveTo>
                <a:lnTo>
                  <a:pt x="403" y="0"/>
                </a:lnTo>
                <a:cubicBezTo>
                  <a:pt x="410" y="4"/>
                  <a:pt x="413" y="8"/>
                  <a:pt x="413" y="13"/>
                </a:cubicBezTo>
                <a:cubicBezTo>
                  <a:pt x="413" y="19"/>
                  <a:pt x="410" y="23"/>
                  <a:pt x="403" y="28"/>
                </a:cubicBezTo>
                <a:lnTo>
                  <a:pt x="10" y="28"/>
                </a:lnTo>
                <a:cubicBezTo>
                  <a:pt x="4" y="25"/>
                  <a:pt x="0" y="19"/>
                  <a:pt x="0" y="13"/>
                </a:cubicBezTo>
                <a:cubicBezTo>
                  <a:pt x="0" y="8"/>
                  <a:pt x="4" y="3"/>
                  <a:pt x="10" y="0"/>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307" name=""/>
          <p:cNvSpPr/>
          <p:nvPr/>
        </p:nvSpPr>
        <p:spPr>
          <a:xfrm>
            <a:off x="4838400" y="4779720"/>
            <a:ext cx="83880" cy="162000"/>
          </a:xfrm>
          <a:custGeom>
            <a:avLst/>
            <a:gdLst/>
            <a:ahLst/>
            <a:rect l="0" t="0" r="r" b="b"/>
            <a:pathLst>
              <a:path w="233" h="450">
                <a:moveTo>
                  <a:pt x="88" y="59"/>
                </a:moveTo>
                <a:lnTo>
                  <a:pt x="79" y="62"/>
                </a:lnTo>
                <a:cubicBezTo>
                  <a:pt x="73" y="65"/>
                  <a:pt x="64" y="67"/>
                  <a:pt x="52" y="69"/>
                </a:cubicBezTo>
                <a:cubicBezTo>
                  <a:pt x="40" y="71"/>
                  <a:pt x="27" y="73"/>
                  <a:pt x="13" y="74"/>
                </a:cubicBezTo>
                <a:lnTo>
                  <a:pt x="0" y="74"/>
                </a:lnTo>
                <a:lnTo>
                  <a:pt x="0" y="43"/>
                </a:lnTo>
                <a:lnTo>
                  <a:pt x="13" y="43"/>
                </a:lnTo>
                <a:cubicBezTo>
                  <a:pt x="34" y="42"/>
                  <a:pt x="54" y="39"/>
                  <a:pt x="72" y="33"/>
                </a:cubicBezTo>
                <a:cubicBezTo>
                  <a:pt x="90" y="27"/>
                  <a:pt x="102" y="21"/>
                  <a:pt x="109" y="16"/>
                </a:cubicBezTo>
                <a:cubicBezTo>
                  <a:pt x="117" y="12"/>
                  <a:pt x="123" y="7"/>
                  <a:pt x="128" y="2"/>
                </a:cubicBezTo>
                <a:cubicBezTo>
                  <a:pt x="129" y="0"/>
                  <a:pt x="133" y="0"/>
                  <a:pt x="137" y="0"/>
                </a:cubicBezTo>
                <a:cubicBezTo>
                  <a:pt x="141" y="0"/>
                  <a:pt x="145" y="1"/>
                  <a:pt x="149" y="4"/>
                </a:cubicBezTo>
                <a:lnTo>
                  <a:pt x="149" y="206"/>
                </a:lnTo>
                <a:lnTo>
                  <a:pt x="150" y="408"/>
                </a:lnTo>
                <a:cubicBezTo>
                  <a:pt x="153" y="411"/>
                  <a:pt x="155" y="413"/>
                  <a:pt x="158" y="414"/>
                </a:cubicBezTo>
                <a:cubicBezTo>
                  <a:pt x="160" y="415"/>
                  <a:pt x="165" y="416"/>
                  <a:pt x="174" y="417"/>
                </a:cubicBezTo>
                <a:cubicBezTo>
                  <a:pt x="182" y="419"/>
                  <a:pt x="196" y="419"/>
                  <a:pt x="216" y="419"/>
                </a:cubicBezTo>
                <a:lnTo>
                  <a:pt x="233" y="419"/>
                </a:lnTo>
                <a:lnTo>
                  <a:pt x="233" y="450"/>
                </a:lnTo>
                <a:lnTo>
                  <a:pt x="226" y="450"/>
                </a:lnTo>
                <a:cubicBezTo>
                  <a:pt x="216" y="449"/>
                  <a:pt x="181" y="448"/>
                  <a:pt x="118" y="448"/>
                </a:cubicBezTo>
                <a:cubicBezTo>
                  <a:pt x="56" y="448"/>
                  <a:pt x="21" y="449"/>
                  <a:pt x="12" y="450"/>
                </a:cubicBezTo>
                <a:lnTo>
                  <a:pt x="3" y="450"/>
                </a:lnTo>
                <a:lnTo>
                  <a:pt x="3" y="419"/>
                </a:lnTo>
                <a:lnTo>
                  <a:pt x="21" y="419"/>
                </a:lnTo>
                <a:cubicBezTo>
                  <a:pt x="31" y="419"/>
                  <a:pt x="39" y="419"/>
                  <a:pt x="47" y="419"/>
                </a:cubicBezTo>
                <a:cubicBezTo>
                  <a:pt x="54" y="419"/>
                  <a:pt x="59" y="419"/>
                  <a:pt x="64" y="419"/>
                </a:cubicBezTo>
                <a:cubicBezTo>
                  <a:pt x="68" y="417"/>
                  <a:pt x="71" y="416"/>
                  <a:pt x="74" y="415"/>
                </a:cubicBezTo>
                <a:cubicBezTo>
                  <a:pt x="77" y="415"/>
                  <a:pt x="79" y="414"/>
                  <a:pt x="80" y="414"/>
                </a:cubicBezTo>
                <a:cubicBezTo>
                  <a:pt x="80" y="414"/>
                  <a:pt x="82" y="413"/>
                  <a:pt x="84" y="411"/>
                </a:cubicBezTo>
                <a:cubicBezTo>
                  <a:pt x="86" y="409"/>
                  <a:pt x="87" y="408"/>
                  <a:pt x="88" y="408"/>
                </a:cubicBezTo>
                <a:lnTo>
                  <a:pt x="88" y="59"/>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308" name=""/>
          <p:cNvSpPr/>
          <p:nvPr/>
        </p:nvSpPr>
        <p:spPr>
          <a:xfrm>
            <a:off x="4997880" y="4632120"/>
            <a:ext cx="14040" cy="343800"/>
          </a:xfrm>
          <a:custGeom>
            <a:avLst/>
            <a:gdLst/>
            <a:ahLst/>
            <a:rect l="0" t="0" r="r" b="b"/>
            <a:pathLst>
              <a:path w="39" h="955">
                <a:moveTo>
                  <a:pt x="20" y="955"/>
                </a:moveTo>
                <a:lnTo>
                  <a:pt x="18" y="955"/>
                </a:lnTo>
                <a:cubicBezTo>
                  <a:pt x="11" y="955"/>
                  <a:pt x="4" y="950"/>
                  <a:pt x="0" y="941"/>
                </a:cubicBezTo>
                <a:lnTo>
                  <a:pt x="0" y="477"/>
                </a:lnTo>
                <a:lnTo>
                  <a:pt x="1" y="13"/>
                </a:lnTo>
                <a:cubicBezTo>
                  <a:pt x="9" y="4"/>
                  <a:pt x="15" y="0"/>
                  <a:pt x="20" y="0"/>
                </a:cubicBezTo>
                <a:cubicBezTo>
                  <a:pt x="29" y="0"/>
                  <a:pt x="35" y="5"/>
                  <a:pt x="39" y="15"/>
                </a:cubicBezTo>
                <a:lnTo>
                  <a:pt x="39" y="941"/>
                </a:lnTo>
                <a:cubicBezTo>
                  <a:pt x="34" y="950"/>
                  <a:pt x="29" y="955"/>
                  <a:pt x="22" y="955"/>
                </a:cubicBezTo>
                <a:lnTo>
                  <a:pt x="20" y="955"/>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309" name=""/>
          <p:cNvSpPr/>
          <p:nvPr/>
        </p:nvSpPr>
        <p:spPr>
          <a:xfrm>
            <a:off x="5059800" y="4737240"/>
            <a:ext cx="194760" cy="153000"/>
          </a:xfrm>
          <a:custGeom>
            <a:avLst/>
            <a:gdLst/>
            <a:ahLst/>
            <a:rect l="0" t="0" r="r" b="b"/>
            <a:pathLst>
              <a:path w="541" h="425">
                <a:moveTo>
                  <a:pt x="197" y="425"/>
                </a:moveTo>
                <a:cubicBezTo>
                  <a:pt x="187" y="423"/>
                  <a:pt x="154" y="422"/>
                  <a:pt x="96" y="422"/>
                </a:cubicBezTo>
                <a:cubicBezTo>
                  <a:pt x="44" y="422"/>
                  <a:pt x="14" y="423"/>
                  <a:pt x="7" y="425"/>
                </a:cubicBezTo>
                <a:lnTo>
                  <a:pt x="0" y="425"/>
                </a:lnTo>
                <a:lnTo>
                  <a:pt x="0" y="366"/>
                </a:lnTo>
                <a:lnTo>
                  <a:pt x="92" y="366"/>
                </a:lnTo>
                <a:lnTo>
                  <a:pt x="214" y="222"/>
                </a:lnTo>
                <a:lnTo>
                  <a:pt x="84" y="59"/>
                </a:lnTo>
                <a:lnTo>
                  <a:pt x="5" y="59"/>
                </a:lnTo>
                <a:lnTo>
                  <a:pt x="5" y="0"/>
                </a:lnTo>
                <a:lnTo>
                  <a:pt x="13" y="0"/>
                </a:lnTo>
                <a:cubicBezTo>
                  <a:pt x="22" y="2"/>
                  <a:pt x="57" y="3"/>
                  <a:pt x="117" y="3"/>
                </a:cubicBezTo>
                <a:cubicBezTo>
                  <a:pt x="183" y="3"/>
                  <a:pt x="222" y="2"/>
                  <a:pt x="234" y="0"/>
                </a:cubicBezTo>
                <a:lnTo>
                  <a:pt x="243" y="0"/>
                </a:lnTo>
                <a:lnTo>
                  <a:pt x="243" y="59"/>
                </a:lnTo>
                <a:lnTo>
                  <a:pt x="215" y="59"/>
                </a:lnTo>
                <a:lnTo>
                  <a:pt x="249" y="100"/>
                </a:lnTo>
                <a:cubicBezTo>
                  <a:pt x="271" y="127"/>
                  <a:pt x="282" y="140"/>
                  <a:pt x="283" y="140"/>
                </a:cubicBezTo>
                <a:cubicBezTo>
                  <a:pt x="285" y="140"/>
                  <a:pt x="297" y="126"/>
                  <a:pt x="319" y="98"/>
                </a:cubicBezTo>
                <a:lnTo>
                  <a:pt x="353" y="59"/>
                </a:lnTo>
                <a:lnTo>
                  <a:pt x="317" y="59"/>
                </a:lnTo>
                <a:lnTo>
                  <a:pt x="317" y="0"/>
                </a:lnTo>
                <a:lnTo>
                  <a:pt x="325" y="0"/>
                </a:lnTo>
                <a:cubicBezTo>
                  <a:pt x="334" y="2"/>
                  <a:pt x="368" y="3"/>
                  <a:pt x="426" y="3"/>
                </a:cubicBezTo>
                <a:cubicBezTo>
                  <a:pt x="478" y="3"/>
                  <a:pt x="507" y="2"/>
                  <a:pt x="515" y="0"/>
                </a:cubicBezTo>
                <a:lnTo>
                  <a:pt x="522" y="0"/>
                </a:lnTo>
                <a:lnTo>
                  <a:pt x="522" y="59"/>
                </a:lnTo>
                <a:lnTo>
                  <a:pt x="431" y="59"/>
                </a:lnTo>
                <a:lnTo>
                  <a:pt x="320" y="190"/>
                </a:lnTo>
                <a:lnTo>
                  <a:pt x="462" y="365"/>
                </a:lnTo>
                <a:lnTo>
                  <a:pt x="501" y="366"/>
                </a:lnTo>
                <a:lnTo>
                  <a:pt x="541" y="366"/>
                </a:lnTo>
                <a:lnTo>
                  <a:pt x="541" y="425"/>
                </a:lnTo>
                <a:lnTo>
                  <a:pt x="533" y="425"/>
                </a:lnTo>
                <a:cubicBezTo>
                  <a:pt x="523" y="423"/>
                  <a:pt x="489" y="422"/>
                  <a:pt x="429" y="422"/>
                </a:cubicBezTo>
                <a:cubicBezTo>
                  <a:pt x="363" y="422"/>
                  <a:pt x="324" y="423"/>
                  <a:pt x="312" y="425"/>
                </a:cubicBezTo>
                <a:lnTo>
                  <a:pt x="304" y="425"/>
                </a:lnTo>
                <a:lnTo>
                  <a:pt x="304" y="366"/>
                </a:lnTo>
                <a:lnTo>
                  <a:pt x="331" y="366"/>
                </a:lnTo>
                <a:cubicBezTo>
                  <a:pt x="331" y="365"/>
                  <a:pt x="318" y="349"/>
                  <a:pt x="292" y="318"/>
                </a:cubicBezTo>
                <a:cubicBezTo>
                  <a:pt x="267" y="287"/>
                  <a:pt x="254" y="271"/>
                  <a:pt x="253" y="269"/>
                </a:cubicBezTo>
                <a:lnTo>
                  <a:pt x="169" y="365"/>
                </a:lnTo>
                <a:lnTo>
                  <a:pt x="187" y="366"/>
                </a:lnTo>
                <a:lnTo>
                  <a:pt x="204" y="366"/>
                </a:lnTo>
                <a:lnTo>
                  <a:pt x="204" y="425"/>
                </a:lnTo>
                <a:lnTo>
                  <a:pt x="197" y="425"/>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310" name=""/>
          <p:cNvSpPr/>
          <p:nvPr/>
        </p:nvSpPr>
        <p:spPr>
          <a:xfrm>
            <a:off x="5277240" y="4789440"/>
            <a:ext cx="75960" cy="155160"/>
          </a:xfrm>
          <a:custGeom>
            <a:avLst/>
            <a:gdLst/>
            <a:ahLst/>
            <a:rect l="0" t="0" r="r" b="b"/>
            <a:pathLst>
              <a:path w="211" h="431">
                <a:moveTo>
                  <a:pt x="5" y="162"/>
                </a:moveTo>
                <a:cubicBezTo>
                  <a:pt x="2" y="159"/>
                  <a:pt x="0" y="157"/>
                  <a:pt x="0" y="156"/>
                </a:cubicBezTo>
                <a:cubicBezTo>
                  <a:pt x="0" y="154"/>
                  <a:pt x="1" y="150"/>
                  <a:pt x="2" y="145"/>
                </a:cubicBezTo>
                <a:cubicBezTo>
                  <a:pt x="3" y="139"/>
                  <a:pt x="5" y="136"/>
                  <a:pt x="5" y="135"/>
                </a:cubicBezTo>
                <a:cubicBezTo>
                  <a:pt x="6" y="133"/>
                  <a:pt x="8" y="132"/>
                  <a:pt x="11" y="132"/>
                </a:cubicBezTo>
                <a:cubicBezTo>
                  <a:pt x="15" y="132"/>
                  <a:pt x="26" y="132"/>
                  <a:pt x="46" y="131"/>
                </a:cubicBezTo>
                <a:lnTo>
                  <a:pt x="83" y="131"/>
                </a:lnTo>
                <a:lnTo>
                  <a:pt x="96" y="77"/>
                </a:lnTo>
                <a:cubicBezTo>
                  <a:pt x="97" y="72"/>
                  <a:pt x="98" y="66"/>
                  <a:pt x="100" y="58"/>
                </a:cubicBezTo>
                <a:cubicBezTo>
                  <a:pt x="102" y="50"/>
                  <a:pt x="104" y="44"/>
                  <a:pt x="105" y="40"/>
                </a:cubicBezTo>
                <a:cubicBezTo>
                  <a:pt x="106" y="37"/>
                  <a:pt x="108" y="32"/>
                  <a:pt x="109" y="27"/>
                </a:cubicBezTo>
                <a:cubicBezTo>
                  <a:pt x="110" y="21"/>
                  <a:pt x="112" y="17"/>
                  <a:pt x="114" y="15"/>
                </a:cubicBezTo>
                <a:cubicBezTo>
                  <a:pt x="117" y="13"/>
                  <a:pt x="119" y="10"/>
                  <a:pt x="121" y="7"/>
                </a:cubicBezTo>
                <a:cubicBezTo>
                  <a:pt x="123" y="4"/>
                  <a:pt x="127" y="2"/>
                  <a:pt x="131" y="1"/>
                </a:cubicBezTo>
                <a:cubicBezTo>
                  <a:pt x="135" y="0"/>
                  <a:pt x="139" y="0"/>
                  <a:pt x="143" y="0"/>
                </a:cubicBezTo>
                <a:cubicBezTo>
                  <a:pt x="151" y="0"/>
                  <a:pt x="157" y="3"/>
                  <a:pt x="160" y="7"/>
                </a:cubicBezTo>
                <a:cubicBezTo>
                  <a:pt x="163" y="12"/>
                  <a:pt x="164" y="16"/>
                  <a:pt x="164" y="20"/>
                </a:cubicBezTo>
                <a:cubicBezTo>
                  <a:pt x="164" y="23"/>
                  <a:pt x="162" y="34"/>
                  <a:pt x="158" y="52"/>
                </a:cubicBezTo>
                <a:cubicBezTo>
                  <a:pt x="154" y="70"/>
                  <a:pt x="150" y="87"/>
                  <a:pt x="145" y="105"/>
                </a:cubicBezTo>
                <a:lnTo>
                  <a:pt x="138" y="130"/>
                </a:lnTo>
                <a:cubicBezTo>
                  <a:pt x="138" y="131"/>
                  <a:pt x="149" y="131"/>
                  <a:pt x="172" y="131"/>
                </a:cubicBezTo>
                <a:lnTo>
                  <a:pt x="206" y="131"/>
                </a:lnTo>
                <a:cubicBezTo>
                  <a:pt x="209" y="134"/>
                  <a:pt x="211" y="137"/>
                  <a:pt x="211" y="139"/>
                </a:cubicBezTo>
                <a:cubicBezTo>
                  <a:pt x="211" y="149"/>
                  <a:pt x="208" y="156"/>
                  <a:pt x="202" y="162"/>
                </a:cubicBezTo>
                <a:lnTo>
                  <a:pt x="130" y="162"/>
                </a:lnTo>
                <a:lnTo>
                  <a:pt x="106" y="261"/>
                </a:lnTo>
                <a:cubicBezTo>
                  <a:pt x="88" y="333"/>
                  <a:pt x="79" y="372"/>
                  <a:pt x="79" y="377"/>
                </a:cubicBezTo>
                <a:cubicBezTo>
                  <a:pt x="79" y="396"/>
                  <a:pt x="85" y="406"/>
                  <a:pt x="98" y="406"/>
                </a:cubicBezTo>
                <a:cubicBezTo>
                  <a:pt x="113" y="406"/>
                  <a:pt x="129" y="398"/>
                  <a:pt x="143" y="383"/>
                </a:cubicBezTo>
                <a:cubicBezTo>
                  <a:pt x="158" y="367"/>
                  <a:pt x="170" y="349"/>
                  <a:pt x="179" y="326"/>
                </a:cubicBezTo>
                <a:cubicBezTo>
                  <a:pt x="180" y="323"/>
                  <a:pt x="181" y="322"/>
                  <a:pt x="183" y="321"/>
                </a:cubicBezTo>
                <a:cubicBezTo>
                  <a:pt x="184" y="321"/>
                  <a:pt x="187" y="320"/>
                  <a:pt x="193" y="320"/>
                </a:cubicBezTo>
                <a:lnTo>
                  <a:pt x="195" y="320"/>
                </a:lnTo>
                <a:cubicBezTo>
                  <a:pt x="202" y="320"/>
                  <a:pt x="206" y="322"/>
                  <a:pt x="206" y="325"/>
                </a:cubicBezTo>
                <a:cubicBezTo>
                  <a:pt x="206" y="327"/>
                  <a:pt x="205" y="329"/>
                  <a:pt x="204" y="333"/>
                </a:cubicBezTo>
                <a:cubicBezTo>
                  <a:pt x="201" y="341"/>
                  <a:pt x="197" y="349"/>
                  <a:pt x="191" y="359"/>
                </a:cubicBezTo>
                <a:cubicBezTo>
                  <a:pt x="186" y="369"/>
                  <a:pt x="178" y="380"/>
                  <a:pt x="168" y="391"/>
                </a:cubicBezTo>
                <a:cubicBezTo>
                  <a:pt x="159" y="402"/>
                  <a:pt x="148" y="412"/>
                  <a:pt x="134" y="419"/>
                </a:cubicBezTo>
                <a:cubicBezTo>
                  <a:pt x="121" y="427"/>
                  <a:pt x="107" y="431"/>
                  <a:pt x="93" y="431"/>
                </a:cubicBezTo>
                <a:cubicBezTo>
                  <a:pt x="79" y="431"/>
                  <a:pt x="66" y="427"/>
                  <a:pt x="53" y="421"/>
                </a:cubicBezTo>
                <a:cubicBezTo>
                  <a:pt x="41" y="414"/>
                  <a:pt x="32" y="402"/>
                  <a:pt x="27" y="385"/>
                </a:cubicBezTo>
                <a:cubicBezTo>
                  <a:pt x="26" y="382"/>
                  <a:pt x="26" y="376"/>
                  <a:pt x="26" y="367"/>
                </a:cubicBezTo>
                <a:lnTo>
                  <a:pt x="26" y="355"/>
                </a:lnTo>
                <a:lnTo>
                  <a:pt x="49" y="261"/>
                </a:lnTo>
                <a:cubicBezTo>
                  <a:pt x="65" y="196"/>
                  <a:pt x="73" y="164"/>
                  <a:pt x="74" y="164"/>
                </a:cubicBezTo>
                <a:cubicBezTo>
                  <a:pt x="74" y="163"/>
                  <a:pt x="62" y="162"/>
                  <a:pt x="39" y="162"/>
                </a:cubicBezTo>
                <a:lnTo>
                  <a:pt x="5" y="162"/>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311" name=""/>
          <p:cNvSpPr/>
          <p:nvPr/>
        </p:nvSpPr>
        <p:spPr>
          <a:xfrm>
            <a:off x="5396400" y="4632120"/>
            <a:ext cx="82440" cy="344160"/>
          </a:xfrm>
          <a:custGeom>
            <a:avLst/>
            <a:gdLst/>
            <a:ahLst/>
            <a:rect l="0" t="0" r="r" b="b"/>
            <a:pathLst>
              <a:path w="229" h="956">
                <a:moveTo>
                  <a:pt x="5" y="1"/>
                </a:moveTo>
                <a:lnTo>
                  <a:pt x="9" y="0"/>
                </a:lnTo>
                <a:cubicBezTo>
                  <a:pt x="12" y="0"/>
                  <a:pt x="15" y="0"/>
                  <a:pt x="18" y="0"/>
                </a:cubicBezTo>
                <a:lnTo>
                  <a:pt x="30" y="0"/>
                </a:lnTo>
                <a:lnTo>
                  <a:pt x="57" y="24"/>
                </a:lnTo>
                <a:cubicBezTo>
                  <a:pt x="116" y="78"/>
                  <a:pt x="160" y="145"/>
                  <a:pt x="188" y="226"/>
                </a:cubicBezTo>
                <a:cubicBezTo>
                  <a:pt x="216" y="307"/>
                  <a:pt x="229" y="391"/>
                  <a:pt x="229" y="478"/>
                </a:cubicBezTo>
                <a:cubicBezTo>
                  <a:pt x="229" y="522"/>
                  <a:pt x="226" y="563"/>
                  <a:pt x="220" y="603"/>
                </a:cubicBezTo>
                <a:cubicBezTo>
                  <a:pt x="213" y="643"/>
                  <a:pt x="206" y="678"/>
                  <a:pt x="198" y="706"/>
                </a:cubicBezTo>
                <a:cubicBezTo>
                  <a:pt x="190" y="734"/>
                  <a:pt x="178" y="762"/>
                  <a:pt x="162" y="790"/>
                </a:cubicBezTo>
                <a:cubicBezTo>
                  <a:pt x="146" y="818"/>
                  <a:pt x="134" y="839"/>
                  <a:pt x="125" y="854"/>
                </a:cubicBezTo>
                <a:cubicBezTo>
                  <a:pt x="116" y="868"/>
                  <a:pt x="103" y="884"/>
                  <a:pt x="86" y="902"/>
                </a:cubicBezTo>
                <a:cubicBezTo>
                  <a:pt x="69" y="920"/>
                  <a:pt x="59" y="931"/>
                  <a:pt x="56" y="934"/>
                </a:cubicBezTo>
                <a:cubicBezTo>
                  <a:pt x="52" y="937"/>
                  <a:pt x="45" y="943"/>
                  <a:pt x="34" y="952"/>
                </a:cubicBezTo>
                <a:cubicBezTo>
                  <a:pt x="32" y="954"/>
                  <a:pt x="30" y="955"/>
                  <a:pt x="30" y="956"/>
                </a:cubicBezTo>
                <a:lnTo>
                  <a:pt x="18" y="956"/>
                </a:lnTo>
                <a:cubicBezTo>
                  <a:pt x="13" y="956"/>
                  <a:pt x="10" y="956"/>
                  <a:pt x="8" y="956"/>
                </a:cubicBezTo>
                <a:cubicBezTo>
                  <a:pt x="6" y="956"/>
                  <a:pt x="4" y="955"/>
                  <a:pt x="3" y="953"/>
                </a:cubicBezTo>
                <a:cubicBezTo>
                  <a:pt x="2" y="951"/>
                  <a:pt x="1" y="948"/>
                  <a:pt x="0" y="944"/>
                </a:cubicBezTo>
                <a:cubicBezTo>
                  <a:pt x="1" y="944"/>
                  <a:pt x="4" y="940"/>
                  <a:pt x="11" y="932"/>
                </a:cubicBezTo>
                <a:cubicBezTo>
                  <a:pt x="109" y="829"/>
                  <a:pt x="159" y="678"/>
                  <a:pt x="159" y="478"/>
                </a:cubicBezTo>
                <a:cubicBezTo>
                  <a:pt x="159" y="278"/>
                  <a:pt x="109" y="127"/>
                  <a:pt x="11" y="25"/>
                </a:cubicBezTo>
                <a:cubicBezTo>
                  <a:pt x="4" y="17"/>
                  <a:pt x="1" y="13"/>
                  <a:pt x="0" y="11"/>
                </a:cubicBezTo>
                <a:cubicBezTo>
                  <a:pt x="0" y="6"/>
                  <a:pt x="2" y="3"/>
                  <a:pt x="5" y="1"/>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312" name=""/>
          <p:cNvSpPr/>
          <p:nvPr/>
        </p:nvSpPr>
        <p:spPr>
          <a:xfrm>
            <a:off x="5497920" y="4737960"/>
            <a:ext cx="184680" cy="218880"/>
          </a:xfrm>
          <a:custGeom>
            <a:avLst/>
            <a:gdLst/>
            <a:ahLst/>
            <a:rect l="0" t="0" r="r" b="b"/>
            <a:pathLst>
              <a:path w="513" h="608">
                <a:moveTo>
                  <a:pt x="59" y="148"/>
                </a:moveTo>
                <a:cubicBezTo>
                  <a:pt x="60" y="146"/>
                  <a:pt x="60" y="143"/>
                  <a:pt x="61" y="140"/>
                </a:cubicBezTo>
                <a:cubicBezTo>
                  <a:pt x="62" y="137"/>
                  <a:pt x="63" y="130"/>
                  <a:pt x="66" y="119"/>
                </a:cubicBezTo>
                <a:cubicBezTo>
                  <a:pt x="68" y="108"/>
                  <a:pt x="71" y="99"/>
                  <a:pt x="75" y="90"/>
                </a:cubicBezTo>
                <a:cubicBezTo>
                  <a:pt x="79" y="81"/>
                  <a:pt x="84" y="70"/>
                  <a:pt x="90" y="58"/>
                </a:cubicBezTo>
                <a:cubicBezTo>
                  <a:pt x="95" y="46"/>
                  <a:pt x="102" y="37"/>
                  <a:pt x="109" y="30"/>
                </a:cubicBezTo>
                <a:cubicBezTo>
                  <a:pt x="116" y="23"/>
                  <a:pt x="124" y="16"/>
                  <a:pt x="134" y="9"/>
                </a:cubicBezTo>
                <a:cubicBezTo>
                  <a:pt x="143" y="2"/>
                  <a:pt x="154" y="-1"/>
                  <a:pt x="165" y="0"/>
                </a:cubicBezTo>
                <a:cubicBezTo>
                  <a:pt x="213" y="0"/>
                  <a:pt x="243" y="20"/>
                  <a:pt x="257" y="61"/>
                </a:cubicBezTo>
                <a:lnTo>
                  <a:pt x="266" y="52"/>
                </a:lnTo>
                <a:cubicBezTo>
                  <a:pt x="306" y="17"/>
                  <a:pt x="344" y="0"/>
                  <a:pt x="380" y="0"/>
                </a:cubicBezTo>
                <a:cubicBezTo>
                  <a:pt x="421" y="0"/>
                  <a:pt x="454" y="15"/>
                  <a:pt x="477" y="45"/>
                </a:cubicBezTo>
                <a:cubicBezTo>
                  <a:pt x="501" y="75"/>
                  <a:pt x="513" y="111"/>
                  <a:pt x="513" y="154"/>
                </a:cubicBezTo>
                <a:cubicBezTo>
                  <a:pt x="513" y="222"/>
                  <a:pt x="489" y="286"/>
                  <a:pt x="440" y="344"/>
                </a:cubicBezTo>
                <a:cubicBezTo>
                  <a:pt x="392" y="402"/>
                  <a:pt x="337" y="431"/>
                  <a:pt x="275" y="432"/>
                </a:cubicBezTo>
                <a:cubicBezTo>
                  <a:pt x="261" y="432"/>
                  <a:pt x="248" y="430"/>
                  <a:pt x="238" y="426"/>
                </a:cubicBezTo>
                <a:cubicBezTo>
                  <a:pt x="231" y="423"/>
                  <a:pt x="223" y="418"/>
                  <a:pt x="216" y="411"/>
                </a:cubicBezTo>
                <a:cubicBezTo>
                  <a:pt x="208" y="405"/>
                  <a:pt x="202" y="400"/>
                  <a:pt x="198" y="395"/>
                </a:cubicBezTo>
                <a:lnTo>
                  <a:pt x="191" y="388"/>
                </a:lnTo>
                <a:cubicBezTo>
                  <a:pt x="190" y="388"/>
                  <a:pt x="183" y="416"/>
                  <a:pt x="170" y="471"/>
                </a:cubicBezTo>
                <a:cubicBezTo>
                  <a:pt x="156" y="526"/>
                  <a:pt x="150" y="554"/>
                  <a:pt x="150" y="555"/>
                </a:cubicBezTo>
                <a:cubicBezTo>
                  <a:pt x="150" y="559"/>
                  <a:pt x="152" y="561"/>
                  <a:pt x="157" y="561"/>
                </a:cubicBezTo>
                <a:cubicBezTo>
                  <a:pt x="163" y="562"/>
                  <a:pt x="174" y="563"/>
                  <a:pt x="193" y="564"/>
                </a:cubicBezTo>
                <a:lnTo>
                  <a:pt x="217" y="564"/>
                </a:lnTo>
                <a:cubicBezTo>
                  <a:pt x="220" y="569"/>
                  <a:pt x="222" y="572"/>
                  <a:pt x="222" y="573"/>
                </a:cubicBezTo>
                <a:cubicBezTo>
                  <a:pt x="222" y="574"/>
                  <a:pt x="221" y="580"/>
                  <a:pt x="220" y="590"/>
                </a:cubicBezTo>
                <a:cubicBezTo>
                  <a:pt x="218" y="598"/>
                  <a:pt x="216" y="603"/>
                  <a:pt x="214" y="604"/>
                </a:cubicBezTo>
                <a:cubicBezTo>
                  <a:pt x="212" y="606"/>
                  <a:pt x="208" y="608"/>
                  <a:pt x="201" y="608"/>
                </a:cubicBezTo>
                <a:cubicBezTo>
                  <a:pt x="200" y="608"/>
                  <a:pt x="197" y="608"/>
                  <a:pt x="191" y="608"/>
                </a:cubicBezTo>
                <a:cubicBezTo>
                  <a:pt x="185" y="608"/>
                  <a:pt x="174" y="608"/>
                  <a:pt x="158" y="607"/>
                </a:cubicBezTo>
                <a:cubicBezTo>
                  <a:pt x="142" y="607"/>
                  <a:pt x="123" y="606"/>
                  <a:pt x="99" y="606"/>
                </a:cubicBezTo>
                <a:cubicBezTo>
                  <a:pt x="55" y="606"/>
                  <a:pt x="26" y="607"/>
                  <a:pt x="14" y="608"/>
                </a:cubicBezTo>
                <a:lnTo>
                  <a:pt x="7" y="608"/>
                </a:lnTo>
                <a:cubicBezTo>
                  <a:pt x="2" y="604"/>
                  <a:pt x="0" y="600"/>
                  <a:pt x="0" y="598"/>
                </a:cubicBezTo>
                <a:cubicBezTo>
                  <a:pt x="1" y="581"/>
                  <a:pt x="5" y="569"/>
                  <a:pt x="12" y="564"/>
                </a:cubicBezTo>
                <a:lnTo>
                  <a:pt x="31" y="564"/>
                </a:lnTo>
                <a:cubicBezTo>
                  <a:pt x="53" y="564"/>
                  <a:pt x="65" y="560"/>
                  <a:pt x="69" y="553"/>
                </a:cubicBezTo>
                <a:cubicBezTo>
                  <a:pt x="71" y="549"/>
                  <a:pt x="90" y="472"/>
                  <a:pt x="127" y="324"/>
                </a:cubicBezTo>
                <a:cubicBezTo>
                  <a:pt x="164" y="175"/>
                  <a:pt x="183" y="97"/>
                  <a:pt x="185" y="88"/>
                </a:cubicBezTo>
                <a:cubicBezTo>
                  <a:pt x="186" y="85"/>
                  <a:pt x="186" y="80"/>
                  <a:pt x="186" y="74"/>
                </a:cubicBezTo>
                <a:cubicBezTo>
                  <a:pt x="186" y="48"/>
                  <a:pt x="178" y="35"/>
                  <a:pt x="162" y="35"/>
                </a:cubicBezTo>
                <a:cubicBezTo>
                  <a:pt x="148" y="35"/>
                  <a:pt x="136" y="44"/>
                  <a:pt x="127" y="62"/>
                </a:cubicBezTo>
                <a:cubicBezTo>
                  <a:pt x="117" y="80"/>
                  <a:pt x="110" y="99"/>
                  <a:pt x="105" y="120"/>
                </a:cubicBezTo>
                <a:cubicBezTo>
                  <a:pt x="100" y="141"/>
                  <a:pt x="96" y="153"/>
                  <a:pt x="93" y="155"/>
                </a:cubicBezTo>
                <a:cubicBezTo>
                  <a:pt x="92" y="156"/>
                  <a:pt x="87" y="157"/>
                  <a:pt x="78" y="157"/>
                </a:cubicBezTo>
                <a:lnTo>
                  <a:pt x="65" y="157"/>
                </a:lnTo>
                <a:cubicBezTo>
                  <a:pt x="61" y="153"/>
                  <a:pt x="59" y="150"/>
                  <a:pt x="59" y="148"/>
                </a:cubicBezTo>
                <a:moveTo>
                  <a:pt x="207" y="325"/>
                </a:moveTo>
                <a:cubicBezTo>
                  <a:pt x="221" y="373"/>
                  <a:pt x="245" y="397"/>
                  <a:pt x="278" y="397"/>
                </a:cubicBezTo>
                <a:cubicBezTo>
                  <a:pt x="297" y="397"/>
                  <a:pt x="316" y="390"/>
                  <a:pt x="334" y="375"/>
                </a:cubicBezTo>
                <a:cubicBezTo>
                  <a:pt x="352" y="361"/>
                  <a:pt x="367" y="342"/>
                  <a:pt x="378" y="320"/>
                </a:cubicBezTo>
                <a:cubicBezTo>
                  <a:pt x="390" y="298"/>
                  <a:pt x="401" y="264"/>
                  <a:pt x="412" y="217"/>
                </a:cubicBezTo>
                <a:cubicBezTo>
                  <a:pt x="424" y="170"/>
                  <a:pt x="430" y="135"/>
                  <a:pt x="431" y="112"/>
                </a:cubicBezTo>
                <a:lnTo>
                  <a:pt x="431" y="106"/>
                </a:lnTo>
                <a:cubicBezTo>
                  <a:pt x="431" y="59"/>
                  <a:pt x="411" y="35"/>
                  <a:pt x="372" y="35"/>
                </a:cubicBezTo>
                <a:cubicBezTo>
                  <a:pt x="365" y="35"/>
                  <a:pt x="358" y="36"/>
                  <a:pt x="351" y="38"/>
                </a:cubicBezTo>
                <a:cubicBezTo>
                  <a:pt x="344" y="40"/>
                  <a:pt x="337" y="43"/>
                  <a:pt x="330" y="47"/>
                </a:cubicBezTo>
                <a:cubicBezTo>
                  <a:pt x="323" y="51"/>
                  <a:pt x="317" y="55"/>
                  <a:pt x="310" y="59"/>
                </a:cubicBezTo>
                <a:cubicBezTo>
                  <a:pt x="304" y="64"/>
                  <a:pt x="299" y="68"/>
                  <a:pt x="294" y="73"/>
                </a:cubicBezTo>
                <a:cubicBezTo>
                  <a:pt x="289" y="79"/>
                  <a:pt x="284" y="83"/>
                  <a:pt x="280" y="88"/>
                </a:cubicBezTo>
                <a:cubicBezTo>
                  <a:pt x="275" y="92"/>
                  <a:pt x="272" y="97"/>
                  <a:pt x="269" y="101"/>
                </a:cubicBezTo>
                <a:cubicBezTo>
                  <a:pt x="267" y="106"/>
                  <a:pt x="264" y="109"/>
                  <a:pt x="262" y="111"/>
                </a:cubicBezTo>
                <a:lnTo>
                  <a:pt x="259" y="115"/>
                </a:lnTo>
                <a:cubicBezTo>
                  <a:pt x="259" y="115"/>
                  <a:pt x="258" y="120"/>
                  <a:pt x="256" y="128"/>
                </a:cubicBezTo>
                <a:cubicBezTo>
                  <a:pt x="254" y="136"/>
                  <a:pt x="250" y="150"/>
                  <a:pt x="245" y="170"/>
                </a:cubicBezTo>
                <a:cubicBezTo>
                  <a:pt x="240" y="190"/>
                  <a:pt x="236" y="206"/>
                  <a:pt x="232" y="220"/>
                </a:cubicBezTo>
                <a:cubicBezTo>
                  <a:pt x="215" y="287"/>
                  <a:pt x="207" y="322"/>
                  <a:pt x="207" y="325"/>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313" name=""/>
          <p:cNvSpPr/>
          <p:nvPr/>
        </p:nvSpPr>
        <p:spPr>
          <a:xfrm>
            <a:off x="5704200" y="4770000"/>
            <a:ext cx="104040" cy="174240"/>
          </a:xfrm>
          <a:custGeom>
            <a:avLst/>
            <a:gdLst/>
            <a:ahLst/>
            <a:rect l="0" t="0" r="r" b="b"/>
            <a:pathLst>
              <a:path w="289" h="484">
                <a:moveTo>
                  <a:pt x="0" y="342"/>
                </a:moveTo>
                <a:cubicBezTo>
                  <a:pt x="0" y="296"/>
                  <a:pt x="8" y="248"/>
                  <a:pt x="26" y="197"/>
                </a:cubicBezTo>
                <a:cubicBezTo>
                  <a:pt x="43" y="146"/>
                  <a:pt x="67" y="102"/>
                  <a:pt x="97" y="65"/>
                </a:cubicBezTo>
                <a:cubicBezTo>
                  <a:pt x="128" y="29"/>
                  <a:pt x="160" y="7"/>
                  <a:pt x="192" y="1"/>
                </a:cubicBezTo>
                <a:cubicBezTo>
                  <a:pt x="193" y="1"/>
                  <a:pt x="195" y="1"/>
                  <a:pt x="198" y="1"/>
                </a:cubicBezTo>
                <a:cubicBezTo>
                  <a:pt x="201" y="1"/>
                  <a:pt x="204" y="1"/>
                  <a:pt x="206" y="0"/>
                </a:cubicBezTo>
                <a:cubicBezTo>
                  <a:pt x="230" y="2"/>
                  <a:pt x="249" y="14"/>
                  <a:pt x="263" y="34"/>
                </a:cubicBezTo>
                <a:cubicBezTo>
                  <a:pt x="280" y="61"/>
                  <a:pt x="289" y="98"/>
                  <a:pt x="289" y="143"/>
                </a:cubicBezTo>
                <a:cubicBezTo>
                  <a:pt x="289" y="195"/>
                  <a:pt x="279" y="247"/>
                  <a:pt x="258" y="301"/>
                </a:cubicBezTo>
                <a:cubicBezTo>
                  <a:pt x="238" y="355"/>
                  <a:pt x="212" y="398"/>
                  <a:pt x="181" y="433"/>
                </a:cubicBezTo>
                <a:cubicBezTo>
                  <a:pt x="149" y="467"/>
                  <a:pt x="118" y="484"/>
                  <a:pt x="89" y="484"/>
                </a:cubicBezTo>
                <a:lnTo>
                  <a:pt x="85" y="484"/>
                </a:lnTo>
                <a:cubicBezTo>
                  <a:pt x="68" y="484"/>
                  <a:pt x="54" y="479"/>
                  <a:pt x="43" y="470"/>
                </a:cubicBezTo>
                <a:cubicBezTo>
                  <a:pt x="31" y="461"/>
                  <a:pt x="22" y="450"/>
                  <a:pt x="16" y="435"/>
                </a:cubicBezTo>
                <a:cubicBezTo>
                  <a:pt x="11" y="420"/>
                  <a:pt x="6" y="405"/>
                  <a:pt x="4" y="389"/>
                </a:cubicBezTo>
                <a:cubicBezTo>
                  <a:pt x="1" y="374"/>
                  <a:pt x="0" y="358"/>
                  <a:pt x="0" y="342"/>
                </a:cubicBezTo>
                <a:moveTo>
                  <a:pt x="236" y="95"/>
                </a:moveTo>
                <a:cubicBezTo>
                  <a:pt x="236" y="49"/>
                  <a:pt x="224" y="26"/>
                  <a:pt x="200" y="26"/>
                </a:cubicBezTo>
                <a:cubicBezTo>
                  <a:pt x="184" y="26"/>
                  <a:pt x="168" y="36"/>
                  <a:pt x="152" y="57"/>
                </a:cubicBezTo>
                <a:cubicBezTo>
                  <a:pt x="136" y="77"/>
                  <a:pt x="124" y="100"/>
                  <a:pt x="114" y="125"/>
                </a:cubicBezTo>
                <a:cubicBezTo>
                  <a:pt x="104" y="151"/>
                  <a:pt x="96" y="174"/>
                  <a:pt x="91" y="193"/>
                </a:cubicBezTo>
                <a:cubicBezTo>
                  <a:pt x="85" y="212"/>
                  <a:pt x="82" y="224"/>
                  <a:pt x="82" y="227"/>
                </a:cubicBezTo>
                <a:cubicBezTo>
                  <a:pt x="104" y="227"/>
                  <a:pt x="126" y="227"/>
                  <a:pt x="148" y="227"/>
                </a:cubicBezTo>
                <a:lnTo>
                  <a:pt x="214" y="227"/>
                </a:lnTo>
                <a:cubicBezTo>
                  <a:pt x="214" y="226"/>
                  <a:pt x="216" y="219"/>
                  <a:pt x="219" y="204"/>
                </a:cubicBezTo>
                <a:cubicBezTo>
                  <a:pt x="222" y="190"/>
                  <a:pt x="226" y="172"/>
                  <a:pt x="230" y="150"/>
                </a:cubicBezTo>
                <a:cubicBezTo>
                  <a:pt x="234" y="129"/>
                  <a:pt x="236" y="110"/>
                  <a:pt x="236" y="95"/>
                </a:cubicBezTo>
                <a:moveTo>
                  <a:pt x="52" y="388"/>
                </a:moveTo>
                <a:cubicBezTo>
                  <a:pt x="52" y="436"/>
                  <a:pt x="64" y="460"/>
                  <a:pt x="88" y="460"/>
                </a:cubicBezTo>
                <a:cubicBezTo>
                  <a:pt x="95" y="460"/>
                  <a:pt x="102" y="457"/>
                  <a:pt x="110" y="453"/>
                </a:cubicBezTo>
                <a:cubicBezTo>
                  <a:pt x="117" y="448"/>
                  <a:pt x="127" y="440"/>
                  <a:pt x="137" y="427"/>
                </a:cubicBezTo>
                <a:cubicBezTo>
                  <a:pt x="149" y="415"/>
                  <a:pt x="160" y="395"/>
                  <a:pt x="171" y="369"/>
                </a:cubicBezTo>
                <a:cubicBezTo>
                  <a:pt x="182" y="342"/>
                  <a:pt x="192" y="309"/>
                  <a:pt x="203" y="270"/>
                </a:cubicBezTo>
                <a:lnTo>
                  <a:pt x="207" y="258"/>
                </a:lnTo>
                <a:lnTo>
                  <a:pt x="74" y="258"/>
                </a:lnTo>
                <a:cubicBezTo>
                  <a:pt x="74" y="260"/>
                  <a:pt x="72" y="268"/>
                  <a:pt x="68" y="284"/>
                </a:cubicBezTo>
                <a:cubicBezTo>
                  <a:pt x="64" y="300"/>
                  <a:pt x="60" y="317"/>
                  <a:pt x="57" y="337"/>
                </a:cubicBezTo>
                <a:cubicBezTo>
                  <a:pt x="54" y="356"/>
                  <a:pt x="52" y="373"/>
                  <a:pt x="52" y="388"/>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314" name=""/>
          <p:cNvSpPr/>
          <p:nvPr/>
        </p:nvSpPr>
        <p:spPr>
          <a:xfrm>
            <a:off x="5859000" y="4632120"/>
            <a:ext cx="82440" cy="344160"/>
          </a:xfrm>
          <a:custGeom>
            <a:avLst/>
            <a:gdLst/>
            <a:ahLst/>
            <a:rect l="0" t="0" r="r" b="b"/>
            <a:pathLst>
              <a:path w="229" h="956">
                <a:moveTo>
                  <a:pt x="0" y="478"/>
                </a:moveTo>
                <a:cubicBezTo>
                  <a:pt x="0" y="434"/>
                  <a:pt x="3" y="393"/>
                  <a:pt x="10" y="353"/>
                </a:cubicBezTo>
                <a:cubicBezTo>
                  <a:pt x="16" y="314"/>
                  <a:pt x="23" y="280"/>
                  <a:pt x="33" y="251"/>
                </a:cubicBezTo>
                <a:cubicBezTo>
                  <a:pt x="41" y="222"/>
                  <a:pt x="53" y="194"/>
                  <a:pt x="68" y="167"/>
                </a:cubicBezTo>
                <a:cubicBezTo>
                  <a:pt x="83" y="140"/>
                  <a:pt x="95" y="118"/>
                  <a:pt x="104" y="103"/>
                </a:cubicBezTo>
                <a:cubicBezTo>
                  <a:pt x="113" y="88"/>
                  <a:pt x="127" y="71"/>
                  <a:pt x="144" y="53"/>
                </a:cubicBezTo>
                <a:cubicBezTo>
                  <a:pt x="162" y="35"/>
                  <a:pt x="173" y="25"/>
                  <a:pt x="176" y="21"/>
                </a:cubicBezTo>
                <a:cubicBezTo>
                  <a:pt x="179" y="17"/>
                  <a:pt x="187" y="9"/>
                  <a:pt x="200" y="0"/>
                </a:cubicBezTo>
                <a:lnTo>
                  <a:pt x="212" y="0"/>
                </a:lnTo>
                <a:lnTo>
                  <a:pt x="216" y="0"/>
                </a:lnTo>
                <a:cubicBezTo>
                  <a:pt x="225" y="0"/>
                  <a:pt x="229" y="3"/>
                  <a:pt x="229" y="8"/>
                </a:cubicBezTo>
                <a:cubicBezTo>
                  <a:pt x="229" y="10"/>
                  <a:pt x="224" y="18"/>
                  <a:pt x="213" y="29"/>
                </a:cubicBezTo>
                <a:cubicBezTo>
                  <a:pt x="202" y="41"/>
                  <a:pt x="189" y="58"/>
                  <a:pt x="174" y="80"/>
                </a:cubicBezTo>
                <a:cubicBezTo>
                  <a:pt x="159" y="102"/>
                  <a:pt x="143" y="130"/>
                  <a:pt x="127" y="162"/>
                </a:cubicBezTo>
                <a:cubicBezTo>
                  <a:pt x="111" y="195"/>
                  <a:pt x="98" y="239"/>
                  <a:pt x="87" y="294"/>
                </a:cubicBezTo>
                <a:cubicBezTo>
                  <a:pt x="76" y="349"/>
                  <a:pt x="71" y="411"/>
                  <a:pt x="71" y="478"/>
                </a:cubicBezTo>
                <a:cubicBezTo>
                  <a:pt x="71" y="546"/>
                  <a:pt x="76" y="607"/>
                  <a:pt x="87" y="662"/>
                </a:cubicBezTo>
                <a:cubicBezTo>
                  <a:pt x="98" y="716"/>
                  <a:pt x="111" y="761"/>
                  <a:pt x="126" y="794"/>
                </a:cubicBezTo>
                <a:cubicBezTo>
                  <a:pt x="142" y="828"/>
                  <a:pt x="157" y="855"/>
                  <a:pt x="173" y="876"/>
                </a:cubicBezTo>
                <a:cubicBezTo>
                  <a:pt x="189" y="897"/>
                  <a:pt x="202" y="914"/>
                  <a:pt x="213" y="927"/>
                </a:cubicBezTo>
                <a:cubicBezTo>
                  <a:pt x="224" y="940"/>
                  <a:pt x="229" y="947"/>
                  <a:pt x="229" y="947"/>
                </a:cubicBezTo>
                <a:cubicBezTo>
                  <a:pt x="229" y="953"/>
                  <a:pt x="225" y="956"/>
                  <a:pt x="215" y="956"/>
                </a:cubicBezTo>
                <a:lnTo>
                  <a:pt x="212" y="956"/>
                </a:lnTo>
                <a:lnTo>
                  <a:pt x="200" y="956"/>
                </a:lnTo>
                <a:lnTo>
                  <a:pt x="173" y="933"/>
                </a:lnTo>
                <a:cubicBezTo>
                  <a:pt x="113" y="879"/>
                  <a:pt x="70" y="811"/>
                  <a:pt x="42" y="730"/>
                </a:cubicBezTo>
                <a:cubicBezTo>
                  <a:pt x="14" y="650"/>
                  <a:pt x="0" y="565"/>
                  <a:pt x="0" y="478"/>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315" name=""/>
          <p:cNvSpPr/>
          <p:nvPr/>
        </p:nvSpPr>
        <p:spPr>
          <a:xfrm>
            <a:off x="5967720" y="4737240"/>
            <a:ext cx="194760" cy="153000"/>
          </a:xfrm>
          <a:custGeom>
            <a:avLst/>
            <a:gdLst/>
            <a:ahLst/>
            <a:rect l="0" t="0" r="r" b="b"/>
            <a:pathLst>
              <a:path w="541" h="425">
                <a:moveTo>
                  <a:pt x="197" y="425"/>
                </a:moveTo>
                <a:cubicBezTo>
                  <a:pt x="187" y="423"/>
                  <a:pt x="153" y="422"/>
                  <a:pt x="95" y="422"/>
                </a:cubicBezTo>
                <a:cubicBezTo>
                  <a:pt x="44" y="422"/>
                  <a:pt x="14" y="423"/>
                  <a:pt x="7" y="425"/>
                </a:cubicBezTo>
                <a:lnTo>
                  <a:pt x="0" y="425"/>
                </a:lnTo>
                <a:lnTo>
                  <a:pt x="0" y="366"/>
                </a:lnTo>
                <a:lnTo>
                  <a:pt x="92" y="366"/>
                </a:lnTo>
                <a:lnTo>
                  <a:pt x="214" y="222"/>
                </a:lnTo>
                <a:lnTo>
                  <a:pt x="84" y="59"/>
                </a:lnTo>
                <a:lnTo>
                  <a:pt x="5" y="59"/>
                </a:lnTo>
                <a:lnTo>
                  <a:pt x="5" y="0"/>
                </a:lnTo>
                <a:lnTo>
                  <a:pt x="12" y="0"/>
                </a:lnTo>
                <a:cubicBezTo>
                  <a:pt x="22" y="2"/>
                  <a:pt x="57" y="3"/>
                  <a:pt x="116" y="3"/>
                </a:cubicBezTo>
                <a:cubicBezTo>
                  <a:pt x="183" y="3"/>
                  <a:pt x="222" y="2"/>
                  <a:pt x="233" y="0"/>
                </a:cubicBezTo>
                <a:lnTo>
                  <a:pt x="242" y="0"/>
                </a:lnTo>
                <a:lnTo>
                  <a:pt x="242" y="59"/>
                </a:lnTo>
                <a:lnTo>
                  <a:pt x="215" y="59"/>
                </a:lnTo>
                <a:lnTo>
                  <a:pt x="248" y="100"/>
                </a:lnTo>
                <a:cubicBezTo>
                  <a:pt x="270" y="127"/>
                  <a:pt x="281" y="140"/>
                  <a:pt x="282" y="140"/>
                </a:cubicBezTo>
                <a:cubicBezTo>
                  <a:pt x="284" y="140"/>
                  <a:pt x="296" y="126"/>
                  <a:pt x="318" y="98"/>
                </a:cubicBezTo>
                <a:lnTo>
                  <a:pt x="351" y="59"/>
                </a:lnTo>
                <a:lnTo>
                  <a:pt x="316" y="59"/>
                </a:lnTo>
                <a:lnTo>
                  <a:pt x="316" y="0"/>
                </a:lnTo>
                <a:lnTo>
                  <a:pt x="324" y="0"/>
                </a:lnTo>
                <a:cubicBezTo>
                  <a:pt x="333" y="2"/>
                  <a:pt x="367" y="3"/>
                  <a:pt x="426" y="3"/>
                </a:cubicBezTo>
                <a:cubicBezTo>
                  <a:pt x="477" y="3"/>
                  <a:pt x="507" y="2"/>
                  <a:pt x="515" y="0"/>
                </a:cubicBezTo>
                <a:lnTo>
                  <a:pt x="521" y="0"/>
                </a:lnTo>
                <a:lnTo>
                  <a:pt x="521" y="59"/>
                </a:lnTo>
                <a:lnTo>
                  <a:pt x="431" y="59"/>
                </a:lnTo>
                <a:lnTo>
                  <a:pt x="319" y="190"/>
                </a:lnTo>
                <a:lnTo>
                  <a:pt x="462" y="365"/>
                </a:lnTo>
                <a:lnTo>
                  <a:pt x="501" y="366"/>
                </a:lnTo>
                <a:lnTo>
                  <a:pt x="541" y="366"/>
                </a:lnTo>
                <a:lnTo>
                  <a:pt x="541" y="425"/>
                </a:lnTo>
                <a:lnTo>
                  <a:pt x="533" y="425"/>
                </a:lnTo>
                <a:cubicBezTo>
                  <a:pt x="523" y="423"/>
                  <a:pt x="489" y="422"/>
                  <a:pt x="429" y="422"/>
                </a:cubicBezTo>
                <a:cubicBezTo>
                  <a:pt x="362" y="422"/>
                  <a:pt x="323" y="423"/>
                  <a:pt x="311" y="425"/>
                </a:cubicBezTo>
                <a:lnTo>
                  <a:pt x="303" y="425"/>
                </a:lnTo>
                <a:lnTo>
                  <a:pt x="303" y="366"/>
                </a:lnTo>
                <a:lnTo>
                  <a:pt x="329" y="366"/>
                </a:lnTo>
                <a:cubicBezTo>
                  <a:pt x="329" y="365"/>
                  <a:pt x="317" y="349"/>
                  <a:pt x="291" y="318"/>
                </a:cubicBezTo>
                <a:cubicBezTo>
                  <a:pt x="266" y="287"/>
                  <a:pt x="253" y="271"/>
                  <a:pt x="252" y="269"/>
                </a:cubicBezTo>
                <a:lnTo>
                  <a:pt x="169" y="365"/>
                </a:lnTo>
                <a:lnTo>
                  <a:pt x="187" y="366"/>
                </a:lnTo>
                <a:lnTo>
                  <a:pt x="204" y="366"/>
                </a:lnTo>
                <a:lnTo>
                  <a:pt x="204" y="425"/>
                </a:lnTo>
                <a:lnTo>
                  <a:pt x="197" y="425"/>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316" name=""/>
          <p:cNvSpPr/>
          <p:nvPr/>
        </p:nvSpPr>
        <p:spPr>
          <a:xfrm>
            <a:off x="6185160" y="4789440"/>
            <a:ext cx="75960" cy="155160"/>
          </a:xfrm>
          <a:custGeom>
            <a:avLst/>
            <a:gdLst/>
            <a:ahLst/>
            <a:rect l="0" t="0" r="r" b="b"/>
            <a:pathLst>
              <a:path w="211" h="431">
                <a:moveTo>
                  <a:pt x="5" y="162"/>
                </a:moveTo>
                <a:cubicBezTo>
                  <a:pt x="1" y="159"/>
                  <a:pt x="0" y="157"/>
                  <a:pt x="0" y="156"/>
                </a:cubicBezTo>
                <a:cubicBezTo>
                  <a:pt x="0" y="154"/>
                  <a:pt x="1" y="150"/>
                  <a:pt x="2" y="145"/>
                </a:cubicBezTo>
                <a:cubicBezTo>
                  <a:pt x="3" y="139"/>
                  <a:pt x="4" y="136"/>
                  <a:pt x="5" y="135"/>
                </a:cubicBezTo>
                <a:cubicBezTo>
                  <a:pt x="6" y="133"/>
                  <a:pt x="8" y="132"/>
                  <a:pt x="11" y="132"/>
                </a:cubicBezTo>
                <a:cubicBezTo>
                  <a:pt x="15" y="132"/>
                  <a:pt x="26" y="132"/>
                  <a:pt x="46" y="131"/>
                </a:cubicBezTo>
                <a:lnTo>
                  <a:pt x="83" y="131"/>
                </a:lnTo>
                <a:lnTo>
                  <a:pt x="95" y="77"/>
                </a:lnTo>
                <a:cubicBezTo>
                  <a:pt x="97" y="72"/>
                  <a:pt x="98" y="66"/>
                  <a:pt x="100" y="58"/>
                </a:cubicBezTo>
                <a:cubicBezTo>
                  <a:pt x="102" y="50"/>
                  <a:pt x="104" y="44"/>
                  <a:pt x="105" y="40"/>
                </a:cubicBezTo>
                <a:cubicBezTo>
                  <a:pt x="106" y="37"/>
                  <a:pt x="108" y="32"/>
                  <a:pt x="109" y="27"/>
                </a:cubicBezTo>
                <a:cubicBezTo>
                  <a:pt x="110" y="21"/>
                  <a:pt x="112" y="17"/>
                  <a:pt x="114" y="15"/>
                </a:cubicBezTo>
                <a:cubicBezTo>
                  <a:pt x="117" y="13"/>
                  <a:pt x="119" y="10"/>
                  <a:pt x="121" y="7"/>
                </a:cubicBezTo>
                <a:cubicBezTo>
                  <a:pt x="123" y="4"/>
                  <a:pt x="126" y="2"/>
                  <a:pt x="131" y="1"/>
                </a:cubicBezTo>
                <a:cubicBezTo>
                  <a:pt x="135" y="0"/>
                  <a:pt x="139" y="0"/>
                  <a:pt x="143" y="0"/>
                </a:cubicBezTo>
                <a:cubicBezTo>
                  <a:pt x="151" y="0"/>
                  <a:pt x="156" y="3"/>
                  <a:pt x="160" y="7"/>
                </a:cubicBezTo>
                <a:cubicBezTo>
                  <a:pt x="163" y="12"/>
                  <a:pt x="164" y="16"/>
                  <a:pt x="164" y="20"/>
                </a:cubicBezTo>
                <a:cubicBezTo>
                  <a:pt x="164" y="23"/>
                  <a:pt x="162" y="34"/>
                  <a:pt x="158" y="52"/>
                </a:cubicBezTo>
                <a:cubicBezTo>
                  <a:pt x="154" y="70"/>
                  <a:pt x="150" y="87"/>
                  <a:pt x="145" y="105"/>
                </a:cubicBezTo>
                <a:lnTo>
                  <a:pt x="138" y="130"/>
                </a:lnTo>
                <a:cubicBezTo>
                  <a:pt x="138" y="131"/>
                  <a:pt x="149" y="131"/>
                  <a:pt x="172" y="131"/>
                </a:cubicBezTo>
                <a:lnTo>
                  <a:pt x="206" y="131"/>
                </a:lnTo>
                <a:cubicBezTo>
                  <a:pt x="209" y="134"/>
                  <a:pt x="211" y="137"/>
                  <a:pt x="211" y="139"/>
                </a:cubicBezTo>
                <a:cubicBezTo>
                  <a:pt x="211" y="149"/>
                  <a:pt x="208" y="156"/>
                  <a:pt x="202" y="162"/>
                </a:cubicBezTo>
                <a:lnTo>
                  <a:pt x="130" y="162"/>
                </a:lnTo>
                <a:lnTo>
                  <a:pt x="106" y="261"/>
                </a:lnTo>
                <a:cubicBezTo>
                  <a:pt x="88" y="333"/>
                  <a:pt x="79" y="372"/>
                  <a:pt x="79" y="377"/>
                </a:cubicBezTo>
                <a:cubicBezTo>
                  <a:pt x="79" y="396"/>
                  <a:pt x="85" y="406"/>
                  <a:pt x="97" y="406"/>
                </a:cubicBezTo>
                <a:cubicBezTo>
                  <a:pt x="113" y="406"/>
                  <a:pt x="129" y="398"/>
                  <a:pt x="143" y="383"/>
                </a:cubicBezTo>
                <a:cubicBezTo>
                  <a:pt x="158" y="367"/>
                  <a:pt x="170" y="349"/>
                  <a:pt x="179" y="326"/>
                </a:cubicBezTo>
                <a:cubicBezTo>
                  <a:pt x="180" y="323"/>
                  <a:pt x="181" y="322"/>
                  <a:pt x="183" y="321"/>
                </a:cubicBezTo>
                <a:cubicBezTo>
                  <a:pt x="184" y="321"/>
                  <a:pt x="187" y="320"/>
                  <a:pt x="193" y="320"/>
                </a:cubicBezTo>
                <a:lnTo>
                  <a:pt x="195" y="320"/>
                </a:lnTo>
                <a:cubicBezTo>
                  <a:pt x="202" y="320"/>
                  <a:pt x="205" y="322"/>
                  <a:pt x="205" y="325"/>
                </a:cubicBezTo>
                <a:cubicBezTo>
                  <a:pt x="205" y="327"/>
                  <a:pt x="205" y="329"/>
                  <a:pt x="203" y="333"/>
                </a:cubicBezTo>
                <a:cubicBezTo>
                  <a:pt x="201" y="341"/>
                  <a:pt x="197" y="349"/>
                  <a:pt x="191" y="359"/>
                </a:cubicBezTo>
                <a:cubicBezTo>
                  <a:pt x="185" y="369"/>
                  <a:pt x="178" y="380"/>
                  <a:pt x="168" y="391"/>
                </a:cubicBezTo>
                <a:cubicBezTo>
                  <a:pt x="159" y="402"/>
                  <a:pt x="147" y="412"/>
                  <a:pt x="134" y="419"/>
                </a:cubicBezTo>
                <a:cubicBezTo>
                  <a:pt x="120" y="427"/>
                  <a:pt x="107" y="431"/>
                  <a:pt x="93" y="431"/>
                </a:cubicBezTo>
                <a:cubicBezTo>
                  <a:pt x="79" y="431"/>
                  <a:pt x="66" y="427"/>
                  <a:pt x="53" y="421"/>
                </a:cubicBezTo>
                <a:cubicBezTo>
                  <a:pt x="41" y="414"/>
                  <a:pt x="32" y="402"/>
                  <a:pt x="27" y="385"/>
                </a:cubicBezTo>
                <a:cubicBezTo>
                  <a:pt x="26" y="382"/>
                  <a:pt x="26" y="376"/>
                  <a:pt x="26" y="367"/>
                </a:cubicBezTo>
                <a:lnTo>
                  <a:pt x="26" y="355"/>
                </a:lnTo>
                <a:lnTo>
                  <a:pt x="49" y="261"/>
                </a:lnTo>
                <a:cubicBezTo>
                  <a:pt x="66" y="196"/>
                  <a:pt x="74" y="164"/>
                  <a:pt x="74" y="164"/>
                </a:cubicBezTo>
                <a:cubicBezTo>
                  <a:pt x="74" y="163"/>
                  <a:pt x="63" y="162"/>
                  <a:pt x="39" y="162"/>
                </a:cubicBezTo>
                <a:lnTo>
                  <a:pt x="5" y="162"/>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317" name=""/>
          <p:cNvSpPr/>
          <p:nvPr/>
        </p:nvSpPr>
        <p:spPr>
          <a:xfrm>
            <a:off x="6288840" y="4875840"/>
            <a:ext cx="148320" cy="10080"/>
          </a:xfrm>
          <a:custGeom>
            <a:avLst/>
            <a:gdLst/>
            <a:ahLst/>
            <a:rect l="0" t="0" r="r" b="b"/>
            <a:pathLst>
              <a:path w="412" h="28">
                <a:moveTo>
                  <a:pt x="9" y="0"/>
                </a:moveTo>
                <a:lnTo>
                  <a:pt x="401" y="0"/>
                </a:lnTo>
                <a:cubicBezTo>
                  <a:pt x="408" y="4"/>
                  <a:pt x="412" y="8"/>
                  <a:pt x="412" y="13"/>
                </a:cubicBezTo>
                <a:cubicBezTo>
                  <a:pt x="412" y="19"/>
                  <a:pt x="408" y="23"/>
                  <a:pt x="401" y="28"/>
                </a:cubicBezTo>
                <a:lnTo>
                  <a:pt x="9" y="28"/>
                </a:lnTo>
                <a:cubicBezTo>
                  <a:pt x="3" y="25"/>
                  <a:pt x="0" y="19"/>
                  <a:pt x="0" y="13"/>
                </a:cubicBezTo>
                <a:cubicBezTo>
                  <a:pt x="0" y="8"/>
                  <a:pt x="3" y="3"/>
                  <a:pt x="9" y="0"/>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318" name=""/>
          <p:cNvSpPr/>
          <p:nvPr/>
        </p:nvSpPr>
        <p:spPr>
          <a:xfrm>
            <a:off x="6477480" y="4779720"/>
            <a:ext cx="83880" cy="162000"/>
          </a:xfrm>
          <a:custGeom>
            <a:avLst/>
            <a:gdLst/>
            <a:ahLst/>
            <a:rect l="0" t="0" r="r" b="b"/>
            <a:pathLst>
              <a:path w="233" h="450">
                <a:moveTo>
                  <a:pt x="88" y="59"/>
                </a:moveTo>
                <a:lnTo>
                  <a:pt x="79" y="62"/>
                </a:lnTo>
                <a:cubicBezTo>
                  <a:pt x="73" y="65"/>
                  <a:pt x="64" y="67"/>
                  <a:pt x="52" y="69"/>
                </a:cubicBezTo>
                <a:cubicBezTo>
                  <a:pt x="40" y="71"/>
                  <a:pt x="27" y="73"/>
                  <a:pt x="13" y="74"/>
                </a:cubicBezTo>
                <a:lnTo>
                  <a:pt x="0" y="74"/>
                </a:lnTo>
                <a:lnTo>
                  <a:pt x="0" y="43"/>
                </a:lnTo>
                <a:lnTo>
                  <a:pt x="13" y="43"/>
                </a:lnTo>
                <a:cubicBezTo>
                  <a:pt x="34" y="42"/>
                  <a:pt x="54" y="39"/>
                  <a:pt x="72" y="33"/>
                </a:cubicBezTo>
                <a:cubicBezTo>
                  <a:pt x="90" y="27"/>
                  <a:pt x="102" y="21"/>
                  <a:pt x="109" y="16"/>
                </a:cubicBezTo>
                <a:cubicBezTo>
                  <a:pt x="117" y="12"/>
                  <a:pt x="123" y="7"/>
                  <a:pt x="128" y="2"/>
                </a:cubicBezTo>
                <a:cubicBezTo>
                  <a:pt x="129" y="0"/>
                  <a:pt x="132" y="0"/>
                  <a:pt x="136" y="0"/>
                </a:cubicBezTo>
                <a:cubicBezTo>
                  <a:pt x="141" y="0"/>
                  <a:pt x="144" y="1"/>
                  <a:pt x="148" y="4"/>
                </a:cubicBezTo>
                <a:lnTo>
                  <a:pt x="148" y="206"/>
                </a:lnTo>
                <a:lnTo>
                  <a:pt x="149" y="408"/>
                </a:lnTo>
                <a:cubicBezTo>
                  <a:pt x="152" y="411"/>
                  <a:pt x="154" y="413"/>
                  <a:pt x="157" y="414"/>
                </a:cubicBezTo>
                <a:cubicBezTo>
                  <a:pt x="159" y="415"/>
                  <a:pt x="164" y="416"/>
                  <a:pt x="173" y="417"/>
                </a:cubicBezTo>
                <a:cubicBezTo>
                  <a:pt x="181" y="419"/>
                  <a:pt x="195" y="419"/>
                  <a:pt x="215" y="419"/>
                </a:cubicBezTo>
                <a:lnTo>
                  <a:pt x="233" y="419"/>
                </a:lnTo>
                <a:lnTo>
                  <a:pt x="233" y="450"/>
                </a:lnTo>
                <a:lnTo>
                  <a:pt x="226" y="450"/>
                </a:lnTo>
                <a:cubicBezTo>
                  <a:pt x="215" y="449"/>
                  <a:pt x="180" y="448"/>
                  <a:pt x="118" y="448"/>
                </a:cubicBezTo>
                <a:cubicBezTo>
                  <a:pt x="56" y="448"/>
                  <a:pt x="21" y="449"/>
                  <a:pt x="12" y="450"/>
                </a:cubicBezTo>
                <a:lnTo>
                  <a:pt x="3" y="450"/>
                </a:lnTo>
                <a:lnTo>
                  <a:pt x="3" y="419"/>
                </a:lnTo>
                <a:lnTo>
                  <a:pt x="21" y="419"/>
                </a:lnTo>
                <a:cubicBezTo>
                  <a:pt x="31" y="419"/>
                  <a:pt x="39" y="419"/>
                  <a:pt x="47" y="419"/>
                </a:cubicBezTo>
                <a:cubicBezTo>
                  <a:pt x="54" y="419"/>
                  <a:pt x="60" y="419"/>
                  <a:pt x="64" y="419"/>
                </a:cubicBezTo>
                <a:cubicBezTo>
                  <a:pt x="68" y="417"/>
                  <a:pt x="71" y="416"/>
                  <a:pt x="74" y="415"/>
                </a:cubicBezTo>
                <a:cubicBezTo>
                  <a:pt x="78" y="415"/>
                  <a:pt x="79" y="414"/>
                  <a:pt x="80" y="414"/>
                </a:cubicBezTo>
                <a:cubicBezTo>
                  <a:pt x="80" y="414"/>
                  <a:pt x="82" y="413"/>
                  <a:pt x="84" y="411"/>
                </a:cubicBezTo>
                <a:cubicBezTo>
                  <a:pt x="86" y="409"/>
                  <a:pt x="87" y="408"/>
                  <a:pt x="88" y="408"/>
                </a:cubicBezTo>
                <a:lnTo>
                  <a:pt x="88" y="59"/>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319" name=""/>
          <p:cNvSpPr/>
          <p:nvPr/>
        </p:nvSpPr>
        <p:spPr>
          <a:xfrm>
            <a:off x="6636960" y="4632120"/>
            <a:ext cx="14040" cy="343800"/>
          </a:xfrm>
          <a:custGeom>
            <a:avLst/>
            <a:gdLst/>
            <a:ahLst/>
            <a:rect l="0" t="0" r="r" b="b"/>
            <a:pathLst>
              <a:path w="39" h="955">
                <a:moveTo>
                  <a:pt x="20" y="955"/>
                </a:moveTo>
                <a:lnTo>
                  <a:pt x="18" y="955"/>
                </a:lnTo>
                <a:cubicBezTo>
                  <a:pt x="10" y="955"/>
                  <a:pt x="4" y="950"/>
                  <a:pt x="0" y="941"/>
                </a:cubicBezTo>
                <a:lnTo>
                  <a:pt x="0" y="477"/>
                </a:lnTo>
                <a:lnTo>
                  <a:pt x="1" y="13"/>
                </a:lnTo>
                <a:cubicBezTo>
                  <a:pt x="7" y="4"/>
                  <a:pt x="15" y="0"/>
                  <a:pt x="20" y="0"/>
                </a:cubicBezTo>
                <a:cubicBezTo>
                  <a:pt x="29" y="0"/>
                  <a:pt x="35" y="5"/>
                  <a:pt x="39" y="15"/>
                </a:cubicBezTo>
                <a:lnTo>
                  <a:pt x="39" y="941"/>
                </a:lnTo>
                <a:cubicBezTo>
                  <a:pt x="34" y="950"/>
                  <a:pt x="29" y="955"/>
                  <a:pt x="22" y="955"/>
                </a:cubicBezTo>
                <a:lnTo>
                  <a:pt x="20" y="955"/>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320" name=""/>
          <p:cNvSpPr/>
          <p:nvPr/>
        </p:nvSpPr>
        <p:spPr>
          <a:xfrm>
            <a:off x="6698880" y="4737240"/>
            <a:ext cx="194760" cy="153000"/>
          </a:xfrm>
          <a:custGeom>
            <a:avLst/>
            <a:gdLst/>
            <a:ahLst/>
            <a:rect l="0" t="0" r="r" b="b"/>
            <a:pathLst>
              <a:path w="541" h="425">
                <a:moveTo>
                  <a:pt x="197" y="425"/>
                </a:moveTo>
                <a:cubicBezTo>
                  <a:pt x="187" y="423"/>
                  <a:pt x="153" y="422"/>
                  <a:pt x="96" y="422"/>
                </a:cubicBezTo>
                <a:cubicBezTo>
                  <a:pt x="44" y="422"/>
                  <a:pt x="14" y="423"/>
                  <a:pt x="7" y="425"/>
                </a:cubicBezTo>
                <a:lnTo>
                  <a:pt x="0" y="425"/>
                </a:lnTo>
                <a:lnTo>
                  <a:pt x="0" y="366"/>
                </a:lnTo>
                <a:lnTo>
                  <a:pt x="92" y="366"/>
                </a:lnTo>
                <a:lnTo>
                  <a:pt x="214" y="222"/>
                </a:lnTo>
                <a:lnTo>
                  <a:pt x="84" y="59"/>
                </a:lnTo>
                <a:lnTo>
                  <a:pt x="5" y="59"/>
                </a:lnTo>
                <a:lnTo>
                  <a:pt x="5" y="0"/>
                </a:lnTo>
                <a:lnTo>
                  <a:pt x="12" y="0"/>
                </a:lnTo>
                <a:cubicBezTo>
                  <a:pt x="22" y="2"/>
                  <a:pt x="57" y="3"/>
                  <a:pt x="117" y="3"/>
                </a:cubicBezTo>
                <a:cubicBezTo>
                  <a:pt x="183" y="3"/>
                  <a:pt x="222" y="2"/>
                  <a:pt x="233" y="0"/>
                </a:cubicBezTo>
                <a:lnTo>
                  <a:pt x="242" y="0"/>
                </a:lnTo>
                <a:lnTo>
                  <a:pt x="242" y="59"/>
                </a:lnTo>
                <a:lnTo>
                  <a:pt x="215" y="59"/>
                </a:lnTo>
                <a:lnTo>
                  <a:pt x="248" y="100"/>
                </a:lnTo>
                <a:cubicBezTo>
                  <a:pt x="270" y="127"/>
                  <a:pt x="281" y="140"/>
                  <a:pt x="282" y="140"/>
                </a:cubicBezTo>
                <a:cubicBezTo>
                  <a:pt x="284" y="140"/>
                  <a:pt x="296" y="126"/>
                  <a:pt x="318" y="98"/>
                </a:cubicBezTo>
                <a:lnTo>
                  <a:pt x="351" y="59"/>
                </a:lnTo>
                <a:lnTo>
                  <a:pt x="316" y="59"/>
                </a:lnTo>
                <a:lnTo>
                  <a:pt x="316" y="0"/>
                </a:lnTo>
                <a:lnTo>
                  <a:pt x="324" y="0"/>
                </a:lnTo>
                <a:cubicBezTo>
                  <a:pt x="333" y="2"/>
                  <a:pt x="367" y="3"/>
                  <a:pt x="425" y="3"/>
                </a:cubicBezTo>
                <a:cubicBezTo>
                  <a:pt x="477" y="3"/>
                  <a:pt x="506" y="2"/>
                  <a:pt x="514" y="0"/>
                </a:cubicBezTo>
                <a:lnTo>
                  <a:pt x="520" y="0"/>
                </a:lnTo>
                <a:lnTo>
                  <a:pt x="520" y="59"/>
                </a:lnTo>
                <a:lnTo>
                  <a:pt x="430" y="59"/>
                </a:lnTo>
                <a:lnTo>
                  <a:pt x="319" y="190"/>
                </a:lnTo>
                <a:lnTo>
                  <a:pt x="461" y="365"/>
                </a:lnTo>
                <a:lnTo>
                  <a:pt x="500" y="366"/>
                </a:lnTo>
                <a:lnTo>
                  <a:pt x="541" y="366"/>
                </a:lnTo>
                <a:lnTo>
                  <a:pt x="541" y="425"/>
                </a:lnTo>
                <a:lnTo>
                  <a:pt x="533" y="425"/>
                </a:lnTo>
                <a:cubicBezTo>
                  <a:pt x="522" y="423"/>
                  <a:pt x="488" y="422"/>
                  <a:pt x="428" y="422"/>
                </a:cubicBezTo>
                <a:cubicBezTo>
                  <a:pt x="362" y="422"/>
                  <a:pt x="323" y="423"/>
                  <a:pt x="311" y="425"/>
                </a:cubicBezTo>
                <a:lnTo>
                  <a:pt x="303" y="425"/>
                </a:lnTo>
                <a:lnTo>
                  <a:pt x="303" y="366"/>
                </a:lnTo>
                <a:lnTo>
                  <a:pt x="329" y="366"/>
                </a:lnTo>
                <a:cubicBezTo>
                  <a:pt x="329" y="365"/>
                  <a:pt x="317" y="349"/>
                  <a:pt x="291" y="318"/>
                </a:cubicBezTo>
                <a:cubicBezTo>
                  <a:pt x="266" y="287"/>
                  <a:pt x="253" y="271"/>
                  <a:pt x="252" y="269"/>
                </a:cubicBezTo>
                <a:lnTo>
                  <a:pt x="169" y="365"/>
                </a:lnTo>
                <a:lnTo>
                  <a:pt x="187" y="366"/>
                </a:lnTo>
                <a:lnTo>
                  <a:pt x="204" y="366"/>
                </a:lnTo>
                <a:lnTo>
                  <a:pt x="204" y="425"/>
                </a:lnTo>
                <a:lnTo>
                  <a:pt x="197" y="425"/>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321" name=""/>
          <p:cNvSpPr/>
          <p:nvPr/>
        </p:nvSpPr>
        <p:spPr>
          <a:xfrm>
            <a:off x="6916320" y="4789440"/>
            <a:ext cx="75960" cy="155160"/>
          </a:xfrm>
          <a:custGeom>
            <a:avLst/>
            <a:gdLst/>
            <a:ahLst/>
            <a:rect l="0" t="0" r="r" b="b"/>
            <a:pathLst>
              <a:path w="211" h="431">
                <a:moveTo>
                  <a:pt x="5" y="162"/>
                </a:moveTo>
                <a:cubicBezTo>
                  <a:pt x="2" y="159"/>
                  <a:pt x="0" y="157"/>
                  <a:pt x="0" y="156"/>
                </a:cubicBezTo>
                <a:cubicBezTo>
                  <a:pt x="0" y="154"/>
                  <a:pt x="1" y="150"/>
                  <a:pt x="2" y="145"/>
                </a:cubicBezTo>
                <a:cubicBezTo>
                  <a:pt x="3" y="139"/>
                  <a:pt x="4" y="136"/>
                  <a:pt x="5" y="135"/>
                </a:cubicBezTo>
                <a:cubicBezTo>
                  <a:pt x="6" y="133"/>
                  <a:pt x="8" y="132"/>
                  <a:pt x="11" y="132"/>
                </a:cubicBezTo>
                <a:cubicBezTo>
                  <a:pt x="15" y="132"/>
                  <a:pt x="26" y="132"/>
                  <a:pt x="46" y="131"/>
                </a:cubicBezTo>
                <a:lnTo>
                  <a:pt x="82" y="131"/>
                </a:lnTo>
                <a:lnTo>
                  <a:pt x="94" y="77"/>
                </a:lnTo>
                <a:cubicBezTo>
                  <a:pt x="96" y="72"/>
                  <a:pt x="97" y="66"/>
                  <a:pt x="99" y="58"/>
                </a:cubicBezTo>
                <a:cubicBezTo>
                  <a:pt x="101" y="50"/>
                  <a:pt x="103" y="44"/>
                  <a:pt x="104" y="40"/>
                </a:cubicBezTo>
                <a:cubicBezTo>
                  <a:pt x="105" y="37"/>
                  <a:pt x="107" y="32"/>
                  <a:pt x="108" y="27"/>
                </a:cubicBezTo>
                <a:cubicBezTo>
                  <a:pt x="109" y="21"/>
                  <a:pt x="111" y="17"/>
                  <a:pt x="113" y="15"/>
                </a:cubicBezTo>
                <a:cubicBezTo>
                  <a:pt x="116" y="13"/>
                  <a:pt x="118" y="10"/>
                  <a:pt x="120" y="7"/>
                </a:cubicBezTo>
                <a:cubicBezTo>
                  <a:pt x="123" y="4"/>
                  <a:pt x="127" y="2"/>
                  <a:pt x="131" y="1"/>
                </a:cubicBezTo>
                <a:cubicBezTo>
                  <a:pt x="135" y="0"/>
                  <a:pt x="139" y="0"/>
                  <a:pt x="143" y="0"/>
                </a:cubicBezTo>
                <a:cubicBezTo>
                  <a:pt x="151" y="0"/>
                  <a:pt x="156" y="3"/>
                  <a:pt x="160" y="7"/>
                </a:cubicBezTo>
                <a:cubicBezTo>
                  <a:pt x="163" y="12"/>
                  <a:pt x="164" y="16"/>
                  <a:pt x="164" y="20"/>
                </a:cubicBezTo>
                <a:cubicBezTo>
                  <a:pt x="164" y="23"/>
                  <a:pt x="162" y="34"/>
                  <a:pt x="158" y="52"/>
                </a:cubicBezTo>
                <a:cubicBezTo>
                  <a:pt x="154" y="70"/>
                  <a:pt x="150" y="87"/>
                  <a:pt x="145" y="105"/>
                </a:cubicBezTo>
                <a:lnTo>
                  <a:pt x="138" y="130"/>
                </a:lnTo>
                <a:cubicBezTo>
                  <a:pt x="138" y="131"/>
                  <a:pt x="149" y="131"/>
                  <a:pt x="172" y="131"/>
                </a:cubicBezTo>
                <a:lnTo>
                  <a:pt x="206" y="131"/>
                </a:lnTo>
                <a:cubicBezTo>
                  <a:pt x="209" y="134"/>
                  <a:pt x="211" y="137"/>
                  <a:pt x="211" y="139"/>
                </a:cubicBezTo>
                <a:cubicBezTo>
                  <a:pt x="211" y="149"/>
                  <a:pt x="208" y="156"/>
                  <a:pt x="202" y="162"/>
                </a:cubicBezTo>
                <a:lnTo>
                  <a:pt x="130" y="162"/>
                </a:lnTo>
                <a:lnTo>
                  <a:pt x="105" y="261"/>
                </a:lnTo>
                <a:cubicBezTo>
                  <a:pt x="87" y="333"/>
                  <a:pt x="78" y="372"/>
                  <a:pt x="78" y="377"/>
                </a:cubicBezTo>
                <a:cubicBezTo>
                  <a:pt x="78" y="396"/>
                  <a:pt x="84" y="406"/>
                  <a:pt x="97" y="406"/>
                </a:cubicBezTo>
                <a:cubicBezTo>
                  <a:pt x="112" y="406"/>
                  <a:pt x="129" y="398"/>
                  <a:pt x="143" y="383"/>
                </a:cubicBezTo>
                <a:cubicBezTo>
                  <a:pt x="158" y="367"/>
                  <a:pt x="170" y="349"/>
                  <a:pt x="179" y="326"/>
                </a:cubicBezTo>
                <a:cubicBezTo>
                  <a:pt x="180" y="323"/>
                  <a:pt x="181" y="322"/>
                  <a:pt x="183" y="321"/>
                </a:cubicBezTo>
                <a:cubicBezTo>
                  <a:pt x="184" y="321"/>
                  <a:pt x="187" y="320"/>
                  <a:pt x="193" y="320"/>
                </a:cubicBezTo>
                <a:lnTo>
                  <a:pt x="195" y="320"/>
                </a:lnTo>
                <a:cubicBezTo>
                  <a:pt x="202" y="320"/>
                  <a:pt x="206" y="322"/>
                  <a:pt x="206" y="325"/>
                </a:cubicBezTo>
                <a:cubicBezTo>
                  <a:pt x="206" y="327"/>
                  <a:pt x="205" y="329"/>
                  <a:pt x="204" y="333"/>
                </a:cubicBezTo>
                <a:cubicBezTo>
                  <a:pt x="201" y="341"/>
                  <a:pt x="197" y="349"/>
                  <a:pt x="191" y="359"/>
                </a:cubicBezTo>
                <a:cubicBezTo>
                  <a:pt x="185" y="369"/>
                  <a:pt x="178" y="380"/>
                  <a:pt x="168" y="391"/>
                </a:cubicBezTo>
                <a:cubicBezTo>
                  <a:pt x="159" y="402"/>
                  <a:pt x="147" y="412"/>
                  <a:pt x="134" y="419"/>
                </a:cubicBezTo>
                <a:cubicBezTo>
                  <a:pt x="119" y="427"/>
                  <a:pt x="106" y="431"/>
                  <a:pt x="92" y="431"/>
                </a:cubicBezTo>
                <a:cubicBezTo>
                  <a:pt x="78" y="431"/>
                  <a:pt x="65" y="427"/>
                  <a:pt x="53" y="421"/>
                </a:cubicBezTo>
                <a:cubicBezTo>
                  <a:pt x="41" y="414"/>
                  <a:pt x="32" y="402"/>
                  <a:pt x="27" y="385"/>
                </a:cubicBezTo>
                <a:cubicBezTo>
                  <a:pt x="26" y="382"/>
                  <a:pt x="26" y="376"/>
                  <a:pt x="26" y="367"/>
                </a:cubicBezTo>
                <a:lnTo>
                  <a:pt x="26" y="355"/>
                </a:lnTo>
                <a:lnTo>
                  <a:pt x="49" y="261"/>
                </a:lnTo>
                <a:cubicBezTo>
                  <a:pt x="65" y="196"/>
                  <a:pt x="73" y="164"/>
                  <a:pt x="74" y="164"/>
                </a:cubicBezTo>
                <a:cubicBezTo>
                  <a:pt x="74" y="163"/>
                  <a:pt x="62" y="162"/>
                  <a:pt x="39" y="162"/>
                </a:cubicBezTo>
                <a:lnTo>
                  <a:pt x="5" y="162"/>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322" name=""/>
          <p:cNvSpPr/>
          <p:nvPr/>
        </p:nvSpPr>
        <p:spPr>
          <a:xfrm>
            <a:off x="7035480" y="4632120"/>
            <a:ext cx="82440" cy="344160"/>
          </a:xfrm>
          <a:custGeom>
            <a:avLst/>
            <a:gdLst/>
            <a:ahLst/>
            <a:rect l="0" t="0" r="r" b="b"/>
            <a:pathLst>
              <a:path w="229" h="956">
                <a:moveTo>
                  <a:pt x="5" y="1"/>
                </a:moveTo>
                <a:lnTo>
                  <a:pt x="9" y="0"/>
                </a:lnTo>
                <a:cubicBezTo>
                  <a:pt x="12" y="0"/>
                  <a:pt x="15" y="0"/>
                  <a:pt x="18" y="0"/>
                </a:cubicBezTo>
                <a:lnTo>
                  <a:pt x="30" y="0"/>
                </a:lnTo>
                <a:lnTo>
                  <a:pt x="57" y="24"/>
                </a:lnTo>
                <a:cubicBezTo>
                  <a:pt x="116" y="78"/>
                  <a:pt x="160" y="145"/>
                  <a:pt x="188" y="226"/>
                </a:cubicBezTo>
                <a:cubicBezTo>
                  <a:pt x="216" y="307"/>
                  <a:pt x="229" y="391"/>
                  <a:pt x="229" y="478"/>
                </a:cubicBezTo>
                <a:cubicBezTo>
                  <a:pt x="229" y="522"/>
                  <a:pt x="226" y="563"/>
                  <a:pt x="220" y="603"/>
                </a:cubicBezTo>
                <a:cubicBezTo>
                  <a:pt x="214" y="643"/>
                  <a:pt x="206" y="678"/>
                  <a:pt x="198" y="706"/>
                </a:cubicBezTo>
                <a:cubicBezTo>
                  <a:pt x="190" y="734"/>
                  <a:pt x="177" y="762"/>
                  <a:pt x="162" y="790"/>
                </a:cubicBezTo>
                <a:cubicBezTo>
                  <a:pt x="146" y="818"/>
                  <a:pt x="134" y="839"/>
                  <a:pt x="125" y="854"/>
                </a:cubicBezTo>
                <a:cubicBezTo>
                  <a:pt x="116" y="868"/>
                  <a:pt x="103" y="884"/>
                  <a:pt x="86" y="902"/>
                </a:cubicBezTo>
                <a:cubicBezTo>
                  <a:pt x="69" y="920"/>
                  <a:pt x="59" y="931"/>
                  <a:pt x="56" y="934"/>
                </a:cubicBezTo>
                <a:cubicBezTo>
                  <a:pt x="52" y="937"/>
                  <a:pt x="45" y="943"/>
                  <a:pt x="34" y="952"/>
                </a:cubicBezTo>
                <a:cubicBezTo>
                  <a:pt x="32" y="954"/>
                  <a:pt x="30" y="955"/>
                  <a:pt x="30" y="956"/>
                </a:cubicBezTo>
                <a:lnTo>
                  <a:pt x="18" y="956"/>
                </a:lnTo>
                <a:cubicBezTo>
                  <a:pt x="13" y="956"/>
                  <a:pt x="10" y="956"/>
                  <a:pt x="8" y="956"/>
                </a:cubicBezTo>
                <a:cubicBezTo>
                  <a:pt x="6" y="956"/>
                  <a:pt x="4" y="955"/>
                  <a:pt x="3" y="953"/>
                </a:cubicBezTo>
                <a:cubicBezTo>
                  <a:pt x="2" y="951"/>
                  <a:pt x="1" y="948"/>
                  <a:pt x="0" y="944"/>
                </a:cubicBezTo>
                <a:cubicBezTo>
                  <a:pt x="1" y="944"/>
                  <a:pt x="4" y="940"/>
                  <a:pt x="11" y="932"/>
                </a:cubicBezTo>
                <a:cubicBezTo>
                  <a:pt x="109" y="829"/>
                  <a:pt x="159" y="678"/>
                  <a:pt x="159" y="478"/>
                </a:cubicBezTo>
                <a:cubicBezTo>
                  <a:pt x="159" y="278"/>
                  <a:pt x="109" y="127"/>
                  <a:pt x="11" y="25"/>
                </a:cubicBezTo>
                <a:cubicBezTo>
                  <a:pt x="4" y="17"/>
                  <a:pt x="1" y="13"/>
                  <a:pt x="0" y="11"/>
                </a:cubicBezTo>
                <a:cubicBezTo>
                  <a:pt x="0" y="6"/>
                  <a:pt x="2" y="3"/>
                  <a:pt x="5" y="1"/>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323" name=""/>
          <p:cNvSpPr/>
          <p:nvPr/>
        </p:nvSpPr>
        <p:spPr>
          <a:xfrm>
            <a:off x="7272720" y="4741920"/>
            <a:ext cx="41760" cy="148320"/>
          </a:xfrm>
          <a:custGeom>
            <a:avLst/>
            <a:gdLst/>
            <a:ahLst/>
            <a:rect l="0" t="0" r="r" b="b"/>
            <a:pathLst>
              <a:path w="116" h="412">
                <a:moveTo>
                  <a:pt x="0" y="58"/>
                </a:moveTo>
                <a:cubicBezTo>
                  <a:pt x="0" y="42"/>
                  <a:pt x="5" y="29"/>
                  <a:pt x="16" y="18"/>
                </a:cubicBezTo>
                <a:cubicBezTo>
                  <a:pt x="27" y="6"/>
                  <a:pt x="41" y="0"/>
                  <a:pt x="57" y="0"/>
                </a:cubicBezTo>
                <a:cubicBezTo>
                  <a:pt x="72" y="0"/>
                  <a:pt x="86" y="5"/>
                  <a:pt x="98" y="16"/>
                </a:cubicBezTo>
                <a:cubicBezTo>
                  <a:pt x="110" y="26"/>
                  <a:pt x="116" y="40"/>
                  <a:pt x="116" y="57"/>
                </a:cubicBezTo>
                <a:cubicBezTo>
                  <a:pt x="116" y="73"/>
                  <a:pt x="111" y="86"/>
                  <a:pt x="100" y="98"/>
                </a:cubicBezTo>
                <a:cubicBezTo>
                  <a:pt x="88" y="109"/>
                  <a:pt x="75" y="115"/>
                  <a:pt x="58" y="115"/>
                </a:cubicBezTo>
                <a:cubicBezTo>
                  <a:pt x="42" y="115"/>
                  <a:pt x="28" y="110"/>
                  <a:pt x="17" y="99"/>
                </a:cubicBezTo>
                <a:cubicBezTo>
                  <a:pt x="6" y="88"/>
                  <a:pt x="0" y="74"/>
                  <a:pt x="0" y="58"/>
                </a:cubicBezTo>
                <a:moveTo>
                  <a:pt x="0" y="355"/>
                </a:moveTo>
                <a:cubicBezTo>
                  <a:pt x="0" y="339"/>
                  <a:pt x="5" y="326"/>
                  <a:pt x="16" y="315"/>
                </a:cubicBezTo>
                <a:cubicBezTo>
                  <a:pt x="27" y="303"/>
                  <a:pt x="41" y="297"/>
                  <a:pt x="57" y="297"/>
                </a:cubicBezTo>
                <a:cubicBezTo>
                  <a:pt x="72" y="297"/>
                  <a:pt x="86" y="303"/>
                  <a:pt x="98" y="313"/>
                </a:cubicBezTo>
                <a:cubicBezTo>
                  <a:pt x="110" y="323"/>
                  <a:pt x="116" y="337"/>
                  <a:pt x="116" y="354"/>
                </a:cubicBezTo>
                <a:cubicBezTo>
                  <a:pt x="116" y="370"/>
                  <a:pt x="111" y="383"/>
                  <a:pt x="100" y="395"/>
                </a:cubicBezTo>
                <a:cubicBezTo>
                  <a:pt x="88" y="406"/>
                  <a:pt x="75" y="412"/>
                  <a:pt x="58" y="412"/>
                </a:cubicBezTo>
                <a:cubicBezTo>
                  <a:pt x="42" y="412"/>
                  <a:pt x="28" y="407"/>
                  <a:pt x="17" y="396"/>
                </a:cubicBezTo>
                <a:cubicBezTo>
                  <a:pt x="6" y="385"/>
                  <a:pt x="0" y="371"/>
                  <a:pt x="0" y="355"/>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324" name=""/>
          <p:cNvSpPr/>
          <p:nvPr/>
        </p:nvSpPr>
        <p:spPr>
          <a:xfrm>
            <a:off x="7360560" y="4763880"/>
            <a:ext cx="229320" cy="80640"/>
          </a:xfrm>
          <a:custGeom>
            <a:avLst/>
            <a:gdLst/>
            <a:ahLst/>
            <a:rect l="0" t="0" r="r" b="b"/>
            <a:pathLst>
              <a:path w="637" h="224">
                <a:moveTo>
                  <a:pt x="0" y="19"/>
                </a:moveTo>
                <a:cubicBezTo>
                  <a:pt x="0" y="10"/>
                  <a:pt x="5" y="4"/>
                  <a:pt x="14" y="0"/>
                </a:cubicBezTo>
                <a:lnTo>
                  <a:pt x="623" y="0"/>
                </a:lnTo>
                <a:cubicBezTo>
                  <a:pt x="632" y="5"/>
                  <a:pt x="637" y="11"/>
                  <a:pt x="637" y="19"/>
                </a:cubicBezTo>
                <a:cubicBezTo>
                  <a:pt x="637" y="26"/>
                  <a:pt x="633" y="32"/>
                  <a:pt x="624" y="38"/>
                </a:cubicBezTo>
                <a:lnTo>
                  <a:pt x="320" y="39"/>
                </a:lnTo>
                <a:lnTo>
                  <a:pt x="16" y="39"/>
                </a:lnTo>
                <a:cubicBezTo>
                  <a:pt x="5" y="35"/>
                  <a:pt x="0" y="28"/>
                  <a:pt x="0" y="19"/>
                </a:cubicBezTo>
                <a:moveTo>
                  <a:pt x="0" y="205"/>
                </a:moveTo>
                <a:cubicBezTo>
                  <a:pt x="0" y="195"/>
                  <a:pt x="5" y="189"/>
                  <a:pt x="16" y="186"/>
                </a:cubicBezTo>
                <a:lnTo>
                  <a:pt x="624" y="186"/>
                </a:lnTo>
                <a:cubicBezTo>
                  <a:pt x="633" y="192"/>
                  <a:pt x="637" y="199"/>
                  <a:pt x="637" y="205"/>
                </a:cubicBezTo>
                <a:cubicBezTo>
                  <a:pt x="637" y="213"/>
                  <a:pt x="632" y="220"/>
                  <a:pt x="623" y="224"/>
                </a:cubicBezTo>
                <a:lnTo>
                  <a:pt x="14" y="224"/>
                </a:lnTo>
                <a:cubicBezTo>
                  <a:pt x="5" y="220"/>
                  <a:pt x="0" y="213"/>
                  <a:pt x="0" y="205"/>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325" name=""/>
          <p:cNvSpPr/>
          <p:nvPr/>
        </p:nvSpPr>
        <p:spPr>
          <a:xfrm>
            <a:off x="7695000" y="4618800"/>
            <a:ext cx="346320" cy="288720"/>
          </a:xfrm>
          <a:custGeom>
            <a:avLst/>
            <a:gdLst/>
            <a:ahLst/>
            <a:rect l="0" t="0" r="r" b="b"/>
            <a:pathLst>
              <a:path w="962" h="802">
                <a:moveTo>
                  <a:pt x="355" y="80"/>
                </a:moveTo>
                <a:cubicBezTo>
                  <a:pt x="364" y="80"/>
                  <a:pt x="369" y="82"/>
                  <a:pt x="369" y="86"/>
                </a:cubicBezTo>
                <a:cubicBezTo>
                  <a:pt x="370" y="88"/>
                  <a:pt x="374" y="100"/>
                  <a:pt x="380" y="125"/>
                </a:cubicBezTo>
                <a:cubicBezTo>
                  <a:pt x="387" y="149"/>
                  <a:pt x="400" y="192"/>
                  <a:pt x="420" y="253"/>
                </a:cubicBezTo>
                <a:cubicBezTo>
                  <a:pt x="439" y="314"/>
                  <a:pt x="462" y="379"/>
                  <a:pt x="489" y="449"/>
                </a:cubicBezTo>
                <a:cubicBezTo>
                  <a:pt x="522" y="542"/>
                  <a:pt x="556" y="617"/>
                  <a:pt x="590" y="676"/>
                </a:cubicBezTo>
                <a:lnTo>
                  <a:pt x="595" y="684"/>
                </a:lnTo>
                <a:lnTo>
                  <a:pt x="614" y="609"/>
                </a:lnTo>
                <a:cubicBezTo>
                  <a:pt x="634" y="531"/>
                  <a:pt x="656" y="450"/>
                  <a:pt x="679" y="364"/>
                </a:cubicBezTo>
                <a:cubicBezTo>
                  <a:pt x="709" y="260"/>
                  <a:pt x="730" y="187"/>
                  <a:pt x="745" y="145"/>
                </a:cubicBezTo>
                <a:cubicBezTo>
                  <a:pt x="760" y="103"/>
                  <a:pt x="775" y="74"/>
                  <a:pt x="790" y="59"/>
                </a:cubicBezTo>
                <a:cubicBezTo>
                  <a:pt x="824" y="25"/>
                  <a:pt x="868" y="6"/>
                  <a:pt x="922" y="1"/>
                </a:cubicBezTo>
                <a:cubicBezTo>
                  <a:pt x="923" y="1"/>
                  <a:pt x="926" y="1"/>
                  <a:pt x="931" y="1"/>
                </a:cubicBezTo>
                <a:cubicBezTo>
                  <a:pt x="936" y="1"/>
                  <a:pt x="940" y="0"/>
                  <a:pt x="942" y="0"/>
                </a:cubicBezTo>
                <a:lnTo>
                  <a:pt x="946" y="0"/>
                </a:lnTo>
                <a:cubicBezTo>
                  <a:pt x="956" y="0"/>
                  <a:pt x="962" y="7"/>
                  <a:pt x="962" y="22"/>
                </a:cubicBezTo>
                <a:cubicBezTo>
                  <a:pt x="962" y="50"/>
                  <a:pt x="953" y="73"/>
                  <a:pt x="935" y="92"/>
                </a:cubicBezTo>
                <a:cubicBezTo>
                  <a:pt x="929" y="98"/>
                  <a:pt x="921" y="101"/>
                  <a:pt x="909" y="101"/>
                </a:cubicBezTo>
                <a:cubicBezTo>
                  <a:pt x="886" y="102"/>
                  <a:pt x="866" y="106"/>
                  <a:pt x="847" y="111"/>
                </a:cubicBezTo>
                <a:cubicBezTo>
                  <a:pt x="829" y="117"/>
                  <a:pt x="816" y="123"/>
                  <a:pt x="808" y="128"/>
                </a:cubicBezTo>
                <a:cubicBezTo>
                  <a:pt x="801" y="134"/>
                  <a:pt x="796" y="139"/>
                  <a:pt x="794" y="143"/>
                </a:cubicBezTo>
                <a:cubicBezTo>
                  <a:pt x="782" y="163"/>
                  <a:pt x="752" y="263"/>
                  <a:pt x="703" y="447"/>
                </a:cubicBezTo>
                <a:cubicBezTo>
                  <a:pt x="655" y="629"/>
                  <a:pt x="630" y="726"/>
                  <a:pt x="630" y="740"/>
                </a:cubicBezTo>
                <a:lnTo>
                  <a:pt x="629" y="740"/>
                </a:lnTo>
                <a:cubicBezTo>
                  <a:pt x="629" y="738"/>
                  <a:pt x="628" y="738"/>
                  <a:pt x="628" y="740"/>
                </a:cubicBezTo>
                <a:cubicBezTo>
                  <a:pt x="627" y="740"/>
                  <a:pt x="627" y="741"/>
                  <a:pt x="627" y="743"/>
                </a:cubicBezTo>
                <a:cubicBezTo>
                  <a:pt x="622" y="753"/>
                  <a:pt x="614" y="762"/>
                  <a:pt x="601" y="770"/>
                </a:cubicBezTo>
                <a:cubicBezTo>
                  <a:pt x="588" y="779"/>
                  <a:pt x="575" y="783"/>
                  <a:pt x="562" y="784"/>
                </a:cubicBezTo>
                <a:cubicBezTo>
                  <a:pt x="555" y="784"/>
                  <a:pt x="551" y="783"/>
                  <a:pt x="548" y="781"/>
                </a:cubicBezTo>
                <a:cubicBezTo>
                  <a:pt x="546" y="779"/>
                  <a:pt x="541" y="772"/>
                  <a:pt x="533" y="761"/>
                </a:cubicBezTo>
                <a:cubicBezTo>
                  <a:pt x="504" y="714"/>
                  <a:pt x="481" y="672"/>
                  <a:pt x="464" y="637"/>
                </a:cubicBezTo>
                <a:cubicBezTo>
                  <a:pt x="448" y="601"/>
                  <a:pt x="429" y="553"/>
                  <a:pt x="407" y="494"/>
                </a:cubicBezTo>
                <a:cubicBezTo>
                  <a:pt x="378" y="418"/>
                  <a:pt x="351" y="340"/>
                  <a:pt x="327" y="262"/>
                </a:cubicBezTo>
                <a:lnTo>
                  <a:pt x="319" y="242"/>
                </a:lnTo>
                <a:lnTo>
                  <a:pt x="319" y="243"/>
                </a:lnTo>
                <a:cubicBezTo>
                  <a:pt x="319" y="244"/>
                  <a:pt x="316" y="258"/>
                  <a:pt x="310" y="287"/>
                </a:cubicBezTo>
                <a:cubicBezTo>
                  <a:pt x="303" y="316"/>
                  <a:pt x="296" y="350"/>
                  <a:pt x="287" y="392"/>
                </a:cubicBezTo>
                <a:cubicBezTo>
                  <a:pt x="278" y="433"/>
                  <a:pt x="266" y="477"/>
                  <a:pt x="250" y="526"/>
                </a:cubicBezTo>
                <a:cubicBezTo>
                  <a:pt x="235" y="574"/>
                  <a:pt x="219" y="618"/>
                  <a:pt x="203" y="659"/>
                </a:cubicBezTo>
                <a:cubicBezTo>
                  <a:pt x="187" y="699"/>
                  <a:pt x="168" y="733"/>
                  <a:pt x="147" y="761"/>
                </a:cubicBezTo>
                <a:cubicBezTo>
                  <a:pt x="126" y="789"/>
                  <a:pt x="105" y="802"/>
                  <a:pt x="84" y="802"/>
                </a:cubicBezTo>
                <a:cubicBezTo>
                  <a:pt x="67" y="802"/>
                  <a:pt x="49" y="797"/>
                  <a:pt x="30" y="786"/>
                </a:cubicBezTo>
                <a:cubicBezTo>
                  <a:pt x="11" y="776"/>
                  <a:pt x="1" y="763"/>
                  <a:pt x="0" y="746"/>
                </a:cubicBezTo>
                <a:cubicBezTo>
                  <a:pt x="0" y="730"/>
                  <a:pt x="5" y="714"/>
                  <a:pt x="15" y="696"/>
                </a:cubicBezTo>
                <a:cubicBezTo>
                  <a:pt x="24" y="678"/>
                  <a:pt x="34" y="669"/>
                  <a:pt x="43" y="668"/>
                </a:cubicBezTo>
                <a:cubicBezTo>
                  <a:pt x="45" y="668"/>
                  <a:pt x="51" y="672"/>
                  <a:pt x="60" y="680"/>
                </a:cubicBezTo>
                <a:cubicBezTo>
                  <a:pt x="70" y="689"/>
                  <a:pt x="86" y="695"/>
                  <a:pt x="109" y="700"/>
                </a:cubicBezTo>
                <a:lnTo>
                  <a:pt x="114" y="700"/>
                </a:lnTo>
                <a:cubicBezTo>
                  <a:pt x="125" y="700"/>
                  <a:pt x="135" y="693"/>
                  <a:pt x="143" y="680"/>
                </a:cubicBezTo>
                <a:cubicBezTo>
                  <a:pt x="152" y="666"/>
                  <a:pt x="165" y="636"/>
                  <a:pt x="181" y="589"/>
                </a:cubicBezTo>
                <a:cubicBezTo>
                  <a:pt x="209" y="509"/>
                  <a:pt x="232" y="431"/>
                  <a:pt x="249" y="355"/>
                </a:cubicBezTo>
                <a:cubicBezTo>
                  <a:pt x="265" y="280"/>
                  <a:pt x="276" y="222"/>
                  <a:pt x="280" y="181"/>
                </a:cubicBezTo>
                <a:cubicBezTo>
                  <a:pt x="285" y="140"/>
                  <a:pt x="288" y="119"/>
                  <a:pt x="291" y="116"/>
                </a:cubicBezTo>
                <a:cubicBezTo>
                  <a:pt x="296" y="107"/>
                  <a:pt x="305" y="99"/>
                  <a:pt x="317" y="91"/>
                </a:cubicBezTo>
                <a:cubicBezTo>
                  <a:pt x="330" y="84"/>
                  <a:pt x="342" y="80"/>
                  <a:pt x="355" y="80"/>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326" name=""/>
          <p:cNvSpPr/>
          <p:nvPr/>
        </p:nvSpPr>
        <p:spPr>
          <a:xfrm>
            <a:off x="8073360" y="4632120"/>
            <a:ext cx="82440" cy="344160"/>
          </a:xfrm>
          <a:custGeom>
            <a:avLst/>
            <a:gdLst/>
            <a:ahLst/>
            <a:rect l="0" t="0" r="r" b="b"/>
            <a:pathLst>
              <a:path w="229" h="956">
                <a:moveTo>
                  <a:pt x="0" y="478"/>
                </a:moveTo>
                <a:cubicBezTo>
                  <a:pt x="0" y="434"/>
                  <a:pt x="3" y="393"/>
                  <a:pt x="9" y="353"/>
                </a:cubicBezTo>
                <a:cubicBezTo>
                  <a:pt x="16" y="314"/>
                  <a:pt x="23" y="280"/>
                  <a:pt x="31" y="251"/>
                </a:cubicBezTo>
                <a:cubicBezTo>
                  <a:pt x="40" y="222"/>
                  <a:pt x="52" y="194"/>
                  <a:pt x="68" y="167"/>
                </a:cubicBezTo>
                <a:cubicBezTo>
                  <a:pt x="83" y="140"/>
                  <a:pt x="95" y="118"/>
                  <a:pt x="104" y="103"/>
                </a:cubicBezTo>
                <a:cubicBezTo>
                  <a:pt x="113" y="88"/>
                  <a:pt x="126" y="71"/>
                  <a:pt x="144" y="53"/>
                </a:cubicBezTo>
                <a:cubicBezTo>
                  <a:pt x="162" y="35"/>
                  <a:pt x="172" y="25"/>
                  <a:pt x="175" y="21"/>
                </a:cubicBezTo>
                <a:cubicBezTo>
                  <a:pt x="179" y="17"/>
                  <a:pt x="187" y="9"/>
                  <a:pt x="199" y="0"/>
                </a:cubicBezTo>
                <a:lnTo>
                  <a:pt x="212" y="0"/>
                </a:lnTo>
                <a:lnTo>
                  <a:pt x="216" y="0"/>
                </a:lnTo>
                <a:cubicBezTo>
                  <a:pt x="224" y="0"/>
                  <a:pt x="229" y="3"/>
                  <a:pt x="229" y="8"/>
                </a:cubicBezTo>
                <a:cubicBezTo>
                  <a:pt x="229" y="10"/>
                  <a:pt x="223" y="18"/>
                  <a:pt x="213" y="29"/>
                </a:cubicBezTo>
                <a:cubicBezTo>
                  <a:pt x="202" y="41"/>
                  <a:pt x="189" y="58"/>
                  <a:pt x="174" y="80"/>
                </a:cubicBezTo>
                <a:cubicBezTo>
                  <a:pt x="158" y="102"/>
                  <a:pt x="143" y="130"/>
                  <a:pt x="127" y="162"/>
                </a:cubicBezTo>
                <a:cubicBezTo>
                  <a:pt x="111" y="195"/>
                  <a:pt x="97" y="239"/>
                  <a:pt x="87" y="294"/>
                </a:cubicBezTo>
                <a:cubicBezTo>
                  <a:pt x="76" y="349"/>
                  <a:pt x="70" y="411"/>
                  <a:pt x="70" y="478"/>
                </a:cubicBezTo>
                <a:cubicBezTo>
                  <a:pt x="70" y="546"/>
                  <a:pt x="76" y="607"/>
                  <a:pt x="87" y="662"/>
                </a:cubicBezTo>
                <a:cubicBezTo>
                  <a:pt x="97" y="716"/>
                  <a:pt x="110" y="761"/>
                  <a:pt x="126" y="794"/>
                </a:cubicBezTo>
                <a:cubicBezTo>
                  <a:pt x="141" y="828"/>
                  <a:pt x="157" y="855"/>
                  <a:pt x="173" y="876"/>
                </a:cubicBezTo>
                <a:cubicBezTo>
                  <a:pt x="188" y="897"/>
                  <a:pt x="202" y="914"/>
                  <a:pt x="213" y="927"/>
                </a:cubicBezTo>
                <a:cubicBezTo>
                  <a:pt x="223" y="940"/>
                  <a:pt x="229" y="947"/>
                  <a:pt x="229" y="947"/>
                </a:cubicBezTo>
                <a:cubicBezTo>
                  <a:pt x="229" y="953"/>
                  <a:pt x="224" y="956"/>
                  <a:pt x="215" y="956"/>
                </a:cubicBezTo>
                <a:lnTo>
                  <a:pt x="212" y="956"/>
                </a:lnTo>
                <a:lnTo>
                  <a:pt x="199" y="956"/>
                </a:lnTo>
                <a:lnTo>
                  <a:pt x="173" y="933"/>
                </a:lnTo>
                <a:cubicBezTo>
                  <a:pt x="113" y="879"/>
                  <a:pt x="69" y="811"/>
                  <a:pt x="42" y="730"/>
                </a:cubicBezTo>
                <a:cubicBezTo>
                  <a:pt x="13" y="650"/>
                  <a:pt x="0" y="565"/>
                  <a:pt x="0" y="478"/>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327" name=""/>
          <p:cNvSpPr/>
          <p:nvPr/>
        </p:nvSpPr>
        <p:spPr>
          <a:xfrm>
            <a:off x="8181720" y="4737240"/>
            <a:ext cx="194760" cy="153000"/>
          </a:xfrm>
          <a:custGeom>
            <a:avLst/>
            <a:gdLst/>
            <a:ahLst/>
            <a:rect l="0" t="0" r="r" b="b"/>
            <a:pathLst>
              <a:path w="541" h="425">
                <a:moveTo>
                  <a:pt x="198" y="425"/>
                </a:moveTo>
                <a:cubicBezTo>
                  <a:pt x="189" y="423"/>
                  <a:pt x="154" y="422"/>
                  <a:pt x="96" y="422"/>
                </a:cubicBezTo>
                <a:cubicBezTo>
                  <a:pt x="44" y="422"/>
                  <a:pt x="15" y="423"/>
                  <a:pt x="7" y="425"/>
                </a:cubicBezTo>
                <a:lnTo>
                  <a:pt x="0" y="425"/>
                </a:lnTo>
                <a:lnTo>
                  <a:pt x="0" y="366"/>
                </a:lnTo>
                <a:lnTo>
                  <a:pt x="92" y="366"/>
                </a:lnTo>
                <a:lnTo>
                  <a:pt x="215" y="222"/>
                </a:lnTo>
                <a:lnTo>
                  <a:pt x="84" y="59"/>
                </a:lnTo>
                <a:lnTo>
                  <a:pt x="5" y="59"/>
                </a:lnTo>
                <a:lnTo>
                  <a:pt x="5" y="0"/>
                </a:lnTo>
                <a:lnTo>
                  <a:pt x="13" y="0"/>
                </a:lnTo>
                <a:cubicBezTo>
                  <a:pt x="22" y="2"/>
                  <a:pt x="57" y="3"/>
                  <a:pt x="117" y="3"/>
                </a:cubicBezTo>
                <a:cubicBezTo>
                  <a:pt x="184" y="3"/>
                  <a:pt x="223" y="2"/>
                  <a:pt x="234" y="0"/>
                </a:cubicBezTo>
                <a:lnTo>
                  <a:pt x="243" y="0"/>
                </a:lnTo>
                <a:lnTo>
                  <a:pt x="243" y="59"/>
                </a:lnTo>
                <a:lnTo>
                  <a:pt x="216" y="59"/>
                </a:lnTo>
                <a:lnTo>
                  <a:pt x="250" y="100"/>
                </a:lnTo>
                <a:cubicBezTo>
                  <a:pt x="271" y="127"/>
                  <a:pt x="282" y="140"/>
                  <a:pt x="283" y="140"/>
                </a:cubicBezTo>
                <a:cubicBezTo>
                  <a:pt x="286" y="140"/>
                  <a:pt x="298" y="126"/>
                  <a:pt x="319" y="98"/>
                </a:cubicBezTo>
                <a:lnTo>
                  <a:pt x="353" y="59"/>
                </a:lnTo>
                <a:lnTo>
                  <a:pt x="318" y="59"/>
                </a:lnTo>
                <a:lnTo>
                  <a:pt x="318" y="0"/>
                </a:lnTo>
                <a:lnTo>
                  <a:pt x="325" y="0"/>
                </a:lnTo>
                <a:cubicBezTo>
                  <a:pt x="335" y="2"/>
                  <a:pt x="368" y="3"/>
                  <a:pt x="426" y="3"/>
                </a:cubicBezTo>
                <a:cubicBezTo>
                  <a:pt x="478" y="3"/>
                  <a:pt x="508" y="2"/>
                  <a:pt x="515" y="0"/>
                </a:cubicBezTo>
                <a:lnTo>
                  <a:pt x="522" y="0"/>
                </a:lnTo>
                <a:lnTo>
                  <a:pt x="522" y="59"/>
                </a:lnTo>
                <a:lnTo>
                  <a:pt x="431" y="59"/>
                </a:lnTo>
                <a:lnTo>
                  <a:pt x="320" y="190"/>
                </a:lnTo>
                <a:lnTo>
                  <a:pt x="463" y="365"/>
                </a:lnTo>
                <a:lnTo>
                  <a:pt x="502" y="366"/>
                </a:lnTo>
                <a:lnTo>
                  <a:pt x="541" y="366"/>
                </a:lnTo>
                <a:lnTo>
                  <a:pt x="541" y="425"/>
                </a:lnTo>
                <a:lnTo>
                  <a:pt x="533" y="425"/>
                </a:lnTo>
                <a:cubicBezTo>
                  <a:pt x="524" y="423"/>
                  <a:pt x="489" y="422"/>
                  <a:pt x="429" y="422"/>
                </a:cubicBezTo>
                <a:cubicBezTo>
                  <a:pt x="363" y="422"/>
                  <a:pt x="324" y="423"/>
                  <a:pt x="313" y="425"/>
                </a:cubicBezTo>
                <a:lnTo>
                  <a:pt x="304" y="425"/>
                </a:lnTo>
                <a:lnTo>
                  <a:pt x="304" y="366"/>
                </a:lnTo>
                <a:lnTo>
                  <a:pt x="331" y="366"/>
                </a:lnTo>
                <a:cubicBezTo>
                  <a:pt x="331" y="365"/>
                  <a:pt x="318" y="349"/>
                  <a:pt x="293" y="318"/>
                </a:cubicBezTo>
                <a:cubicBezTo>
                  <a:pt x="267" y="287"/>
                  <a:pt x="254" y="271"/>
                  <a:pt x="254" y="269"/>
                </a:cubicBezTo>
                <a:lnTo>
                  <a:pt x="169" y="365"/>
                </a:lnTo>
                <a:lnTo>
                  <a:pt x="189" y="366"/>
                </a:lnTo>
                <a:lnTo>
                  <a:pt x="206" y="366"/>
                </a:lnTo>
                <a:lnTo>
                  <a:pt x="206" y="425"/>
                </a:lnTo>
                <a:lnTo>
                  <a:pt x="198" y="425"/>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328" name=""/>
          <p:cNvSpPr/>
          <p:nvPr/>
        </p:nvSpPr>
        <p:spPr>
          <a:xfrm>
            <a:off x="8399160" y="4789440"/>
            <a:ext cx="75960" cy="155160"/>
          </a:xfrm>
          <a:custGeom>
            <a:avLst/>
            <a:gdLst/>
            <a:ahLst/>
            <a:rect l="0" t="0" r="r" b="b"/>
            <a:pathLst>
              <a:path w="211" h="431">
                <a:moveTo>
                  <a:pt x="5" y="162"/>
                </a:moveTo>
                <a:cubicBezTo>
                  <a:pt x="2" y="159"/>
                  <a:pt x="0" y="157"/>
                  <a:pt x="0" y="156"/>
                </a:cubicBezTo>
                <a:cubicBezTo>
                  <a:pt x="0" y="154"/>
                  <a:pt x="1" y="150"/>
                  <a:pt x="2" y="145"/>
                </a:cubicBezTo>
                <a:cubicBezTo>
                  <a:pt x="4" y="139"/>
                  <a:pt x="5" y="136"/>
                  <a:pt x="6" y="135"/>
                </a:cubicBezTo>
                <a:cubicBezTo>
                  <a:pt x="7" y="133"/>
                  <a:pt x="9" y="132"/>
                  <a:pt x="12" y="132"/>
                </a:cubicBezTo>
                <a:cubicBezTo>
                  <a:pt x="15" y="132"/>
                  <a:pt x="26" y="132"/>
                  <a:pt x="46" y="131"/>
                </a:cubicBezTo>
                <a:lnTo>
                  <a:pt x="82" y="131"/>
                </a:lnTo>
                <a:lnTo>
                  <a:pt x="95" y="77"/>
                </a:lnTo>
                <a:cubicBezTo>
                  <a:pt x="96" y="72"/>
                  <a:pt x="98" y="66"/>
                  <a:pt x="100" y="58"/>
                </a:cubicBezTo>
                <a:cubicBezTo>
                  <a:pt x="101" y="50"/>
                  <a:pt x="103" y="44"/>
                  <a:pt x="104" y="40"/>
                </a:cubicBezTo>
                <a:cubicBezTo>
                  <a:pt x="106" y="37"/>
                  <a:pt x="107" y="32"/>
                  <a:pt x="108" y="27"/>
                </a:cubicBezTo>
                <a:cubicBezTo>
                  <a:pt x="110" y="21"/>
                  <a:pt x="112" y="17"/>
                  <a:pt x="114" y="15"/>
                </a:cubicBezTo>
                <a:cubicBezTo>
                  <a:pt x="116" y="13"/>
                  <a:pt x="118" y="10"/>
                  <a:pt x="121" y="7"/>
                </a:cubicBezTo>
                <a:cubicBezTo>
                  <a:pt x="123" y="4"/>
                  <a:pt x="126" y="2"/>
                  <a:pt x="130" y="1"/>
                </a:cubicBezTo>
                <a:cubicBezTo>
                  <a:pt x="134" y="0"/>
                  <a:pt x="138" y="0"/>
                  <a:pt x="142" y="0"/>
                </a:cubicBezTo>
                <a:cubicBezTo>
                  <a:pt x="150" y="0"/>
                  <a:pt x="156" y="3"/>
                  <a:pt x="159" y="7"/>
                </a:cubicBezTo>
                <a:cubicBezTo>
                  <a:pt x="162" y="12"/>
                  <a:pt x="164" y="16"/>
                  <a:pt x="164" y="20"/>
                </a:cubicBezTo>
                <a:cubicBezTo>
                  <a:pt x="164" y="23"/>
                  <a:pt x="162" y="34"/>
                  <a:pt x="158" y="52"/>
                </a:cubicBezTo>
                <a:cubicBezTo>
                  <a:pt x="154" y="70"/>
                  <a:pt x="149" y="87"/>
                  <a:pt x="144" y="105"/>
                </a:cubicBezTo>
                <a:lnTo>
                  <a:pt x="137" y="130"/>
                </a:lnTo>
                <a:cubicBezTo>
                  <a:pt x="137" y="131"/>
                  <a:pt x="149" y="131"/>
                  <a:pt x="171" y="131"/>
                </a:cubicBezTo>
                <a:lnTo>
                  <a:pt x="207" y="131"/>
                </a:lnTo>
                <a:cubicBezTo>
                  <a:pt x="210" y="134"/>
                  <a:pt x="211" y="137"/>
                  <a:pt x="211" y="139"/>
                </a:cubicBezTo>
                <a:cubicBezTo>
                  <a:pt x="211" y="149"/>
                  <a:pt x="208" y="156"/>
                  <a:pt x="203" y="162"/>
                </a:cubicBezTo>
                <a:lnTo>
                  <a:pt x="129" y="162"/>
                </a:lnTo>
                <a:lnTo>
                  <a:pt x="105" y="261"/>
                </a:lnTo>
                <a:cubicBezTo>
                  <a:pt x="87" y="333"/>
                  <a:pt x="79" y="372"/>
                  <a:pt x="79" y="377"/>
                </a:cubicBezTo>
                <a:cubicBezTo>
                  <a:pt x="79" y="396"/>
                  <a:pt x="85" y="406"/>
                  <a:pt x="97" y="406"/>
                </a:cubicBezTo>
                <a:cubicBezTo>
                  <a:pt x="113" y="406"/>
                  <a:pt x="128" y="398"/>
                  <a:pt x="143" y="383"/>
                </a:cubicBezTo>
                <a:cubicBezTo>
                  <a:pt x="158" y="367"/>
                  <a:pt x="170" y="349"/>
                  <a:pt x="179" y="326"/>
                </a:cubicBezTo>
                <a:cubicBezTo>
                  <a:pt x="179" y="323"/>
                  <a:pt x="181" y="322"/>
                  <a:pt x="183" y="321"/>
                </a:cubicBezTo>
                <a:cubicBezTo>
                  <a:pt x="184" y="321"/>
                  <a:pt x="188" y="320"/>
                  <a:pt x="193" y="320"/>
                </a:cubicBezTo>
                <a:lnTo>
                  <a:pt x="196" y="320"/>
                </a:lnTo>
                <a:cubicBezTo>
                  <a:pt x="203" y="320"/>
                  <a:pt x="206" y="322"/>
                  <a:pt x="206" y="325"/>
                </a:cubicBezTo>
                <a:cubicBezTo>
                  <a:pt x="206" y="327"/>
                  <a:pt x="205" y="329"/>
                  <a:pt x="204" y="333"/>
                </a:cubicBezTo>
                <a:cubicBezTo>
                  <a:pt x="202" y="341"/>
                  <a:pt x="198" y="349"/>
                  <a:pt x="192" y="359"/>
                </a:cubicBezTo>
                <a:cubicBezTo>
                  <a:pt x="186" y="369"/>
                  <a:pt x="177" y="380"/>
                  <a:pt x="168" y="391"/>
                </a:cubicBezTo>
                <a:cubicBezTo>
                  <a:pt x="158" y="402"/>
                  <a:pt x="147" y="412"/>
                  <a:pt x="133" y="419"/>
                </a:cubicBezTo>
                <a:cubicBezTo>
                  <a:pt x="120" y="427"/>
                  <a:pt x="106" y="431"/>
                  <a:pt x="92" y="431"/>
                </a:cubicBezTo>
                <a:cubicBezTo>
                  <a:pt x="79" y="431"/>
                  <a:pt x="66" y="427"/>
                  <a:pt x="54" y="421"/>
                </a:cubicBezTo>
                <a:cubicBezTo>
                  <a:pt x="42" y="414"/>
                  <a:pt x="33" y="402"/>
                  <a:pt x="27" y="385"/>
                </a:cubicBezTo>
                <a:cubicBezTo>
                  <a:pt x="26" y="382"/>
                  <a:pt x="26" y="376"/>
                  <a:pt x="26" y="367"/>
                </a:cubicBezTo>
                <a:lnTo>
                  <a:pt x="26" y="355"/>
                </a:lnTo>
                <a:lnTo>
                  <a:pt x="50" y="261"/>
                </a:lnTo>
                <a:cubicBezTo>
                  <a:pt x="65" y="196"/>
                  <a:pt x="74" y="164"/>
                  <a:pt x="74" y="164"/>
                </a:cubicBezTo>
                <a:cubicBezTo>
                  <a:pt x="74" y="163"/>
                  <a:pt x="62" y="162"/>
                  <a:pt x="40" y="162"/>
                </a:cubicBezTo>
                <a:lnTo>
                  <a:pt x="5" y="162"/>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329" name=""/>
          <p:cNvSpPr/>
          <p:nvPr/>
        </p:nvSpPr>
        <p:spPr>
          <a:xfrm>
            <a:off x="8502840" y="4875840"/>
            <a:ext cx="148680" cy="10080"/>
          </a:xfrm>
          <a:custGeom>
            <a:avLst/>
            <a:gdLst/>
            <a:ahLst/>
            <a:rect l="0" t="0" r="r" b="b"/>
            <a:pathLst>
              <a:path w="413" h="28">
                <a:moveTo>
                  <a:pt x="9" y="0"/>
                </a:moveTo>
                <a:lnTo>
                  <a:pt x="403" y="0"/>
                </a:lnTo>
                <a:cubicBezTo>
                  <a:pt x="409" y="4"/>
                  <a:pt x="413" y="8"/>
                  <a:pt x="413" y="13"/>
                </a:cubicBezTo>
                <a:cubicBezTo>
                  <a:pt x="413" y="19"/>
                  <a:pt x="409" y="23"/>
                  <a:pt x="403" y="28"/>
                </a:cubicBezTo>
                <a:lnTo>
                  <a:pt x="9" y="28"/>
                </a:lnTo>
                <a:cubicBezTo>
                  <a:pt x="3" y="25"/>
                  <a:pt x="0" y="19"/>
                  <a:pt x="0" y="13"/>
                </a:cubicBezTo>
                <a:cubicBezTo>
                  <a:pt x="0" y="8"/>
                  <a:pt x="3" y="3"/>
                  <a:pt x="9" y="0"/>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330" name=""/>
          <p:cNvSpPr/>
          <p:nvPr/>
        </p:nvSpPr>
        <p:spPr>
          <a:xfrm>
            <a:off x="8691840" y="4779720"/>
            <a:ext cx="83880" cy="162000"/>
          </a:xfrm>
          <a:custGeom>
            <a:avLst/>
            <a:gdLst/>
            <a:ahLst/>
            <a:rect l="0" t="0" r="r" b="b"/>
            <a:pathLst>
              <a:path w="233" h="450">
                <a:moveTo>
                  <a:pt x="87" y="59"/>
                </a:moveTo>
                <a:lnTo>
                  <a:pt x="79" y="62"/>
                </a:lnTo>
                <a:cubicBezTo>
                  <a:pt x="72" y="65"/>
                  <a:pt x="63" y="67"/>
                  <a:pt x="52" y="69"/>
                </a:cubicBezTo>
                <a:cubicBezTo>
                  <a:pt x="40" y="71"/>
                  <a:pt x="27" y="73"/>
                  <a:pt x="12" y="74"/>
                </a:cubicBezTo>
                <a:lnTo>
                  <a:pt x="0" y="74"/>
                </a:lnTo>
                <a:lnTo>
                  <a:pt x="0" y="43"/>
                </a:lnTo>
                <a:lnTo>
                  <a:pt x="12" y="43"/>
                </a:lnTo>
                <a:cubicBezTo>
                  <a:pt x="34" y="42"/>
                  <a:pt x="53" y="39"/>
                  <a:pt x="71" y="33"/>
                </a:cubicBezTo>
                <a:cubicBezTo>
                  <a:pt x="89" y="27"/>
                  <a:pt x="103" y="21"/>
                  <a:pt x="110" y="16"/>
                </a:cubicBezTo>
                <a:cubicBezTo>
                  <a:pt x="117" y="12"/>
                  <a:pt x="123" y="7"/>
                  <a:pt x="129" y="2"/>
                </a:cubicBezTo>
                <a:cubicBezTo>
                  <a:pt x="130" y="0"/>
                  <a:pt x="132" y="0"/>
                  <a:pt x="137" y="0"/>
                </a:cubicBezTo>
                <a:cubicBezTo>
                  <a:pt x="141" y="0"/>
                  <a:pt x="145" y="1"/>
                  <a:pt x="148" y="4"/>
                </a:cubicBezTo>
                <a:lnTo>
                  <a:pt x="148" y="206"/>
                </a:lnTo>
                <a:lnTo>
                  <a:pt x="149" y="408"/>
                </a:lnTo>
                <a:cubicBezTo>
                  <a:pt x="152" y="411"/>
                  <a:pt x="155" y="413"/>
                  <a:pt x="157" y="414"/>
                </a:cubicBezTo>
                <a:cubicBezTo>
                  <a:pt x="159" y="415"/>
                  <a:pt x="165" y="416"/>
                  <a:pt x="173" y="417"/>
                </a:cubicBezTo>
                <a:cubicBezTo>
                  <a:pt x="182" y="419"/>
                  <a:pt x="196" y="419"/>
                  <a:pt x="215" y="419"/>
                </a:cubicBezTo>
                <a:lnTo>
                  <a:pt x="233" y="419"/>
                </a:lnTo>
                <a:lnTo>
                  <a:pt x="233" y="450"/>
                </a:lnTo>
                <a:lnTo>
                  <a:pt x="225" y="450"/>
                </a:lnTo>
                <a:cubicBezTo>
                  <a:pt x="216" y="449"/>
                  <a:pt x="180" y="448"/>
                  <a:pt x="118" y="448"/>
                </a:cubicBezTo>
                <a:cubicBezTo>
                  <a:pt x="56" y="448"/>
                  <a:pt x="20" y="449"/>
                  <a:pt x="11" y="450"/>
                </a:cubicBezTo>
                <a:lnTo>
                  <a:pt x="3" y="450"/>
                </a:lnTo>
                <a:lnTo>
                  <a:pt x="3" y="419"/>
                </a:lnTo>
                <a:lnTo>
                  <a:pt x="20" y="419"/>
                </a:lnTo>
                <a:cubicBezTo>
                  <a:pt x="30" y="419"/>
                  <a:pt x="39" y="419"/>
                  <a:pt x="46" y="419"/>
                </a:cubicBezTo>
                <a:cubicBezTo>
                  <a:pt x="53" y="419"/>
                  <a:pt x="59" y="419"/>
                  <a:pt x="63" y="419"/>
                </a:cubicBezTo>
                <a:cubicBezTo>
                  <a:pt x="67" y="417"/>
                  <a:pt x="71" y="416"/>
                  <a:pt x="74" y="415"/>
                </a:cubicBezTo>
                <a:cubicBezTo>
                  <a:pt x="77" y="415"/>
                  <a:pt x="79" y="414"/>
                  <a:pt x="79" y="414"/>
                </a:cubicBezTo>
                <a:cubicBezTo>
                  <a:pt x="80" y="414"/>
                  <a:pt x="81" y="413"/>
                  <a:pt x="83" y="411"/>
                </a:cubicBezTo>
                <a:cubicBezTo>
                  <a:pt x="86" y="409"/>
                  <a:pt x="87" y="408"/>
                  <a:pt x="87" y="408"/>
                </a:cubicBezTo>
                <a:lnTo>
                  <a:pt x="87" y="59"/>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331" name=""/>
          <p:cNvSpPr/>
          <p:nvPr/>
        </p:nvSpPr>
        <p:spPr>
          <a:xfrm>
            <a:off x="8837280" y="4741920"/>
            <a:ext cx="42840" cy="214920"/>
          </a:xfrm>
          <a:custGeom>
            <a:avLst/>
            <a:gdLst/>
            <a:ahLst/>
            <a:rect l="0" t="0" r="r" b="b"/>
            <a:pathLst>
              <a:path w="119" h="597">
                <a:moveTo>
                  <a:pt x="0" y="58"/>
                </a:moveTo>
                <a:cubicBezTo>
                  <a:pt x="0" y="42"/>
                  <a:pt x="5" y="29"/>
                  <a:pt x="16" y="18"/>
                </a:cubicBezTo>
                <a:cubicBezTo>
                  <a:pt x="27" y="6"/>
                  <a:pt x="40" y="0"/>
                  <a:pt x="58" y="0"/>
                </a:cubicBezTo>
                <a:cubicBezTo>
                  <a:pt x="73" y="0"/>
                  <a:pt x="86" y="5"/>
                  <a:pt x="98" y="16"/>
                </a:cubicBezTo>
                <a:cubicBezTo>
                  <a:pt x="109" y="26"/>
                  <a:pt x="115" y="40"/>
                  <a:pt x="116" y="57"/>
                </a:cubicBezTo>
                <a:cubicBezTo>
                  <a:pt x="116" y="73"/>
                  <a:pt x="111" y="86"/>
                  <a:pt x="100" y="98"/>
                </a:cubicBezTo>
                <a:cubicBezTo>
                  <a:pt x="89" y="109"/>
                  <a:pt x="75" y="115"/>
                  <a:pt x="59" y="115"/>
                </a:cubicBezTo>
                <a:cubicBezTo>
                  <a:pt x="41" y="115"/>
                  <a:pt x="28" y="110"/>
                  <a:pt x="17" y="99"/>
                </a:cubicBezTo>
                <a:cubicBezTo>
                  <a:pt x="6" y="88"/>
                  <a:pt x="0" y="74"/>
                  <a:pt x="0" y="58"/>
                </a:cubicBezTo>
                <a:moveTo>
                  <a:pt x="0" y="355"/>
                </a:moveTo>
                <a:cubicBezTo>
                  <a:pt x="0" y="339"/>
                  <a:pt x="5" y="325"/>
                  <a:pt x="15" y="314"/>
                </a:cubicBezTo>
                <a:cubicBezTo>
                  <a:pt x="25" y="302"/>
                  <a:pt x="39" y="296"/>
                  <a:pt x="57" y="296"/>
                </a:cubicBezTo>
                <a:cubicBezTo>
                  <a:pt x="98" y="296"/>
                  <a:pt x="119" y="332"/>
                  <a:pt x="119" y="404"/>
                </a:cubicBezTo>
                <a:cubicBezTo>
                  <a:pt x="119" y="437"/>
                  <a:pt x="113" y="470"/>
                  <a:pt x="101" y="502"/>
                </a:cubicBezTo>
                <a:cubicBezTo>
                  <a:pt x="89" y="534"/>
                  <a:pt x="76" y="557"/>
                  <a:pt x="64" y="573"/>
                </a:cubicBezTo>
                <a:cubicBezTo>
                  <a:pt x="50" y="589"/>
                  <a:pt x="42" y="597"/>
                  <a:pt x="38" y="597"/>
                </a:cubicBezTo>
                <a:cubicBezTo>
                  <a:pt x="36" y="597"/>
                  <a:pt x="32" y="595"/>
                  <a:pt x="26" y="590"/>
                </a:cubicBezTo>
                <a:cubicBezTo>
                  <a:pt x="21" y="585"/>
                  <a:pt x="17" y="581"/>
                  <a:pt x="16" y="578"/>
                </a:cubicBezTo>
                <a:cubicBezTo>
                  <a:pt x="15" y="576"/>
                  <a:pt x="19" y="570"/>
                  <a:pt x="27" y="560"/>
                </a:cubicBezTo>
                <a:cubicBezTo>
                  <a:pt x="36" y="550"/>
                  <a:pt x="45" y="535"/>
                  <a:pt x="57" y="514"/>
                </a:cubicBezTo>
                <a:cubicBezTo>
                  <a:pt x="68" y="494"/>
                  <a:pt x="75" y="472"/>
                  <a:pt x="79" y="448"/>
                </a:cubicBezTo>
                <a:cubicBezTo>
                  <a:pt x="79" y="444"/>
                  <a:pt x="80" y="439"/>
                  <a:pt x="81" y="433"/>
                </a:cubicBezTo>
                <a:cubicBezTo>
                  <a:pt x="81" y="427"/>
                  <a:pt x="82" y="421"/>
                  <a:pt x="84" y="416"/>
                </a:cubicBezTo>
                <a:cubicBezTo>
                  <a:pt x="85" y="411"/>
                  <a:pt x="85" y="408"/>
                  <a:pt x="84" y="408"/>
                </a:cubicBezTo>
                <a:cubicBezTo>
                  <a:pt x="84" y="408"/>
                  <a:pt x="82" y="408"/>
                  <a:pt x="80" y="408"/>
                </a:cubicBezTo>
                <a:cubicBezTo>
                  <a:pt x="77" y="409"/>
                  <a:pt x="71" y="410"/>
                  <a:pt x="62" y="412"/>
                </a:cubicBezTo>
                <a:cubicBezTo>
                  <a:pt x="40" y="412"/>
                  <a:pt x="25" y="406"/>
                  <a:pt x="15" y="395"/>
                </a:cubicBezTo>
                <a:cubicBezTo>
                  <a:pt x="5" y="383"/>
                  <a:pt x="0" y="370"/>
                  <a:pt x="0" y="355"/>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332" name=""/>
          <p:cNvSpPr/>
          <p:nvPr/>
        </p:nvSpPr>
        <p:spPr>
          <a:xfrm>
            <a:off x="8974800" y="4734360"/>
            <a:ext cx="223200" cy="228240"/>
          </a:xfrm>
          <a:custGeom>
            <a:avLst/>
            <a:gdLst/>
            <a:ahLst/>
            <a:rect l="0" t="0" r="r" b="b"/>
            <a:pathLst>
              <a:path w="620" h="634">
                <a:moveTo>
                  <a:pt x="249" y="440"/>
                </a:moveTo>
                <a:cubicBezTo>
                  <a:pt x="231" y="440"/>
                  <a:pt x="215" y="439"/>
                  <a:pt x="202" y="437"/>
                </a:cubicBezTo>
                <a:cubicBezTo>
                  <a:pt x="188" y="435"/>
                  <a:pt x="178" y="433"/>
                  <a:pt x="172" y="431"/>
                </a:cubicBezTo>
                <a:cubicBezTo>
                  <a:pt x="166" y="429"/>
                  <a:pt x="162" y="428"/>
                  <a:pt x="161" y="428"/>
                </a:cubicBezTo>
                <a:cubicBezTo>
                  <a:pt x="160" y="428"/>
                  <a:pt x="157" y="440"/>
                  <a:pt x="152" y="464"/>
                </a:cubicBezTo>
                <a:cubicBezTo>
                  <a:pt x="147" y="486"/>
                  <a:pt x="141" y="512"/>
                  <a:pt x="133" y="539"/>
                </a:cubicBezTo>
                <a:cubicBezTo>
                  <a:pt x="125" y="566"/>
                  <a:pt x="120" y="585"/>
                  <a:pt x="117" y="593"/>
                </a:cubicBezTo>
                <a:cubicBezTo>
                  <a:pt x="103" y="621"/>
                  <a:pt x="80" y="634"/>
                  <a:pt x="50" y="634"/>
                </a:cubicBezTo>
                <a:cubicBezTo>
                  <a:pt x="34" y="634"/>
                  <a:pt x="22" y="630"/>
                  <a:pt x="13" y="620"/>
                </a:cubicBezTo>
                <a:cubicBezTo>
                  <a:pt x="5" y="611"/>
                  <a:pt x="0" y="599"/>
                  <a:pt x="0" y="584"/>
                </a:cubicBezTo>
                <a:cubicBezTo>
                  <a:pt x="2" y="575"/>
                  <a:pt x="24" y="486"/>
                  <a:pt x="66" y="315"/>
                </a:cubicBezTo>
                <a:cubicBezTo>
                  <a:pt x="109" y="145"/>
                  <a:pt x="132" y="55"/>
                  <a:pt x="135" y="46"/>
                </a:cubicBezTo>
                <a:cubicBezTo>
                  <a:pt x="140" y="33"/>
                  <a:pt x="148" y="23"/>
                  <a:pt x="161" y="14"/>
                </a:cubicBezTo>
                <a:cubicBezTo>
                  <a:pt x="173" y="5"/>
                  <a:pt x="186" y="0"/>
                  <a:pt x="202" y="0"/>
                </a:cubicBezTo>
                <a:cubicBezTo>
                  <a:pt x="219" y="0"/>
                  <a:pt x="232" y="5"/>
                  <a:pt x="240" y="16"/>
                </a:cubicBezTo>
                <a:cubicBezTo>
                  <a:pt x="248" y="26"/>
                  <a:pt x="253" y="36"/>
                  <a:pt x="253" y="46"/>
                </a:cubicBezTo>
                <a:cubicBezTo>
                  <a:pt x="253" y="54"/>
                  <a:pt x="243" y="97"/>
                  <a:pt x="224" y="175"/>
                </a:cubicBezTo>
                <a:cubicBezTo>
                  <a:pt x="204" y="253"/>
                  <a:pt x="194" y="303"/>
                  <a:pt x="193" y="323"/>
                </a:cubicBezTo>
                <a:cubicBezTo>
                  <a:pt x="193" y="368"/>
                  <a:pt x="215" y="391"/>
                  <a:pt x="260" y="391"/>
                </a:cubicBezTo>
                <a:cubicBezTo>
                  <a:pt x="283" y="391"/>
                  <a:pt x="306" y="383"/>
                  <a:pt x="327" y="367"/>
                </a:cubicBezTo>
                <a:cubicBezTo>
                  <a:pt x="348" y="351"/>
                  <a:pt x="361" y="338"/>
                  <a:pt x="368" y="327"/>
                </a:cubicBezTo>
                <a:cubicBezTo>
                  <a:pt x="369" y="326"/>
                  <a:pt x="381" y="280"/>
                  <a:pt x="403" y="190"/>
                </a:cubicBezTo>
                <a:cubicBezTo>
                  <a:pt x="425" y="101"/>
                  <a:pt x="437" y="55"/>
                  <a:pt x="438" y="53"/>
                </a:cubicBezTo>
                <a:cubicBezTo>
                  <a:pt x="452" y="23"/>
                  <a:pt x="475" y="8"/>
                  <a:pt x="505" y="8"/>
                </a:cubicBezTo>
                <a:cubicBezTo>
                  <a:pt x="521" y="8"/>
                  <a:pt x="534" y="13"/>
                  <a:pt x="543" y="22"/>
                </a:cubicBezTo>
                <a:cubicBezTo>
                  <a:pt x="551" y="32"/>
                  <a:pt x="556" y="42"/>
                  <a:pt x="556" y="53"/>
                </a:cubicBezTo>
                <a:cubicBezTo>
                  <a:pt x="556" y="59"/>
                  <a:pt x="551" y="84"/>
                  <a:pt x="541" y="126"/>
                </a:cubicBezTo>
                <a:cubicBezTo>
                  <a:pt x="530" y="169"/>
                  <a:pt x="519" y="214"/>
                  <a:pt x="506" y="262"/>
                </a:cubicBezTo>
                <a:cubicBezTo>
                  <a:pt x="494" y="310"/>
                  <a:pt x="487" y="337"/>
                  <a:pt x="486" y="343"/>
                </a:cubicBezTo>
                <a:cubicBezTo>
                  <a:pt x="485" y="351"/>
                  <a:pt x="484" y="358"/>
                  <a:pt x="484" y="363"/>
                </a:cubicBezTo>
                <a:cubicBezTo>
                  <a:pt x="484" y="382"/>
                  <a:pt x="490" y="392"/>
                  <a:pt x="501" y="392"/>
                </a:cubicBezTo>
                <a:cubicBezTo>
                  <a:pt x="515" y="392"/>
                  <a:pt x="528" y="381"/>
                  <a:pt x="538" y="360"/>
                </a:cubicBezTo>
                <a:cubicBezTo>
                  <a:pt x="544" y="348"/>
                  <a:pt x="550" y="330"/>
                  <a:pt x="557" y="304"/>
                </a:cubicBezTo>
                <a:cubicBezTo>
                  <a:pt x="560" y="291"/>
                  <a:pt x="563" y="283"/>
                  <a:pt x="564" y="281"/>
                </a:cubicBezTo>
                <a:cubicBezTo>
                  <a:pt x="566" y="279"/>
                  <a:pt x="573" y="278"/>
                  <a:pt x="586" y="277"/>
                </a:cubicBezTo>
                <a:lnTo>
                  <a:pt x="590" y="277"/>
                </a:lnTo>
                <a:lnTo>
                  <a:pt x="601" y="277"/>
                </a:lnTo>
                <a:cubicBezTo>
                  <a:pt x="614" y="277"/>
                  <a:pt x="620" y="282"/>
                  <a:pt x="620" y="291"/>
                </a:cubicBezTo>
                <a:cubicBezTo>
                  <a:pt x="619" y="294"/>
                  <a:pt x="618" y="300"/>
                  <a:pt x="617" y="306"/>
                </a:cubicBezTo>
                <a:cubicBezTo>
                  <a:pt x="616" y="312"/>
                  <a:pt x="611" y="324"/>
                  <a:pt x="604" y="342"/>
                </a:cubicBezTo>
                <a:cubicBezTo>
                  <a:pt x="596" y="360"/>
                  <a:pt x="588" y="375"/>
                  <a:pt x="581" y="387"/>
                </a:cubicBezTo>
                <a:cubicBezTo>
                  <a:pt x="573" y="399"/>
                  <a:pt x="561" y="411"/>
                  <a:pt x="543" y="423"/>
                </a:cubicBezTo>
                <a:cubicBezTo>
                  <a:pt x="526" y="436"/>
                  <a:pt x="509" y="441"/>
                  <a:pt x="492" y="440"/>
                </a:cubicBezTo>
                <a:cubicBezTo>
                  <a:pt x="476" y="440"/>
                  <a:pt x="461" y="438"/>
                  <a:pt x="448" y="435"/>
                </a:cubicBezTo>
                <a:cubicBezTo>
                  <a:pt x="435" y="432"/>
                  <a:pt x="424" y="427"/>
                  <a:pt x="416" y="421"/>
                </a:cubicBezTo>
                <a:cubicBezTo>
                  <a:pt x="407" y="416"/>
                  <a:pt x="400" y="411"/>
                  <a:pt x="395" y="406"/>
                </a:cubicBezTo>
                <a:cubicBezTo>
                  <a:pt x="389" y="402"/>
                  <a:pt x="384" y="398"/>
                  <a:pt x="381" y="394"/>
                </a:cubicBezTo>
                <a:lnTo>
                  <a:pt x="378" y="388"/>
                </a:lnTo>
                <a:cubicBezTo>
                  <a:pt x="339" y="422"/>
                  <a:pt x="296" y="440"/>
                  <a:pt x="249" y="440"/>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333" name=""/>
          <p:cNvSpPr/>
          <p:nvPr/>
        </p:nvSpPr>
        <p:spPr>
          <a:xfrm>
            <a:off x="9226440" y="4770000"/>
            <a:ext cx="104040" cy="174240"/>
          </a:xfrm>
          <a:custGeom>
            <a:avLst/>
            <a:gdLst/>
            <a:ahLst/>
            <a:rect l="0" t="0" r="r" b="b"/>
            <a:pathLst>
              <a:path w="289" h="484">
                <a:moveTo>
                  <a:pt x="0" y="342"/>
                </a:moveTo>
                <a:cubicBezTo>
                  <a:pt x="0" y="296"/>
                  <a:pt x="9" y="248"/>
                  <a:pt x="26" y="197"/>
                </a:cubicBezTo>
                <a:cubicBezTo>
                  <a:pt x="44" y="146"/>
                  <a:pt x="68" y="102"/>
                  <a:pt x="98" y="65"/>
                </a:cubicBezTo>
                <a:cubicBezTo>
                  <a:pt x="128" y="29"/>
                  <a:pt x="160" y="7"/>
                  <a:pt x="193" y="1"/>
                </a:cubicBezTo>
                <a:cubicBezTo>
                  <a:pt x="193" y="1"/>
                  <a:pt x="195" y="1"/>
                  <a:pt x="198" y="1"/>
                </a:cubicBezTo>
                <a:cubicBezTo>
                  <a:pt x="201" y="1"/>
                  <a:pt x="204" y="1"/>
                  <a:pt x="206" y="0"/>
                </a:cubicBezTo>
                <a:cubicBezTo>
                  <a:pt x="230" y="2"/>
                  <a:pt x="249" y="14"/>
                  <a:pt x="263" y="34"/>
                </a:cubicBezTo>
                <a:cubicBezTo>
                  <a:pt x="280" y="61"/>
                  <a:pt x="289" y="98"/>
                  <a:pt x="289" y="143"/>
                </a:cubicBezTo>
                <a:cubicBezTo>
                  <a:pt x="289" y="195"/>
                  <a:pt x="279" y="247"/>
                  <a:pt x="259" y="301"/>
                </a:cubicBezTo>
                <a:cubicBezTo>
                  <a:pt x="238" y="355"/>
                  <a:pt x="213" y="398"/>
                  <a:pt x="181" y="433"/>
                </a:cubicBezTo>
                <a:cubicBezTo>
                  <a:pt x="150" y="467"/>
                  <a:pt x="118" y="484"/>
                  <a:pt x="90" y="484"/>
                </a:cubicBezTo>
                <a:lnTo>
                  <a:pt x="85" y="484"/>
                </a:lnTo>
                <a:cubicBezTo>
                  <a:pt x="69" y="484"/>
                  <a:pt x="55" y="479"/>
                  <a:pt x="43" y="470"/>
                </a:cubicBezTo>
                <a:cubicBezTo>
                  <a:pt x="31" y="461"/>
                  <a:pt x="23" y="450"/>
                  <a:pt x="17" y="435"/>
                </a:cubicBezTo>
                <a:cubicBezTo>
                  <a:pt x="11" y="420"/>
                  <a:pt x="7" y="405"/>
                  <a:pt x="4" y="389"/>
                </a:cubicBezTo>
                <a:cubicBezTo>
                  <a:pt x="1" y="374"/>
                  <a:pt x="0" y="358"/>
                  <a:pt x="0" y="342"/>
                </a:cubicBezTo>
                <a:moveTo>
                  <a:pt x="236" y="95"/>
                </a:moveTo>
                <a:cubicBezTo>
                  <a:pt x="236" y="49"/>
                  <a:pt x="224" y="26"/>
                  <a:pt x="200" y="26"/>
                </a:cubicBezTo>
                <a:cubicBezTo>
                  <a:pt x="184" y="26"/>
                  <a:pt x="168" y="36"/>
                  <a:pt x="153" y="57"/>
                </a:cubicBezTo>
                <a:cubicBezTo>
                  <a:pt x="136" y="77"/>
                  <a:pt x="124" y="100"/>
                  <a:pt x="114" y="125"/>
                </a:cubicBezTo>
                <a:cubicBezTo>
                  <a:pt x="104" y="151"/>
                  <a:pt x="96" y="174"/>
                  <a:pt x="91" y="193"/>
                </a:cubicBezTo>
                <a:cubicBezTo>
                  <a:pt x="86" y="212"/>
                  <a:pt x="83" y="224"/>
                  <a:pt x="82" y="227"/>
                </a:cubicBezTo>
                <a:cubicBezTo>
                  <a:pt x="104" y="227"/>
                  <a:pt x="126" y="227"/>
                  <a:pt x="149" y="227"/>
                </a:cubicBezTo>
                <a:lnTo>
                  <a:pt x="214" y="227"/>
                </a:lnTo>
                <a:cubicBezTo>
                  <a:pt x="215" y="226"/>
                  <a:pt x="216" y="219"/>
                  <a:pt x="220" y="204"/>
                </a:cubicBezTo>
                <a:cubicBezTo>
                  <a:pt x="223" y="190"/>
                  <a:pt x="226" y="172"/>
                  <a:pt x="230" y="150"/>
                </a:cubicBezTo>
                <a:cubicBezTo>
                  <a:pt x="234" y="129"/>
                  <a:pt x="236" y="110"/>
                  <a:pt x="236" y="95"/>
                </a:cubicBezTo>
                <a:moveTo>
                  <a:pt x="53" y="388"/>
                </a:moveTo>
                <a:cubicBezTo>
                  <a:pt x="53" y="436"/>
                  <a:pt x="64" y="460"/>
                  <a:pt x="88" y="460"/>
                </a:cubicBezTo>
                <a:cubicBezTo>
                  <a:pt x="95" y="460"/>
                  <a:pt x="102" y="457"/>
                  <a:pt x="110" y="453"/>
                </a:cubicBezTo>
                <a:cubicBezTo>
                  <a:pt x="118" y="448"/>
                  <a:pt x="127" y="440"/>
                  <a:pt x="138" y="427"/>
                </a:cubicBezTo>
                <a:cubicBezTo>
                  <a:pt x="149" y="415"/>
                  <a:pt x="160" y="395"/>
                  <a:pt x="171" y="369"/>
                </a:cubicBezTo>
                <a:cubicBezTo>
                  <a:pt x="182" y="342"/>
                  <a:pt x="193" y="309"/>
                  <a:pt x="203" y="270"/>
                </a:cubicBezTo>
                <a:lnTo>
                  <a:pt x="207" y="258"/>
                </a:lnTo>
                <a:lnTo>
                  <a:pt x="74" y="258"/>
                </a:lnTo>
                <a:cubicBezTo>
                  <a:pt x="74" y="260"/>
                  <a:pt x="72" y="268"/>
                  <a:pt x="68" y="284"/>
                </a:cubicBezTo>
                <a:cubicBezTo>
                  <a:pt x="64" y="300"/>
                  <a:pt x="60" y="317"/>
                  <a:pt x="57" y="337"/>
                </a:cubicBezTo>
                <a:cubicBezTo>
                  <a:pt x="54" y="356"/>
                  <a:pt x="53" y="373"/>
                  <a:pt x="53" y="388"/>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334" name=""/>
          <p:cNvSpPr/>
          <p:nvPr/>
        </p:nvSpPr>
        <p:spPr>
          <a:xfrm>
            <a:off x="9381240" y="4632120"/>
            <a:ext cx="82800" cy="344160"/>
          </a:xfrm>
          <a:custGeom>
            <a:avLst/>
            <a:gdLst/>
            <a:ahLst/>
            <a:rect l="0" t="0" r="r" b="b"/>
            <a:pathLst>
              <a:path w="230" h="956">
                <a:moveTo>
                  <a:pt x="0" y="478"/>
                </a:moveTo>
                <a:cubicBezTo>
                  <a:pt x="0" y="434"/>
                  <a:pt x="4" y="393"/>
                  <a:pt x="10" y="353"/>
                </a:cubicBezTo>
                <a:cubicBezTo>
                  <a:pt x="16" y="314"/>
                  <a:pt x="24" y="280"/>
                  <a:pt x="32" y="251"/>
                </a:cubicBezTo>
                <a:cubicBezTo>
                  <a:pt x="40" y="222"/>
                  <a:pt x="53" y="194"/>
                  <a:pt x="68" y="167"/>
                </a:cubicBezTo>
                <a:cubicBezTo>
                  <a:pt x="84" y="140"/>
                  <a:pt x="96" y="118"/>
                  <a:pt x="105" y="103"/>
                </a:cubicBezTo>
                <a:cubicBezTo>
                  <a:pt x="114" y="88"/>
                  <a:pt x="127" y="71"/>
                  <a:pt x="145" y="53"/>
                </a:cubicBezTo>
                <a:cubicBezTo>
                  <a:pt x="163" y="35"/>
                  <a:pt x="173" y="25"/>
                  <a:pt x="176" y="21"/>
                </a:cubicBezTo>
                <a:cubicBezTo>
                  <a:pt x="179" y="17"/>
                  <a:pt x="187" y="9"/>
                  <a:pt x="200" y="0"/>
                </a:cubicBezTo>
                <a:lnTo>
                  <a:pt x="213" y="0"/>
                </a:lnTo>
                <a:lnTo>
                  <a:pt x="216" y="0"/>
                </a:lnTo>
                <a:cubicBezTo>
                  <a:pt x="225" y="0"/>
                  <a:pt x="230" y="3"/>
                  <a:pt x="230" y="8"/>
                </a:cubicBezTo>
                <a:cubicBezTo>
                  <a:pt x="230" y="10"/>
                  <a:pt x="224" y="18"/>
                  <a:pt x="213" y="29"/>
                </a:cubicBezTo>
                <a:cubicBezTo>
                  <a:pt x="203" y="41"/>
                  <a:pt x="190" y="58"/>
                  <a:pt x="174" y="80"/>
                </a:cubicBezTo>
                <a:cubicBezTo>
                  <a:pt x="159" y="102"/>
                  <a:pt x="143" y="130"/>
                  <a:pt x="128" y="162"/>
                </a:cubicBezTo>
                <a:cubicBezTo>
                  <a:pt x="112" y="195"/>
                  <a:pt x="98" y="239"/>
                  <a:pt x="87" y="294"/>
                </a:cubicBezTo>
                <a:cubicBezTo>
                  <a:pt x="77" y="349"/>
                  <a:pt x="71" y="411"/>
                  <a:pt x="71" y="478"/>
                </a:cubicBezTo>
                <a:cubicBezTo>
                  <a:pt x="71" y="546"/>
                  <a:pt x="77" y="607"/>
                  <a:pt x="87" y="662"/>
                </a:cubicBezTo>
                <a:cubicBezTo>
                  <a:pt x="98" y="716"/>
                  <a:pt x="111" y="761"/>
                  <a:pt x="127" y="794"/>
                </a:cubicBezTo>
                <a:cubicBezTo>
                  <a:pt x="142" y="828"/>
                  <a:pt x="157" y="855"/>
                  <a:pt x="173" y="876"/>
                </a:cubicBezTo>
                <a:cubicBezTo>
                  <a:pt x="189" y="897"/>
                  <a:pt x="203" y="914"/>
                  <a:pt x="213" y="927"/>
                </a:cubicBezTo>
                <a:cubicBezTo>
                  <a:pt x="224" y="940"/>
                  <a:pt x="230" y="947"/>
                  <a:pt x="230" y="947"/>
                </a:cubicBezTo>
                <a:cubicBezTo>
                  <a:pt x="230" y="953"/>
                  <a:pt x="225" y="956"/>
                  <a:pt x="215" y="956"/>
                </a:cubicBezTo>
                <a:lnTo>
                  <a:pt x="213" y="956"/>
                </a:lnTo>
                <a:lnTo>
                  <a:pt x="200" y="956"/>
                </a:lnTo>
                <a:lnTo>
                  <a:pt x="173" y="933"/>
                </a:lnTo>
                <a:cubicBezTo>
                  <a:pt x="114" y="879"/>
                  <a:pt x="70" y="811"/>
                  <a:pt x="42" y="730"/>
                </a:cubicBezTo>
                <a:cubicBezTo>
                  <a:pt x="14" y="650"/>
                  <a:pt x="0" y="565"/>
                  <a:pt x="0" y="478"/>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335" name=""/>
          <p:cNvSpPr/>
          <p:nvPr/>
        </p:nvSpPr>
        <p:spPr>
          <a:xfrm>
            <a:off x="9489960" y="4737240"/>
            <a:ext cx="194760" cy="153000"/>
          </a:xfrm>
          <a:custGeom>
            <a:avLst/>
            <a:gdLst/>
            <a:ahLst/>
            <a:rect l="0" t="0" r="r" b="b"/>
            <a:pathLst>
              <a:path w="541" h="425">
                <a:moveTo>
                  <a:pt x="197" y="425"/>
                </a:moveTo>
                <a:cubicBezTo>
                  <a:pt x="187" y="423"/>
                  <a:pt x="154" y="422"/>
                  <a:pt x="96" y="422"/>
                </a:cubicBezTo>
                <a:cubicBezTo>
                  <a:pt x="44" y="422"/>
                  <a:pt x="15" y="423"/>
                  <a:pt x="7" y="425"/>
                </a:cubicBezTo>
                <a:lnTo>
                  <a:pt x="0" y="425"/>
                </a:lnTo>
                <a:lnTo>
                  <a:pt x="0" y="366"/>
                </a:lnTo>
                <a:lnTo>
                  <a:pt x="92" y="366"/>
                </a:lnTo>
                <a:lnTo>
                  <a:pt x="214" y="222"/>
                </a:lnTo>
                <a:lnTo>
                  <a:pt x="84" y="59"/>
                </a:lnTo>
                <a:lnTo>
                  <a:pt x="5" y="59"/>
                </a:lnTo>
                <a:lnTo>
                  <a:pt x="5" y="0"/>
                </a:lnTo>
                <a:lnTo>
                  <a:pt x="13" y="0"/>
                </a:lnTo>
                <a:cubicBezTo>
                  <a:pt x="22" y="2"/>
                  <a:pt x="57" y="3"/>
                  <a:pt x="117" y="3"/>
                </a:cubicBezTo>
                <a:cubicBezTo>
                  <a:pt x="183" y="3"/>
                  <a:pt x="222" y="2"/>
                  <a:pt x="233" y="0"/>
                </a:cubicBezTo>
                <a:lnTo>
                  <a:pt x="242" y="0"/>
                </a:lnTo>
                <a:lnTo>
                  <a:pt x="242" y="59"/>
                </a:lnTo>
                <a:lnTo>
                  <a:pt x="215" y="59"/>
                </a:lnTo>
                <a:lnTo>
                  <a:pt x="249" y="100"/>
                </a:lnTo>
                <a:cubicBezTo>
                  <a:pt x="270" y="127"/>
                  <a:pt x="281" y="140"/>
                  <a:pt x="282" y="140"/>
                </a:cubicBezTo>
                <a:cubicBezTo>
                  <a:pt x="284" y="140"/>
                  <a:pt x="297" y="126"/>
                  <a:pt x="318" y="98"/>
                </a:cubicBezTo>
                <a:lnTo>
                  <a:pt x="353" y="59"/>
                </a:lnTo>
                <a:lnTo>
                  <a:pt x="316" y="59"/>
                </a:lnTo>
                <a:lnTo>
                  <a:pt x="316" y="0"/>
                </a:lnTo>
                <a:lnTo>
                  <a:pt x="325" y="0"/>
                </a:lnTo>
                <a:cubicBezTo>
                  <a:pt x="335" y="2"/>
                  <a:pt x="368" y="3"/>
                  <a:pt x="426" y="3"/>
                </a:cubicBezTo>
                <a:cubicBezTo>
                  <a:pt x="478" y="3"/>
                  <a:pt x="507" y="2"/>
                  <a:pt x="515" y="0"/>
                </a:cubicBezTo>
                <a:lnTo>
                  <a:pt x="522" y="0"/>
                </a:lnTo>
                <a:lnTo>
                  <a:pt x="522" y="59"/>
                </a:lnTo>
                <a:lnTo>
                  <a:pt x="431" y="59"/>
                </a:lnTo>
                <a:lnTo>
                  <a:pt x="319" y="190"/>
                </a:lnTo>
                <a:lnTo>
                  <a:pt x="462" y="365"/>
                </a:lnTo>
                <a:lnTo>
                  <a:pt x="502" y="366"/>
                </a:lnTo>
                <a:lnTo>
                  <a:pt x="541" y="366"/>
                </a:lnTo>
                <a:lnTo>
                  <a:pt x="541" y="425"/>
                </a:lnTo>
                <a:lnTo>
                  <a:pt x="533" y="425"/>
                </a:lnTo>
                <a:cubicBezTo>
                  <a:pt x="524" y="423"/>
                  <a:pt x="489" y="422"/>
                  <a:pt x="429" y="422"/>
                </a:cubicBezTo>
                <a:cubicBezTo>
                  <a:pt x="363" y="422"/>
                  <a:pt x="324" y="423"/>
                  <a:pt x="312" y="425"/>
                </a:cubicBezTo>
                <a:lnTo>
                  <a:pt x="303" y="425"/>
                </a:lnTo>
                <a:lnTo>
                  <a:pt x="303" y="366"/>
                </a:lnTo>
                <a:lnTo>
                  <a:pt x="331" y="366"/>
                </a:lnTo>
                <a:cubicBezTo>
                  <a:pt x="331" y="365"/>
                  <a:pt x="317" y="349"/>
                  <a:pt x="291" y="318"/>
                </a:cubicBezTo>
                <a:cubicBezTo>
                  <a:pt x="266" y="287"/>
                  <a:pt x="253" y="271"/>
                  <a:pt x="252" y="269"/>
                </a:cubicBezTo>
                <a:lnTo>
                  <a:pt x="169" y="365"/>
                </a:lnTo>
                <a:lnTo>
                  <a:pt x="187" y="366"/>
                </a:lnTo>
                <a:lnTo>
                  <a:pt x="205" y="366"/>
                </a:lnTo>
                <a:lnTo>
                  <a:pt x="205" y="425"/>
                </a:lnTo>
                <a:lnTo>
                  <a:pt x="197" y="425"/>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336" name=""/>
          <p:cNvSpPr/>
          <p:nvPr/>
        </p:nvSpPr>
        <p:spPr>
          <a:xfrm>
            <a:off x="9698040" y="4674600"/>
            <a:ext cx="107280" cy="219600"/>
          </a:xfrm>
          <a:custGeom>
            <a:avLst/>
            <a:gdLst/>
            <a:ahLst/>
            <a:rect l="0" t="0" r="r" b="b"/>
            <a:pathLst>
              <a:path w="298" h="610">
                <a:moveTo>
                  <a:pt x="7" y="231"/>
                </a:moveTo>
                <a:cubicBezTo>
                  <a:pt x="2" y="227"/>
                  <a:pt x="0" y="224"/>
                  <a:pt x="0" y="222"/>
                </a:cubicBezTo>
                <a:cubicBezTo>
                  <a:pt x="0" y="219"/>
                  <a:pt x="1" y="214"/>
                  <a:pt x="3" y="207"/>
                </a:cubicBezTo>
                <a:cubicBezTo>
                  <a:pt x="5" y="199"/>
                  <a:pt x="6" y="194"/>
                  <a:pt x="8" y="193"/>
                </a:cubicBezTo>
                <a:cubicBezTo>
                  <a:pt x="9" y="190"/>
                  <a:pt x="12" y="188"/>
                  <a:pt x="16" y="188"/>
                </a:cubicBezTo>
                <a:cubicBezTo>
                  <a:pt x="21" y="188"/>
                  <a:pt x="37" y="188"/>
                  <a:pt x="65" y="187"/>
                </a:cubicBezTo>
                <a:lnTo>
                  <a:pt x="116" y="187"/>
                </a:lnTo>
                <a:lnTo>
                  <a:pt x="134" y="111"/>
                </a:lnTo>
                <a:cubicBezTo>
                  <a:pt x="136" y="104"/>
                  <a:pt x="138" y="95"/>
                  <a:pt x="140" y="82"/>
                </a:cubicBezTo>
                <a:cubicBezTo>
                  <a:pt x="143" y="71"/>
                  <a:pt x="145" y="63"/>
                  <a:pt x="148" y="58"/>
                </a:cubicBezTo>
                <a:cubicBezTo>
                  <a:pt x="150" y="52"/>
                  <a:pt x="152" y="46"/>
                  <a:pt x="154" y="38"/>
                </a:cubicBezTo>
                <a:cubicBezTo>
                  <a:pt x="156" y="31"/>
                  <a:pt x="158" y="25"/>
                  <a:pt x="161" y="22"/>
                </a:cubicBezTo>
                <a:cubicBezTo>
                  <a:pt x="165" y="19"/>
                  <a:pt x="168" y="15"/>
                  <a:pt x="171" y="11"/>
                </a:cubicBezTo>
                <a:cubicBezTo>
                  <a:pt x="174" y="6"/>
                  <a:pt x="179" y="3"/>
                  <a:pt x="184" y="2"/>
                </a:cubicBezTo>
                <a:cubicBezTo>
                  <a:pt x="190" y="1"/>
                  <a:pt x="196" y="0"/>
                  <a:pt x="202" y="0"/>
                </a:cubicBezTo>
                <a:cubicBezTo>
                  <a:pt x="213" y="1"/>
                  <a:pt x="221" y="4"/>
                  <a:pt x="225" y="11"/>
                </a:cubicBezTo>
                <a:cubicBezTo>
                  <a:pt x="230" y="17"/>
                  <a:pt x="232" y="23"/>
                  <a:pt x="232" y="29"/>
                </a:cubicBezTo>
                <a:cubicBezTo>
                  <a:pt x="232" y="33"/>
                  <a:pt x="229" y="48"/>
                  <a:pt x="223" y="74"/>
                </a:cubicBezTo>
                <a:cubicBezTo>
                  <a:pt x="218" y="100"/>
                  <a:pt x="211" y="125"/>
                  <a:pt x="204" y="150"/>
                </a:cubicBezTo>
                <a:lnTo>
                  <a:pt x="195" y="186"/>
                </a:lnTo>
                <a:cubicBezTo>
                  <a:pt x="195" y="187"/>
                  <a:pt x="211" y="187"/>
                  <a:pt x="243" y="187"/>
                </a:cubicBezTo>
                <a:lnTo>
                  <a:pt x="291" y="187"/>
                </a:lnTo>
                <a:cubicBezTo>
                  <a:pt x="296" y="192"/>
                  <a:pt x="298" y="195"/>
                  <a:pt x="298" y="198"/>
                </a:cubicBezTo>
                <a:cubicBezTo>
                  <a:pt x="298" y="212"/>
                  <a:pt x="294" y="223"/>
                  <a:pt x="286" y="231"/>
                </a:cubicBezTo>
                <a:lnTo>
                  <a:pt x="183" y="231"/>
                </a:lnTo>
                <a:lnTo>
                  <a:pt x="149" y="370"/>
                </a:lnTo>
                <a:cubicBezTo>
                  <a:pt x="123" y="472"/>
                  <a:pt x="111" y="526"/>
                  <a:pt x="111" y="534"/>
                </a:cubicBezTo>
                <a:cubicBezTo>
                  <a:pt x="111" y="561"/>
                  <a:pt x="119" y="574"/>
                  <a:pt x="137" y="574"/>
                </a:cubicBezTo>
                <a:cubicBezTo>
                  <a:pt x="160" y="574"/>
                  <a:pt x="181" y="563"/>
                  <a:pt x="202" y="542"/>
                </a:cubicBezTo>
                <a:cubicBezTo>
                  <a:pt x="223" y="520"/>
                  <a:pt x="240" y="493"/>
                  <a:pt x="253" y="461"/>
                </a:cubicBezTo>
                <a:cubicBezTo>
                  <a:pt x="254" y="458"/>
                  <a:pt x="256" y="455"/>
                  <a:pt x="258" y="455"/>
                </a:cubicBezTo>
                <a:cubicBezTo>
                  <a:pt x="260" y="454"/>
                  <a:pt x="265" y="454"/>
                  <a:pt x="272" y="453"/>
                </a:cubicBezTo>
                <a:lnTo>
                  <a:pt x="276" y="453"/>
                </a:lnTo>
                <a:cubicBezTo>
                  <a:pt x="286" y="453"/>
                  <a:pt x="290" y="455"/>
                  <a:pt x="290" y="461"/>
                </a:cubicBezTo>
                <a:cubicBezTo>
                  <a:pt x="290" y="462"/>
                  <a:pt x="289" y="466"/>
                  <a:pt x="287" y="472"/>
                </a:cubicBezTo>
                <a:cubicBezTo>
                  <a:pt x="284" y="482"/>
                  <a:pt x="279" y="494"/>
                  <a:pt x="270" y="508"/>
                </a:cubicBezTo>
                <a:cubicBezTo>
                  <a:pt x="262" y="522"/>
                  <a:pt x="251" y="537"/>
                  <a:pt x="238" y="553"/>
                </a:cubicBezTo>
                <a:cubicBezTo>
                  <a:pt x="224" y="569"/>
                  <a:pt x="208" y="582"/>
                  <a:pt x="189" y="593"/>
                </a:cubicBezTo>
                <a:cubicBezTo>
                  <a:pt x="170" y="604"/>
                  <a:pt x="151" y="610"/>
                  <a:pt x="130" y="610"/>
                </a:cubicBezTo>
                <a:cubicBezTo>
                  <a:pt x="111" y="610"/>
                  <a:pt x="93" y="605"/>
                  <a:pt x="75" y="595"/>
                </a:cubicBezTo>
                <a:cubicBezTo>
                  <a:pt x="58" y="586"/>
                  <a:pt x="46" y="569"/>
                  <a:pt x="38" y="546"/>
                </a:cubicBezTo>
                <a:cubicBezTo>
                  <a:pt x="37" y="540"/>
                  <a:pt x="36" y="532"/>
                  <a:pt x="36" y="520"/>
                </a:cubicBezTo>
                <a:lnTo>
                  <a:pt x="36" y="503"/>
                </a:lnTo>
                <a:lnTo>
                  <a:pt x="70" y="369"/>
                </a:lnTo>
                <a:cubicBezTo>
                  <a:pt x="92" y="279"/>
                  <a:pt x="103" y="234"/>
                  <a:pt x="104" y="233"/>
                </a:cubicBezTo>
                <a:cubicBezTo>
                  <a:pt x="104" y="232"/>
                  <a:pt x="88" y="231"/>
                  <a:pt x="55" y="231"/>
                </a:cubicBezTo>
                <a:lnTo>
                  <a:pt x="7" y="231"/>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337" name=""/>
          <p:cNvSpPr/>
          <p:nvPr/>
        </p:nvSpPr>
        <p:spPr>
          <a:xfrm>
            <a:off x="9842400" y="4848120"/>
            <a:ext cx="45720" cy="108720"/>
          </a:xfrm>
          <a:custGeom>
            <a:avLst/>
            <a:gdLst/>
            <a:ahLst/>
            <a:rect l="0" t="0" r="r" b="b"/>
            <a:pathLst>
              <a:path w="127" h="302">
                <a:moveTo>
                  <a:pt x="0" y="83"/>
                </a:moveTo>
                <a:cubicBezTo>
                  <a:pt x="0" y="83"/>
                  <a:pt x="0" y="75"/>
                  <a:pt x="0" y="59"/>
                </a:cubicBezTo>
                <a:cubicBezTo>
                  <a:pt x="0" y="43"/>
                  <a:pt x="5" y="29"/>
                  <a:pt x="15" y="18"/>
                </a:cubicBezTo>
                <a:cubicBezTo>
                  <a:pt x="26" y="6"/>
                  <a:pt x="39" y="0"/>
                  <a:pt x="56" y="0"/>
                </a:cubicBezTo>
                <a:cubicBezTo>
                  <a:pt x="75" y="0"/>
                  <a:pt x="91" y="8"/>
                  <a:pt x="105" y="24"/>
                </a:cubicBezTo>
                <a:cubicBezTo>
                  <a:pt x="119" y="40"/>
                  <a:pt x="126" y="68"/>
                  <a:pt x="127" y="108"/>
                </a:cubicBezTo>
                <a:cubicBezTo>
                  <a:pt x="127" y="131"/>
                  <a:pt x="124" y="152"/>
                  <a:pt x="119" y="173"/>
                </a:cubicBezTo>
                <a:cubicBezTo>
                  <a:pt x="113" y="195"/>
                  <a:pt x="106" y="213"/>
                  <a:pt x="98" y="229"/>
                </a:cubicBezTo>
                <a:cubicBezTo>
                  <a:pt x="91" y="244"/>
                  <a:pt x="83" y="257"/>
                  <a:pt x="74" y="268"/>
                </a:cubicBezTo>
                <a:cubicBezTo>
                  <a:pt x="64" y="279"/>
                  <a:pt x="56" y="287"/>
                  <a:pt x="50" y="294"/>
                </a:cubicBezTo>
                <a:cubicBezTo>
                  <a:pt x="43" y="300"/>
                  <a:pt x="39" y="303"/>
                  <a:pt x="37" y="302"/>
                </a:cubicBezTo>
                <a:cubicBezTo>
                  <a:pt x="35" y="302"/>
                  <a:pt x="31" y="299"/>
                  <a:pt x="25" y="294"/>
                </a:cubicBezTo>
                <a:cubicBezTo>
                  <a:pt x="19" y="288"/>
                  <a:pt x="16" y="284"/>
                  <a:pt x="16" y="281"/>
                </a:cubicBezTo>
                <a:cubicBezTo>
                  <a:pt x="16" y="279"/>
                  <a:pt x="20" y="274"/>
                  <a:pt x="27" y="266"/>
                </a:cubicBezTo>
                <a:cubicBezTo>
                  <a:pt x="34" y="258"/>
                  <a:pt x="42" y="249"/>
                  <a:pt x="51" y="237"/>
                </a:cubicBezTo>
                <a:cubicBezTo>
                  <a:pt x="60" y="226"/>
                  <a:pt x="69" y="210"/>
                  <a:pt x="76" y="190"/>
                </a:cubicBezTo>
                <a:cubicBezTo>
                  <a:pt x="84" y="168"/>
                  <a:pt x="89" y="145"/>
                  <a:pt x="92" y="119"/>
                </a:cubicBezTo>
                <a:lnTo>
                  <a:pt x="92" y="107"/>
                </a:lnTo>
                <a:lnTo>
                  <a:pt x="91" y="108"/>
                </a:lnTo>
                <a:cubicBezTo>
                  <a:pt x="90" y="109"/>
                  <a:pt x="88" y="110"/>
                  <a:pt x="86" y="110"/>
                </a:cubicBezTo>
                <a:cubicBezTo>
                  <a:pt x="84" y="111"/>
                  <a:pt x="82" y="112"/>
                  <a:pt x="80" y="113"/>
                </a:cubicBezTo>
                <a:cubicBezTo>
                  <a:pt x="78" y="114"/>
                  <a:pt x="76" y="115"/>
                  <a:pt x="72" y="115"/>
                </a:cubicBezTo>
                <a:cubicBezTo>
                  <a:pt x="68" y="115"/>
                  <a:pt x="63" y="115"/>
                  <a:pt x="59" y="116"/>
                </a:cubicBezTo>
                <a:cubicBezTo>
                  <a:pt x="42" y="116"/>
                  <a:pt x="28" y="111"/>
                  <a:pt x="17" y="100"/>
                </a:cubicBezTo>
                <a:lnTo>
                  <a:pt x="0" y="83"/>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338" name=""/>
          <p:cNvSpPr/>
          <p:nvPr/>
        </p:nvSpPr>
        <p:spPr>
          <a:xfrm>
            <a:off x="9974880" y="4674600"/>
            <a:ext cx="107280" cy="219600"/>
          </a:xfrm>
          <a:custGeom>
            <a:avLst/>
            <a:gdLst/>
            <a:ahLst/>
            <a:rect l="0" t="0" r="r" b="b"/>
            <a:pathLst>
              <a:path w="298" h="610">
                <a:moveTo>
                  <a:pt x="7" y="231"/>
                </a:moveTo>
                <a:cubicBezTo>
                  <a:pt x="2" y="227"/>
                  <a:pt x="0" y="224"/>
                  <a:pt x="0" y="222"/>
                </a:cubicBezTo>
                <a:cubicBezTo>
                  <a:pt x="0" y="219"/>
                  <a:pt x="1" y="214"/>
                  <a:pt x="3" y="207"/>
                </a:cubicBezTo>
                <a:cubicBezTo>
                  <a:pt x="5" y="199"/>
                  <a:pt x="7" y="194"/>
                  <a:pt x="8" y="193"/>
                </a:cubicBezTo>
                <a:cubicBezTo>
                  <a:pt x="9" y="190"/>
                  <a:pt x="12" y="188"/>
                  <a:pt x="17" y="188"/>
                </a:cubicBezTo>
                <a:cubicBezTo>
                  <a:pt x="21" y="188"/>
                  <a:pt x="37" y="188"/>
                  <a:pt x="65" y="187"/>
                </a:cubicBezTo>
                <a:lnTo>
                  <a:pt x="116" y="187"/>
                </a:lnTo>
                <a:lnTo>
                  <a:pt x="134" y="111"/>
                </a:lnTo>
                <a:cubicBezTo>
                  <a:pt x="136" y="104"/>
                  <a:pt x="138" y="95"/>
                  <a:pt x="141" y="82"/>
                </a:cubicBezTo>
                <a:cubicBezTo>
                  <a:pt x="143" y="71"/>
                  <a:pt x="145" y="63"/>
                  <a:pt x="147" y="58"/>
                </a:cubicBezTo>
                <a:cubicBezTo>
                  <a:pt x="149" y="52"/>
                  <a:pt x="151" y="46"/>
                  <a:pt x="153" y="38"/>
                </a:cubicBezTo>
                <a:cubicBezTo>
                  <a:pt x="155" y="31"/>
                  <a:pt x="158" y="25"/>
                  <a:pt x="161" y="22"/>
                </a:cubicBezTo>
                <a:cubicBezTo>
                  <a:pt x="164" y="19"/>
                  <a:pt x="167" y="15"/>
                  <a:pt x="170" y="11"/>
                </a:cubicBezTo>
                <a:cubicBezTo>
                  <a:pt x="173" y="6"/>
                  <a:pt x="178" y="3"/>
                  <a:pt x="184" y="2"/>
                </a:cubicBezTo>
                <a:cubicBezTo>
                  <a:pt x="189" y="1"/>
                  <a:pt x="195" y="0"/>
                  <a:pt x="201" y="0"/>
                </a:cubicBezTo>
                <a:cubicBezTo>
                  <a:pt x="212" y="1"/>
                  <a:pt x="220" y="4"/>
                  <a:pt x="225" y="11"/>
                </a:cubicBezTo>
                <a:cubicBezTo>
                  <a:pt x="229" y="17"/>
                  <a:pt x="231" y="23"/>
                  <a:pt x="231" y="29"/>
                </a:cubicBezTo>
                <a:cubicBezTo>
                  <a:pt x="231" y="33"/>
                  <a:pt x="229" y="48"/>
                  <a:pt x="223" y="74"/>
                </a:cubicBezTo>
                <a:cubicBezTo>
                  <a:pt x="217" y="100"/>
                  <a:pt x="211" y="125"/>
                  <a:pt x="204" y="150"/>
                </a:cubicBezTo>
                <a:lnTo>
                  <a:pt x="194" y="186"/>
                </a:lnTo>
                <a:cubicBezTo>
                  <a:pt x="194" y="187"/>
                  <a:pt x="210" y="187"/>
                  <a:pt x="242" y="187"/>
                </a:cubicBezTo>
                <a:lnTo>
                  <a:pt x="292" y="187"/>
                </a:lnTo>
                <a:cubicBezTo>
                  <a:pt x="296" y="192"/>
                  <a:pt x="298" y="195"/>
                  <a:pt x="298" y="198"/>
                </a:cubicBezTo>
                <a:cubicBezTo>
                  <a:pt x="298" y="212"/>
                  <a:pt x="294" y="223"/>
                  <a:pt x="286" y="231"/>
                </a:cubicBezTo>
                <a:lnTo>
                  <a:pt x="183" y="231"/>
                </a:lnTo>
                <a:lnTo>
                  <a:pt x="148" y="370"/>
                </a:lnTo>
                <a:cubicBezTo>
                  <a:pt x="123" y="472"/>
                  <a:pt x="111" y="526"/>
                  <a:pt x="111" y="534"/>
                </a:cubicBezTo>
                <a:cubicBezTo>
                  <a:pt x="111" y="561"/>
                  <a:pt x="120" y="574"/>
                  <a:pt x="137" y="574"/>
                </a:cubicBezTo>
                <a:cubicBezTo>
                  <a:pt x="159" y="574"/>
                  <a:pt x="181" y="563"/>
                  <a:pt x="202" y="542"/>
                </a:cubicBezTo>
                <a:cubicBezTo>
                  <a:pt x="223" y="520"/>
                  <a:pt x="240" y="493"/>
                  <a:pt x="252" y="461"/>
                </a:cubicBezTo>
                <a:cubicBezTo>
                  <a:pt x="254" y="458"/>
                  <a:pt x="255" y="455"/>
                  <a:pt x="257" y="455"/>
                </a:cubicBezTo>
                <a:cubicBezTo>
                  <a:pt x="259" y="454"/>
                  <a:pt x="264" y="454"/>
                  <a:pt x="272" y="453"/>
                </a:cubicBezTo>
                <a:lnTo>
                  <a:pt x="276" y="453"/>
                </a:lnTo>
                <a:cubicBezTo>
                  <a:pt x="286" y="453"/>
                  <a:pt x="291" y="455"/>
                  <a:pt x="291" y="461"/>
                </a:cubicBezTo>
                <a:cubicBezTo>
                  <a:pt x="291" y="462"/>
                  <a:pt x="290" y="466"/>
                  <a:pt x="288" y="472"/>
                </a:cubicBezTo>
                <a:cubicBezTo>
                  <a:pt x="285" y="482"/>
                  <a:pt x="279" y="494"/>
                  <a:pt x="271" y="508"/>
                </a:cubicBezTo>
                <a:cubicBezTo>
                  <a:pt x="261" y="522"/>
                  <a:pt x="250" y="537"/>
                  <a:pt x="237" y="553"/>
                </a:cubicBezTo>
                <a:cubicBezTo>
                  <a:pt x="224" y="569"/>
                  <a:pt x="207" y="582"/>
                  <a:pt x="188" y="593"/>
                </a:cubicBezTo>
                <a:cubicBezTo>
                  <a:pt x="169" y="604"/>
                  <a:pt x="150" y="610"/>
                  <a:pt x="130" y="610"/>
                </a:cubicBezTo>
                <a:cubicBezTo>
                  <a:pt x="111" y="610"/>
                  <a:pt x="93" y="605"/>
                  <a:pt x="76" y="595"/>
                </a:cubicBezTo>
                <a:cubicBezTo>
                  <a:pt x="59" y="586"/>
                  <a:pt x="46" y="569"/>
                  <a:pt x="38" y="546"/>
                </a:cubicBezTo>
                <a:cubicBezTo>
                  <a:pt x="37" y="540"/>
                  <a:pt x="37" y="532"/>
                  <a:pt x="37" y="520"/>
                </a:cubicBezTo>
                <a:lnTo>
                  <a:pt x="37" y="503"/>
                </a:lnTo>
                <a:lnTo>
                  <a:pt x="70" y="369"/>
                </a:lnTo>
                <a:cubicBezTo>
                  <a:pt x="92" y="279"/>
                  <a:pt x="104" y="234"/>
                  <a:pt x="104" y="233"/>
                </a:cubicBezTo>
                <a:cubicBezTo>
                  <a:pt x="104" y="232"/>
                  <a:pt x="88" y="231"/>
                  <a:pt x="56" y="231"/>
                </a:cubicBezTo>
                <a:lnTo>
                  <a:pt x="7" y="231"/>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339" name=""/>
          <p:cNvSpPr/>
          <p:nvPr/>
        </p:nvSpPr>
        <p:spPr>
          <a:xfrm>
            <a:off x="10111320" y="4632120"/>
            <a:ext cx="82800" cy="344160"/>
          </a:xfrm>
          <a:custGeom>
            <a:avLst/>
            <a:gdLst/>
            <a:ahLst/>
            <a:rect l="0" t="0" r="r" b="b"/>
            <a:pathLst>
              <a:path w="230" h="956">
                <a:moveTo>
                  <a:pt x="5" y="1"/>
                </a:moveTo>
                <a:lnTo>
                  <a:pt x="9" y="0"/>
                </a:lnTo>
                <a:cubicBezTo>
                  <a:pt x="12" y="0"/>
                  <a:pt x="15" y="0"/>
                  <a:pt x="19" y="0"/>
                </a:cubicBezTo>
                <a:lnTo>
                  <a:pt x="30" y="0"/>
                </a:lnTo>
                <a:lnTo>
                  <a:pt x="57" y="24"/>
                </a:lnTo>
                <a:cubicBezTo>
                  <a:pt x="118" y="78"/>
                  <a:pt x="161" y="145"/>
                  <a:pt x="189" y="226"/>
                </a:cubicBezTo>
                <a:cubicBezTo>
                  <a:pt x="216" y="307"/>
                  <a:pt x="230" y="391"/>
                  <a:pt x="230" y="478"/>
                </a:cubicBezTo>
                <a:cubicBezTo>
                  <a:pt x="230" y="522"/>
                  <a:pt x="226" y="563"/>
                  <a:pt x="220" y="603"/>
                </a:cubicBezTo>
                <a:cubicBezTo>
                  <a:pt x="214" y="643"/>
                  <a:pt x="206" y="678"/>
                  <a:pt x="198" y="706"/>
                </a:cubicBezTo>
                <a:cubicBezTo>
                  <a:pt x="190" y="734"/>
                  <a:pt x="178" y="762"/>
                  <a:pt x="163" y="790"/>
                </a:cubicBezTo>
                <a:cubicBezTo>
                  <a:pt x="147" y="818"/>
                  <a:pt x="135" y="839"/>
                  <a:pt x="126" y="854"/>
                </a:cubicBezTo>
                <a:cubicBezTo>
                  <a:pt x="118" y="868"/>
                  <a:pt x="105" y="884"/>
                  <a:pt x="87" y="902"/>
                </a:cubicBezTo>
                <a:cubicBezTo>
                  <a:pt x="69" y="920"/>
                  <a:pt x="59" y="931"/>
                  <a:pt x="56" y="934"/>
                </a:cubicBezTo>
                <a:cubicBezTo>
                  <a:pt x="53" y="937"/>
                  <a:pt x="45" y="943"/>
                  <a:pt x="34" y="952"/>
                </a:cubicBezTo>
                <a:cubicBezTo>
                  <a:pt x="32" y="954"/>
                  <a:pt x="31" y="955"/>
                  <a:pt x="30" y="956"/>
                </a:cubicBezTo>
                <a:lnTo>
                  <a:pt x="19" y="956"/>
                </a:lnTo>
                <a:cubicBezTo>
                  <a:pt x="13" y="956"/>
                  <a:pt x="10" y="956"/>
                  <a:pt x="8" y="956"/>
                </a:cubicBezTo>
                <a:cubicBezTo>
                  <a:pt x="6" y="956"/>
                  <a:pt x="5" y="955"/>
                  <a:pt x="3" y="953"/>
                </a:cubicBezTo>
                <a:cubicBezTo>
                  <a:pt x="2" y="951"/>
                  <a:pt x="1" y="948"/>
                  <a:pt x="0" y="944"/>
                </a:cubicBezTo>
                <a:cubicBezTo>
                  <a:pt x="1" y="944"/>
                  <a:pt x="5" y="940"/>
                  <a:pt x="11" y="932"/>
                </a:cubicBezTo>
                <a:cubicBezTo>
                  <a:pt x="111" y="829"/>
                  <a:pt x="160" y="678"/>
                  <a:pt x="160" y="478"/>
                </a:cubicBezTo>
                <a:cubicBezTo>
                  <a:pt x="160" y="278"/>
                  <a:pt x="111" y="127"/>
                  <a:pt x="11" y="25"/>
                </a:cubicBezTo>
                <a:cubicBezTo>
                  <a:pt x="5" y="17"/>
                  <a:pt x="1" y="13"/>
                  <a:pt x="0" y="11"/>
                </a:cubicBezTo>
                <a:cubicBezTo>
                  <a:pt x="0" y="6"/>
                  <a:pt x="2" y="3"/>
                  <a:pt x="5" y="1"/>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340" name=""/>
          <p:cNvSpPr/>
          <p:nvPr/>
        </p:nvSpPr>
        <p:spPr>
          <a:xfrm>
            <a:off x="10253160" y="4848120"/>
            <a:ext cx="45720" cy="108720"/>
          </a:xfrm>
          <a:custGeom>
            <a:avLst/>
            <a:gdLst/>
            <a:ahLst/>
            <a:rect l="0" t="0" r="r" b="b"/>
            <a:pathLst>
              <a:path w="127" h="302">
                <a:moveTo>
                  <a:pt x="0" y="83"/>
                </a:moveTo>
                <a:cubicBezTo>
                  <a:pt x="0" y="83"/>
                  <a:pt x="0" y="75"/>
                  <a:pt x="0" y="59"/>
                </a:cubicBezTo>
                <a:cubicBezTo>
                  <a:pt x="0" y="43"/>
                  <a:pt x="5" y="29"/>
                  <a:pt x="15" y="18"/>
                </a:cubicBezTo>
                <a:cubicBezTo>
                  <a:pt x="25" y="6"/>
                  <a:pt x="39" y="0"/>
                  <a:pt x="56" y="0"/>
                </a:cubicBezTo>
                <a:cubicBezTo>
                  <a:pt x="75" y="0"/>
                  <a:pt x="91" y="8"/>
                  <a:pt x="105" y="24"/>
                </a:cubicBezTo>
                <a:cubicBezTo>
                  <a:pt x="119" y="40"/>
                  <a:pt x="126" y="68"/>
                  <a:pt x="127" y="108"/>
                </a:cubicBezTo>
                <a:cubicBezTo>
                  <a:pt x="127" y="131"/>
                  <a:pt x="124" y="152"/>
                  <a:pt x="118" y="173"/>
                </a:cubicBezTo>
                <a:cubicBezTo>
                  <a:pt x="113" y="195"/>
                  <a:pt x="106" y="213"/>
                  <a:pt x="98" y="229"/>
                </a:cubicBezTo>
                <a:cubicBezTo>
                  <a:pt x="91" y="244"/>
                  <a:pt x="82" y="257"/>
                  <a:pt x="73" y="268"/>
                </a:cubicBezTo>
                <a:cubicBezTo>
                  <a:pt x="64" y="279"/>
                  <a:pt x="56" y="287"/>
                  <a:pt x="49" y="294"/>
                </a:cubicBezTo>
                <a:cubicBezTo>
                  <a:pt x="43" y="300"/>
                  <a:pt x="39" y="303"/>
                  <a:pt x="37" y="302"/>
                </a:cubicBezTo>
                <a:cubicBezTo>
                  <a:pt x="35" y="302"/>
                  <a:pt x="30" y="299"/>
                  <a:pt x="25" y="294"/>
                </a:cubicBezTo>
                <a:cubicBezTo>
                  <a:pt x="19" y="288"/>
                  <a:pt x="16" y="284"/>
                  <a:pt x="16" y="281"/>
                </a:cubicBezTo>
                <a:cubicBezTo>
                  <a:pt x="16" y="279"/>
                  <a:pt x="20" y="274"/>
                  <a:pt x="27" y="266"/>
                </a:cubicBezTo>
                <a:cubicBezTo>
                  <a:pt x="34" y="258"/>
                  <a:pt x="42" y="249"/>
                  <a:pt x="50" y="237"/>
                </a:cubicBezTo>
                <a:cubicBezTo>
                  <a:pt x="60" y="226"/>
                  <a:pt x="69" y="210"/>
                  <a:pt x="76" y="190"/>
                </a:cubicBezTo>
                <a:cubicBezTo>
                  <a:pt x="84" y="168"/>
                  <a:pt x="89" y="145"/>
                  <a:pt x="92" y="119"/>
                </a:cubicBezTo>
                <a:lnTo>
                  <a:pt x="92" y="107"/>
                </a:lnTo>
                <a:lnTo>
                  <a:pt x="91" y="108"/>
                </a:lnTo>
                <a:cubicBezTo>
                  <a:pt x="89" y="109"/>
                  <a:pt x="88" y="110"/>
                  <a:pt x="86" y="110"/>
                </a:cubicBezTo>
                <a:cubicBezTo>
                  <a:pt x="84" y="111"/>
                  <a:pt x="82" y="112"/>
                  <a:pt x="80" y="113"/>
                </a:cubicBezTo>
                <a:cubicBezTo>
                  <a:pt x="78" y="114"/>
                  <a:pt x="75" y="115"/>
                  <a:pt x="71" y="115"/>
                </a:cubicBezTo>
                <a:cubicBezTo>
                  <a:pt x="68" y="115"/>
                  <a:pt x="64" y="115"/>
                  <a:pt x="60" y="116"/>
                </a:cubicBezTo>
                <a:cubicBezTo>
                  <a:pt x="42" y="116"/>
                  <a:pt x="28" y="111"/>
                  <a:pt x="17" y="100"/>
                </a:cubicBezTo>
                <a:lnTo>
                  <a:pt x="0" y="83"/>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341" name=""/>
          <p:cNvSpPr/>
          <p:nvPr/>
        </p:nvSpPr>
        <p:spPr>
          <a:xfrm>
            <a:off x="10401120" y="4654080"/>
            <a:ext cx="241560" cy="236160"/>
          </a:xfrm>
          <a:custGeom>
            <a:avLst/>
            <a:gdLst/>
            <a:ahLst/>
            <a:rect l="0" t="0" r="r" b="b"/>
            <a:pathLst>
              <a:path w="671" h="656">
                <a:moveTo>
                  <a:pt x="671" y="396"/>
                </a:moveTo>
                <a:cubicBezTo>
                  <a:pt x="670" y="399"/>
                  <a:pt x="665" y="442"/>
                  <a:pt x="656" y="525"/>
                </a:cubicBezTo>
                <a:cubicBezTo>
                  <a:pt x="647" y="607"/>
                  <a:pt x="643" y="650"/>
                  <a:pt x="642" y="652"/>
                </a:cubicBezTo>
                <a:lnTo>
                  <a:pt x="642" y="656"/>
                </a:lnTo>
                <a:lnTo>
                  <a:pt x="329" y="656"/>
                </a:lnTo>
                <a:cubicBezTo>
                  <a:pt x="116" y="656"/>
                  <a:pt x="9" y="655"/>
                  <a:pt x="7" y="652"/>
                </a:cubicBezTo>
                <a:lnTo>
                  <a:pt x="6" y="651"/>
                </a:lnTo>
                <a:cubicBezTo>
                  <a:pt x="2" y="649"/>
                  <a:pt x="0" y="645"/>
                  <a:pt x="0" y="639"/>
                </a:cubicBezTo>
                <a:cubicBezTo>
                  <a:pt x="0" y="635"/>
                  <a:pt x="6" y="628"/>
                  <a:pt x="17" y="617"/>
                </a:cubicBezTo>
                <a:cubicBezTo>
                  <a:pt x="29" y="606"/>
                  <a:pt x="70" y="569"/>
                  <a:pt x="142" y="505"/>
                </a:cubicBezTo>
                <a:lnTo>
                  <a:pt x="283" y="380"/>
                </a:lnTo>
                <a:cubicBezTo>
                  <a:pt x="283" y="380"/>
                  <a:pt x="271" y="365"/>
                  <a:pt x="245" y="334"/>
                </a:cubicBezTo>
                <a:cubicBezTo>
                  <a:pt x="219" y="304"/>
                  <a:pt x="185" y="264"/>
                  <a:pt x="143" y="216"/>
                </a:cubicBezTo>
                <a:cubicBezTo>
                  <a:pt x="50" y="106"/>
                  <a:pt x="3" y="50"/>
                  <a:pt x="2" y="49"/>
                </a:cubicBezTo>
                <a:cubicBezTo>
                  <a:pt x="1" y="47"/>
                  <a:pt x="0" y="40"/>
                  <a:pt x="0" y="30"/>
                </a:cubicBezTo>
                <a:cubicBezTo>
                  <a:pt x="0" y="14"/>
                  <a:pt x="4" y="5"/>
                  <a:pt x="11" y="2"/>
                </a:cubicBezTo>
                <a:cubicBezTo>
                  <a:pt x="13" y="1"/>
                  <a:pt x="118" y="0"/>
                  <a:pt x="329" y="0"/>
                </a:cubicBezTo>
                <a:lnTo>
                  <a:pt x="642" y="0"/>
                </a:lnTo>
                <a:lnTo>
                  <a:pt x="642" y="4"/>
                </a:lnTo>
                <a:cubicBezTo>
                  <a:pt x="644" y="8"/>
                  <a:pt x="649" y="47"/>
                  <a:pt x="657" y="122"/>
                </a:cubicBezTo>
                <a:cubicBezTo>
                  <a:pt x="665" y="197"/>
                  <a:pt x="670" y="237"/>
                  <a:pt x="671" y="241"/>
                </a:cubicBezTo>
                <a:lnTo>
                  <a:pt x="671" y="244"/>
                </a:lnTo>
                <a:lnTo>
                  <a:pt x="642" y="244"/>
                </a:lnTo>
                <a:cubicBezTo>
                  <a:pt x="622" y="244"/>
                  <a:pt x="612" y="244"/>
                  <a:pt x="612" y="243"/>
                </a:cubicBezTo>
                <a:cubicBezTo>
                  <a:pt x="612" y="242"/>
                  <a:pt x="612" y="237"/>
                  <a:pt x="611" y="231"/>
                </a:cubicBezTo>
                <a:cubicBezTo>
                  <a:pt x="611" y="225"/>
                  <a:pt x="608" y="214"/>
                  <a:pt x="605" y="199"/>
                </a:cubicBezTo>
                <a:cubicBezTo>
                  <a:pt x="601" y="185"/>
                  <a:pt x="596" y="171"/>
                  <a:pt x="590" y="158"/>
                </a:cubicBezTo>
                <a:cubicBezTo>
                  <a:pt x="585" y="146"/>
                  <a:pt x="576" y="132"/>
                  <a:pt x="565" y="117"/>
                </a:cubicBezTo>
                <a:cubicBezTo>
                  <a:pt x="553" y="103"/>
                  <a:pt x="540" y="92"/>
                  <a:pt x="525" y="84"/>
                </a:cubicBezTo>
                <a:cubicBezTo>
                  <a:pt x="503" y="73"/>
                  <a:pt x="476" y="66"/>
                  <a:pt x="443" y="64"/>
                </a:cubicBezTo>
                <a:cubicBezTo>
                  <a:pt x="411" y="61"/>
                  <a:pt x="361" y="60"/>
                  <a:pt x="294" y="59"/>
                </a:cubicBezTo>
                <a:lnTo>
                  <a:pt x="207" y="59"/>
                </a:lnTo>
                <a:lnTo>
                  <a:pt x="318" y="188"/>
                </a:lnTo>
                <a:cubicBezTo>
                  <a:pt x="388" y="271"/>
                  <a:pt x="425" y="315"/>
                  <a:pt x="430" y="320"/>
                </a:cubicBezTo>
                <a:cubicBezTo>
                  <a:pt x="432" y="326"/>
                  <a:pt x="432" y="331"/>
                  <a:pt x="429" y="336"/>
                </a:cubicBezTo>
                <a:cubicBezTo>
                  <a:pt x="423" y="342"/>
                  <a:pt x="378" y="382"/>
                  <a:pt x="294" y="456"/>
                </a:cubicBezTo>
                <a:cubicBezTo>
                  <a:pt x="273" y="475"/>
                  <a:pt x="251" y="494"/>
                  <a:pt x="228" y="516"/>
                </a:cubicBezTo>
                <a:cubicBezTo>
                  <a:pt x="206" y="536"/>
                  <a:pt x="189" y="551"/>
                  <a:pt x="177" y="561"/>
                </a:cubicBezTo>
                <a:lnTo>
                  <a:pt x="160" y="577"/>
                </a:lnTo>
                <a:lnTo>
                  <a:pt x="171" y="579"/>
                </a:lnTo>
                <a:cubicBezTo>
                  <a:pt x="181" y="579"/>
                  <a:pt x="219" y="579"/>
                  <a:pt x="288" y="579"/>
                </a:cubicBezTo>
                <a:cubicBezTo>
                  <a:pt x="299" y="579"/>
                  <a:pt x="316" y="579"/>
                  <a:pt x="339" y="579"/>
                </a:cubicBezTo>
                <a:cubicBezTo>
                  <a:pt x="362" y="579"/>
                  <a:pt x="379" y="578"/>
                  <a:pt x="389" y="578"/>
                </a:cubicBezTo>
                <a:cubicBezTo>
                  <a:pt x="399" y="577"/>
                  <a:pt x="413" y="577"/>
                  <a:pt x="430" y="577"/>
                </a:cubicBezTo>
                <a:cubicBezTo>
                  <a:pt x="447" y="577"/>
                  <a:pt x="460" y="575"/>
                  <a:pt x="469" y="572"/>
                </a:cubicBezTo>
                <a:cubicBezTo>
                  <a:pt x="478" y="569"/>
                  <a:pt x="488" y="566"/>
                  <a:pt x="501" y="564"/>
                </a:cubicBezTo>
                <a:cubicBezTo>
                  <a:pt x="513" y="562"/>
                  <a:pt x="523" y="558"/>
                  <a:pt x="531" y="552"/>
                </a:cubicBezTo>
                <a:cubicBezTo>
                  <a:pt x="539" y="546"/>
                  <a:pt x="548" y="539"/>
                  <a:pt x="556" y="533"/>
                </a:cubicBezTo>
                <a:cubicBezTo>
                  <a:pt x="584" y="505"/>
                  <a:pt x="602" y="462"/>
                  <a:pt x="610" y="407"/>
                </a:cubicBezTo>
                <a:lnTo>
                  <a:pt x="612" y="393"/>
                </a:lnTo>
                <a:cubicBezTo>
                  <a:pt x="612" y="393"/>
                  <a:pt x="622" y="392"/>
                  <a:pt x="642" y="392"/>
                </a:cubicBezTo>
                <a:lnTo>
                  <a:pt x="671" y="392"/>
                </a:lnTo>
                <a:lnTo>
                  <a:pt x="671" y="396"/>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342" name=""/>
          <p:cNvSpPr/>
          <p:nvPr/>
        </p:nvSpPr>
        <p:spPr>
          <a:xfrm>
            <a:off x="10684800" y="4770000"/>
            <a:ext cx="104040" cy="174240"/>
          </a:xfrm>
          <a:custGeom>
            <a:avLst/>
            <a:gdLst/>
            <a:ahLst/>
            <a:rect l="0" t="0" r="r" b="b"/>
            <a:pathLst>
              <a:path w="289" h="484">
                <a:moveTo>
                  <a:pt x="0" y="342"/>
                </a:moveTo>
                <a:cubicBezTo>
                  <a:pt x="0" y="296"/>
                  <a:pt x="8" y="248"/>
                  <a:pt x="26" y="197"/>
                </a:cubicBezTo>
                <a:cubicBezTo>
                  <a:pt x="44" y="146"/>
                  <a:pt x="67" y="102"/>
                  <a:pt x="98" y="65"/>
                </a:cubicBezTo>
                <a:cubicBezTo>
                  <a:pt x="129" y="29"/>
                  <a:pt x="160" y="7"/>
                  <a:pt x="192" y="1"/>
                </a:cubicBezTo>
                <a:cubicBezTo>
                  <a:pt x="193" y="1"/>
                  <a:pt x="195" y="1"/>
                  <a:pt x="198" y="1"/>
                </a:cubicBezTo>
                <a:cubicBezTo>
                  <a:pt x="201" y="1"/>
                  <a:pt x="204" y="1"/>
                  <a:pt x="206" y="0"/>
                </a:cubicBezTo>
                <a:cubicBezTo>
                  <a:pt x="230" y="2"/>
                  <a:pt x="249" y="14"/>
                  <a:pt x="263" y="34"/>
                </a:cubicBezTo>
                <a:cubicBezTo>
                  <a:pt x="280" y="61"/>
                  <a:pt x="289" y="98"/>
                  <a:pt x="289" y="143"/>
                </a:cubicBezTo>
                <a:cubicBezTo>
                  <a:pt x="289" y="195"/>
                  <a:pt x="279" y="247"/>
                  <a:pt x="259" y="301"/>
                </a:cubicBezTo>
                <a:cubicBezTo>
                  <a:pt x="238" y="355"/>
                  <a:pt x="212" y="398"/>
                  <a:pt x="181" y="433"/>
                </a:cubicBezTo>
                <a:cubicBezTo>
                  <a:pt x="149" y="467"/>
                  <a:pt x="118" y="484"/>
                  <a:pt x="89" y="484"/>
                </a:cubicBezTo>
                <a:lnTo>
                  <a:pt x="85" y="484"/>
                </a:lnTo>
                <a:cubicBezTo>
                  <a:pt x="69" y="484"/>
                  <a:pt x="55" y="479"/>
                  <a:pt x="43" y="470"/>
                </a:cubicBezTo>
                <a:cubicBezTo>
                  <a:pt x="31" y="461"/>
                  <a:pt x="22" y="450"/>
                  <a:pt x="17" y="435"/>
                </a:cubicBezTo>
                <a:cubicBezTo>
                  <a:pt x="11" y="420"/>
                  <a:pt x="6" y="405"/>
                  <a:pt x="4" y="389"/>
                </a:cubicBezTo>
                <a:cubicBezTo>
                  <a:pt x="1" y="374"/>
                  <a:pt x="0" y="358"/>
                  <a:pt x="0" y="342"/>
                </a:cubicBezTo>
                <a:moveTo>
                  <a:pt x="236" y="95"/>
                </a:moveTo>
                <a:cubicBezTo>
                  <a:pt x="236" y="49"/>
                  <a:pt x="224" y="26"/>
                  <a:pt x="200" y="26"/>
                </a:cubicBezTo>
                <a:cubicBezTo>
                  <a:pt x="184" y="26"/>
                  <a:pt x="168" y="36"/>
                  <a:pt x="153" y="57"/>
                </a:cubicBezTo>
                <a:cubicBezTo>
                  <a:pt x="137" y="77"/>
                  <a:pt x="124" y="100"/>
                  <a:pt x="114" y="125"/>
                </a:cubicBezTo>
                <a:cubicBezTo>
                  <a:pt x="104" y="151"/>
                  <a:pt x="96" y="174"/>
                  <a:pt x="91" y="193"/>
                </a:cubicBezTo>
                <a:cubicBezTo>
                  <a:pt x="85" y="212"/>
                  <a:pt x="83" y="224"/>
                  <a:pt x="82" y="227"/>
                </a:cubicBezTo>
                <a:cubicBezTo>
                  <a:pt x="104" y="227"/>
                  <a:pt x="126" y="227"/>
                  <a:pt x="149" y="227"/>
                </a:cubicBezTo>
                <a:lnTo>
                  <a:pt x="214" y="227"/>
                </a:lnTo>
                <a:cubicBezTo>
                  <a:pt x="214" y="226"/>
                  <a:pt x="216" y="219"/>
                  <a:pt x="219" y="204"/>
                </a:cubicBezTo>
                <a:cubicBezTo>
                  <a:pt x="223" y="190"/>
                  <a:pt x="226" y="172"/>
                  <a:pt x="230" y="150"/>
                </a:cubicBezTo>
                <a:cubicBezTo>
                  <a:pt x="234" y="129"/>
                  <a:pt x="236" y="110"/>
                  <a:pt x="236" y="95"/>
                </a:cubicBezTo>
                <a:moveTo>
                  <a:pt x="52" y="388"/>
                </a:moveTo>
                <a:cubicBezTo>
                  <a:pt x="52" y="436"/>
                  <a:pt x="64" y="460"/>
                  <a:pt x="88" y="460"/>
                </a:cubicBezTo>
                <a:cubicBezTo>
                  <a:pt x="95" y="460"/>
                  <a:pt x="102" y="457"/>
                  <a:pt x="110" y="453"/>
                </a:cubicBezTo>
                <a:cubicBezTo>
                  <a:pt x="117" y="448"/>
                  <a:pt x="127" y="440"/>
                  <a:pt x="138" y="427"/>
                </a:cubicBezTo>
                <a:cubicBezTo>
                  <a:pt x="149" y="415"/>
                  <a:pt x="160" y="395"/>
                  <a:pt x="171" y="369"/>
                </a:cubicBezTo>
                <a:cubicBezTo>
                  <a:pt x="182" y="342"/>
                  <a:pt x="192" y="309"/>
                  <a:pt x="203" y="270"/>
                </a:cubicBezTo>
                <a:lnTo>
                  <a:pt x="207" y="258"/>
                </a:lnTo>
                <a:lnTo>
                  <a:pt x="74" y="258"/>
                </a:lnTo>
                <a:cubicBezTo>
                  <a:pt x="74" y="260"/>
                  <a:pt x="72" y="268"/>
                  <a:pt x="68" y="284"/>
                </a:cubicBezTo>
                <a:cubicBezTo>
                  <a:pt x="64" y="300"/>
                  <a:pt x="60" y="317"/>
                  <a:pt x="57" y="337"/>
                </a:cubicBezTo>
                <a:cubicBezTo>
                  <a:pt x="54" y="356"/>
                  <a:pt x="52" y="373"/>
                  <a:pt x="52" y="388"/>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343" name=""/>
          <p:cNvSpPr/>
          <p:nvPr/>
        </p:nvSpPr>
        <p:spPr>
          <a:xfrm>
            <a:off x="10839600" y="4632120"/>
            <a:ext cx="82440" cy="344160"/>
          </a:xfrm>
          <a:custGeom>
            <a:avLst/>
            <a:gdLst/>
            <a:ahLst/>
            <a:rect l="0" t="0" r="r" b="b"/>
            <a:pathLst>
              <a:path w="229" h="956">
                <a:moveTo>
                  <a:pt x="0" y="478"/>
                </a:moveTo>
                <a:cubicBezTo>
                  <a:pt x="0" y="434"/>
                  <a:pt x="3" y="393"/>
                  <a:pt x="10" y="353"/>
                </a:cubicBezTo>
                <a:cubicBezTo>
                  <a:pt x="16" y="314"/>
                  <a:pt x="23" y="280"/>
                  <a:pt x="32" y="251"/>
                </a:cubicBezTo>
                <a:cubicBezTo>
                  <a:pt x="40" y="222"/>
                  <a:pt x="52" y="194"/>
                  <a:pt x="67" y="167"/>
                </a:cubicBezTo>
                <a:cubicBezTo>
                  <a:pt x="82" y="140"/>
                  <a:pt x="94" y="118"/>
                  <a:pt x="104" y="103"/>
                </a:cubicBezTo>
                <a:cubicBezTo>
                  <a:pt x="113" y="88"/>
                  <a:pt x="127" y="71"/>
                  <a:pt x="144" y="53"/>
                </a:cubicBezTo>
                <a:cubicBezTo>
                  <a:pt x="162" y="35"/>
                  <a:pt x="173" y="25"/>
                  <a:pt x="176" y="21"/>
                </a:cubicBezTo>
                <a:cubicBezTo>
                  <a:pt x="179" y="17"/>
                  <a:pt x="187" y="9"/>
                  <a:pt x="200" y="0"/>
                </a:cubicBezTo>
                <a:lnTo>
                  <a:pt x="212" y="0"/>
                </a:lnTo>
                <a:lnTo>
                  <a:pt x="216" y="0"/>
                </a:lnTo>
                <a:cubicBezTo>
                  <a:pt x="225" y="0"/>
                  <a:pt x="229" y="3"/>
                  <a:pt x="229" y="8"/>
                </a:cubicBezTo>
                <a:cubicBezTo>
                  <a:pt x="229" y="10"/>
                  <a:pt x="224" y="18"/>
                  <a:pt x="213" y="29"/>
                </a:cubicBezTo>
                <a:cubicBezTo>
                  <a:pt x="202" y="41"/>
                  <a:pt x="189" y="58"/>
                  <a:pt x="174" y="80"/>
                </a:cubicBezTo>
                <a:cubicBezTo>
                  <a:pt x="159" y="102"/>
                  <a:pt x="143" y="130"/>
                  <a:pt x="127" y="162"/>
                </a:cubicBezTo>
                <a:cubicBezTo>
                  <a:pt x="111" y="195"/>
                  <a:pt x="97" y="239"/>
                  <a:pt x="86" y="294"/>
                </a:cubicBezTo>
                <a:cubicBezTo>
                  <a:pt x="75" y="349"/>
                  <a:pt x="70" y="411"/>
                  <a:pt x="70" y="478"/>
                </a:cubicBezTo>
                <a:cubicBezTo>
                  <a:pt x="70" y="546"/>
                  <a:pt x="75" y="607"/>
                  <a:pt x="86" y="662"/>
                </a:cubicBezTo>
                <a:cubicBezTo>
                  <a:pt x="97" y="716"/>
                  <a:pt x="111" y="761"/>
                  <a:pt x="126" y="794"/>
                </a:cubicBezTo>
                <a:cubicBezTo>
                  <a:pt x="142" y="828"/>
                  <a:pt x="157" y="855"/>
                  <a:pt x="173" y="876"/>
                </a:cubicBezTo>
                <a:cubicBezTo>
                  <a:pt x="189" y="897"/>
                  <a:pt x="202" y="914"/>
                  <a:pt x="213" y="927"/>
                </a:cubicBezTo>
                <a:cubicBezTo>
                  <a:pt x="224" y="940"/>
                  <a:pt x="229" y="947"/>
                  <a:pt x="229" y="947"/>
                </a:cubicBezTo>
                <a:cubicBezTo>
                  <a:pt x="229" y="953"/>
                  <a:pt x="225" y="956"/>
                  <a:pt x="215" y="956"/>
                </a:cubicBezTo>
                <a:lnTo>
                  <a:pt x="212" y="956"/>
                </a:lnTo>
                <a:lnTo>
                  <a:pt x="200" y="956"/>
                </a:lnTo>
                <a:lnTo>
                  <a:pt x="173" y="933"/>
                </a:lnTo>
                <a:cubicBezTo>
                  <a:pt x="113" y="879"/>
                  <a:pt x="69" y="811"/>
                  <a:pt x="41" y="730"/>
                </a:cubicBezTo>
                <a:cubicBezTo>
                  <a:pt x="14" y="650"/>
                  <a:pt x="0" y="565"/>
                  <a:pt x="0" y="478"/>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344" name=""/>
          <p:cNvSpPr/>
          <p:nvPr/>
        </p:nvSpPr>
        <p:spPr>
          <a:xfrm>
            <a:off x="10948320" y="4737240"/>
            <a:ext cx="194760" cy="153000"/>
          </a:xfrm>
          <a:custGeom>
            <a:avLst/>
            <a:gdLst/>
            <a:ahLst/>
            <a:rect l="0" t="0" r="r" b="b"/>
            <a:pathLst>
              <a:path w="541" h="425">
                <a:moveTo>
                  <a:pt x="198" y="425"/>
                </a:moveTo>
                <a:cubicBezTo>
                  <a:pt x="188" y="423"/>
                  <a:pt x="154" y="422"/>
                  <a:pt x="96" y="422"/>
                </a:cubicBezTo>
                <a:cubicBezTo>
                  <a:pt x="45" y="422"/>
                  <a:pt x="14" y="423"/>
                  <a:pt x="7" y="425"/>
                </a:cubicBezTo>
                <a:lnTo>
                  <a:pt x="0" y="425"/>
                </a:lnTo>
                <a:lnTo>
                  <a:pt x="0" y="366"/>
                </a:lnTo>
                <a:lnTo>
                  <a:pt x="93" y="366"/>
                </a:lnTo>
                <a:lnTo>
                  <a:pt x="215" y="222"/>
                </a:lnTo>
                <a:lnTo>
                  <a:pt x="85" y="59"/>
                </a:lnTo>
                <a:lnTo>
                  <a:pt x="5" y="59"/>
                </a:lnTo>
                <a:lnTo>
                  <a:pt x="5" y="0"/>
                </a:lnTo>
                <a:lnTo>
                  <a:pt x="12" y="0"/>
                </a:lnTo>
                <a:cubicBezTo>
                  <a:pt x="22" y="2"/>
                  <a:pt x="58" y="3"/>
                  <a:pt x="117" y="3"/>
                </a:cubicBezTo>
                <a:cubicBezTo>
                  <a:pt x="184" y="3"/>
                  <a:pt x="223" y="2"/>
                  <a:pt x="234" y="0"/>
                </a:cubicBezTo>
                <a:lnTo>
                  <a:pt x="243" y="0"/>
                </a:lnTo>
                <a:lnTo>
                  <a:pt x="243" y="59"/>
                </a:lnTo>
                <a:lnTo>
                  <a:pt x="216" y="59"/>
                </a:lnTo>
                <a:lnTo>
                  <a:pt x="249" y="100"/>
                </a:lnTo>
                <a:cubicBezTo>
                  <a:pt x="271" y="127"/>
                  <a:pt x="282" y="140"/>
                  <a:pt x="283" y="140"/>
                </a:cubicBezTo>
                <a:cubicBezTo>
                  <a:pt x="285" y="140"/>
                  <a:pt x="297" y="126"/>
                  <a:pt x="319" y="98"/>
                </a:cubicBezTo>
                <a:lnTo>
                  <a:pt x="352" y="59"/>
                </a:lnTo>
                <a:lnTo>
                  <a:pt x="317" y="59"/>
                </a:lnTo>
                <a:lnTo>
                  <a:pt x="317" y="0"/>
                </a:lnTo>
                <a:lnTo>
                  <a:pt x="325" y="0"/>
                </a:lnTo>
                <a:cubicBezTo>
                  <a:pt x="334" y="2"/>
                  <a:pt x="368" y="3"/>
                  <a:pt x="426" y="3"/>
                </a:cubicBezTo>
                <a:cubicBezTo>
                  <a:pt x="477" y="3"/>
                  <a:pt x="507" y="2"/>
                  <a:pt x="515" y="0"/>
                </a:cubicBezTo>
                <a:lnTo>
                  <a:pt x="521" y="0"/>
                </a:lnTo>
                <a:lnTo>
                  <a:pt x="521" y="59"/>
                </a:lnTo>
                <a:lnTo>
                  <a:pt x="431" y="59"/>
                </a:lnTo>
                <a:lnTo>
                  <a:pt x="320" y="190"/>
                </a:lnTo>
                <a:lnTo>
                  <a:pt x="462" y="365"/>
                </a:lnTo>
                <a:lnTo>
                  <a:pt x="501" y="366"/>
                </a:lnTo>
                <a:lnTo>
                  <a:pt x="541" y="366"/>
                </a:lnTo>
                <a:lnTo>
                  <a:pt x="541" y="425"/>
                </a:lnTo>
                <a:lnTo>
                  <a:pt x="533" y="425"/>
                </a:lnTo>
                <a:cubicBezTo>
                  <a:pt x="523" y="423"/>
                  <a:pt x="489" y="422"/>
                  <a:pt x="429" y="422"/>
                </a:cubicBezTo>
                <a:cubicBezTo>
                  <a:pt x="363" y="422"/>
                  <a:pt x="324" y="423"/>
                  <a:pt x="312" y="425"/>
                </a:cubicBezTo>
                <a:lnTo>
                  <a:pt x="304" y="425"/>
                </a:lnTo>
                <a:lnTo>
                  <a:pt x="304" y="366"/>
                </a:lnTo>
                <a:lnTo>
                  <a:pt x="330" y="366"/>
                </a:lnTo>
                <a:cubicBezTo>
                  <a:pt x="330" y="365"/>
                  <a:pt x="318" y="349"/>
                  <a:pt x="292" y="318"/>
                </a:cubicBezTo>
                <a:cubicBezTo>
                  <a:pt x="267" y="287"/>
                  <a:pt x="254" y="271"/>
                  <a:pt x="253" y="269"/>
                </a:cubicBezTo>
                <a:lnTo>
                  <a:pt x="170" y="365"/>
                </a:lnTo>
                <a:lnTo>
                  <a:pt x="188" y="366"/>
                </a:lnTo>
                <a:lnTo>
                  <a:pt x="205" y="366"/>
                </a:lnTo>
                <a:lnTo>
                  <a:pt x="205" y="425"/>
                </a:lnTo>
                <a:lnTo>
                  <a:pt x="198" y="425"/>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345" name=""/>
          <p:cNvSpPr/>
          <p:nvPr/>
        </p:nvSpPr>
        <p:spPr>
          <a:xfrm>
            <a:off x="11165760" y="4789440"/>
            <a:ext cx="75960" cy="155160"/>
          </a:xfrm>
          <a:custGeom>
            <a:avLst/>
            <a:gdLst/>
            <a:ahLst/>
            <a:rect l="0" t="0" r="r" b="b"/>
            <a:pathLst>
              <a:path w="211" h="431">
                <a:moveTo>
                  <a:pt x="5" y="162"/>
                </a:moveTo>
                <a:cubicBezTo>
                  <a:pt x="1" y="159"/>
                  <a:pt x="0" y="157"/>
                  <a:pt x="0" y="156"/>
                </a:cubicBezTo>
                <a:cubicBezTo>
                  <a:pt x="0" y="154"/>
                  <a:pt x="1" y="150"/>
                  <a:pt x="2" y="145"/>
                </a:cubicBezTo>
                <a:cubicBezTo>
                  <a:pt x="3" y="139"/>
                  <a:pt x="4" y="136"/>
                  <a:pt x="5" y="135"/>
                </a:cubicBezTo>
                <a:cubicBezTo>
                  <a:pt x="6" y="133"/>
                  <a:pt x="8" y="132"/>
                  <a:pt x="11" y="132"/>
                </a:cubicBezTo>
                <a:cubicBezTo>
                  <a:pt x="15" y="132"/>
                  <a:pt x="27" y="132"/>
                  <a:pt x="47" y="131"/>
                </a:cubicBezTo>
                <a:lnTo>
                  <a:pt x="83" y="131"/>
                </a:lnTo>
                <a:lnTo>
                  <a:pt x="95" y="77"/>
                </a:lnTo>
                <a:cubicBezTo>
                  <a:pt x="97" y="72"/>
                  <a:pt x="98" y="66"/>
                  <a:pt x="100" y="58"/>
                </a:cubicBezTo>
                <a:cubicBezTo>
                  <a:pt x="102" y="50"/>
                  <a:pt x="104" y="44"/>
                  <a:pt x="105" y="40"/>
                </a:cubicBezTo>
                <a:cubicBezTo>
                  <a:pt x="106" y="37"/>
                  <a:pt x="108" y="32"/>
                  <a:pt x="109" y="27"/>
                </a:cubicBezTo>
                <a:cubicBezTo>
                  <a:pt x="110" y="21"/>
                  <a:pt x="112" y="17"/>
                  <a:pt x="114" y="15"/>
                </a:cubicBezTo>
                <a:cubicBezTo>
                  <a:pt x="117" y="13"/>
                  <a:pt x="119" y="10"/>
                  <a:pt x="121" y="7"/>
                </a:cubicBezTo>
                <a:cubicBezTo>
                  <a:pt x="123" y="4"/>
                  <a:pt x="126" y="2"/>
                  <a:pt x="131" y="1"/>
                </a:cubicBezTo>
                <a:cubicBezTo>
                  <a:pt x="135" y="0"/>
                  <a:pt x="139" y="0"/>
                  <a:pt x="143" y="0"/>
                </a:cubicBezTo>
                <a:cubicBezTo>
                  <a:pt x="151" y="0"/>
                  <a:pt x="156" y="3"/>
                  <a:pt x="160" y="7"/>
                </a:cubicBezTo>
                <a:cubicBezTo>
                  <a:pt x="163" y="12"/>
                  <a:pt x="164" y="16"/>
                  <a:pt x="164" y="20"/>
                </a:cubicBezTo>
                <a:cubicBezTo>
                  <a:pt x="164" y="23"/>
                  <a:pt x="162" y="34"/>
                  <a:pt x="158" y="52"/>
                </a:cubicBezTo>
                <a:cubicBezTo>
                  <a:pt x="154" y="70"/>
                  <a:pt x="150" y="87"/>
                  <a:pt x="145" y="105"/>
                </a:cubicBezTo>
                <a:lnTo>
                  <a:pt x="138" y="130"/>
                </a:lnTo>
                <a:cubicBezTo>
                  <a:pt x="138" y="131"/>
                  <a:pt x="149" y="131"/>
                  <a:pt x="172" y="131"/>
                </a:cubicBezTo>
                <a:lnTo>
                  <a:pt x="206" y="131"/>
                </a:lnTo>
                <a:cubicBezTo>
                  <a:pt x="209" y="134"/>
                  <a:pt x="211" y="137"/>
                  <a:pt x="211" y="139"/>
                </a:cubicBezTo>
                <a:cubicBezTo>
                  <a:pt x="211" y="149"/>
                  <a:pt x="208" y="156"/>
                  <a:pt x="202" y="162"/>
                </a:cubicBezTo>
                <a:lnTo>
                  <a:pt x="130" y="162"/>
                </a:lnTo>
                <a:lnTo>
                  <a:pt x="106" y="261"/>
                </a:lnTo>
                <a:cubicBezTo>
                  <a:pt x="88" y="333"/>
                  <a:pt x="79" y="372"/>
                  <a:pt x="79" y="377"/>
                </a:cubicBezTo>
                <a:cubicBezTo>
                  <a:pt x="79" y="396"/>
                  <a:pt x="85" y="406"/>
                  <a:pt x="97" y="406"/>
                </a:cubicBezTo>
                <a:cubicBezTo>
                  <a:pt x="113" y="406"/>
                  <a:pt x="129" y="398"/>
                  <a:pt x="143" y="383"/>
                </a:cubicBezTo>
                <a:cubicBezTo>
                  <a:pt x="158" y="367"/>
                  <a:pt x="170" y="349"/>
                  <a:pt x="179" y="326"/>
                </a:cubicBezTo>
                <a:cubicBezTo>
                  <a:pt x="180" y="323"/>
                  <a:pt x="181" y="322"/>
                  <a:pt x="183" y="321"/>
                </a:cubicBezTo>
                <a:cubicBezTo>
                  <a:pt x="184" y="321"/>
                  <a:pt x="187" y="320"/>
                  <a:pt x="193" y="320"/>
                </a:cubicBezTo>
                <a:lnTo>
                  <a:pt x="195" y="320"/>
                </a:lnTo>
                <a:cubicBezTo>
                  <a:pt x="202" y="320"/>
                  <a:pt x="205" y="322"/>
                  <a:pt x="205" y="325"/>
                </a:cubicBezTo>
                <a:cubicBezTo>
                  <a:pt x="205" y="327"/>
                  <a:pt x="205" y="329"/>
                  <a:pt x="203" y="333"/>
                </a:cubicBezTo>
                <a:cubicBezTo>
                  <a:pt x="201" y="341"/>
                  <a:pt x="197" y="349"/>
                  <a:pt x="191" y="359"/>
                </a:cubicBezTo>
                <a:cubicBezTo>
                  <a:pt x="185" y="369"/>
                  <a:pt x="178" y="380"/>
                  <a:pt x="168" y="391"/>
                </a:cubicBezTo>
                <a:cubicBezTo>
                  <a:pt x="159" y="402"/>
                  <a:pt x="147" y="412"/>
                  <a:pt x="134" y="419"/>
                </a:cubicBezTo>
                <a:cubicBezTo>
                  <a:pt x="120" y="427"/>
                  <a:pt x="107" y="431"/>
                  <a:pt x="93" y="431"/>
                </a:cubicBezTo>
                <a:cubicBezTo>
                  <a:pt x="79" y="431"/>
                  <a:pt x="66" y="427"/>
                  <a:pt x="54" y="421"/>
                </a:cubicBezTo>
                <a:cubicBezTo>
                  <a:pt x="42" y="414"/>
                  <a:pt x="33" y="402"/>
                  <a:pt x="28" y="385"/>
                </a:cubicBezTo>
                <a:cubicBezTo>
                  <a:pt x="27" y="382"/>
                  <a:pt x="27" y="376"/>
                  <a:pt x="27" y="367"/>
                </a:cubicBezTo>
                <a:lnTo>
                  <a:pt x="27" y="355"/>
                </a:lnTo>
                <a:lnTo>
                  <a:pt x="50" y="261"/>
                </a:lnTo>
                <a:cubicBezTo>
                  <a:pt x="66" y="196"/>
                  <a:pt x="74" y="164"/>
                  <a:pt x="75" y="164"/>
                </a:cubicBezTo>
                <a:cubicBezTo>
                  <a:pt x="75" y="163"/>
                  <a:pt x="63" y="162"/>
                  <a:pt x="40" y="162"/>
                </a:cubicBezTo>
                <a:lnTo>
                  <a:pt x="5" y="162"/>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346" name=""/>
          <p:cNvSpPr/>
          <p:nvPr/>
        </p:nvSpPr>
        <p:spPr>
          <a:xfrm>
            <a:off x="11292840" y="4848120"/>
            <a:ext cx="45720" cy="108720"/>
          </a:xfrm>
          <a:custGeom>
            <a:avLst/>
            <a:gdLst/>
            <a:ahLst/>
            <a:rect l="0" t="0" r="r" b="b"/>
            <a:pathLst>
              <a:path w="127" h="302">
                <a:moveTo>
                  <a:pt x="0" y="83"/>
                </a:moveTo>
                <a:cubicBezTo>
                  <a:pt x="0" y="83"/>
                  <a:pt x="0" y="75"/>
                  <a:pt x="0" y="59"/>
                </a:cubicBezTo>
                <a:cubicBezTo>
                  <a:pt x="0" y="43"/>
                  <a:pt x="5" y="29"/>
                  <a:pt x="15" y="18"/>
                </a:cubicBezTo>
                <a:cubicBezTo>
                  <a:pt x="26" y="6"/>
                  <a:pt x="39" y="0"/>
                  <a:pt x="56" y="0"/>
                </a:cubicBezTo>
                <a:cubicBezTo>
                  <a:pt x="75" y="0"/>
                  <a:pt x="91" y="8"/>
                  <a:pt x="105" y="24"/>
                </a:cubicBezTo>
                <a:cubicBezTo>
                  <a:pt x="119" y="40"/>
                  <a:pt x="127" y="68"/>
                  <a:pt x="127" y="108"/>
                </a:cubicBezTo>
                <a:cubicBezTo>
                  <a:pt x="127" y="131"/>
                  <a:pt x="124" y="152"/>
                  <a:pt x="119" y="173"/>
                </a:cubicBezTo>
                <a:cubicBezTo>
                  <a:pt x="113" y="195"/>
                  <a:pt x="106" y="213"/>
                  <a:pt x="99" y="229"/>
                </a:cubicBezTo>
                <a:cubicBezTo>
                  <a:pt x="91" y="244"/>
                  <a:pt x="83" y="257"/>
                  <a:pt x="74" y="268"/>
                </a:cubicBezTo>
                <a:cubicBezTo>
                  <a:pt x="64" y="279"/>
                  <a:pt x="56" y="287"/>
                  <a:pt x="50" y="294"/>
                </a:cubicBezTo>
                <a:cubicBezTo>
                  <a:pt x="43" y="300"/>
                  <a:pt x="39" y="303"/>
                  <a:pt x="37" y="302"/>
                </a:cubicBezTo>
                <a:cubicBezTo>
                  <a:pt x="35" y="302"/>
                  <a:pt x="31" y="299"/>
                  <a:pt x="25" y="294"/>
                </a:cubicBezTo>
                <a:cubicBezTo>
                  <a:pt x="19" y="288"/>
                  <a:pt x="16" y="284"/>
                  <a:pt x="16" y="281"/>
                </a:cubicBezTo>
                <a:cubicBezTo>
                  <a:pt x="16" y="279"/>
                  <a:pt x="20" y="274"/>
                  <a:pt x="27" y="266"/>
                </a:cubicBezTo>
                <a:cubicBezTo>
                  <a:pt x="34" y="258"/>
                  <a:pt x="42" y="249"/>
                  <a:pt x="51" y="237"/>
                </a:cubicBezTo>
                <a:cubicBezTo>
                  <a:pt x="60" y="226"/>
                  <a:pt x="69" y="210"/>
                  <a:pt x="77" y="190"/>
                </a:cubicBezTo>
                <a:cubicBezTo>
                  <a:pt x="84" y="168"/>
                  <a:pt x="89" y="145"/>
                  <a:pt x="92" y="119"/>
                </a:cubicBezTo>
                <a:lnTo>
                  <a:pt x="92" y="107"/>
                </a:lnTo>
                <a:lnTo>
                  <a:pt x="91" y="108"/>
                </a:lnTo>
                <a:cubicBezTo>
                  <a:pt x="90" y="109"/>
                  <a:pt x="88" y="110"/>
                  <a:pt x="86" y="110"/>
                </a:cubicBezTo>
                <a:cubicBezTo>
                  <a:pt x="84" y="111"/>
                  <a:pt x="82" y="112"/>
                  <a:pt x="80" y="113"/>
                </a:cubicBezTo>
                <a:cubicBezTo>
                  <a:pt x="78" y="114"/>
                  <a:pt x="76" y="115"/>
                  <a:pt x="72" y="115"/>
                </a:cubicBezTo>
                <a:cubicBezTo>
                  <a:pt x="67" y="115"/>
                  <a:pt x="63" y="115"/>
                  <a:pt x="59" y="116"/>
                </a:cubicBezTo>
                <a:cubicBezTo>
                  <a:pt x="42" y="116"/>
                  <a:pt x="28" y="111"/>
                  <a:pt x="17" y="100"/>
                </a:cubicBezTo>
                <a:lnTo>
                  <a:pt x="0" y="83"/>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347" name=""/>
          <p:cNvSpPr/>
          <p:nvPr/>
        </p:nvSpPr>
        <p:spPr>
          <a:xfrm>
            <a:off x="11425320" y="4674600"/>
            <a:ext cx="107280" cy="219600"/>
          </a:xfrm>
          <a:custGeom>
            <a:avLst/>
            <a:gdLst/>
            <a:ahLst/>
            <a:rect l="0" t="0" r="r" b="b"/>
            <a:pathLst>
              <a:path w="298" h="610">
                <a:moveTo>
                  <a:pt x="7" y="231"/>
                </a:moveTo>
                <a:cubicBezTo>
                  <a:pt x="3" y="227"/>
                  <a:pt x="0" y="224"/>
                  <a:pt x="0" y="222"/>
                </a:cubicBezTo>
                <a:cubicBezTo>
                  <a:pt x="0" y="219"/>
                  <a:pt x="1" y="214"/>
                  <a:pt x="3" y="207"/>
                </a:cubicBezTo>
                <a:cubicBezTo>
                  <a:pt x="5" y="199"/>
                  <a:pt x="7" y="194"/>
                  <a:pt x="8" y="193"/>
                </a:cubicBezTo>
                <a:cubicBezTo>
                  <a:pt x="9" y="190"/>
                  <a:pt x="12" y="188"/>
                  <a:pt x="17" y="188"/>
                </a:cubicBezTo>
                <a:cubicBezTo>
                  <a:pt x="21" y="188"/>
                  <a:pt x="37" y="188"/>
                  <a:pt x="65" y="187"/>
                </a:cubicBezTo>
                <a:lnTo>
                  <a:pt x="117" y="187"/>
                </a:lnTo>
                <a:lnTo>
                  <a:pt x="135" y="111"/>
                </a:lnTo>
                <a:cubicBezTo>
                  <a:pt x="137" y="104"/>
                  <a:pt x="139" y="95"/>
                  <a:pt x="142" y="82"/>
                </a:cubicBezTo>
                <a:cubicBezTo>
                  <a:pt x="144" y="71"/>
                  <a:pt x="147" y="63"/>
                  <a:pt x="148" y="58"/>
                </a:cubicBezTo>
                <a:cubicBezTo>
                  <a:pt x="150" y="52"/>
                  <a:pt x="152" y="46"/>
                  <a:pt x="154" y="38"/>
                </a:cubicBezTo>
                <a:cubicBezTo>
                  <a:pt x="156" y="31"/>
                  <a:pt x="159" y="25"/>
                  <a:pt x="162" y="22"/>
                </a:cubicBezTo>
                <a:cubicBezTo>
                  <a:pt x="165" y="19"/>
                  <a:pt x="168" y="15"/>
                  <a:pt x="171" y="11"/>
                </a:cubicBezTo>
                <a:cubicBezTo>
                  <a:pt x="175" y="6"/>
                  <a:pt x="179" y="3"/>
                  <a:pt x="185" y="2"/>
                </a:cubicBezTo>
                <a:cubicBezTo>
                  <a:pt x="191" y="1"/>
                  <a:pt x="196" y="0"/>
                  <a:pt x="202" y="0"/>
                </a:cubicBezTo>
                <a:cubicBezTo>
                  <a:pt x="213" y="1"/>
                  <a:pt x="221" y="4"/>
                  <a:pt x="226" y="11"/>
                </a:cubicBezTo>
                <a:cubicBezTo>
                  <a:pt x="230" y="17"/>
                  <a:pt x="233" y="23"/>
                  <a:pt x="233" y="29"/>
                </a:cubicBezTo>
                <a:cubicBezTo>
                  <a:pt x="233" y="33"/>
                  <a:pt x="230" y="48"/>
                  <a:pt x="224" y="74"/>
                </a:cubicBezTo>
                <a:cubicBezTo>
                  <a:pt x="218" y="100"/>
                  <a:pt x="212" y="125"/>
                  <a:pt x="205" y="150"/>
                </a:cubicBezTo>
                <a:lnTo>
                  <a:pt x="195" y="186"/>
                </a:lnTo>
                <a:cubicBezTo>
                  <a:pt x="195" y="187"/>
                  <a:pt x="211" y="187"/>
                  <a:pt x="243" y="187"/>
                </a:cubicBezTo>
                <a:lnTo>
                  <a:pt x="292" y="187"/>
                </a:lnTo>
                <a:cubicBezTo>
                  <a:pt x="296" y="192"/>
                  <a:pt x="298" y="195"/>
                  <a:pt x="298" y="198"/>
                </a:cubicBezTo>
                <a:cubicBezTo>
                  <a:pt x="298" y="212"/>
                  <a:pt x="294" y="223"/>
                  <a:pt x="286" y="231"/>
                </a:cubicBezTo>
                <a:lnTo>
                  <a:pt x="184" y="231"/>
                </a:lnTo>
                <a:lnTo>
                  <a:pt x="149" y="370"/>
                </a:lnTo>
                <a:cubicBezTo>
                  <a:pt x="125" y="472"/>
                  <a:pt x="112" y="526"/>
                  <a:pt x="112" y="534"/>
                </a:cubicBezTo>
                <a:cubicBezTo>
                  <a:pt x="112" y="561"/>
                  <a:pt x="121" y="574"/>
                  <a:pt x="138" y="574"/>
                </a:cubicBezTo>
                <a:cubicBezTo>
                  <a:pt x="160" y="574"/>
                  <a:pt x="182" y="563"/>
                  <a:pt x="203" y="542"/>
                </a:cubicBezTo>
                <a:cubicBezTo>
                  <a:pt x="224" y="520"/>
                  <a:pt x="241" y="493"/>
                  <a:pt x="254" y="461"/>
                </a:cubicBezTo>
                <a:cubicBezTo>
                  <a:pt x="255" y="458"/>
                  <a:pt x="256" y="455"/>
                  <a:pt x="258" y="455"/>
                </a:cubicBezTo>
                <a:cubicBezTo>
                  <a:pt x="260" y="454"/>
                  <a:pt x="265" y="454"/>
                  <a:pt x="273" y="453"/>
                </a:cubicBezTo>
                <a:lnTo>
                  <a:pt x="276" y="453"/>
                </a:lnTo>
                <a:cubicBezTo>
                  <a:pt x="286" y="453"/>
                  <a:pt x="291" y="455"/>
                  <a:pt x="291" y="461"/>
                </a:cubicBezTo>
                <a:cubicBezTo>
                  <a:pt x="291" y="462"/>
                  <a:pt x="290" y="466"/>
                  <a:pt x="288" y="472"/>
                </a:cubicBezTo>
                <a:cubicBezTo>
                  <a:pt x="285" y="482"/>
                  <a:pt x="279" y="494"/>
                  <a:pt x="271" y="508"/>
                </a:cubicBezTo>
                <a:cubicBezTo>
                  <a:pt x="262" y="522"/>
                  <a:pt x="252" y="537"/>
                  <a:pt x="238" y="553"/>
                </a:cubicBezTo>
                <a:cubicBezTo>
                  <a:pt x="225" y="569"/>
                  <a:pt x="209" y="582"/>
                  <a:pt x="190" y="593"/>
                </a:cubicBezTo>
                <a:cubicBezTo>
                  <a:pt x="170" y="604"/>
                  <a:pt x="151" y="610"/>
                  <a:pt x="131" y="610"/>
                </a:cubicBezTo>
                <a:cubicBezTo>
                  <a:pt x="112" y="610"/>
                  <a:pt x="94" y="605"/>
                  <a:pt x="76" y="595"/>
                </a:cubicBezTo>
                <a:cubicBezTo>
                  <a:pt x="59" y="586"/>
                  <a:pt x="46" y="569"/>
                  <a:pt x="39" y="546"/>
                </a:cubicBezTo>
                <a:cubicBezTo>
                  <a:pt x="37" y="540"/>
                  <a:pt x="37" y="532"/>
                  <a:pt x="37" y="520"/>
                </a:cubicBezTo>
                <a:lnTo>
                  <a:pt x="37" y="503"/>
                </a:lnTo>
                <a:lnTo>
                  <a:pt x="70" y="369"/>
                </a:lnTo>
                <a:cubicBezTo>
                  <a:pt x="93" y="279"/>
                  <a:pt x="105" y="234"/>
                  <a:pt x="106" y="233"/>
                </a:cubicBezTo>
                <a:cubicBezTo>
                  <a:pt x="106" y="232"/>
                  <a:pt x="89" y="231"/>
                  <a:pt x="56" y="231"/>
                </a:cubicBezTo>
                <a:lnTo>
                  <a:pt x="7" y="231"/>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348" name=""/>
          <p:cNvSpPr/>
          <p:nvPr/>
        </p:nvSpPr>
        <p:spPr>
          <a:xfrm>
            <a:off x="11562120" y="4632120"/>
            <a:ext cx="82440" cy="344160"/>
          </a:xfrm>
          <a:custGeom>
            <a:avLst/>
            <a:gdLst/>
            <a:ahLst/>
            <a:rect l="0" t="0" r="r" b="b"/>
            <a:pathLst>
              <a:path w="229" h="956">
                <a:moveTo>
                  <a:pt x="4" y="1"/>
                </a:moveTo>
                <a:lnTo>
                  <a:pt x="8" y="0"/>
                </a:lnTo>
                <a:cubicBezTo>
                  <a:pt x="11" y="0"/>
                  <a:pt x="14" y="0"/>
                  <a:pt x="18" y="0"/>
                </a:cubicBezTo>
                <a:lnTo>
                  <a:pt x="29" y="0"/>
                </a:lnTo>
                <a:lnTo>
                  <a:pt x="56" y="24"/>
                </a:lnTo>
                <a:cubicBezTo>
                  <a:pt x="116" y="78"/>
                  <a:pt x="160" y="145"/>
                  <a:pt x="188" y="226"/>
                </a:cubicBezTo>
                <a:cubicBezTo>
                  <a:pt x="215" y="307"/>
                  <a:pt x="229" y="391"/>
                  <a:pt x="229" y="478"/>
                </a:cubicBezTo>
                <a:cubicBezTo>
                  <a:pt x="229" y="522"/>
                  <a:pt x="226" y="563"/>
                  <a:pt x="219" y="603"/>
                </a:cubicBezTo>
                <a:cubicBezTo>
                  <a:pt x="213" y="643"/>
                  <a:pt x="206" y="678"/>
                  <a:pt x="197" y="706"/>
                </a:cubicBezTo>
                <a:cubicBezTo>
                  <a:pt x="189" y="734"/>
                  <a:pt x="177" y="762"/>
                  <a:pt x="162" y="790"/>
                </a:cubicBezTo>
                <a:cubicBezTo>
                  <a:pt x="147" y="818"/>
                  <a:pt x="134" y="839"/>
                  <a:pt x="125" y="854"/>
                </a:cubicBezTo>
                <a:cubicBezTo>
                  <a:pt x="116" y="868"/>
                  <a:pt x="103" y="884"/>
                  <a:pt x="85" y="902"/>
                </a:cubicBezTo>
                <a:cubicBezTo>
                  <a:pt x="68" y="920"/>
                  <a:pt x="58" y="931"/>
                  <a:pt x="55" y="934"/>
                </a:cubicBezTo>
                <a:cubicBezTo>
                  <a:pt x="52" y="937"/>
                  <a:pt x="44" y="943"/>
                  <a:pt x="33" y="952"/>
                </a:cubicBezTo>
                <a:cubicBezTo>
                  <a:pt x="31" y="954"/>
                  <a:pt x="30" y="955"/>
                  <a:pt x="29" y="956"/>
                </a:cubicBezTo>
                <a:lnTo>
                  <a:pt x="18" y="956"/>
                </a:lnTo>
                <a:cubicBezTo>
                  <a:pt x="13" y="956"/>
                  <a:pt x="9" y="956"/>
                  <a:pt x="7" y="956"/>
                </a:cubicBezTo>
                <a:cubicBezTo>
                  <a:pt x="5" y="956"/>
                  <a:pt x="4" y="955"/>
                  <a:pt x="2" y="953"/>
                </a:cubicBezTo>
                <a:cubicBezTo>
                  <a:pt x="1" y="951"/>
                  <a:pt x="0" y="948"/>
                  <a:pt x="0" y="944"/>
                </a:cubicBezTo>
                <a:cubicBezTo>
                  <a:pt x="0" y="944"/>
                  <a:pt x="4" y="940"/>
                  <a:pt x="10" y="932"/>
                </a:cubicBezTo>
                <a:cubicBezTo>
                  <a:pt x="109" y="829"/>
                  <a:pt x="159" y="678"/>
                  <a:pt x="159" y="478"/>
                </a:cubicBezTo>
                <a:cubicBezTo>
                  <a:pt x="159" y="278"/>
                  <a:pt x="109" y="127"/>
                  <a:pt x="10" y="25"/>
                </a:cubicBezTo>
                <a:cubicBezTo>
                  <a:pt x="4" y="17"/>
                  <a:pt x="0" y="13"/>
                  <a:pt x="0" y="11"/>
                </a:cubicBezTo>
                <a:cubicBezTo>
                  <a:pt x="0" y="6"/>
                  <a:pt x="1" y="3"/>
                  <a:pt x="4" y="1"/>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349" name=""/>
          <p:cNvSpPr/>
          <p:nvPr/>
        </p:nvSpPr>
        <p:spPr>
          <a:xfrm>
            <a:off x="11695680" y="4632120"/>
            <a:ext cx="82440" cy="344160"/>
          </a:xfrm>
          <a:custGeom>
            <a:avLst/>
            <a:gdLst/>
            <a:ahLst/>
            <a:rect l="0" t="0" r="r" b="b"/>
            <a:pathLst>
              <a:path w="229" h="956">
                <a:moveTo>
                  <a:pt x="6" y="1"/>
                </a:moveTo>
                <a:lnTo>
                  <a:pt x="10" y="0"/>
                </a:lnTo>
                <a:cubicBezTo>
                  <a:pt x="13" y="0"/>
                  <a:pt x="16" y="0"/>
                  <a:pt x="19" y="0"/>
                </a:cubicBezTo>
                <a:lnTo>
                  <a:pt x="31" y="0"/>
                </a:lnTo>
                <a:lnTo>
                  <a:pt x="57" y="24"/>
                </a:lnTo>
                <a:cubicBezTo>
                  <a:pt x="117" y="78"/>
                  <a:pt x="161" y="145"/>
                  <a:pt x="188" y="226"/>
                </a:cubicBezTo>
                <a:cubicBezTo>
                  <a:pt x="216" y="307"/>
                  <a:pt x="229" y="391"/>
                  <a:pt x="229" y="478"/>
                </a:cubicBezTo>
                <a:cubicBezTo>
                  <a:pt x="229" y="522"/>
                  <a:pt x="226" y="563"/>
                  <a:pt x="220" y="603"/>
                </a:cubicBezTo>
                <a:cubicBezTo>
                  <a:pt x="213" y="643"/>
                  <a:pt x="206" y="678"/>
                  <a:pt x="198" y="706"/>
                </a:cubicBezTo>
                <a:cubicBezTo>
                  <a:pt x="189" y="734"/>
                  <a:pt x="178" y="762"/>
                  <a:pt x="162" y="790"/>
                </a:cubicBezTo>
                <a:cubicBezTo>
                  <a:pt x="147" y="818"/>
                  <a:pt x="135" y="839"/>
                  <a:pt x="126" y="854"/>
                </a:cubicBezTo>
                <a:cubicBezTo>
                  <a:pt x="117" y="868"/>
                  <a:pt x="104" y="884"/>
                  <a:pt x="87" y="902"/>
                </a:cubicBezTo>
                <a:cubicBezTo>
                  <a:pt x="70" y="920"/>
                  <a:pt x="60" y="931"/>
                  <a:pt x="56" y="934"/>
                </a:cubicBezTo>
                <a:cubicBezTo>
                  <a:pt x="53" y="937"/>
                  <a:pt x="46" y="943"/>
                  <a:pt x="34" y="952"/>
                </a:cubicBezTo>
                <a:cubicBezTo>
                  <a:pt x="33" y="954"/>
                  <a:pt x="31" y="955"/>
                  <a:pt x="31" y="956"/>
                </a:cubicBezTo>
                <a:lnTo>
                  <a:pt x="19" y="956"/>
                </a:lnTo>
                <a:cubicBezTo>
                  <a:pt x="14" y="956"/>
                  <a:pt x="11" y="956"/>
                  <a:pt x="9" y="956"/>
                </a:cubicBezTo>
                <a:cubicBezTo>
                  <a:pt x="7" y="956"/>
                  <a:pt x="5" y="955"/>
                  <a:pt x="4" y="953"/>
                </a:cubicBezTo>
                <a:cubicBezTo>
                  <a:pt x="2" y="951"/>
                  <a:pt x="1" y="948"/>
                  <a:pt x="0" y="944"/>
                </a:cubicBezTo>
                <a:cubicBezTo>
                  <a:pt x="1" y="944"/>
                  <a:pt x="5" y="940"/>
                  <a:pt x="12" y="932"/>
                </a:cubicBezTo>
                <a:cubicBezTo>
                  <a:pt x="110" y="829"/>
                  <a:pt x="160" y="678"/>
                  <a:pt x="160" y="478"/>
                </a:cubicBezTo>
                <a:cubicBezTo>
                  <a:pt x="160" y="278"/>
                  <a:pt x="110" y="127"/>
                  <a:pt x="12" y="25"/>
                </a:cubicBezTo>
                <a:cubicBezTo>
                  <a:pt x="5" y="17"/>
                  <a:pt x="1" y="13"/>
                  <a:pt x="0" y="11"/>
                </a:cubicBezTo>
                <a:cubicBezTo>
                  <a:pt x="0" y="6"/>
                  <a:pt x="2" y="3"/>
                  <a:pt x="6" y="1"/>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350" name=""/>
          <p:cNvSpPr txBox="1"/>
          <p:nvPr/>
        </p:nvSpPr>
        <p:spPr>
          <a:xfrm>
            <a:off x="2569680" y="3584520"/>
            <a:ext cx="7279920" cy="372240"/>
          </a:xfrm>
          <a:prstGeom prst="rect">
            <a:avLst/>
          </a:prstGeom>
          <a:noFill/>
          <a:ln w="0">
            <a:noFill/>
          </a:ln>
        </p:spPr>
        <p:txBody>
          <a:bodyPr wrap="none" lIns="0" rIns="0" tIns="0" bIns="0" anchor="t">
            <a:spAutoFit/>
          </a:bodyPr>
          <a:p>
            <a:r>
              <a:rPr b="0" lang="en-US" sz="2620" strike="noStrike" u="none">
                <a:solidFill>
                  <a:srgbClr val="333333"/>
                </a:solidFill>
                <a:effectLst/>
                <a:uFillTx/>
                <a:latin typeface="NotoSansJP-Thin_"/>
                <a:ea typeface="NotoSansJP-Thin_"/>
              </a:rPr>
              <a:t> をニューラルネットワーク </a:t>
            </a:r>
            <a:r>
              <a:rPr b="0" lang="en-US" sz="2620" strike="noStrike" u="none">
                <a:solidFill>
                  <a:srgbClr val="333333"/>
                </a:solidFill>
                <a:effectLst/>
                <a:uFillTx/>
                <a:latin typeface="NotoSansJP-Thin_"/>
                <a:ea typeface="NotoSansJP-Thin_"/>
              </a:rPr>
              <a:t>(NN) </a:t>
            </a:r>
            <a:r>
              <a:rPr b="0" lang="zh-CN" sz="2620" strike="noStrike" u="none">
                <a:solidFill>
                  <a:srgbClr val="333333"/>
                </a:solidFill>
                <a:effectLst/>
                <a:uFillTx/>
                <a:latin typeface="NotoSansJP-Thin_"/>
                <a:ea typeface="NotoSansJP-Thin_"/>
              </a:rPr>
              <a:t>で近似する。</a:t>
            </a:r>
            <a:endParaRPr b="0" lang="en-US" sz="2620" strike="noStrike" u="none">
              <a:solidFill>
                <a:srgbClr val="000000"/>
              </a:solidFill>
              <a:effectLst/>
              <a:uFillTx/>
              <a:latin typeface="Times New Roman"/>
            </a:endParaRPr>
          </a:p>
        </p:txBody>
      </p:sp>
      <p:sp>
        <p:nvSpPr>
          <p:cNvPr id="351" name=""/>
          <p:cNvSpPr/>
          <p:nvPr/>
        </p:nvSpPr>
        <p:spPr>
          <a:xfrm>
            <a:off x="2557080" y="5838480"/>
            <a:ext cx="265680" cy="272160"/>
          </a:xfrm>
          <a:custGeom>
            <a:avLst/>
            <a:gdLst/>
            <a:ahLst/>
            <a:rect l="0" t="0" r="r" b="b"/>
            <a:pathLst>
              <a:path w="738" h="756">
                <a:moveTo>
                  <a:pt x="296" y="524"/>
                </a:moveTo>
                <a:cubicBezTo>
                  <a:pt x="274" y="524"/>
                  <a:pt x="255" y="523"/>
                  <a:pt x="239" y="521"/>
                </a:cubicBezTo>
                <a:cubicBezTo>
                  <a:pt x="223" y="518"/>
                  <a:pt x="211" y="516"/>
                  <a:pt x="203" y="514"/>
                </a:cubicBezTo>
                <a:cubicBezTo>
                  <a:pt x="196" y="511"/>
                  <a:pt x="191" y="510"/>
                  <a:pt x="190" y="510"/>
                </a:cubicBezTo>
                <a:cubicBezTo>
                  <a:pt x="189" y="510"/>
                  <a:pt x="186" y="524"/>
                  <a:pt x="180" y="551"/>
                </a:cubicBezTo>
                <a:cubicBezTo>
                  <a:pt x="173" y="579"/>
                  <a:pt x="166" y="609"/>
                  <a:pt x="157" y="641"/>
                </a:cubicBezTo>
                <a:cubicBezTo>
                  <a:pt x="148" y="674"/>
                  <a:pt x="141" y="695"/>
                  <a:pt x="137" y="706"/>
                </a:cubicBezTo>
                <a:cubicBezTo>
                  <a:pt x="122" y="739"/>
                  <a:pt x="95" y="756"/>
                  <a:pt x="59" y="756"/>
                </a:cubicBezTo>
                <a:cubicBezTo>
                  <a:pt x="41" y="756"/>
                  <a:pt x="26" y="750"/>
                  <a:pt x="16" y="738"/>
                </a:cubicBezTo>
                <a:cubicBezTo>
                  <a:pt x="5" y="726"/>
                  <a:pt x="0" y="712"/>
                  <a:pt x="0" y="695"/>
                </a:cubicBezTo>
                <a:cubicBezTo>
                  <a:pt x="2" y="684"/>
                  <a:pt x="28" y="577"/>
                  <a:pt x="78" y="375"/>
                </a:cubicBezTo>
                <a:cubicBezTo>
                  <a:pt x="128" y="172"/>
                  <a:pt x="155" y="66"/>
                  <a:pt x="159" y="55"/>
                </a:cubicBezTo>
                <a:cubicBezTo>
                  <a:pt x="165" y="40"/>
                  <a:pt x="175" y="27"/>
                  <a:pt x="190" y="16"/>
                </a:cubicBezTo>
                <a:cubicBezTo>
                  <a:pt x="204" y="6"/>
                  <a:pt x="221" y="0"/>
                  <a:pt x="239" y="0"/>
                </a:cubicBezTo>
                <a:cubicBezTo>
                  <a:pt x="259" y="0"/>
                  <a:pt x="274" y="7"/>
                  <a:pt x="284" y="19"/>
                </a:cubicBezTo>
                <a:cubicBezTo>
                  <a:pt x="294" y="31"/>
                  <a:pt x="299" y="43"/>
                  <a:pt x="300" y="55"/>
                </a:cubicBezTo>
                <a:cubicBezTo>
                  <a:pt x="300" y="64"/>
                  <a:pt x="288" y="115"/>
                  <a:pt x="265" y="209"/>
                </a:cubicBezTo>
                <a:cubicBezTo>
                  <a:pt x="241" y="302"/>
                  <a:pt x="229" y="361"/>
                  <a:pt x="228" y="385"/>
                </a:cubicBezTo>
                <a:cubicBezTo>
                  <a:pt x="228" y="439"/>
                  <a:pt x="255" y="466"/>
                  <a:pt x="308" y="466"/>
                </a:cubicBezTo>
                <a:cubicBezTo>
                  <a:pt x="336" y="466"/>
                  <a:pt x="363" y="456"/>
                  <a:pt x="388" y="437"/>
                </a:cubicBezTo>
                <a:cubicBezTo>
                  <a:pt x="413" y="418"/>
                  <a:pt x="429" y="403"/>
                  <a:pt x="437" y="390"/>
                </a:cubicBezTo>
                <a:cubicBezTo>
                  <a:pt x="438" y="388"/>
                  <a:pt x="452" y="334"/>
                  <a:pt x="479" y="227"/>
                </a:cubicBezTo>
                <a:cubicBezTo>
                  <a:pt x="505" y="120"/>
                  <a:pt x="519" y="65"/>
                  <a:pt x="521" y="63"/>
                </a:cubicBezTo>
                <a:cubicBezTo>
                  <a:pt x="538" y="27"/>
                  <a:pt x="564" y="10"/>
                  <a:pt x="601" y="10"/>
                </a:cubicBezTo>
                <a:cubicBezTo>
                  <a:pt x="620" y="10"/>
                  <a:pt x="634" y="15"/>
                  <a:pt x="646" y="27"/>
                </a:cubicBezTo>
                <a:cubicBezTo>
                  <a:pt x="657" y="38"/>
                  <a:pt x="662" y="50"/>
                  <a:pt x="662" y="63"/>
                </a:cubicBezTo>
                <a:cubicBezTo>
                  <a:pt x="662" y="71"/>
                  <a:pt x="656" y="100"/>
                  <a:pt x="644" y="151"/>
                </a:cubicBezTo>
                <a:cubicBezTo>
                  <a:pt x="631" y="201"/>
                  <a:pt x="617" y="255"/>
                  <a:pt x="602" y="312"/>
                </a:cubicBezTo>
                <a:cubicBezTo>
                  <a:pt x="587" y="369"/>
                  <a:pt x="579" y="401"/>
                  <a:pt x="578" y="409"/>
                </a:cubicBezTo>
                <a:cubicBezTo>
                  <a:pt x="576" y="418"/>
                  <a:pt x="576" y="426"/>
                  <a:pt x="576" y="433"/>
                </a:cubicBezTo>
                <a:cubicBezTo>
                  <a:pt x="576" y="456"/>
                  <a:pt x="582" y="467"/>
                  <a:pt x="596" y="467"/>
                </a:cubicBezTo>
                <a:cubicBezTo>
                  <a:pt x="613" y="467"/>
                  <a:pt x="627" y="455"/>
                  <a:pt x="640" y="429"/>
                </a:cubicBezTo>
                <a:cubicBezTo>
                  <a:pt x="648" y="415"/>
                  <a:pt x="655" y="393"/>
                  <a:pt x="663" y="362"/>
                </a:cubicBezTo>
                <a:cubicBezTo>
                  <a:pt x="667" y="346"/>
                  <a:pt x="670" y="337"/>
                  <a:pt x="672" y="335"/>
                </a:cubicBezTo>
                <a:cubicBezTo>
                  <a:pt x="674" y="333"/>
                  <a:pt x="683" y="331"/>
                  <a:pt x="697" y="330"/>
                </a:cubicBezTo>
                <a:lnTo>
                  <a:pt x="703" y="330"/>
                </a:lnTo>
                <a:lnTo>
                  <a:pt x="715" y="330"/>
                </a:lnTo>
                <a:cubicBezTo>
                  <a:pt x="731" y="330"/>
                  <a:pt x="738" y="336"/>
                  <a:pt x="738" y="346"/>
                </a:cubicBezTo>
                <a:cubicBezTo>
                  <a:pt x="737" y="351"/>
                  <a:pt x="736" y="357"/>
                  <a:pt x="735" y="365"/>
                </a:cubicBezTo>
                <a:cubicBezTo>
                  <a:pt x="733" y="372"/>
                  <a:pt x="728" y="387"/>
                  <a:pt x="719" y="408"/>
                </a:cubicBezTo>
                <a:cubicBezTo>
                  <a:pt x="710" y="429"/>
                  <a:pt x="701" y="447"/>
                  <a:pt x="691" y="461"/>
                </a:cubicBezTo>
                <a:cubicBezTo>
                  <a:pt x="682" y="476"/>
                  <a:pt x="668" y="490"/>
                  <a:pt x="647" y="505"/>
                </a:cubicBezTo>
                <a:cubicBezTo>
                  <a:pt x="626" y="519"/>
                  <a:pt x="605" y="525"/>
                  <a:pt x="585" y="524"/>
                </a:cubicBezTo>
                <a:cubicBezTo>
                  <a:pt x="566" y="524"/>
                  <a:pt x="548" y="522"/>
                  <a:pt x="532" y="518"/>
                </a:cubicBezTo>
                <a:cubicBezTo>
                  <a:pt x="516" y="514"/>
                  <a:pt x="503" y="509"/>
                  <a:pt x="494" y="502"/>
                </a:cubicBezTo>
                <a:cubicBezTo>
                  <a:pt x="484" y="495"/>
                  <a:pt x="475" y="489"/>
                  <a:pt x="469" y="484"/>
                </a:cubicBezTo>
                <a:cubicBezTo>
                  <a:pt x="462" y="479"/>
                  <a:pt x="456" y="474"/>
                  <a:pt x="453" y="469"/>
                </a:cubicBezTo>
                <a:lnTo>
                  <a:pt x="449" y="462"/>
                </a:lnTo>
                <a:cubicBezTo>
                  <a:pt x="402" y="503"/>
                  <a:pt x="351" y="524"/>
                  <a:pt x="296" y="524"/>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352" name=""/>
          <p:cNvSpPr/>
          <p:nvPr/>
        </p:nvSpPr>
        <p:spPr>
          <a:xfrm>
            <a:off x="2856600" y="5880960"/>
            <a:ext cx="124200" cy="207720"/>
          </a:xfrm>
          <a:custGeom>
            <a:avLst/>
            <a:gdLst/>
            <a:ahLst/>
            <a:rect l="0" t="0" r="r" b="b"/>
            <a:pathLst>
              <a:path w="345" h="577">
                <a:moveTo>
                  <a:pt x="0" y="408"/>
                </a:moveTo>
                <a:cubicBezTo>
                  <a:pt x="0" y="353"/>
                  <a:pt x="11" y="295"/>
                  <a:pt x="32" y="235"/>
                </a:cubicBezTo>
                <a:cubicBezTo>
                  <a:pt x="53" y="174"/>
                  <a:pt x="81" y="122"/>
                  <a:pt x="117" y="78"/>
                </a:cubicBezTo>
                <a:cubicBezTo>
                  <a:pt x="154" y="33"/>
                  <a:pt x="191" y="8"/>
                  <a:pt x="230" y="1"/>
                </a:cubicBezTo>
                <a:cubicBezTo>
                  <a:pt x="230" y="1"/>
                  <a:pt x="233" y="1"/>
                  <a:pt x="236" y="1"/>
                </a:cubicBezTo>
                <a:cubicBezTo>
                  <a:pt x="240" y="1"/>
                  <a:pt x="243" y="1"/>
                  <a:pt x="246" y="0"/>
                </a:cubicBezTo>
                <a:cubicBezTo>
                  <a:pt x="275" y="2"/>
                  <a:pt x="298" y="16"/>
                  <a:pt x="314" y="40"/>
                </a:cubicBezTo>
                <a:cubicBezTo>
                  <a:pt x="335" y="73"/>
                  <a:pt x="345" y="116"/>
                  <a:pt x="345" y="170"/>
                </a:cubicBezTo>
                <a:cubicBezTo>
                  <a:pt x="345" y="232"/>
                  <a:pt x="333" y="295"/>
                  <a:pt x="309" y="359"/>
                </a:cubicBezTo>
                <a:cubicBezTo>
                  <a:pt x="285" y="422"/>
                  <a:pt x="254" y="475"/>
                  <a:pt x="216" y="515"/>
                </a:cubicBezTo>
                <a:cubicBezTo>
                  <a:pt x="179" y="556"/>
                  <a:pt x="143" y="577"/>
                  <a:pt x="107" y="577"/>
                </a:cubicBezTo>
                <a:lnTo>
                  <a:pt x="102" y="577"/>
                </a:lnTo>
                <a:cubicBezTo>
                  <a:pt x="83" y="577"/>
                  <a:pt x="66" y="571"/>
                  <a:pt x="52" y="560"/>
                </a:cubicBezTo>
                <a:cubicBezTo>
                  <a:pt x="38" y="550"/>
                  <a:pt x="28" y="536"/>
                  <a:pt x="21" y="518"/>
                </a:cubicBezTo>
                <a:cubicBezTo>
                  <a:pt x="14" y="500"/>
                  <a:pt x="9" y="482"/>
                  <a:pt x="5" y="464"/>
                </a:cubicBezTo>
                <a:cubicBezTo>
                  <a:pt x="2" y="446"/>
                  <a:pt x="0" y="427"/>
                  <a:pt x="0" y="408"/>
                </a:cubicBezTo>
                <a:moveTo>
                  <a:pt x="281" y="113"/>
                </a:moveTo>
                <a:cubicBezTo>
                  <a:pt x="281" y="58"/>
                  <a:pt x="267" y="30"/>
                  <a:pt x="239" y="30"/>
                </a:cubicBezTo>
                <a:cubicBezTo>
                  <a:pt x="219" y="30"/>
                  <a:pt x="201" y="42"/>
                  <a:pt x="182" y="67"/>
                </a:cubicBezTo>
                <a:cubicBezTo>
                  <a:pt x="164" y="91"/>
                  <a:pt x="149" y="119"/>
                  <a:pt x="137" y="149"/>
                </a:cubicBezTo>
                <a:cubicBezTo>
                  <a:pt x="125" y="180"/>
                  <a:pt x="116" y="207"/>
                  <a:pt x="109" y="230"/>
                </a:cubicBezTo>
                <a:cubicBezTo>
                  <a:pt x="103" y="253"/>
                  <a:pt x="99" y="266"/>
                  <a:pt x="99" y="270"/>
                </a:cubicBezTo>
                <a:cubicBezTo>
                  <a:pt x="125" y="271"/>
                  <a:pt x="152" y="271"/>
                  <a:pt x="178" y="271"/>
                </a:cubicBezTo>
                <a:lnTo>
                  <a:pt x="256" y="270"/>
                </a:lnTo>
                <a:cubicBezTo>
                  <a:pt x="256" y="269"/>
                  <a:pt x="258" y="261"/>
                  <a:pt x="262" y="243"/>
                </a:cubicBezTo>
                <a:cubicBezTo>
                  <a:pt x="266" y="226"/>
                  <a:pt x="270" y="205"/>
                  <a:pt x="275" y="179"/>
                </a:cubicBezTo>
                <a:cubicBezTo>
                  <a:pt x="280" y="153"/>
                  <a:pt x="282" y="131"/>
                  <a:pt x="281" y="113"/>
                </a:cubicBezTo>
                <a:moveTo>
                  <a:pt x="63" y="462"/>
                </a:moveTo>
                <a:cubicBezTo>
                  <a:pt x="63" y="519"/>
                  <a:pt x="77" y="548"/>
                  <a:pt x="106" y="548"/>
                </a:cubicBezTo>
                <a:cubicBezTo>
                  <a:pt x="114" y="548"/>
                  <a:pt x="122" y="545"/>
                  <a:pt x="133" y="540"/>
                </a:cubicBezTo>
                <a:cubicBezTo>
                  <a:pt x="142" y="534"/>
                  <a:pt x="153" y="524"/>
                  <a:pt x="166" y="509"/>
                </a:cubicBezTo>
                <a:cubicBezTo>
                  <a:pt x="178" y="494"/>
                  <a:pt x="191" y="471"/>
                  <a:pt x="204" y="439"/>
                </a:cubicBezTo>
                <a:cubicBezTo>
                  <a:pt x="217" y="407"/>
                  <a:pt x="230" y="368"/>
                  <a:pt x="243" y="322"/>
                </a:cubicBezTo>
                <a:lnTo>
                  <a:pt x="247" y="308"/>
                </a:lnTo>
                <a:lnTo>
                  <a:pt x="89" y="308"/>
                </a:lnTo>
                <a:cubicBezTo>
                  <a:pt x="89" y="309"/>
                  <a:pt x="87" y="320"/>
                  <a:pt x="82" y="338"/>
                </a:cubicBezTo>
                <a:cubicBezTo>
                  <a:pt x="77" y="357"/>
                  <a:pt x="73" y="378"/>
                  <a:pt x="69" y="401"/>
                </a:cubicBezTo>
                <a:cubicBezTo>
                  <a:pt x="65" y="424"/>
                  <a:pt x="63" y="445"/>
                  <a:pt x="63" y="462"/>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353" name=""/>
          <p:cNvSpPr txBox="1"/>
          <p:nvPr/>
        </p:nvSpPr>
        <p:spPr>
          <a:xfrm>
            <a:off x="380880" y="5718240"/>
            <a:ext cx="2162520" cy="372240"/>
          </a:xfrm>
          <a:prstGeom prst="rect">
            <a:avLst/>
          </a:prstGeom>
          <a:noFill/>
          <a:ln w="0">
            <a:noFill/>
          </a:ln>
        </p:spPr>
        <p:txBody>
          <a:bodyPr wrap="none" lIns="0" rIns="0" tIns="0" bIns="0" anchor="t">
            <a:spAutoFit/>
          </a:bodyPr>
          <a:p>
            <a:r>
              <a:rPr b="0" lang="zh-CN" sz="2620" strike="noStrike" u="none">
                <a:solidFill>
                  <a:srgbClr val="333333"/>
                </a:solidFill>
                <a:effectLst/>
                <a:uFillTx/>
                <a:latin typeface="NotoSansJP-Thin_"/>
                <a:ea typeface="NotoSansJP-Thin_"/>
              </a:rPr>
              <a:t>学習対象</a:t>
            </a:r>
            <a:r>
              <a:rPr b="0" lang="en-US" sz="2620" strike="noStrike" u="none">
                <a:solidFill>
                  <a:srgbClr val="333333"/>
                </a:solidFill>
                <a:effectLst/>
                <a:uFillTx/>
                <a:latin typeface="NotoSansJP-Thin_"/>
                <a:ea typeface="NotoSansJP-Thin_"/>
              </a:rPr>
              <a:t>: NN </a:t>
            </a:r>
            <a:endParaRPr b="0" lang="en-US" sz="2620" strike="noStrike" u="none">
              <a:solidFill>
                <a:srgbClr val="000000"/>
              </a:solidFill>
              <a:effectLst/>
              <a:uFillTx/>
              <a:latin typeface="Times New Roman"/>
            </a:endParaRPr>
          </a:p>
        </p:txBody>
      </p:sp>
      <p:sp>
        <p:nvSpPr>
          <p:cNvPr id="354" name=""/>
          <p:cNvSpPr/>
          <p:nvPr/>
        </p:nvSpPr>
        <p:spPr>
          <a:xfrm>
            <a:off x="6300360" y="5841000"/>
            <a:ext cx="265680" cy="272160"/>
          </a:xfrm>
          <a:custGeom>
            <a:avLst/>
            <a:gdLst/>
            <a:ahLst/>
            <a:rect l="0" t="0" r="r" b="b"/>
            <a:pathLst>
              <a:path w="738" h="756">
                <a:moveTo>
                  <a:pt x="296" y="524"/>
                </a:moveTo>
                <a:cubicBezTo>
                  <a:pt x="274" y="524"/>
                  <a:pt x="255" y="523"/>
                  <a:pt x="239" y="520"/>
                </a:cubicBezTo>
                <a:cubicBezTo>
                  <a:pt x="223" y="518"/>
                  <a:pt x="211" y="516"/>
                  <a:pt x="203" y="513"/>
                </a:cubicBezTo>
                <a:cubicBezTo>
                  <a:pt x="196" y="511"/>
                  <a:pt x="191" y="510"/>
                  <a:pt x="190" y="510"/>
                </a:cubicBezTo>
                <a:cubicBezTo>
                  <a:pt x="189" y="510"/>
                  <a:pt x="186" y="524"/>
                  <a:pt x="180" y="551"/>
                </a:cubicBezTo>
                <a:cubicBezTo>
                  <a:pt x="173" y="578"/>
                  <a:pt x="166" y="608"/>
                  <a:pt x="157" y="641"/>
                </a:cubicBezTo>
                <a:cubicBezTo>
                  <a:pt x="148" y="674"/>
                  <a:pt x="141" y="695"/>
                  <a:pt x="137" y="706"/>
                </a:cubicBezTo>
                <a:cubicBezTo>
                  <a:pt x="121" y="738"/>
                  <a:pt x="95" y="756"/>
                  <a:pt x="59" y="756"/>
                </a:cubicBezTo>
                <a:cubicBezTo>
                  <a:pt x="41" y="756"/>
                  <a:pt x="26" y="750"/>
                  <a:pt x="16" y="738"/>
                </a:cubicBezTo>
                <a:cubicBezTo>
                  <a:pt x="5" y="726"/>
                  <a:pt x="0" y="712"/>
                  <a:pt x="0" y="694"/>
                </a:cubicBezTo>
                <a:cubicBezTo>
                  <a:pt x="2" y="684"/>
                  <a:pt x="28" y="577"/>
                  <a:pt x="78" y="375"/>
                </a:cubicBezTo>
                <a:cubicBezTo>
                  <a:pt x="128" y="172"/>
                  <a:pt x="155" y="65"/>
                  <a:pt x="159" y="55"/>
                </a:cubicBezTo>
                <a:cubicBezTo>
                  <a:pt x="165" y="40"/>
                  <a:pt x="175" y="27"/>
                  <a:pt x="190" y="16"/>
                </a:cubicBezTo>
                <a:cubicBezTo>
                  <a:pt x="204" y="6"/>
                  <a:pt x="220" y="0"/>
                  <a:pt x="239" y="0"/>
                </a:cubicBezTo>
                <a:cubicBezTo>
                  <a:pt x="259" y="0"/>
                  <a:pt x="274" y="6"/>
                  <a:pt x="284" y="18"/>
                </a:cubicBezTo>
                <a:cubicBezTo>
                  <a:pt x="294" y="31"/>
                  <a:pt x="299" y="43"/>
                  <a:pt x="300" y="55"/>
                </a:cubicBezTo>
                <a:cubicBezTo>
                  <a:pt x="300" y="64"/>
                  <a:pt x="288" y="115"/>
                  <a:pt x="265" y="208"/>
                </a:cubicBezTo>
                <a:cubicBezTo>
                  <a:pt x="241" y="302"/>
                  <a:pt x="229" y="361"/>
                  <a:pt x="228" y="385"/>
                </a:cubicBezTo>
                <a:cubicBezTo>
                  <a:pt x="228" y="439"/>
                  <a:pt x="255" y="466"/>
                  <a:pt x="308" y="466"/>
                </a:cubicBezTo>
                <a:cubicBezTo>
                  <a:pt x="336" y="466"/>
                  <a:pt x="363" y="456"/>
                  <a:pt x="388" y="437"/>
                </a:cubicBezTo>
                <a:cubicBezTo>
                  <a:pt x="413" y="418"/>
                  <a:pt x="429" y="402"/>
                  <a:pt x="437" y="389"/>
                </a:cubicBezTo>
                <a:cubicBezTo>
                  <a:pt x="438" y="388"/>
                  <a:pt x="452" y="334"/>
                  <a:pt x="479" y="227"/>
                </a:cubicBezTo>
                <a:cubicBezTo>
                  <a:pt x="505" y="120"/>
                  <a:pt x="519" y="65"/>
                  <a:pt x="521" y="63"/>
                </a:cubicBezTo>
                <a:cubicBezTo>
                  <a:pt x="538" y="27"/>
                  <a:pt x="565" y="9"/>
                  <a:pt x="602" y="9"/>
                </a:cubicBezTo>
                <a:cubicBezTo>
                  <a:pt x="621" y="9"/>
                  <a:pt x="635" y="15"/>
                  <a:pt x="646" y="26"/>
                </a:cubicBezTo>
                <a:cubicBezTo>
                  <a:pt x="657" y="38"/>
                  <a:pt x="662" y="50"/>
                  <a:pt x="662" y="63"/>
                </a:cubicBezTo>
                <a:cubicBezTo>
                  <a:pt x="662" y="70"/>
                  <a:pt x="656" y="100"/>
                  <a:pt x="644" y="150"/>
                </a:cubicBezTo>
                <a:cubicBezTo>
                  <a:pt x="632" y="201"/>
                  <a:pt x="618" y="255"/>
                  <a:pt x="603" y="312"/>
                </a:cubicBezTo>
                <a:cubicBezTo>
                  <a:pt x="588" y="369"/>
                  <a:pt x="580" y="401"/>
                  <a:pt x="579" y="409"/>
                </a:cubicBezTo>
                <a:cubicBezTo>
                  <a:pt x="577" y="418"/>
                  <a:pt x="577" y="426"/>
                  <a:pt x="577" y="433"/>
                </a:cubicBezTo>
                <a:cubicBezTo>
                  <a:pt x="577" y="455"/>
                  <a:pt x="583" y="467"/>
                  <a:pt x="597" y="467"/>
                </a:cubicBezTo>
                <a:cubicBezTo>
                  <a:pt x="614" y="467"/>
                  <a:pt x="628" y="454"/>
                  <a:pt x="640" y="429"/>
                </a:cubicBezTo>
                <a:cubicBezTo>
                  <a:pt x="648" y="415"/>
                  <a:pt x="655" y="392"/>
                  <a:pt x="663" y="362"/>
                </a:cubicBezTo>
                <a:cubicBezTo>
                  <a:pt x="667" y="346"/>
                  <a:pt x="670" y="337"/>
                  <a:pt x="672" y="335"/>
                </a:cubicBezTo>
                <a:cubicBezTo>
                  <a:pt x="674" y="333"/>
                  <a:pt x="683" y="331"/>
                  <a:pt x="697" y="330"/>
                </a:cubicBezTo>
                <a:lnTo>
                  <a:pt x="703" y="330"/>
                </a:lnTo>
                <a:lnTo>
                  <a:pt x="715" y="330"/>
                </a:lnTo>
                <a:cubicBezTo>
                  <a:pt x="731" y="330"/>
                  <a:pt x="738" y="336"/>
                  <a:pt x="738" y="346"/>
                </a:cubicBezTo>
                <a:cubicBezTo>
                  <a:pt x="737" y="351"/>
                  <a:pt x="736" y="357"/>
                  <a:pt x="735" y="364"/>
                </a:cubicBezTo>
                <a:cubicBezTo>
                  <a:pt x="733" y="372"/>
                  <a:pt x="728" y="386"/>
                  <a:pt x="719" y="408"/>
                </a:cubicBezTo>
                <a:cubicBezTo>
                  <a:pt x="710" y="429"/>
                  <a:pt x="701" y="447"/>
                  <a:pt x="691" y="461"/>
                </a:cubicBezTo>
                <a:cubicBezTo>
                  <a:pt x="682" y="476"/>
                  <a:pt x="668" y="490"/>
                  <a:pt x="647" y="504"/>
                </a:cubicBezTo>
                <a:cubicBezTo>
                  <a:pt x="627" y="519"/>
                  <a:pt x="606" y="525"/>
                  <a:pt x="586" y="524"/>
                </a:cubicBezTo>
                <a:cubicBezTo>
                  <a:pt x="567" y="524"/>
                  <a:pt x="548" y="522"/>
                  <a:pt x="532" y="518"/>
                </a:cubicBezTo>
                <a:cubicBezTo>
                  <a:pt x="516" y="514"/>
                  <a:pt x="503" y="509"/>
                  <a:pt x="494" y="502"/>
                </a:cubicBezTo>
                <a:cubicBezTo>
                  <a:pt x="484" y="495"/>
                  <a:pt x="475" y="489"/>
                  <a:pt x="469" y="484"/>
                </a:cubicBezTo>
                <a:cubicBezTo>
                  <a:pt x="462" y="479"/>
                  <a:pt x="456" y="474"/>
                  <a:pt x="453" y="469"/>
                </a:cubicBezTo>
                <a:lnTo>
                  <a:pt x="449" y="462"/>
                </a:lnTo>
                <a:cubicBezTo>
                  <a:pt x="402" y="503"/>
                  <a:pt x="351" y="524"/>
                  <a:pt x="296" y="524"/>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355" name=""/>
          <p:cNvSpPr/>
          <p:nvPr/>
        </p:nvSpPr>
        <p:spPr>
          <a:xfrm>
            <a:off x="6375960" y="5756040"/>
            <a:ext cx="136800" cy="42480"/>
          </a:xfrm>
          <a:custGeom>
            <a:avLst/>
            <a:gdLst/>
            <a:ahLst/>
            <a:rect l="0" t="0" r="r" b="b"/>
            <a:pathLst>
              <a:path w="380" h="118">
                <a:moveTo>
                  <a:pt x="109" y="76"/>
                </a:moveTo>
                <a:cubicBezTo>
                  <a:pt x="98" y="76"/>
                  <a:pt x="87" y="78"/>
                  <a:pt x="78" y="83"/>
                </a:cubicBezTo>
                <a:cubicBezTo>
                  <a:pt x="68" y="87"/>
                  <a:pt x="60" y="91"/>
                  <a:pt x="55" y="95"/>
                </a:cubicBezTo>
                <a:cubicBezTo>
                  <a:pt x="49" y="100"/>
                  <a:pt x="42" y="107"/>
                  <a:pt x="32" y="118"/>
                </a:cubicBezTo>
                <a:lnTo>
                  <a:pt x="16" y="104"/>
                </a:lnTo>
                <a:lnTo>
                  <a:pt x="0" y="91"/>
                </a:lnTo>
                <a:cubicBezTo>
                  <a:pt x="0" y="90"/>
                  <a:pt x="5" y="84"/>
                  <a:pt x="14" y="73"/>
                </a:cubicBezTo>
                <a:cubicBezTo>
                  <a:pt x="23" y="63"/>
                  <a:pt x="33" y="51"/>
                  <a:pt x="43" y="39"/>
                </a:cubicBezTo>
                <a:cubicBezTo>
                  <a:pt x="54" y="27"/>
                  <a:pt x="62" y="19"/>
                  <a:pt x="67" y="15"/>
                </a:cubicBezTo>
                <a:cubicBezTo>
                  <a:pt x="85" y="5"/>
                  <a:pt x="102" y="0"/>
                  <a:pt x="118" y="0"/>
                </a:cubicBezTo>
                <a:cubicBezTo>
                  <a:pt x="135" y="0"/>
                  <a:pt x="160" y="6"/>
                  <a:pt x="194" y="20"/>
                </a:cubicBezTo>
                <a:cubicBezTo>
                  <a:pt x="227" y="34"/>
                  <a:pt x="253" y="40"/>
                  <a:pt x="271" y="40"/>
                </a:cubicBezTo>
                <a:cubicBezTo>
                  <a:pt x="282" y="40"/>
                  <a:pt x="293" y="38"/>
                  <a:pt x="303" y="34"/>
                </a:cubicBezTo>
                <a:cubicBezTo>
                  <a:pt x="313" y="29"/>
                  <a:pt x="320" y="25"/>
                  <a:pt x="325" y="21"/>
                </a:cubicBezTo>
                <a:cubicBezTo>
                  <a:pt x="331" y="17"/>
                  <a:pt x="338" y="10"/>
                  <a:pt x="348" y="0"/>
                </a:cubicBezTo>
                <a:lnTo>
                  <a:pt x="364" y="13"/>
                </a:lnTo>
                <a:lnTo>
                  <a:pt x="380" y="26"/>
                </a:lnTo>
                <a:cubicBezTo>
                  <a:pt x="349" y="70"/>
                  <a:pt x="322" y="98"/>
                  <a:pt x="298" y="110"/>
                </a:cubicBezTo>
                <a:cubicBezTo>
                  <a:pt x="288" y="115"/>
                  <a:pt x="276" y="118"/>
                  <a:pt x="263" y="118"/>
                </a:cubicBezTo>
                <a:cubicBezTo>
                  <a:pt x="247" y="118"/>
                  <a:pt x="221" y="111"/>
                  <a:pt x="188" y="96"/>
                </a:cubicBezTo>
                <a:cubicBezTo>
                  <a:pt x="155" y="83"/>
                  <a:pt x="128" y="76"/>
                  <a:pt x="109" y="76"/>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356" name=""/>
          <p:cNvSpPr txBox="1"/>
          <p:nvPr/>
        </p:nvSpPr>
        <p:spPr>
          <a:xfrm>
            <a:off x="3005280" y="5718240"/>
            <a:ext cx="3338280" cy="334080"/>
          </a:xfrm>
          <a:prstGeom prst="rect">
            <a:avLst/>
          </a:prstGeom>
          <a:noFill/>
          <a:ln w="0">
            <a:noFill/>
          </a:ln>
        </p:spPr>
        <p:txBody>
          <a:bodyPr wrap="none" lIns="0" rIns="0" tIns="0" bIns="0" anchor="t">
            <a:spAutoFit/>
          </a:bodyPr>
          <a:p>
            <a:r>
              <a:rPr b="0" lang="en-US" sz="2620" strike="noStrike" u="none">
                <a:solidFill>
                  <a:srgbClr val="333333"/>
                </a:solidFill>
                <a:effectLst/>
                <a:uFillTx/>
                <a:latin typeface="NotoSansJP-Thin_"/>
                <a:ea typeface="NotoSansJP-Thin_"/>
              </a:rPr>
              <a:t> が真の逆過程の平均 </a:t>
            </a:r>
            <a:endParaRPr b="0" lang="en-US" sz="2620" strike="noStrike" u="none">
              <a:solidFill>
                <a:srgbClr val="000000"/>
              </a:solidFill>
              <a:effectLst/>
              <a:uFillTx/>
              <a:latin typeface="Times New Roman"/>
            </a:endParaRPr>
          </a:p>
        </p:txBody>
      </p:sp>
      <p:sp>
        <p:nvSpPr>
          <p:cNvPr id="357" name=""/>
          <p:cNvSpPr txBox="1"/>
          <p:nvPr/>
        </p:nvSpPr>
        <p:spPr>
          <a:xfrm>
            <a:off x="6575760" y="5718240"/>
            <a:ext cx="4172760" cy="334080"/>
          </a:xfrm>
          <a:prstGeom prst="rect">
            <a:avLst/>
          </a:prstGeom>
          <a:noFill/>
          <a:ln w="0">
            <a:noFill/>
          </a:ln>
        </p:spPr>
        <p:txBody>
          <a:bodyPr wrap="none" lIns="0" rIns="0" tIns="0" bIns="0" anchor="t">
            <a:spAutoFit/>
          </a:bodyPr>
          <a:p>
            <a:r>
              <a:rPr b="0" lang="en-US" sz="2620" strike="noStrike" u="none">
                <a:solidFill>
                  <a:srgbClr val="333333"/>
                </a:solidFill>
                <a:effectLst/>
                <a:uFillTx/>
                <a:latin typeface="NotoSansJP-Thin_"/>
                <a:ea typeface="NotoSansJP-Thin_"/>
              </a:rPr>
              <a:t> を予測するように学習する</a:t>
            </a:r>
            <a:endParaRPr b="0" lang="en-US" sz="2620" strike="noStrike" u="none">
              <a:solidFill>
                <a:srgbClr val="000000"/>
              </a:solidFill>
              <a:effectLst/>
              <a:uFillTx/>
              <a:latin typeface="Times New Roman"/>
            </a:endParaRPr>
          </a:p>
        </p:txBody>
      </p:sp>
      <p:sp>
        <p:nvSpPr>
          <p:cNvPr id="358" name=""/>
          <p:cNvSpPr txBox="1"/>
          <p:nvPr/>
        </p:nvSpPr>
        <p:spPr>
          <a:xfrm>
            <a:off x="11331000" y="6397560"/>
            <a:ext cx="519840" cy="297720"/>
          </a:xfrm>
          <a:prstGeom prst="rect">
            <a:avLst/>
          </a:prstGeom>
          <a:noFill/>
          <a:ln w="0">
            <a:noFill/>
          </a:ln>
        </p:spPr>
        <p:txBody>
          <a:bodyPr wrap="none" lIns="0" rIns="0" tIns="0" bIns="0" anchor="t">
            <a:spAutoFit/>
          </a:bodyPr>
          <a:p>
            <a:r>
              <a:rPr b="1" lang="en-US" sz="2100" strike="noStrike" u="none">
                <a:solidFill>
                  <a:srgbClr val="333333"/>
                </a:solidFill>
                <a:effectLst/>
                <a:uFillTx/>
                <a:latin typeface="NotoSansJP-Thin_"/>
                <a:ea typeface="NotoSansJP-Thin_"/>
              </a:rPr>
              <a:t>9/24</a:t>
            </a:r>
            <a:endParaRPr b="0" lang="en-US" sz="2100" strike="noStrike" u="non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9"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360"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361"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362" name=""/>
          <p:cNvSpPr txBox="1"/>
          <p:nvPr/>
        </p:nvSpPr>
        <p:spPr>
          <a:xfrm>
            <a:off x="380880" y="981000"/>
            <a:ext cx="4404960" cy="671040"/>
          </a:xfrm>
          <a:prstGeom prst="rect">
            <a:avLst/>
          </a:prstGeom>
          <a:noFill/>
          <a:ln w="0">
            <a:noFill/>
          </a:ln>
        </p:spPr>
        <p:txBody>
          <a:bodyPr wrap="none" lIns="0" rIns="0" tIns="0" bIns="0" anchor="t">
            <a:spAutoFit/>
          </a:bodyPr>
          <a:p>
            <a:r>
              <a:rPr b="1" lang="en-US" sz="4730" strike="noStrike" u="none">
                <a:solidFill>
                  <a:srgbClr val="333333"/>
                </a:solidFill>
                <a:effectLst/>
                <a:uFillTx/>
                <a:latin typeface="NotoSansJP-Thin_"/>
                <a:ea typeface="NotoSansJP-Thin_"/>
              </a:rPr>
              <a:t>3. </a:t>
            </a:r>
            <a:r>
              <a:rPr b="1" lang="zh-CN" sz="4730" strike="noStrike" u="none">
                <a:solidFill>
                  <a:srgbClr val="333333"/>
                </a:solidFill>
                <a:effectLst/>
                <a:uFillTx/>
                <a:latin typeface="NotoSansJP-Thin_"/>
                <a:ea typeface="NotoSansJP-Thin_"/>
              </a:rPr>
              <a:t>理論と定式化</a:t>
            </a:r>
            <a:endParaRPr b="0" lang="en-US" sz="4730" strike="noStrike" u="none">
              <a:solidFill>
                <a:srgbClr val="000000"/>
              </a:solidFill>
              <a:effectLst/>
              <a:uFillTx/>
              <a:latin typeface="Times New Roman"/>
            </a:endParaRPr>
          </a:p>
        </p:txBody>
      </p:sp>
      <p:sp>
        <p:nvSpPr>
          <p:cNvPr id="363" name=""/>
          <p:cNvSpPr txBox="1"/>
          <p:nvPr/>
        </p:nvSpPr>
        <p:spPr>
          <a:xfrm>
            <a:off x="11161800" y="6397560"/>
            <a:ext cx="668160" cy="297720"/>
          </a:xfrm>
          <a:prstGeom prst="rect">
            <a:avLst/>
          </a:prstGeom>
          <a:noFill/>
          <a:ln w="0">
            <a:noFill/>
          </a:ln>
        </p:spPr>
        <p:txBody>
          <a:bodyPr wrap="none" lIns="0" rIns="0" tIns="0" bIns="0" anchor="t">
            <a:spAutoFit/>
          </a:bodyPr>
          <a:p>
            <a:r>
              <a:rPr b="1" lang="en-US" sz="2100" strike="noStrike" u="none">
                <a:solidFill>
                  <a:srgbClr val="333333"/>
                </a:solidFill>
                <a:effectLst/>
                <a:uFillTx/>
                <a:latin typeface="NotoSansJP-Thin_"/>
                <a:ea typeface="NotoSansJP-Thin_"/>
              </a:rPr>
              <a:t>10/24</a:t>
            </a:r>
            <a:endParaRPr b="0" lang="en-US" sz="2100" strike="noStrike" u="non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4"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365"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366"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367" name=""/>
          <p:cNvSpPr txBox="1"/>
          <p:nvPr/>
        </p:nvSpPr>
        <p:spPr>
          <a:xfrm>
            <a:off x="380880" y="927000"/>
            <a:ext cx="3338280" cy="334080"/>
          </a:xfrm>
          <a:prstGeom prst="rect">
            <a:avLst/>
          </a:prstGeom>
          <a:noFill/>
          <a:ln w="0">
            <a:noFill/>
          </a:ln>
        </p:spPr>
        <p:txBody>
          <a:bodyPr wrap="none" lIns="0" rIns="0" tIns="0" bIns="0" anchor="t">
            <a:spAutoFit/>
          </a:bodyPr>
          <a:p>
            <a:r>
              <a:rPr b="1" lang="zh-CN" sz="2620" strike="noStrike" u="none">
                <a:solidFill>
                  <a:srgbClr val="333333"/>
                </a:solidFill>
                <a:effectLst/>
                <a:uFillTx/>
                <a:latin typeface="NotoSansJP-Thin_"/>
                <a:ea typeface="NotoSansJP-Thin_"/>
              </a:rPr>
              <a:t>どうやって学習するか</a:t>
            </a:r>
            <a:endParaRPr b="0" lang="en-US" sz="2620" strike="noStrike" u="none">
              <a:solidFill>
                <a:srgbClr val="000000"/>
              </a:solidFill>
              <a:effectLst/>
              <a:uFillTx/>
              <a:latin typeface="Times New Roman"/>
            </a:endParaRPr>
          </a:p>
        </p:txBody>
      </p:sp>
      <p:sp>
        <p:nvSpPr>
          <p:cNvPr id="368" name=""/>
          <p:cNvSpPr/>
          <p:nvPr/>
        </p:nvSpPr>
        <p:spPr>
          <a:xfrm>
            <a:off x="2260440" y="1497600"/>
            <a:ext cx="219960" cy="261000"/>
          </a:xfrm>
          <a:custGeom>
            <a:avLst/>
            <a:gdLst/>
            <a:ahLst/>
            <a:rect l="0" t="0" r="r" b="b"/>
            <a:pathLst>
              <a:path w="611" h="725">
                <a:moveTo>
                  <a:pt x="71" y="176"/>
                </a:moveTo>
                <a:cubicBezTo>
                  <a:pt x="71" y="174"/>
                  <a:pt x="72" y="171"/>
                  <a:pt x="73" y="167"/>
                </a:cubicBezTo>
                <a:cubicBezTo>
                  <a:pt x="74" y="164"/>
                  <a:pt x="75" y="155"/>
                  <a:pt x="79" y="142"/>
                </a:cubicBezTo>
                <a:cubicBezTo>
                  <a:pt x="82" y="129"/>
                  <a:pt x="85" y="118"/>
                  <a:pt x="90" y="107"/>
                </a:cubicBezTo>
                <a:cubicBezTo>
                  <a:pt x="94" y="96"/>
                  <a:pt x="100" y="84"/>
                  <a:pt x="107" y="69"/>
                </a:cubicBezTo>
                <a:cubicBezTo>
                  <a:pt x="114" y="55"/>
                  <a:pt x="121" y="44"/>
                  <a:pt x="131" y="35"/>
                </a:cubicBezTo>
                <a:cubicBezTo>
                  <a:pt x="139" y="27"/>
                  <a:pt x="149" y="19"/>
                  <a:pt x="160" y="10"/>
                </a:cubicBezTo>
                <a:cubicBezTo>
                  <a:pt x="172" y="2"/>
                  <a:pt x="184" y="-1"/>
                  <a:pt x="198" y="0"/>
                </a:cubicBezTo>
                <a:cubicBezTo>
                  <a:pt x="255" y="0"/>
                  <a:pt x="291" y="24"/>
                  <a:pt x="307" y="73"/>
                </a:cubicBezTo>
                <a:lnTo>
                  <a:pt x="319" y="63"/>
                </a:lnTo>
                <a:cubicBezTo>
                  <a:pt x="366" y="21"/>
                  <a:pt x="410" y="0"/>
                  <a:pt x="453" y="0"/>
                </a:cubicBezTo>
                <a:cubicBezTo>
                  <a:pt x="502" y="0"/>
                  <a:pt x="541" y="18"/>
                  <a:pt x="569" y="54"/>
                </a:cubicBezTo>
                <a:cubicBezTo>
                  <a:pt x="597" y="89"/>
                  <a:pt x="611" y="132"/>
                  <a:pt x="611" y="183"/>
                </a:cubicBezTo>
                <a:cubicBezTo>
                  <a:pt x="611" y="265"/>
                  <a:pt x="582" y="341"/>
                  <a:pt x="525" y="410"/>
                </a:cubicBezTo>
                <a:cubicBezTo>
                  <a:pt x="467" y="479"/>
                  <a:pt x="402" y="514"/>
                  <a:pt x="329" y="514"/>
                </a:cubicBezTo>
                <a:cubicBezTo>
                  <a:pt x="312" y="514"/>
                  <a:pt x="297" y="512"/>
                  <a:pt x="284" y="508"/>
                </a:cubicBezTo>
                <a:cubicBezTo>
                  <a:pt x="276" y="504"/>
                  <a:pt x="267" y="498"/>
                  <a:pt x="258" y="491"/>
                </a:cubicBezTo>
                <a:cubicBezTo>
                  <a:pt x="249" y="483"/>
                  <a:pt x="242" y="477"/>
                  <a:pt x="237" y="471"/>
                </a:cubicBezTo>
                <a:lnTo>
                  <a:pt x="229" y="462"/>
                </a:lnTo>
                <a:cubicBezTo>
                  <a:pt x="228" y="463"/>
                  <a:pt x="220" y="496"/>
                  <a:pt x="204" y="562"/>
                </a:cubicBezTo>
                <a:cubicBezTo>
                  <a:pt x="188" y="627"/>
                  <a:pt x="180" y="660"/>
                  <a:pt x="180" y="661"/>
                </a:cubicBezTo>
                <a:cubicBezTo>
                  <a:pt x="180" y="666"/>
                  <a:pt x="183" y="668"/>
                  <a:pt x="189" y="669"/>
                </a:cubicBezTo>
                <a:cubicBezTo>
                  <a:pt x="195" y="670"/>
                  <a:pt x="209" y="671"/>
                  <a:pt x="231" y="673"/>
                </a:cubicBezTo>
                <a:lnTo>
                  <a:pt x="259" y="673"/>
                </a:lnTo>
                <a:cubicBezTo>
                  <a:pt x="264" y="678"/>
                  <a:pt x="266" y="681"/>
                  <a:pt x="266" y="683"/>
                </a:cubicBezTo>
                <a:cubicBezTo>
                  <a:pt x="266" y="684"/>
                  <a:pt x="265" y="691"/>
                  <a:pt x="263" y="703"/>
                </a:cubicBezTo>
                <a:cubicBezTo>
                  <a:pt x="260" y="712"/>
                  <a:pt x="258" y="718"/>
                  <a:pt x="256" y="720"/>
                </a:cubicBezTo>
                <a:cubicBezTo>
                  <a:pt x="254" y="723"/>
                  <a:pt x="249" y="724"/>
                  <a:pt x="241" y="725"/>
                </a:cubicBezTo>
                <a:cubicBezTo>
                  <a:pt x="240" y="725"/>
                  <a:pt x="235" y="725"/>
                  <a:pt x="229" y="725"/>
                </a:cubicBezTo>
                <a:cubicBezTo>
                  <a:pt x="222" y="725"/>
                  <a:pt x="209" y="725"/>
                  <a:pt x="190" y="724"/>
                </a:cubicBezTo>
                <a:cubicBezTo>
                  <a:pt x="171" y="723"/>
                  <a:pt x="147" y="723"/>
                  <a:pt x="118" y="723"/>
                </a:cubicBezTo>
                <a:cubicBezTo>
                  <a:pt x="65" y="723"/>
                  <a:pt x="31" y="723"/>
                  <a:pt x="17" y="725"/>
                </a:cubicBezTo>
                <a:lnTo>
                  <a:pt x="8" y="725"/>
                </a:lnTo>
                <a:cubicBezTo>
                  <a:pt x="3" y="720"/>
                  <a:pt x="0" y="715"/>
                  <a:pt x="0" y="712"/>
                </a:cubicBezTo>
                <a:cubicBezTo>
                  <a:pt x="2" y="692"/>
                  <a:pt x="6" y="679"/>
                  <a:pt x="15" y="673"/>
                </a:cubicBezTo>
                <a:lnTo>
                  <a:pt x="38" y="673"/>
                </a:lnTo>
                <a:cubicBezTo>
                  <a:pt x="63" y="672"/>
                  <a:pt x="78" y="667"/>
                  <a:pt x="82" y="659"/>
                </a:cubicBezTo>
                <a:cubicBezTo>
                  <a:pt x="84" y="654"/>
                  <a:pt x="107" y="564"/>
                  <a:pt x="152" y="386"/>
                </a:cubicBezTo>
                <a:cubicBezTo>
                  <a:pt x="196" y="209"/>
                  <a:pt x="220" y="115"/>
                  <a:pt x="222" y="105"/>
                </a:cubicBezTo>
                <a:cubicBezTo>
                  <a:pt x="223" y="101"/>
                  <a:pt x="223" y="96"/>
                  <a:pt x="223" y="89"/>
                </a:cubicBezTo>
                <a:cubicBezTo>
                  <a:pt x="223" y="58"/>
                  <a:pt x="213" y="42"/>
                  <a:pt x="194" y="42"/>
                </a:cubicBezTo>
                <a:cubicBezTo>
                  <a:pt x="178" y="42"/>
                  <a:pt x="164" y="53"/>
                  <a:pt x="152" y="74"/>
                </a:cubicBezTo>
                <a:cubicBezTo>
                  <a:pt x="141" y="95"/>
                  <a:pt x="132" y="118"/>
                  <a:pt x="125" y="143"/>
                </a:cubicBezTo>
                <a:cubicBezTo>
                  <a:pt x="119" y="168"/>
                  <a:pt x="115" y="182"/>
                  <a:pt x="112" y="184"/>
                </a:cubicBezTo>
                <a:cubicBezTo>
                  <a:pt x="110" y="186"/>
                  <a:pt x="104" y="187"/>
                  <a:pt x="93" y="187"/>
                </a:cubicBezTo>
                <a:lnTo>
                  <a:pt x="77" y="187"/>
                </a:lnTo>
                <a:cubicBezTo>
                  <a:pt x="73" y="182"/>
                  <a:pt x="71" y="179"/>
                  <a:pt x="71" y="176"/>
                </a:cubicBezTo>
                <a:moveTo>
                  <a:pt x="248" y="387"/>
                </a:moveTo>
                <a:cubicBezTo>
                  <a:pt x="265" y="445"/>
                  <a:pt x="293" y="473"/>
                  <a:pt x="332" y="473"/>
                </a:cubicBezTo>
                <a:cubicBezTo>
                  <a:pt x="355" y="473"/>
                  <a:pt x="377" y="465"/>
                  <a:pt x="398" y="447"/>
                </a:cubicBezTo>
                <a:cubicBezTo>
                  <a:pt x="419" y="430"/>
                  <a:pt x="437" y="408"/>
                  <a:pt x="451" y="381"/>
                </a:cubicBezTo>
                <a:cubicBezTo>
                  <a:pt x="464" y="356"/>
                  <a:pt x="478" y="315"/>
                  <a:pt x="492" y="258"/>
                </a:cubicBezTo>
                <a:cubicBezTo>
                  <a:pt x="505" y="202"/>
                  <a:pt x="512" y="161"/>
                  <a:pt x="513" y="133"/>
                </a:cubicBezTo>
                <a:lnTo>
                  <a:pt x="513" y="126"/>
                </a:lnTo>
                <a:cubicBezTo>
                  <a:pt x="513" y="70"/>
                  <a:pt x="490" y="42"/>
                  <a:pt x="444" y="42"/>
                </a:cubicBezTo>
                <a:cubicBezTo>
                  <a:pt x="435" y="42"/>
                  <a:pt x="427" y="43"/>
                  <a:pt x="419" y="46"/>
                </a:cubicBezTo>
                <a:cubicBezTo>
                  <a:pt x="410" y="48"/>
                  <a:pt x="402" y="51"/>
                  <a:pt x="394" y="56"/>
                </a:cubicBezTo>
                <a:cubicBezTo>
                  <a:pt x="385" y="60"/>
                  <a:pt x="378" y="65"/>
                  <a:pt x="371" y="71"/>
                </a:cubicBezTo>
                <a:cubicBezTo>
                  <a:pt x="364" y="76"/>
                  <a:pt x="358" y="82"/>
                  <a:pt x="352" y="88"/>
                </a:cubicBezTo>
                <a:cubicBezTo>
                  <a:pt x="345" y="94"/>
                  <a:pt x="340" y="99"/>
                  <a:pt x="334" y="105"/>
                </a:cubicBezTo>
                <a:cubicBezTo>
                  <a:pt x="329" y="110"/>
                  <a:pt x="325" y="115"/>
                  <a:pt x="322" y="121"/>
                </a:cubicBezTo>
                <a:cubicBezTo>
                  <a:pt x="319" y="126"/>
                  <a:pt x="316" y="130"/>
                  <a:pt x="313" y="132"/>
                </a:cubicBezTo>
                <a:lnTo>
                  <a:pt x="309" y="137"/>
                </a:lnTo>
                <a:cubicBezTo>
                  <a:pt x="309" y="137"/>
                  <a:pt x="308" y="143"/>
                  <a:pt x="306" y="153"/>
                </a:cubicBezTo>
                <a:cubicBezTo>
                  <a:pt x="304" y="162"/>
                  <a:pt x="300" y="179"/>
                  <a:pt x="293" y="203"/>
                </a:cubicBezTo>
                <a:cubicBezTo>
                  <a:pt x="287" y="226"/>
                  <a:pt x="282" y="246"/>
                  <a:pt x="278" y="262"/>
                </a:cubicBezTo>
                <a:cubicBezTo>
                  <a:pt x="258" y="342"/>
                  <a:pt x="248" y="384"/>
                  <a:pt x="248" y="387"/>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369" name=""/>
          <p:cNvSpPr/>
          <p:nvPr/>
        </p:nvSpPr>
        <p:spPr>
          <a:xfrm>
            <a:off x="2506320" y="1536120"/>
            <a:ext cx="123840" cy="207360"/>
          </a:xfrm>
          <a:custGeom>
            <a:avLst/>
            <a:gdLst/>
            <a:ahLst/>
            <a:rect l="0" t="0" r="r" b="b"/>
            <a:pathLst>
              <a:path w="344" h="576">
                <a:moveTo>
                  <a:pt x="0" y="407"/>
                </a:moveTo>
                <a:cubicBezTo>
                  <a:pt x="0" y="352"/>
                  <a:pt x="10" y="294"/>
                  <a:pt x="31" y="234"/>
                </a:cubicBezTo>
                <a:cubicBezTo>
                  <a:pt x="52" y="173"/>
                  <a:pt x="81" y="121"/>
                  <a:pt x="117" y="77"/>
                </a:cubicBezTo>
                <a:cubicBezTo>
                  <a:pt x="153" y="32"/>
                  <a:pt x="190" y="7"/>
                  <a:pt x="229" y="0"/>
                </a:cubicBezTo>
                <a:cubicBezTo>
                  <a:pt x="230" y="0"/>
                  <a:pt x="232" y="0"/>
                  <a:pt x="236" y="0"/>
                </a:cubicBezTo>
                <a:cubicBezTo>
                  <a:pt x="239" y="0"/>
                  <a:pt x="243" y="0"/>
                  <a:pt x="245" y="0"/>
                </a:cubicBezTo>
                <a:cubicBezTo>
                  <a:pt x="274" y="2"/>
                  <a:pt x="297" y="15"/>
                  <a:pt x="313" y="39"/>
                </a:cubicBezTo>
                <a:cubicBezTo>
                  <a:pt x="334" y="72"/>
                  <a:pt x="344" y="115"/>
                  <a:pt x="344" y="170"/>
                </a:cubicBezTo>
                <a:cubicBezTo>
                  <a:pt x="344" y="231"/>
                  <a:pt x="332" y="294"/>
                  <a:pt x="308" y="358"/>
                </a:cubicBezTo>
                <a:cubicBezTo>
                  <a:pt x="284" y="422"/>
                  <a:pt x="253" y="474"/>
                  <a:pt x="215" y="515"/>
                </a:cubicBezTo>
                <a:cubicBezTo>
                  <a:pt x="178" y="555"/>
                  <a:pt x="142" y="576"/>
                  <a:pt x="108" y="576"/>
                </a:cubicBezTo>
                <a:lnTo>
                  <a:pt x="102" y="576"/>
                </a:lnTo>
                <a:cubicBezTo>
                  <a:pt x="83" y="576"/>
                  <a:pt x="65" y="570"/>
                  <a:pt x="51" y="560"/>
                </a:cubicBezTo>
                <a:cubicBezTo>
                  <a:pt x="37" y="549"/>
                  <a:pt x="27" y="535"/>
                  <a:pt x="20" y="517"/>
                </a:cubicBezTo>
                <a:cubicBezTo>
                  <a:pt x="13" y="499"/>
                  <a:pt x="8" y="481"/>
                  <a:pt x="4" y="463"/>
                </a:cubicBezTo>
                <a:cubicBezTo>
                  <a:pt x="1" y="445"/>
                  <a:pt x="0" y="426"/>
                  <a:pt x="0" y="407"/>
                </a:cubicBezTo>
                <a:moveTo>
                  <a:pt x="281" y="112"/>
                </a:moveTo>
                <a:cubicBezTo>
                  <a:pt x="281" y="58"/>
                  <a:pt x="266" y="29"/>
                  <a:pt x="238" y="29"/>
                </a:cubicBezTo>
                <a:cubicBezTo>
                  <a:pt x="219" y="29"/>
                  <a:pt x="200" y="41"/>
                  <a:pt x="182" y="67"/>
                </a:cubicBezTo>
                <a:cubicBezTo>
                  <a:pt x="163" y="91"/>
                  <a:pt x="148" y="118"/>
                  <a:pt x="137" y="149"/>
                </a:cubicBezTo>
                <a:cubicBezTo>
                  <a:pt x="125" y="179"/>
                  <a:pt x="116" y="206"/>
                  <a:pt x="109" y="229"/>
                </a:cubicBezTo>
                <a:cubicBezTo>
                  <a:pt x="103" y="252"/>
                  <a:pt x="99" y="266"/>
                  <a:pt x="99" y="269"/>
                </a:cubicBezTo>
                <a:cubicBezTo>
                  <a:pt x="125" y="270"/>
                  <a:pt x="151" y="270"/>
                  <a:pt x="177" y="270"/>
                </a:cubicBezTo>
                <a:lnTo>
                  <a:pt x="255" y="269"/>
                </a:lnTo>
                <a:cubicBezTo>
                  <a:pt x="255" y="269"/>
                  <a:pt x="258" y="260"/>
                  <a:pt x="261" y="243"/>
                </a:cubicBezTo>
                <a:cubicBezTo>
                  <a:pt x="265" y="226"/>
                  <a:pt x="269" y="204"/>
                  <a:pt x="274" y="178"/>
                </a:cubicBezTo>
                <a:cubicBezTo>
                  <a:pt x="279" y="153"/>
                  <a:pt x="281" y="131"/>
                  <a:pt x="281" y="112"/>
                </a:cubicBezTo>
                <a:moveTo>
                  <a:pt x="62" y="462"/>
                </a:moveTo>
                <a:cubicBezTo>
                  <a:pt x="62" y="518"/>
                  <a:pt x="78" y="547"/>
                  <a:pt x="106" y="547"/>
                </a:cubicBezTo>
                <a:cubicBezTo>
                  <a:pt x="114" y="547"/>
                  <a:pt x="123" y="544"/>
                  <a:pt x="132" y="539"/>
                </a:cubicBezTo>
                <a:cubicBezTo>
                  <a:pt x="141" y="533"/>
                  <a:pt x="152" y="523"/>
                  <a:pt x="165" y="508"/>
                </a:cubicBezTo>
                <a:cubicBezTo>
                  <a:pt x="178" y="493"/>
                  <a:pt x="190" y="470"/>
                  <a:pt x="203" y="438"/>
                </a:cubicBezTo>
                <a:cubicBezTo>
                  <a:pt x="216" y="407"/>
                  <a:pt x="229" y="367"/>
                  <a:pt x="242" y="321"/>
                </a:cubicBezTo>
                <a:lnTo>
                  <a:pt x="246" y="307"/>
                </a:lnTo>
                <a:lnTo>
                  <a:pt x="89" y="307"/>
                </a:lnTo>
                <a:cubicBezTo>
                  <a:pt x="89" y="309"/>
                  <a:pt x="87" y="319"/>
                  <a:pt x="82" y="338"/>
                </a:cubicBezTo>
                <a:cubicBezTo>
                  <a:pt x="77" y="356"/>
                  <a:pt x="73" y="377"/>
                  <a:pt x="68" y="400"/>
                </a:cubicBezTo>
                <a:cubicBezTo>
                  <a:pt x="64" y="424"/>
                  <a:pt x="62" y="444"/>
                  <a:pt x="62" y="462"/>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370" name=""/>
          <p:cNvSpPr/>
          <p:nvPr/>
        </p:nvSpPr>
        <p:spPr>
          <a:xfrm>
            <a:off x="2691000" y="1371240"/>
            <a:ext cx="98280" cy="410400"/>
          </a:xfrm>
          <a:custGeom>
            <a:avLst/>
            <a:gdLst/>
            <a:ahLst/>
            <a:rect l="0" t="0" r="r" b="b"/>
            <a:pathLst>
              <a:path w="273" h="1140">
                <a:moveTo>
                  <a:pt x="0" y="571"/>
                </a:moveTo>
                <a:cubicBezTo>
                  <a:pt x="0" y="518"/>
                  <a:pt x="3" y="469"/>
                  <a:pt x="12" y="421"/>
                </a:cubicBezTo>
                <a:cubicBezTo>
                  <a:pt x="20" y="374"/>
                  <a:pt x="28" y="334"/>
                  <a:pt x="38" y="300"/>
                </a:cubicBezTo>
                <a:cubicBezTo>
                  <a:pt x="48" y="266"/>
                  <a:pt x="62" y="232"/>
                  <a:pt x="80" y="200"/>
                </a:cubicBezTo>
                <a:cubicBezTo>
                  <a:pt x="99" y="166"/>
                  <a:pt x="113" y="140"/>
                  <a:pt x="124" y="122"/>
                </a:cubicBezTo>
                <a:cubicBezTo>
                  <a:pt x="134" y="104"/>
                  <a:pt x="150" y="84"/>
                  <a:pt x="171" y="63"/>
                </a:cubicBezTo>
                <a:cubicBezTo>
                  <a:pt x="193" y="42"/>
                  <a:pt x="205" y="29"/>
                  <a:pt x="209" y="24"/>
                </a:cubicBezTo>
                <a:cubicBezTo>
                  <a:pt x="213" y="20"/>
                  <a:pt x="222" y="12"/>
                  <a:pt x="237" y="0"/>
                </a:cubicBezTo>
                <a:lnTo>
                  <a:pt x="252" y="0"/>
                </a:lnTo>
                <a:lnTo>
                  <a:pt x="257" y="0"/>
                </a:lnTo>
                <a:cubicBezTo>
                  <a:pt x="267" y="0"/>
                  <a:pt x="273" y="4"/>
                  <a:pt x="273" y="11"/>
                </a:cubicBezTo>
                <a:cubicBezTo>
                  <a:pt x="273" y="13"/>
                  <a:pt x="266" y="21"/>
                  <a:pt x="253" y="35"/>
                </a:cubicBezTo>
                <a:cubicBezTo>
                  <a:pt x="240" y="48"/>
                  <a:pt x="225" y="68"/>
                  <a:pt x="207" y="95"/>
                </a:cubicBezTo>
                <a:cubicBezTo>
                  <a:pt x="188" y="122"/>
                  <a:pt x="170" y="154"/>
                  <a:pt x="151" y="194"/>
                </a:cubicBezTo>
                <a:cubicBezTo>
                  <a:pt x="132" y="233"/>
                  <a:pt x="116" y="285"/>
                  <a:pt x="103" y="351"/>
                </a:cubicBezTo>
                <a:cubicBezTo>
                  <a:pt x="90" y="417"/>
                  <a:pt x="84" y="490"/>
                  <a:pt x="84" y="571"/>
                </a:cubicBezTo>
                <a:cubicBezTo>
                  <a:pt x="84" y="651"/>
                  <a:pt x="90" y="724"/>
                  <a:pt x="103" y="789"/>
                </a:cubicBezTo>
                <a:cubicBezTo>
                  <a:pt x="116" y="854"/>
                  <a:pt x="132" y="907"/>
                  <a:pt x="150" y="947"/>
                </a:cubicBezTo>
                <a:cubicBezTo>
                  <a:pt x="168" y="987"/>
                  <a:pt x="187" y="1020"/>
                  <a:pt x="206" y="1045"/>
                </a:cubicBezTo>
                <a:cubicBezTo>
                  <a:pt x="225" y="1070"/>
                  <a:pt x="240" y="1090"/>
                  <a:pt x="253" y="1105"/>
                </a:cubicBezTo>
                <a:cubicBezTo>
                  <a:pt x="266" y="1121"/>
                  <a:pt x="273" y="1129"/>
                  <a:pt x="273" y="1129"/>
                </a:cubicBezTo>
                <a:cubicBezTo>
                  <a:pt x="273" y="1136"/>
                  <a:pt x="267" y="1140"/>
                  <a:pt x="256" y="1140"/>
                </a:cubicBezTo>
                <a:lnTo>
                  <a:pt x="252" y="1140"/>
                </a:lnTo>
                <a:lnTo>
                  <a:pt x="237" y="1140"/>
                </a:lnTo>
                <a:lnTo>
                  <a:pt x="206" y="1112"/>
                </a:lnTo>
                <a:cubicBezTo>
                  <a:pt x="134" y="1048"/>
                  <a:pt x="82" y="967"/>
                  <a:pt x="50" y="871"/>
                </a:cubicBezTo>
                <a:cubicBezTo>
                  <a:pt x="17" y="775"/>
                  <a:pt x="0" y="675"/>
                  <a:pt x="0" y="571"/>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371" name=""/>
          <p:cNvSpPr/>
          <p:nvPr/>
        </p:nvSpPr>
        <p:spPr>
          <a:xfrm>
            <a:off x="2820240" y="1496880"/>
            <a:ext cx="231840" cy="182160"/>
          </a:xfrm>
          <a:custGeom>
            <a:avLst/>
            <a:gdLst/>
            <a:ahLst/>
            <a:rect l="0" t="0" r="r" b="b"/>
            <a:pathLst>
              <a:path w="644" h="506">
                <a:moveTo>
                  <a:pt x="236" y="506"/>
                </a:moveTo>
                <a:cubicBezTo>
                  <a:pt x="224" y="504"/>
                  <a:pt x="183" y="503"/>
                  <a:pt x="114" y="503"/>
                </a:cubicBezTo>
                <a:cubicBezTo>
                  <a:pt x="53" y="503"/>
                  <a:pt x="17" y="504"/>
                  <a:pt x="8" y="506"/>
                </a:cubicBezTo>
                <a:lnTo>
                  <a:pt x="0" y="506"/>
                </a:lnTo>
                <a:lnTo>
                  <a:pt x="0" y="436"/>
                </a:lnTo>
                <a:lnTo>
                  <a:pt x="110" y="436"/>
                </a:lnTo>
                <a:lnTo>
                  <a:pt x="256" y="264"/>
                </a:lnTo>
                <a:lnTo>
                  <a:pt x="100" y="70"/>
                </a:lnTo>
                <a:lnTo>
                  <a:pt x="6" y="70"/>
                </a:lnTo>
                <a:lnTo>
                  <a:pt x="6" y="0"/>
                </a:lnTo>
                <a:lnTo>
                  <a:pt x="15" y="0"/>
                </a:lnTo>
                <a:cubicBezTo>
                  <a:pt x="27" y="2"/>
                  <a:pt x="68" y="3"/>
                  <a:pt x="139" y="3"/>
                </a:cubicBezTo>
                <a:cubicBezTo>
                  <a:pt x="219" y="3"/>
                  <a:pt x="265" y="2"/>
                  <a:pt x="279" y="0"/>
                </a:cubicBezTo>
                <a:lnTo>
                  <a:pt x="289" y="0"/>
                </a:lnTo>
                <a:lnTo>
                  <a:pt x="289" y="70"/>
                </a:lnTo>
                <a:lnTo>
                  <a:pt x="257" y="70"/>
                </a:lnTo>
                <a:lnTo>
                  <a:pt x="297" y="119"/>
                </a:lnTo>
                <a:cubicBezTo>
                  <a:pt x="323" y="152"/>
                  <a:pt x="336" y="168"/>
                  <a:pt x="337" y="168"/>
                </a:cubicBezTo>
                <a:cubicBezTo>
                  <a:pt x="340" y="168"/>
                  <a:pt x="355" y="151"/>
                  <a:pt x="380" y="117"/>
                </a:cubicBezTo>
                <a:lnTo>
                  <a:pt x="420" y="70"/>
                </a:lnTo>
                <a:lnTo>
                  <a:pt x="378" y="70"/>
                </a:lnTo>
                <a:lnTo>
                  <a:pt x="378" y="0"/>
                </a:lnTo>
                <a:lnTo>
                  <a:pt x="387" y="0"/>
                </a:lnTo>
                <a:cubicBezTo>
                  <a:pt x="399" y="2"/>
                  <a:pt x="439" y="3"/>
                  <a:pt x="508" y="3"/>
                </a:cubicBezTo>
                <a:cubicBezTo>
                  <a:pt x="569" y="3"/>
                  <a:pt x="605" y="2"/>
                  <a:pt x="614" y="0"/>
                </a:cubicBezTo>
                <a:lnTo>
                  <a:pt x="622" y="0"/>
                </a:lnTo>
                <a:lnTo>
                  <a:pt x="622" y="70"/>
                </a:lnTo>
                <a:lnTo>
                  <a:pt x="513" y="70"/>
                </a:lnTo>
                <a:lnTo>
                  <a:pt x="381" y="226"/>
                </a:lnTo>
                <a:lnTo>
                  <a:pt x="551" y="434"/>
                </a:lnTo>
                <a:lnTo>
                  <a:pt x="598" y="436"/>
                </a:lnTo>
                <a:lnTo>
                  <a:pt x="644" y="436"/>
                </a:lnTo>
                <a:lnTo>
                  <a:pt x="644" y="506"/>
                </a:lnTo>
                <a:lnTo>
                  <a:pt x="635" y="506"/>
                </a:lnTo>
                <a:cubicBezTo>
                  <a:pt x="624" y="504"/>
                  <a:pt x="583" y="503"/>
                  <a:pt x="511" y="503"/>
                </a:cubicBezTo>
                <a:cubicBezTo>
                  <a:pt x="432" y="503"/>
                  <a:pt x="386" y="504"/>
                  <a:pt x="372" y="506"/>
                </a:cubicBezTo>
                <a:lnTo>
                  <a:pt x="362" y="506"/>
                </a:lnTo>
                <a:lnTo>
                  <a:pt x="362" y="436"/>
                </a:lnTo>
                <a:lnTo>
                  <a:pt x="394" y="436"/>
                </a:lnTo>
                <a:cubicBezTo>
                  <a:pt x="394" y="435"/>
                  <a:pt x="379" y="416"/>
                  <a:pt x="348" y="379"/>
                </a:cubicBezTo>
                <a:cubicBezTo>
                  <a:pt x="318" y="341"/>
                  <a:pt x="303" y="322"/>
                  <a:pt x="302" y="321"/>
                </a:cubicBezTo>
                <a:lnTo>
                  <a:pt x="202" y="434"/>
                </a:lnTo>
                <a:lnTo>
                  <a:pt x="224" y="436"/>
                </a:lnTo>
                <a:lnTo>
                  <a:pt x="245" y="436"/>
                </a:lnTo>
                <a:lnTo>
                  <a:pt x="245" y="506"/>
                </a:lnTo>
                <a:lnTo>
                  <a:pt x="236" y="506"/>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372" name=""/>
          <p:cNvSpPr/>
          <p:nvPr/>
        </p:nvSpPr>
        <p:spPr>
          <a:xfrm>
            <a:off x="3079440" y="1558800"/>
            <a:ext cx="90360" cy="185040"/>
          </a:xfrm>
          <a:custGeom>
            <a:avLst/>
            <a:gdLst/>
            <a:ahLst/>
            <a:rect l="0" t="0" r="r" b="b"/>
            <a:pathLst>
              <a:path w="251" h="514">
                <a:moveTo>
                  <a:pt x="6" y="195"/>
                </a:moveTo>
                <a:cubicBezTo>
                  <a:pt x="2" y="191"/>
                  <a:pt x="0" y="189"/>
                  <a:pt x="0" y="187"/>
                </a:cubicBezTo>
                <a:cubicBezTo>
                  <a:pt x="0" y="185"/>
                  <a:pt x="1" y="181"/>
                  <a:pt x="3" y="174"/>
                </a:cubicBezTo>
                <a:cubicBezTo>
                  <a:pt x="4" y="168"/>
                  <a:pt x="5" y="164"/>
                  <a:pt x="7" y="163"/>
                </a:cubicBezTo>
                <a:cubicBezTo>
                  <a:pt x="8" y="160"/>
                  <a:pt x="10" y="159"/>
                  <a:pt x="14" y="159"/>
                </a:cubicBezTo>
                <a:cubicBezTo>
                  <a:pt x="18" y="159"/>
                  <a:pt x="31" y="159"/>
                  <a:pt x="55" y="158"/>
                </a:cubicBezTo>
                <a:lnTo>
                  <a:pt x="98" y="158"/>
                </a:lnTo>
                <a:lnTo>
                  <a:pt x="114" y="94"/>
                </a:lnTo>
                <a:cubicBezTo>
                  <a:pt x="115" y="88"/>
                  <a:pt x="117" y="80"/>
                  <a:pt x="119" y="70"/>
                </a:cubicBezTo>
                <a:cubicBezTo>
                  <a:pt x="122" y="61"/>
                  <a:pt x="123" y="54"/>
                  <a:pt x="125" y="49"/>
                </a:cubicBezTo>
                <a:cubicBezTo>
                  <a:pt x="127" y="45"/>
                  <a:pt x="128" y="40"/>
                  <a:pt x="130" y="33"/>
                </a:cubicBezTo>
                <a:cubicBezTo>
                  <a:pt x="131" y="27"/>
                  <a:pt x="134" y="21"/>
                  <a:pt x="136" y="19"/>
                </a:cubicBezTo>
                <a:cubicBezTo>
                  <a:pt x="139" y="16"/>
                  <a:pt x="142" y="13"/>
                  <a:pt x="144" y="9"/>
                </a:cubicBezTo>
                <a:cubicBezTo>
                  <a:pt x="147" y="5"/>
                  <a:pt x="151" y="3"/>
                  <a:pt x="156" y="2"/>
                </a:cubicBezTo>
                <a:cubicBezTo>
                  <a:pt x="160" y="1"/>
                  <a:pt x="165" y="0"/>
                  <a:pt x="170" y="0"/>
                </a:cubicBezTo>
                <a:cubicBezTo>
                  <a:pt x="180" y="1"/>
                  <a:pt x="186" y="4"/>
                  <a:pt x="190" y="9"/>
                </a:cubicBezTo>
                <a:cubicBezTo>
                  <a:pt x="194" y="14"/>
                  <a:pt x="196" y="19"/>
                  <a:pt x="196" y="25"/>
                </a:cubicBezTo>
                <a:cubicBezTo>
                  <a:pt x="196" y="29"/>
                  <a:pt x="193" y="42"/>
                  <a:pt x="189" y="63"/>
                </a:cubicBezTo>
                <a:cubicBezTo>
                  <a:pt x="184" y="85"/>
                  <a:pt x="178" y="106"/>
                  <a:pt x="173" y="127"/>
                </a:cubicBezTo>
                <a:lnTo>
                  <a:pt x="164" y="156"/>
                </a:lnTo>
                <a:cubicBezTo>
                  <a:pt x="164" y="157"/>
                  <a:pt x="178" y="158"/>
                  <a:pt x="205" y="158"/>
                </a:cubicBezTo>
                <a:lnTo>
                  <a:pt x="246" y="158"/>
                </a:lnTo>
                <a:cubicBezTo>
                  <a:pt x="249" y="162"/>
                  <a:pt x="251" y="165"/>
                  <a:pt x="251" y="167"/>
                </a:cubicBezTo>
                <a:cubicBezTo>
                  <a:pt x="251" y="179"/>
                  <a:pt x="248" y="188"/>
                  <a:pt x="241" y="195"/>
                </a:cubicBezTo>
                <a:lnTo>
                  <a:pt x="155" y="195"/>
                </a:lnTo>
                <a:lnTo>
                  <a:pt x="126" y="312"/>
                </a:lnTo>
                <a:cubicBezTo>
                  <a:pt x="105" y="398"/>
                  <a:pt x="94" y="444"/>
                  <a:pt x="94" y="450"/>
                </a:cubicBezTo>
                <a:cubicBezTo>
                  <a:pt x="94" y="473"/>
                  <a:pt x="102" y="484"/>
                  <a:pt x="116" y="484"/>
                </a:cubicBezTo>
                <a:cubicBezTo>
                  <a:pt x="135" y="484"/>
                  <a:pt x="153" y="475"/>
                  <a:pt x="171" y="457"/>
                </a:cubicBezTo>
                <a:cubicBezTo>
                  <a:pt x="189" y="438"/>
                  <a:pt x="203" y="416"/>
                  <a:pt x="214" y="389"/>
                </a:cubicBezTo>
                <a:cubicBezTo>
                  <a:pt x="215" y="386"/>
                  <a:pt x="216" y="384"/>
                  <a:pt x="218" y="383"/>
                </a:cubicBezTo>
                <a:cubicBezTo>
                  <a:pt x="219" y="383"/>
                  <a:pt x="223" y="382"/>
                  <a:pt x="230" y="382"/>
                </a:cubicBezTo>
                <a:lnTo>
                  <a:pt x="233" y="382"/>
                </a:lnTo>
                <a:cubicBezTo>
                  <a:pt x="241" y="382"/>
                  <a:pt x="245" y="384"/>
                  <a:pt x="245" y="388"/>
                </a:cubicBezTo>
                <a:cubicBezTo>
                  <a:pt x="245" y="390"/>
                  <a:pt x="244" y="393"/>
                  <a:pt x="243" y="398"/>
                </a:cubicBezTo>
                <a:cubicBezTo>
                  <a:pt x="240" y="406"/>
                  <a:pt x="235" y="417"/>
                  <a:pt x="228" y="428"/>
                </a:cubicBezTo>
                <a:cubicBezTo>
                  <a:pt x="221" y="440"/>
                  <a:pt x="212" y="453"/>
                  <a:pt x="201" y="466"/>
                </a:cubicBezTo>
                <a:cubicBezTo>
                  <a:pt x="189" y="480"/>
                  <a:pt x="176" y="491"/>
                  <a:pt x="160" y="500"/>
                </a:cubicBezTo>
                <a:cubicBezTo>
                  <a:pt x="144" y="509"/>
                  <a:pt x="127" y="514"/>
                  <a:pt x="111" y="514"/>
                </a:cubicBezTo>
                <a:cubicBezTo>
                  <a:pt x="94" y="514"/>
                  <a:pt x="79" y="510"/>
                  <a:pt x="64" y="502"/>
                </a:cubicBezTo>
                <a:cubicBezTo>
                  <a:pt x="49" y="494"/>
                  <a:pt x="39" y="480"/>
                  <a:pt x="32" y="460"/>
                </a:cubicBezTo>
                <a:cubicBezTo>
                  <a:pt x="31" y="455"/>
                  <a:pt x="31" y="448"/>
                  <a:pt x="31" y="438"/>
                </a:cubicBezTo>
                <a:lnTo>
                  <a:pt x="31" y="424"/>
                </a:lnTo>
                <a:lnTo>
                  <a:pt x="59" y="311"/>
                </a:lnTo>
                <a:cubicBezTo>
                  <a:pt x="79" y="235"/>
                  <a:pt x="88" y="197"/>
                  <a:pt x="89" y="197"/>
                </a:cubicBezTo>
                <a:cubicBezTo>
                  <a:pt x="89" y="196"/>
                  <a:pt x="75" y="195"/>
                  <a:pt x="47" y="195"/>
                </a:cubicBezTo>
                <a:lnTo>
                  <a:pt x="6" y="195"/>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373" name=""/>
          <p:cNvSpPr/>
          <p:nvPr/>
        </p:nvSpPr>
        <p:spPr>
          <a:xfrm>
            <a:off x="3221640" y="1371240"/>
            <a:ext cx="98280" cy="410400"/>
          </a:xfrm>
          <a:custGeom>
            <a:avLst/>
            <a:gdLst/>
            <a:ahLst/>
            <a:rect l="0" t="0" r="r" b="b"/>
            <a:pathLst>
              <a:path w="273" h="1140">
                <a:moveTo>
                  <a:pt x="6" y="2"/>
                </a:moveTo>
                <a:lnTo>
                  <a:pt x="10" y="0"/>
                </a:lnTo>
                <a:cubicBezTo>
                  <a:pt x="14" y="0"/>
                  <a:pt x="18" y="0"/>
                  <a:pt x="22" y="0"/>
                </a:cubicBezTo>
                <a:lnTo>
                  <a:pt x="35" y="0"/>
                </a:lnTo>
                <a:lnTo>
                  <a:pt x="67" y="28"/>
                </a:lnTo>
                <a:cubicBezTo>
                  <a:pt x="138" y="92"/>
                  <a:pt x="191" y="173"/>
                  <a:pt x="224" y="270"/>
                </a:cubicBezTo>
                <a:cubicBezTo>
                  <a:pt x="257" y="366"/>
                  <a:pt x="273" y="467"/>
                  <a:pt x="273" y="571"/>
                </a:cubicBezTo>
                <a:cubicBezTo>
                  <a:pt x="273" y="622"/>
                  <a:pt x="269" y="672"/>
                  <a:pt x="262" y="720"/>
                </a:cubicBezTo>
                <a:cubicBezTo>
                  <a:pt x="254" y="767"/>
                  <a:pt x="245" y="808"/>
                  <a:pt x="235" y="841"/>
                </a:cubicBezTo>
                <a:cubicBezTo>
                  <a:pt x="225" y="875"/>
                  <a:pt x="211" y="908"/>
                  <a:pt x="193" y="942"/>
                </a:cubicBezTo>
                <a:cubicBezTo>
                  <a:pt x="175" y="975"/>
                  <a:pt x="160" y="1000"/>
                  <a:pt x="149" y="1018"/>
                </a:cubicBezTo>
                <a:cubicBezTo>
                  <a:pt x="138" y="1035"/>
                  <a:pt x="123" y="1055"/>
                  <a:pt x="102" y="1076"/>
                </a:cubicBezTo>
                <a:cubicBezTo>
                  <a:pt x="82" y="1097"/>
                  <a:pt x="70" y="1110"/>
                  <a:pt x="66" y="1113"/>
                </a:cubicBezTo>
                <a:cubicBezTo>
                  <a:pt x="62" y="1117"/>
                  <a:pt x="53" y="1124"/>
                  <a:pt x="40" y="1135"/>
                </a:cubicBezTo>
                <a:cubicBezTo>
                  <a:pt x="37" y="1137"/>
                  <a:pt x="36" y="1139"/>
                  <a:pt x="35" y="1140"/>
                </a:cubicBezTo>
                <a:lnTo>
                  <a:pt x="22" y="1140"/>
                </a:lnTo>
                <a:cubicBezTo>
                  <a:pt x="15" y="1140"/>
                  <a:pt x="11" y="1140"/>
                  <a:pt x="9" y="1140"/>
                </a:cubicBezTo>
                <a:cubicBezTo>
                  <a:pt x="7" y="1140"/>
                  <a:pt x="5" y="1138"/>
                  <a:pt x="3" y="1136"/>
                </a:cubicBezTo>
                <a:cubicBezTo>
                  <a:pt x="2" y="1134"/>
                  <a:pt x="1" y="1131"/>
                  <a:pt x="0" y="1126"/>
                </a:cubicBezTo>
                <a:cubicBezTo>
                  <a:pt x="1" y="1125"/>
                  <a:pt x="5" y="1120"/>
                  <a:pt x="12" y="1111"/>
                </a:cubicBezTo>
                <a:cubicBezTo>
                  <a:pt x="130" y="989"/>
                  <a:pt x="190" y="809"/>
                  <a:pt x="190" y="571"/>
                </a:cubicBezTo>
                <a:cubicBezTo>
                  <a:pt x="190" y="332"/>
                  <a:pt x="130" y="151"/>
                  <a:pt x="12" y="29"/>
                </a:cubicBezTo>
                <a:cubicBezTo>
                  <a:pt x="5" y="20"/>
                  <a:pt x="1" y="15"/>
                  <a:pt x="0" y="14"/>
                </a:cubicBezTo>
                <a:cubicBezTo>
                  <a:pt x="0" y="8"/>
                  <a:pt x="2" y="4"/>
                  <a:pt x="6" y="2"/>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374" name=""/>
          <p:cNvSpPr txBox="1"/>
          <p:nvPr/>
        </p:nvSpPr>
        <p:spPr>
          <a:xfrm>
            <a:off x="380880" y="1374840"/>
            <a:ext cx="2003400" cy="334080"/>
          </a:xfrm>
          <a:prstGeom prst="rect">
            <a:avLst/>
          </a:prstGeom>
          <a:noFill/>
          <a:ln w="0">
            <a:noFill/>
          </a:ln>
        </p:spPr>
        <p:txBody>
          <a:bodyPr wrap="none" lIns="0" rIns="0" tIns="0" bIns="0" anchor="t">
            <a:spAutoFit/>
          </a:bodyPr>
          <a:p>
            <a:r>
              <a:rPr b="0" lang="zh-CN" sz="2620" strike="noStrike" u="none">
                <a:solidFill>
                  <a:srgbClr val="333333"/>
                </a:solidFill>
                <a:effectLst/>
                <a:uFillTx/>
                <a:latin typeface="NotoSansJP-Thin_"/>
                <a:ea typeface="NotoSansJP-Thin_"/>
              </a:rPr>
              <a:t>目標： 尤度 </a:t>
            </a:r>
            <a:endParaRPr b="0" lang="en-US" sz="2620" strike="noStrike" u="none">
              <a:solidFill>
                <a:srgbClr val="000000"/>
              </a:solidFill>
              <a:effectLst/>
              <a:uFillTx/>
              <a:latin typeface="Times New Roman"/>
            </a:endParaRPr>
          </a:p>
        </p:txBody>
      </p:sp>
      <p:sp>
        <p:nvSpPr>
          <p:cNvPr id="375" name=""/>
          <p:cNvSpPr txBox="1"/>
          <p:nvPr/>
        </p:nvSpPr>
        <p:spPr>
          <a:xfrm>
            <a:off x="3362760" y="1374840"/>
            <a:ext cx="2837520" cy="334080"/>
          </a:xfrm>
          <a:prstGeom prst="rect">
            <a:avLst/>
          </a:prstGeom>
          <a:noFill/>
          <a:ln w="0">
            <a:noFill/>
          </a:ln>
        </p:spPr>
        <p:txBody>
          <a:bodyPr wrap="none" lIns="0" rIns="0" tIns="0" bIns="0" anchor="t">
            <a:spAutoFit/>
          </a:bodyPr>
          <a:p>
            <a:r>
              <a:rPr b="0" lang="en-US" sz="2620" strike="noStrike" u="none">
                <a:solidFill>
                  <a:srgbClr val="333333"/>
                </a:solidFill>
                <a:effectLst/>
                <a:uFillTx/>
                <a:latin typeface="NotoSansJP-Thin_"/>
                <a:ea typeface="NotoSansJP-Thin_"/>
              </a:rPr>
              <a:t> を最大化したい。</a:t>
            </a:r>
            <a:endParaRPr b="0" lang="en-US" sz="2620" strike="noStrike" u="none">
              <a:solidFill>
                <a:srgbClr val="000000"/>
              </a:solidFill>
              <a:effectLst/>
              <a:uFillTx/>
              <a:latin typeface="Times New Roman"/>
            </a:endParaRPr>
          </a:p>
        </p:txBody>
      </p:sp>
      <p:sp>
        <p:nvSpPr>
          <p:cNvPr id="376" name=""/>
          <p:cNvSpPr/>
          <p:nvPr/>
        </p:nvSpPr>
        <p:spPr>
          <a:xfrm>
            <a:off x="2642400" y="1971360"/>
            <a:ext cx="175320" cy="261000"/>
          </a:xfrm>
          <a:custGeom>
            <a:avLst/>
            <a:gdLst/>
            <a:ahLst/>
            <a:rect l="0" t="0" r="r" b="b"/>
            <a:pathLst>
              <a:path w="487" h="725">
                <a:moveTo>
                  <a:pt x="0" y="325"/>
                </a:moveTo>
                <a:cubicBezTo>
                  <a:pt x="0" y="248"/>
                  <a:pt x="29" y="175"/>
                  <a:pt x="86" y="106"/>
                </a:cubicBezTo>
                <a:cubicBezTo>
                  <a:pt x="144" y="37"/>
                  <a:pt x="210" y="2"/>
                  <a:pt x="282" y="2"/>
                </a:cubicBezTo>
                <a:cubicBezTo>
                  <a:pt x="327" y="2"/>
                  <a:pt x="362" y="21"/>
                  <a:pt x="387" y="61"/>
                </a:cubicBezTo>
                <a:cubicBezTo>
                  <a:pt x="387" y="60"/>
                  <a:pt x="389" y="58"/>
                  <a:pt x="392" y="54"/>
                </a:cubicBezTo>
                <a:cubicBezTo>
                  <a:pt x="395" y="50"/>
                  <a:pt x="399" y="46"/>
                  <a:pt x="405" y="41"/>
                </a:cubicBezTo>
                <a:cubicBezTo>
                  <a:pt x="410" y="37"/>
                  <a:pt x="416" y="32"/>
                  <a:pt x="423" y="28"/>
                </a:cubicBezTo>
                <a:cubicBezTo>
                  <a:pt x="449" y="9"/>
                  <a:pt x="466" y="0"/>
                  <a:pt x="475" y="0"/>
                </a:cubicBezTo>
                <a:cubicBezTo>
                  <a:pt x="478" y="0"/>
                  <a:pt x="481" y="2"/>
                  <a:pt x="483" y="4"/>
                </a:cubicBezTo>
                <a:cubicBezTo>
                  <a:pt x="486" y="6"/>
                  <a:pt x="487" y="8"/>
                  <a:pt x="487" y="9"/>
                </a:cubicBezTo>
                <a:cubicBezTo>
                  <a:pt x="487" y="16"/>
                  <a:pt x="460" y="124"/>
                  <a:pt x="408" y="334"/>
                </a:cubicBezTo>
                <a:cubicBezTo>
                  <a:pt x="354" y="549"/>
                  <a:pt x="327" y="659"/>
                  <a:pt x="327" y="662"/>
                </a:cubicBezTo>
                <a:cubicBezTo>
                  <a:pt x="327" y="668"/>
                  <a:pt x="344" y="672"/>
                  <a:pt x="379" y="673"/>
                </a:cubicBezTo>
                <a:lnTo>
                  <a:pt x="407" y="673"/>
                </a:lnTo>
                <a:cubicBezTo>
                  <a:pt x="412" y="679"/>
                  <a:pt x="414" y="682"/>
                  <a:pt x="414" y="683"/>
                </a:cubicBezTo>
                <a:cubicBezTo>
                  <a:pt x="414" y="684"/>
                  <a:pt x="413" y="691"/>
                  <a:pt x="410" y="704"/>
                </a:cubicBezTo>
                <a:cubicBezTo>
                  <a:pt x="407" y="713"/>
                  <a:pt x="404" y="721"/>
                  <a:pt x="399" y="725"/>
                </a:cubicBezTo>
                <a:lnTo>
                  <a:pt x="384" y="725"/>
                </a:lnTo>
                <a:cubicBezTo>
                  <a:pt x="361" y="724"/>
                  <a:pt x="320" y="723"/>
                  <a:pt x="261" y="723"/>
                </a:cubicBezTo>
                <a:cubicBezTo>
                  <a:pt x="240" y="723"/>
                  <a:pt x="221" y="723"/>
                  <a:pt x="203" y="723"/>
                </a:cubicBezTo>
                <a:cubicBezTo>
                  <a:pt x="185" y="723"/>
                  <a:pt x="171" y="723"/>
                  <a:pt x="160" y="723"/>
                </a:cubicBezTo>
                <a:cubicBezTo>
                  <a:pt x="150" y="723"/>
                  <a:pt x="143" y="723"/>
                  <a:pt x="141" y="724"/>
                </a:cubicBezTo>
                <a:cubicBezTo>
                  <a:pt x="130" y="724"/>
                  <a:pt x="125" y="721"/>
                  <a:pt x="125" y="715"/>
                </a:cubicBezTo>
                <a:cubicBezTo>
                  <a:pt x="125" y="713"/>
                  <a:pt x="126" y="707"/>
                  <a:pt x="127" y="698"/>
                </a:cubicBezTo>
                <a:cubicBezTo>
                  <a:pt x="130" y="686"/>
                  <a:pt x="133" y="679"/>
                  <a:pt x="135" y="676"/>
                </a:cubicBezTo>
                <a:cubicBezTo>
                  <a:pt x="137" y="674"/>
                  <a:pt x="145" y="673"/>
                  <a:pt x="158" y="673"/>
                </a:cubicBezTo>
                <a:cubicBezTo>
                  <a:pt x="195" y="673"/>
                  <a:pt x="217" y="669"/>
                  <a:pt x="225" y="664"/>
                </a:cubicBezTo>
                <a:cubicBezTo>
                  <a:pt x="231" y="660"/>
                  <a:pt x="242" y="627"/>
                  <a:pt x="257" y="564"/>
                </a:cubicBezTo>
                <a:cubicBezTo>
                  <a:pt x="272" y="501"/>
                  <a:pt x="280" y="469"/>
                  <a:pt x="281" y="467"/>
                </a:cubicBezTo>
                <a:cubicBezTo>
                  <a:pt x="281" y="466"/>
                  <a:pt x="278" y="467"/>
                  <a:pt x="273" y="470"/>
                </a:cubicBezTo>
                <a:cubicBezTo>
                  <a:pt x="236" y="500"/>
                  <a:pt x="198" y="515"/>
                  <a:pt x="158" y="515"/>
                </a:cubicBezTo>
                <a:cubicBezTo>
                  <a:pt x="116" y="515"/>
                  <a:pt x="79" y="500"/>
                  <a:pt x="47" y="469"/>
                </a:cubicBezTo>
                <a:cubicBezTo>
                  <a:pt x="16" y="439"/>
                  <a:pt x="0" y="391"/>
                  <a:pt x="0" y="325"/>
                </a:cubicBezTo>
                <a:moveTo>
                  <a:pt x="364" y="132"/>
                </a:moveTo>
                <a:cubicBezTo>
                  <a:pt x="346" y="72"/>
                  <a:pt x="318" y="42"/>
                  <a:pt x="278" y="42"/>
                </a:cubicBezTo>
                <a:cubicBezTo>
                  <a:pt x="252" y="42"/>
                  <a:pt x="226" y="54"/>
                  <a:pt x="202" y="78"/>
                </a:cubicBezTo>
                <a:cubicBezTo>
                  <a:pt x="177" y="101"/>
                  <a:pt x="158" y="132"/>
                  <a:pt x="144" y="170"/>
                </a:cubicBezTo>
                <a:cubicBezTo>
                  <a:pt x="122" y="230"/>
                  <a:pt x="107" y="292"/>
                  <a:pt x="98" y="357"/>
                </a:cubicBezTo>
                <a:cubicBezTo>
                  <a:pt x="98" y="359"/>
                  <a:pt x="98" y="363"/>
                  <a:pt x="98" y="369"/>
                </a:cubicBezTo>
                <a:cubicBezTo>
                  <a:pt x="98" y="375"/>
                  <a:pt x="97" y="380"/>
                  <a:pt x="96" y="383"/>
                </a:cubicBezTo>
                <a:cubicBezTo>
                  <a:pt x="96" y="417"/>
                  <a:pt x="103" y="440"/>
                  <a:pt x="117" y="453"/>
                </a:cubicBezTo>
                <a:cubicBezTo>
                  <a:pt x="131" y="466"/>
                  <a:pt x="147" y="473"/>
                  <a:pt x="166" y="474"/>
                </a:cubicBezTo>
                <a:cubicBezTo>
                  <a:pt x="208" y="474"/>
                  <a:pt x="250" y="447"/>
                  <a:pt x="293" y="392"/>
                </a:cubicBezTo>
                <a:lnTo>
                  <a:pt x="302" y="379"/>
                </a:lnTo>
                <a:lnTo>
                  <a:pt x="364" y="132"/>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377" name=""/>
          <p:cNvSpPr txBox="1"/>
          <p:nvPr/>
        </p:nvSpPr>
        <p:spPr>
          <a:xfrm>
            <a:off x="380880" y="1851120"/>
            <a:ext cx="2337120" cy="334080"/>
          </a:xfrm>
          <a:prstGeom prst="rect">
            <a:avLst/>
          </a:prstGeom>
          <a:noFill/>
          <a:ln w="0">
            <a:noFill/>
          </a:ln>
        </p:spPr>
        <p:txBody>
          <a:bodyPr wrap="none" lIns="0" rIns="0" tIns="0" bIns="0" anchor="t">
            <a:spAutoFit/>
          </a:bodyPr>
          <a:p>
            <a:r>
              <a:rPr b="0" lang="en-US" sz="2620" strike="noStrike" u="none">
                <a:solidFill>
                  <a:srgbClr val="333333"/>
                </a:solidFill>
                <a:effectLst/>
                <a:uFillTx/>
                <a:latin typeface="NotoSansJP-Thin_"/>
                <a:ea typeface="NotoSansJP-Thin_"/>
              </a:rPr>
              <a:t>→ 真の逆過程 </a:t>
            </a:r>
            <a:endParaRPr b="0" lang="en-US" sz="2620" strike="noStrike" u="none">
              <a:solidFill>
                <a:srgbClr val="000000"/>
              </a:solidFill>
              <a:effectLst/>
              <a:uFillTx/>
              <a:latin typeface="Times New Roman"/>
            </a:endParaRPr>
          </a:p>
        </p:txBody>
      </p:sp>
      <p:sp>
        <p:nvSpPr>
          <p:cNvPr id="378" name=""/>
          <p:cNvSpPr/>
          <p:nvPr/>
        </p:nvSpPr>
        <p:spPr>
          <a:xfrm>
            <a:off x="5536800" y="1971360"/>
            <a:ext cx="219960" cy="261000"/>
          </a:xfrm>
          <a:custGeom>
            <a:avLst/>
            <a:gdLst/>
            <a:ahLst/>
            <a:rect l="0" t="0" r="r" b="b"/>
            <a:pathLst>
              <a:path w="611" h="725">
                <a:moveTo>
                  <a:pt x="71" y="177"/>
                </a:moveTo>
                <a:cubicBezTo>
                  <a:pt x="72" y="175"/>
                  <a:pt x="72" y="172"/>
                  <a:pt x="73" y="168"/>
                </a:cubicBezTo>
                <a:cubicBezTo>
                  <a:pt x="74" y="164"/>
                  <a:pt x="76" y="156"/>
                  <a:pt x="79" y="143"/>
                </a:cubicBezTo>
                <a:cubicBezTo>
                  <a:pt x="82" y="130"/>
                  <a:pt x="86" y="118"/>
                  <a:pt x="90" y="107"/>
                </a:cubicBezTo>
                <a:cubicBezTo>
                  <a:pt x="95" y="97"/>
                  <a:pt x="100" y="84"/>
                  <a:pt x="107" y="70"/>
                </a:cubicBezTo>
                <a:cubicBezTo>
                  <a:pt x="114" y="55"/>
                  <a:pt x="122" y="44"/>
                  <a:pt x="130" y="36"/>
                </a:cubicBezTo>
                <a:cubicBezTo>
                  <a:pt x="138" y="27"/>
                  <a:pt x="148" y="19"/>
                  <a:pt x="161" y="11"/>
                </a:cubicBezTo>
                <a:cubicBezTo>
                  <a:pt x="172" y="2"/>
                  <a:pt x="185" y="-1"/>
                  <a:pt x="198" y="0"/>
                </a:cubicBezTo>
                <a:cubicBezTo>
                  <a:pt x="255" y="0"/>
                  <a:pt x="292" y="25"/>
                  <a:pt x="307" y="73"/>
                </a:cubicBezTo>
                <a:lnTo>
                  <a:pt x="319" y="63"/>
                </a:lnTo>
                <a:cubicBezTo>
                  <a:pt x="366" y="21"/>
                  <a:pt x="411" y="0"/>
                  <a:pt x="453" y="0"/>
                </a:cubicBezTo>
                <a:cubicBezTo>
                  <a:pt x="502" y="0"/>
                  <a:pt x="541" y="18"/>
                  <a:pt x="569" y="54"/>
                </a:cubicBezTo>
                <a:cubicBezTo>
                  <a:pt x="597" y="90"/>
                  <a:pt x="611" y="133"/>
                  <a:pt x="611" y="184"/>
                </a:cubicBezTo>
                <a:cubicBezTo>
                  <a:pt x="611" y="266"/>
                  <a:pt x="582" y="341"/>
                  <a:pt x="525" y="410"/>
                </a:cubicBezTo>
                <a:cubicBezTo>
                  <a:pt x="467" y="479"/>
                  <a:pt x="402" y="514"/>
                  <a:pt x="329" y="515"/>
                </a:cubicBezTo>
                <a:cubicBezTo>
                  <a:pt x="312" y="515"/>
                  <a:pt x="298" y="513"/>
                  <a:pt x="285" y="508"/>
                </a:cubicBezTo>
                <a:cubicBezTo>
                  <a:pt x="276" y="504"/>
                  <a:pt x="268" y="499"/>
                  <a:pt x="259" y="491"/>
                </a:cubicBezTo>
                <a:cubicBezTo>
                  <a:pt x="249" y="483"/>
                  <a:pt x="242" y="477"/>
                  <a:pt x="237" y="472"/>
                </a:cubicBezTo>
                <a:lnTo>
                  <a:pt x="229" y="462"/>
                </a:lnTo>
                <a:cubicBezTo>
                  <a:pt x="228" y="463"/>
                  <a:pt x="220" y="496"/>
                  <a:pt x="204" y="561"/>
                </a:cubicBezTo>
                <a:cubicBezTo>
                  <a:pt x="188" y="627"/>
                  <a:pt x="180" y="660"/>
                  <a:pt x="180" y="660"/>
                </a:cubicBezTo>
                <a:cubicBezTo>
                  <a:pt x="180" y="665"/>
                  <a:pt x="183" y="668"/>
                  <a:pt x="189" y="668"/>
                </a:cubicBezTo>
                <a:cubicBezTo>
                  <a:pt x="195" y="669"/>
                  <a:pt x="209" y="670"/>
                  <a:pt x="231" y="672"/>
                </a:cubicBezTo>
                <a:lnTo>
                  <a:pt x="260" y="672"/>
                </a:lnTo>
                <a:cubicBezTo>
                  <a:pt x="264" y="677"/>
                  <a:pt x="266" y="682"/>
                  <a:pt x="266" y="683"/>
                </a:cubicBezTo>
                <a:cubicBezTo>
                  <a:pt x="266" y="685"/>
                  <a:pt x="265" y="691"/>
                  <a:pt x="263" y="704"/>
                </a:cubicBezTo>
                <a:cubicBezTo>
                  <a:pt x="261" y="713"/>
                  <a:pt x="259" y="718"/>
                  <a:pt x="256" y="721"/>
                </a:cubicBezTo>
                <a:cubicBezTo>
                  <a:pt x="254" y="723"/>
                  <a:pt x="249" y="724"/>
                  <a:pt x="241" y="725"/>
                </a:cubicBezTo>
                <a:cubicBezTo>
                  <a:pt x="240" y="725"/>
                  <a:pt x="236" y="725"/>
                  <a:pt x="229" y="725"/>
                </a:cubicBezTo>
                <a:cubicBezTo>
                  <a:pt x="222" y="725"/>
                  <a:pt x="209" y="725"/>
                  <a:pt x="190" y="724"/>
                </a:cubicBezTo>
                <a:cubicBezTo>
                  <a:pt x="171" y="723"/>
                  <a:pt x="147" y="723"/>
                  <a:pt x="119" y="723"/>
                </a:cubicBezTo>
                <a:cubicBezTo>
                  <a:pt x="66" y="723"/>
                  <a:pt x="32" y="724"/>
                  <a:pt x="17" y="725"/>
                </a:cubicBezTo>
                <a:lnTo>
                  <a:pt x="8" y="725"/>
                </a:lnTo>
                <a:cubicBezTo>
                  <a:pt x="3" y="720"/>
                  <a:pt x="0" y="716"/>
                  <a:pt x="0" y="713"/>
                </a:cubicBezTo>
                <a:cubicBezTo>
                  <a:pt x="2" y="692"/>
                  <a:pt x="7" y="679"/>
                  <a:pt x="15" y="672"/>
                </a:cubicBezTo>
                <a:lnTo>
                  <a:pt x="38" y="672"/>
                </a:lnTo>
                <a:cubicBezTo>
                  <a:pt x="64" y="671"/>
                  <a:pt x="78" y="667"/>
                  <a:pt x="82" y="658"/>
                </a:cubicBezTo>
                <a:cubicBezTo>
                  <a:pt x="85" y="654"/>
                  <a:pt x="108" y="563"/>
                  <a:pt x="153" y="386"/>
                </a:cubicBezTo>
                <a:cubicBezTo>
                  <a:pt x="197" y="209"/>
                  <a:pt x="220" y="116"/>
                  <a:pt x="222" y="105"/>
                </a:cubicBezTo>
                <a:cubicBezTo>
                  <a:pt x="223" y="101"/>
                  <a:pt x="223" y="96"/>
                  <a:pt x="223" y="89"/>
                </a:cubicBezTo>
                <a:cubicBezTo>
                  <a:pt x="223" y="58"/>
                  <a:pt x="214" y="43"/>
                  <a:pt x="195" y="43"/>
                </a:cubicBezTo>
                <a:cubicBezTo>
                  <a:pt x="178" y="43"/>
                  <a:pt x="164" y="53"/>
                  <a:pt x="153" y="74"/>
                </a:cubicBezTo>
                <a:cubicBezTo>
                  <a:pt x="140" y="96"/>
                  <a:pt x="132" y="119"/>
                  <a:pt x="126" y="144"/>
                </a:cubicBezTo>
                <a:cubicBezTo>
                  <a:pt x="119" y="169"/>
                  <a:pt x="115" y="183"/>
                  <a:pt x="112" y="185"/>
                </a:cubicBezTo>
                <a:cubicBezTo>
                  <a:pt x="110" y="186"/>
                  <a:pt x="104" y="187"/>
                  <a:pt x="94" y="187"/>
                </a:cubicBezTo>
                <a:lnTo>
                  <a:pt x="78" y="187"/>
                </a:lnTo>
                <a:cubicBezTo>
                  <a:pt x="73" y="183"/>
                  <a:pt x="71" y="179"/>
                  <a:pt x="71" y="177"/>
                </a:cubicBezTo>
                <a:moveTo>
                  <a:pt x="248" y="387"/>
                </a:moveTo>
                <a:cubicBezTo>
                  <a:pt x="265" y="445"/>
                  <a:pt x="293" y="474"/>
                  <a:pt x="332" y="474"/>
                </a:cubicBezTo>
                <a:cubicBezTo>
                  <a:pt x="355" y="474"/>
                  <a:pt x="377" y="465"/>
                  <a:pt x="399" y="448"/>
                </a:cubicBezTo>
                <a:cubicBezTo>
                  <a:pt x="420" y="430"/>
                  <a:pt x="437" y="408"/>
                  <a:pt x="451" y="382"/>
                </a:cubicBezTo>
                <a:cubicBezTo>
                  <a:pt x="465" y="356"/>
                  <a:pt x="478" y="315"/>
                  <a:pt x="492" y="259"/>
                </a:cubicBezTo>
                <a:cubicBezTo>
                  <a:pt x="505" y="203"/>
                  <a:pt x="513" y="161"/>
                  <a:pt x="513" y="134"/>
                </a:cubicBezTo>
                <a:lnTo>
                  <a:pt x="513" y="127"/>
                </a:lnTo>
                <a:cubicBezTo>
                  <a:pt x="513" y="71"/>
                  <a:pt x="490" y="43"/>
                  <a:pt x="444" y="43"/>
                </a:cubicBezTo>
                <a:cubicBezTo>
                  <a:pt x="436" y="43"/>
                  <a:pt x="427" y="44"/>
                  <a:pt x="419" y="46"/>
                </a:cubicBezTo>
                <a:cubicBezTo>
                  <a:pt x="411" y="48"/>
                  <a:pt x="402" y="52"/>
                  <a:pt x="394" y="56"/>
                </a:cubicBezTo>
                <a:cubicBezTo>
                  <a:pt x="386" y="61"/>
                  <a:pt x="378" y="66"/>
                  <a:pt x="371" y="71"/>
                </a:cubicBezTo>
                <a:cubicBezTo>
                  <a:pt x="364" y="76"/>
                  <a:pt x="358" y="82"/>
                  <a:pt x="352" y="88"/>
                </a:cubicBezTo>
                <a:cubicBezTo>
                  <a:pt x="346" y="94"/>
                  <a:pt x="340" y="100"/>
                  <a:pt x="335" y="105"/>
                </a:cubicBezTo>
                <a:cubicBezTo>
                  <a:pt x="329" y="110"/>
                  <a:pt x="325" y="116"/>
                  <a:pt x="322" y="121"/>
                </a:cubicBezTo>
                <a:cubicBezTo>
                  <a:pt x="319" y="126"/>
                  <a:pt x="316" y="130"/>
                  <a:pt x="313" y="132"/>
                </a:cubicBezTo>
                <a:lnTo>
                  <a:pt x="310" y="137"/>
                </a:lnTo>
                <a:cubicBezTo>
                  <a:pt x="310" y="138"/>
                  <a:pt x="309" y="143"/>
                  <a:pt x="306" y="153"/>
                </a:cubicBezTo>
                <a:cubicBezTo>
                  <a:pt x="304" y="163"/>
                  <a:pt x="300" y="179"/>
                  <a:pt x="294" y="203"/>
                </a:cubicBezTo>
                <a:cubicBezTo>
                  <a:pt x="288" y="227"/>
                  <a:pt x="282" y="246"/>
                  <a:pt x="278" y="262"/>
                </a:cubicBezTo>
                <a:cubicBezTo>
                  <a:pt x="258" y="343"/>
                  <a:pt x="248" y="384"/>
                  <a:pt x="248" y="387"/>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379" name=""/>
          <p:cNvSpPr/>
          <p:nvPr/>
        </p:nvSpPr>
        <p:spPr>
          <a:xfrm>
            <a:off x="5782680" y="2009880"/>
            <a:ext cx="123840" cy="207360"/>
          </a:xfrm>
          <a:custGeom>
            <a:avLst/>
            <a:gdLst/>
            <a:ahLst/>
            <a:rect l="0" t="0" r="r" b="b"/>
            <a:pathLst>
              <a:path w="344" h="576">
                <a:moveTo>
                  <a:pt x="0" y="406"/>
                </a:moveTo>
                <a:cubicBezTo>
                  <a:pt x="0" y="352"/>
                  <a:pt x="10" y="294"/>
                  <a:pt x="31" y="233"/>
                </a:cubicBezTo>
                <a:cubicBezTo>
                  <a:pt x="52" y="173"/>
                  <a:pt x="81" y="120"/>
                  <a:pt x="117" y="76"/>
                </a:cubicBezTo>
                <a:cubicBezTo>
                  <a:pt x="152" y="32"/>
                  <a:pt x="190" y="7"/>
                  <a:pt x="228" y="1"/>
                </a:cubicBezTo>
                <a:cubicBezTo>
                  <a:pt x="229" y="1"/>
                  <a:pt x="232" y="1"/>
                  <a:pt x="236" y="1"/>
                </a:cubicBezTo>
                <a:cubicBezTo>
                  <a:pt x="240" y="1"/>
                  <a:pt x="243" y="0"/>
                  <a:pt x="245" y="0"/>
                </a:cubicBezTo>
                <a:cubicBezTo>
                  <a:pt x="274" y="2"/>
                  <a:pt x="297" y="15"/>
                  <a:pt x="313" y="39"/>
                </a:cubicBezTo>
                <a:cubicBezTo>
                  <a:pt x="334" y="72"/>
                  <a:pt x="344" y="115"/>
                  <a:pt x="344" y="169"/>
                </a:cubicBezTo>
                <a:cubicBezTo>
                  <a:pt x="344" y="231"/>
                  <a:pt x="332" y="293"/>
                  <a:pt x="308" y="357"/>
                </a:cubicBezTo>
                <a:cubicBezTo>
                  <a:pt x="284" y="421"/>
                  <a:pt x="253" y="474"/>
                  <a:pt x="215" y="515"/>
                </a:cubicBezTo>
                <a:cubicBezTo>
                  <a:pt x="177" y="556"/>
                  <a:pt x="141" y="576"/>
                  <a:pt x="107" y="576"/>
                </a:cubicBezTo>
                <a:lnTo>
                  <a:pt x="101" y="576"/>
                </a:lnTo>
                <a:cubicBezTo>
                  <a:pt x="82" y="576"/>
                  <a:pt x="65" y="571"/>
                  <a:pt x="51" y="560"/>
                </a:cubicBezTo>
                <a:cubicBezTo>
                  <a:pt x="37" y="549"/>
                  <a:pt x="27" y="535"/>
                  <a:pt x="20" y="517"/>
                </a:cubicBezTo>
                <a:cubicBezTo>
                  <a:pt x="13" y="500"/>
                  <a:pt x="8" y="482"/>
                  <a:pt x="5" y="464"/>
                </a:cubicBezTo>
                <a:cubicBezTo>
                  <a:pt x="1" y="444"/>
                  <a:pt x="0" y="426"/>
                  <a:pt x="0" y="406"/>
                </a:cubicBezTo>
                <a:moveTo>
                  <a:pt x="281" y="112"/>
                </a:moveTo>
                <a:cubicBezTo>
                  <a:pt x="281" y="57"/>
                  <a:pt x="267" y="30"/>
                  <a:pt x="238" y="30"/>
                </a:cubicBezTo>
                <a:cubicBezTo>
                  <a:pt x="218" y="30"/>
                  <a:pt x="199" y="42"/>
                  <a:pt x="181" y="66"/>
                </a:cubicBezTo>
                <a:cubicBezTo>
                  <a:pt x="163" y="90"/>
                  <a:pt x="148" y="117"/>
                  <a:pt x="136" y="148"/>
                </a:cubicBezTo>
                <a:cubicBezTo>
                  <a:pt x="124" y="179"/>
                  <a:pt x="115" y="205"/>
                  <a:pt x="108" y="228"/>
                </a:cubicBezTo>
                <a:cubicBezTo>
                  <a:pt x="102" y="251"/>
                  <a:pt x="99" y="265"/>
                  <a:pt x="98" y="269"/>
                </a:cubicBezTo>
                <a:cubicBezTo>
                  <a:pt x="124" y="269"/>
                  <a:pt x="150" y="269"/>
                  <a:pt x="176" y="269"/>
                </a:cubicBezTo>
                <a:lnTo>
                  <a:pt x="255" y="269"/>
                </a:lnTo>
                <a:cubicBezTo>
                  <a:pt x="256" y="268"/>
                  <a:pt x="258" y="259"/>
                  <a:pt x="262" y="242"/>
                </a:cubicBezTo>
                <a:cubicBezTo>
                  <a:pt x="265" y="225"/>
                  <a:pt x="270" y="203"/>
                  <a:pt x="274" y="178"/>
                </a:cubicBezTo>
                <a:cubicBezTo>
                  <a:pt x="279" y="152"/>
                  <a:pt x="281" y="130"/>
                  <a:pt x="281" y="112"/>
                </a:cubicBezTo>
                <a:moveTo>
                  <a:pt x="63" y="462"/>
                </a:moveTo>
                <a:cubicBezTo>
                  <a:pt x="63" y="519"/>
                  <a:pt x="77" y="547"/>
                  <a:pt x="105" y="547"/>
                </a:cubicBezTo>
                <a:cubicBezTo>
                  <a:pt x="113" y="547"/>
                  <a:pt x="122" y="545"/>
                  <a:pt x="131" y="539"/>
                </a:cubicBezTo>
                <a:cubicBezTo>
                  <a:pt x="140" y="534"/>
                  <a:pt x="151" y="524"/>
                  <a:pt x="164" y="509"/>
                </a:cubicBezTo>
                <a:cubicBezTo>
                  <a:pt x="177" y="494"/>
                  <a:pt x="190" y="470"/>
                  <a:pt x="203" y="438"/>
                </a:cubicBezTo>
                <a:cubicBezTo>
                  <a:pt x="215" y="406"/>
                  <a:pt x="228" y="367"/>
                  <a:pt x="242" y="320"/>
                </a:cubicBezTo>
                <a:lnTo>
                  <a:pt x="246" y="306"/>
                </a:lnTo>
                <a:lnTo>
                  <a:pt x="88" y="306"/>
                </a:lnTo>
                <a:cubicBezTo>
                  <a:pt x="88" y="308"/>
                  <a:pt x="86" y="318"/>
                  <a:pt x="81" y="337"/>
                </a:cubicBezTo>
                <a:cubicBezTo>
                  <a:pt x="76" y="356"/>
                  <a:pt x="72" y="377"/>
                  <a:pt x="68" y="400"/>
                </a:cubicBezTo>
                <a:cubicBezTo>
                  <a:pt x="65" y="423"/>
                  <a:pt x="63" y="443"/>
                  <a:pt x="63" y="462"/>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380" name=""/>
          <p:cNvSpPr txBox="1"/>
          <p:nvPr/>
        </p:nvSpPr>
        <p:spPr>
          <a:xfrm>
            <a:off x="2814120" y="1851120"/>
            <a:ext cx="2959920" cy="372240"/>
          </a:xfrm>
          <a:prstGeom prst="rect">
            <a:avLst/>
          </a:prstGeom>
          <a:noFill/>
          <a:ln w="0">
            <a:noFill/>
          </a:ln>
        </p:spPr>
        <p:txBody>
          <a:bodyPr wrap="none" lIns="0" rIns="0" tIns="0" bIns="0" anchor="t">
            <a:spAutoFit/>
          </a:bodyPr>
          <a:p>
            <a:r>
              <a:rPr b="0" lang="en-US" sz="2620" strike="noStrike" u="none">
                <a:solidFill>
                  <a:srgbClr val="333333"/>
                </a:solidFill>
                <a:effectLst/>
                <a:uFillTx/>
                <a:latin typeface="NotoSansJP-Thin_"/>
                <a:ea typeface="NotoSansJP-Thin_"/>
              </a:rPr>
              <a:t> と</a:t>
            </a:r>
            <a:r>
              <a:rPr b="0" lang="en-US" sz="2620" strike="noStrike" u="none">
                <a:solidFill>
                  <a:srgbClr val="333333"/>
                </a:solidFill>
                <a:effectLst/>
                <a:uFillTx/>
                <a:latin typeface="NotoSansJP-Thin_"/>
                <a:ea typeface="NotoSansJP-Thin_"/>
              </a:rPr>
              <a:t>NN</a:t>
            </a:r>
            <a:r>
              <a:rPr b="0" lang="zh-CN" sz="2620" strike="noStrike" u="none">
                <a:solidFill>
                  <a:srgbClr val="333333"/>
                </a:solidFill>
                <a:effectLst/>
                <a:uFillTx/>
                <a:latin typeface="NotoSansJP-Thin_"/>
                <a:ea typeface="NotoSansJP-Thin_"/>
              </a:rPr>
              <a:t>による近似 </a:t>
            </a:r>
            <a:endParaRPr b="0" lang="en-US" sz="2620" strike="noStrike" u="none">
              <a:solidFill>
                <a:srgbClr val="000000"/>
              </a:solidFill>
              <a:effectLst/>
              <a:uFillTx/>
              <a:latin typeface="Times New Roman"/>
            </a:endParaRPr>
          </a:p>
        </p:txBody>
      </p:sp>
      <p:sp>
        <p:nvSpPr>
          <p:cNvPr id="381" name=""/>
          <p:cNvSpPr txBox="1"/>
          <p:nvPr/>
        </p:nvSpPr>
        <p:spPr>
          <a:xfrm>
            <a:off x="5930280" y="1851120"/>
            <a:ext cx="5112360" cy="372240"/>
          </a:xfrm>
          <a:prstGeom prst="rect">
            <a:avLst/>
          </a:prstGeom>
          <a:noFill/>
          <a:ln w="0">
            <a:noFill/>
          </a:ln>
        </p:spPr>
        <p:txBody>
          <a:bodyPr wrap="none" lIns="0" rIns="0" tIns="0" bIns="0" anchor="t">
            <a:spAutoFit/>
          </a:bodyPr>
          <a:p>
            <a:r>
              <a:rPr b="0" lang="en-US" sz="2620" strike="noStrike" u="none">
                <a:solidFill>
                  <a:srgbClr val="333333"/>
                </a:solidFill>
                <a:effectLst/>
                <a:uFillTx/>
                <a:latin typeface="NotoSansJP-Thin_"/>
                <a:ea typeface="NotoSansJP-Thin_"/>
              </a:rPr>
              <a:t> の</a:t>
            </a:r>
            <a:r>
              <a:rPr b="0" lang="en-US" sz="2620" strike="noStrike" u="none">
                <a:solidFill>
                  <a:srgbClr val="333333"/>
                </a:solidFill>
                <a:effectLst/>
                <a:uFillTx/>
                <a:latin typeface="NotoSansJP-Thin_"/>
                <a:ea typeface="NotoSansJP-Thin_"/>
              </a:rPr>
              <a:t>KL divergence</a:t>
            </a:r>
            <a:r>
              <a:rPr b="0" lang="zh-CN" sz="2620" strike="noStrike" u="none">
                <a:solidFill>
                  <a:srgbClr val="333333"/>
                </a:solidFill>
                <a:effectLst/>
                <a:uFillTx/>
                <a:latin typeface="NotoSansJP-Thin_"/>
                <a:ea typeface="NotoSansJP-Thin_"/>
              </a:rPr>
              <a:t>を最小化したい</a:t>
            </a:r>
            <a:endParaRPr b="0" lang="en-US" sz="2620" strike="noStrike" u="none">
              <a:solidFill>
                <a:srgbClr val="000000"/>
              </a:solidFill>
              <a:effectLst/>
              <a:uFillTx/>
              <a:latin typeface="Times New Roman"/>
            </a:endParaRPr>
          </a:p>
        </p:txBody>
      </p:sp>
      <p:sp>
        <p:nvSpPr>
          <p:cNvPr id="382" name=""/>
          <p:cNvSpPr/>
          <p:nvPr/>
        </p:nvSpPr>
        <p:spPr>
          <a:xfrm>
            <a:off x="5232600" y="2657160"/>
            <a:ext cx="252360" cy="280800"/>
          </a:xfrm>
          <a:custGeom>
            <a:avLst/>
            <a:gdLst/>
            <a:ahLst/>
            <a:rect l="0" t="0" r="r" b="b"/>
            <a:pathLst>
              <a:path w="701" h="780">
                <a:moveTo>
                  <a:pt x="223" y="54"/>
                </a:moveTo>
                <a:cubicBezTo>
                  <a:pt x="197" y="54"/>
                  <a:pt x="184" y="52"/>
                  <a:pt x="182" y="49"/>
                </a:cubicBezTo>
                <a:cubicBezTo>
                  <a:pt x="181" y="48"/>
                  <a:pt x="181" y="45"/>
                  <a:pt x="181" y="40"/>
                </a:cubicBezTo>
                <a:cubicBezTo>
                  <a:pt x="181" y="22"/>
                  <a:pt x="185" y="8"/>
                  <a:pt x="194" y="2"/>
                </a:cubicBezTo>
                <a:cubicBezTo>
                  <a:pt x="195" y="1"/>
                  <a:pt x="201" y="0"/>
                  <a:pt x="211" y="0"/>
                </a:cubicBezTo>
                <a:cubicBezTo>
                  <a:pt x="252" y="3"/>
                  <a:pt x="300" y="4"/>
                  <a:pt x="355" y="4"/>
                </a:cubicBezTo>
                <a:cubicBezTo>
                  <a:pt x="462" y="4"/>
                  <a:pt x="525" y="3"/>
                  <a:pt x="541" y="0"/>
                </a:cubicBezTo>
                <a:lnTo>
                  <a:pt x="554" y="0"/>
                </a:lnTo>
                <a:cubicBezTo>
                  <a:pt x="559" y="5"/>
                  <a:pt x="561" y="8"/>
                  <a:pt x="561" y="12"/>
                </a:cubicBezTo>
                <a:cubicBezTo>
                  <a:pt x="561" y="14"/>
                  <a:pt x="560" y="21"/>
                  <a:pt x="559" y="32"/>
                </a:cubicBezTo>
                <a:cubicBezTo>
                  <a:pt x="555" y="43"/>
                  <a:pt x="552" y="51"/>
                  <a:pt x="549" y="54"/>
                </a:cubicBezTo>
                <a:lnTo>
                  <a:pt x="505" y="54"/>
                </a:lnTo>
                <a:cubicBezTo>
                  <a:pt x="452" y="54"/>
                  <a:pt x="421" y="58"/>
                  <a:pt x="412" y="64"/>
                </a:cubicBezTo>
                <a:cubicBezTo>
                  <a:pt x="407" y="67"/>
                  <a:pt x="401" y="78"/>
                  <a:pt x="396" y="96"/>
                </a:cubicBezTo>
                <a:cubicBezTo>
                  <a:pt x="391" y="114"/>
                  <a:pt x="365" y="214"/>
                  <a:pt x="320" y="396"/>
                </a:cubicBezTo>
                <a:cubicBezTo>
                  <a:pt x="308" y="446"/>
                  <a:pt x="295" y="498"/>
                  <a:pt x="281" y="553"/>
                </a:cubicBezTo>
                <a:cubicBezTo>
                  <a:pt x="268" y="609"/>
                  <a:pt x="257" y="650"/>
                  <a:pt x="251" y="678"/>
                </a:cubicBezTo>
                <a:lnTo>
                  <a:pt x="240" y="719"/>
                </a:lnTo>
                <a:cubicBezTo>
                  <a:pt x="240" y="722"/>
                  <a:pt x="244" y="724"/>
                  <a:pt x="251" y="724"/>
                </a:cubicBezTo>
                <a:cubicBezTo>
                  <a:pt x="257" y="724"/>
                  <a:pt x="280" y="725"/>
                  <a:pt x="318" y="726"/>
                </a:cubicBezTo>
                <a:lnTo>
                  <a:pt x="337" y="726"/>
                </a:lnTo>
                <a:cubicBezTo>
                  <a:pt x="361" y="726"/>
                  <a:pt x="381" y="726"/>
                  <a:pt x="395" y="725"/>
                </a:cubicBezTo>
                <a:cubicBezTo>
                  <a:pt x="409" y="724"/>
                  <a:pt x="428" y="722"/>
                  <a:pt x="451" y="717"/>
                </a:cubicBezTo>
                <a:cubicBezTo>
                  <a:pt x="474" y="713"/>
                  <a:pt x="493" y="706"/>
                  <a:pt x="509" y="697"/>
                </a:cubicBezTo>
                <a:cubicBezTo>
                  <a:pt x="524" y="688"/>
                  <a:pt x="541" y="675"/>
                  <a:pt x="559" y="658"/>
                </a:cubicBezTo>
                <a:cubicBezTo>
                  <a:pt x="577" y="641"/>
                  <a:pt x="593" y="620"/>
                  <a:pt x="607" y="595"/>
                </a:cubicBezTo>
                <a:cubicBezTo>
                  <a:pt x="619" y="573"/>
                  <a:pt x="630" y="547"/>
                  <a:pt x="641" y="519"/>
                </a:cubicBezTo>
                <a:cubicBezTo>
                  <a:pt x="651" y="491"/>
                  <a:pt x="658" y="475"/>
                  <a:pt x="660" y="471"/>
                </a:cubicBezTo>
                <a:cubicBezTo>
                  <a:pt x="664" y="469"/>
                  <a:pt x="670" y="468"/>
                  <a:pt x="679" y="468"/>
                </a:cubicBezTo>
                <a:lnTo>
                  <a:pt x="694" y="468"/>
                </a:lnTo>
                <a:cubicBezTo>
                  <a:pt x="699" y="475"/>
                  <a:pt x="701" y="479"/>
                  <a:pt x="701" y="480"/>
                </a:cubicBezTo>
                <a:cubicBezTo>
                  <a:pt x="701" y="482"/>
                  <a:pt x="693" y="504"/>
                  <a:pt x="678" y="548"/>
                </a:cubicBezTo>
                <a:cubicBezTo>
                  <a:pt x="663" y="591"/>
                  <a:pt x="646" y="636"/>
                  <a:pt x="628" y="684"/>
                </a:cubicBezTo>
                <a:cubicBezTo>
                  <a:pt x="610" y="732"/>
                  <a:pt x="600" y="760"/>
                  <a:pt x="599" y="768"/>
                </a:cubicBezTo>
                <a:cubicBezTo>
                  <a:pt x="597" y="772"/>
                  <a:pt x="596" y="774"/>
                  <a:pt x="594" y="775"/>
                </a:cubicBezTo>
                <a:cubicBezTo>
                  <a:pt x="593" y="776"/>
                  <a:pt x="586" y="777"/>
                  <a:pt x="576" y="779"/>
                </a:cubicBezTo>
                <a:cubicBezTo>
                  <a:pt x="565" y="780"/>
                  <a:pt x="549" y="780"/>
                  <a:pt x="527" y="780"/>
                </a:cubicBezTo>
                <a:cubicBezTo>
                  <a:pt x="519" y="780"/>
                  <a:pt x="489" y="780"/>
                  <a:pt x="439" y="780"/>
                </a:cubicBezTo>
                <a:cubicBezTo>
                  <a:pt x="390" y="780"/>
                  <a:pt x="343" y="779"/>
                  <a:pt x="298" y="779"/>
                </a:cubicBezTo>
                <a:lnTo>
                  <a:pt x="96" y="779"/>
                </a:lnTo>
                <a:cubicBezTo>
                  <a:pt x="32" y="779"/>
                  <a:pt x="0" y="775"/>
                  <a:pt x="0" y="767"/>
                </a:cubicBezTo>
                <a:cubicBezTo>
                  <a:pt x="0" y="762"/>
                  <a:pt x="1" y="757"/>
                  <a:pt x="2" y="751"/>
                </a:cubicBezTo>
                <a:cubicBezTo>
                  <a:pt x="6" y="737"/>
                  <a:pt x="10" y="729"/>
                  <a:pt x="14" y="727"/>
                </a:cubicBezTo>
                <a:cubicBezTo>
                  <a:pt x="17" y="727"/>
                  <a:pt x="23" y="726"/>
                  <a:pt x="31" y="726"/>
                </a:cubicBezTo>
                <a:lnTo>
                  <a:pt x="38" y="726"/>
                </a:lnTo>
                <a:cubicBezTo>
                  <a:pt x="58" y="726"/>
                  <a:pt x="81" y="725"/>
                  <a:pt x="106" y="723"/>
                </a:cubicBezTo>
                <a:cubicBezTo>
                  <a:pt x="117" y="721"/>
                  <a:pt x="124" y="716"/>
                  <a:pt x="128" y="709"/>
                </a:cubicBezTo>
                <a:cubicBezTo>
                  <a:pt x="130" y="706"/>
                  <a:pt x="157" y="601"/>
                  <a:pt x="210" y="393"/>
                </a:cubicBezTo>
                <a:cubicBezTo>
                  <a:pt x="262" y="185"/>
                  <a:pt x="288" y="75"/>
                  <a:pt x="288" y="64"/>
                </a:cubicBezTo>
                <a:cubicBezTo>
                  <a:pt x="288" y="59"/>
                  <a:pt x="266" y="55"/>
                  <a:pt x="223" y="54"/>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383" name=""/>
          <p:cNvSpPr txBox="1"/>
          <p:nvPr/>
        </p:nvSpPr>
        <p:spPr>
          <a:xfrm>
            <a:off x="380880" y="2631960"/>
            <a:ext cx="5018400" cy="372240"/>
          </a:xfrm>
          <a:prstGeom prst="rect">
            <a:avLst/>
          </a:prstGeom>
          <a:noFill/>
          <a:ln w="0">
            <a:noFill/>
          </a:ln>
        </p:spPr>
        <p:txBody>
          <a:bodyPr wrap="none" lIns="0" rIns="0" tIns="0" bIns="0" anchor="t">
            <a:spAutoFit/>
          </a:bodyPr>
          <a:p>
            <a:r>
              <a:rPr b="0" lang="zh-CN" sz="2620" strike="noStrike" u="none">
                <a:solidFill>
                  <a:srgbClr val="333333"/>
                </a:solidFill>
                <a:effectLst/>
                <a:uFillTx/>
                <a:latin typeface="NotoSansJP-Thin_"/>
                <a:ea typeface="NotoSansJP-Thin_"/>
              </a:rPr>
              <a:t>変分下界 </a:t>
            </a:r>
            <a:r>
              <a:rPr b="0" lang="en-US" sz="2620" strike="noStrike" u="none">
                <a:solidFill>
                  <a:srgbClr val="333333"/>
                </a:solidFill>
                <a:effectLst/>
                <a:uFillTx/>
                <a:latin typeface="NotoSansJP-Thin_"/>
                <a:ea typeface="NotoSansJP-Thin_"/>
              </a:rPr>
              <a:t>(ELBO) </a:t>
            </a:r>
            <a:r>
              <a:rPr b="0" lang="zh-CN" sz="2620" strike="noStrike" u="none">
                <a:solidFill>
                  <a:srgbClr val="333333"/>
                </a:solidFill>
                <a:effectLst/>
                <a:uFillTx/>
                <a:latin typeface="NotoSansJP-Thin_"/>
                <a:ea typeface="NotoSansJP-Thin_"/>
              </a:rPr>
              <a:t>を用いて損失 </a:t>
            </a:r>
            <a:endParaRPr b="0" lang="en-US" sz="2620" strike="noStrike" u="none">
              <a:solidFill>
                <a:srgbClr val="000000"/>
              </a:solidFill>
              <a:effectLst/>
              <a:uFillTx/>
              <a:latin typeface="Times New Roman"/>
            </a:endParaRPr>
          </a:p>
        </p:txBody>
      </p:sp>
      <p:sp>
        <p:nvSpPr>
          <p:cNvPr id="384" name=""/>
          <p:cNvSpPr/>
          <p:nvPr/>
        </p:nvSpPr>
        <p:spPr>
          <a:xfrm>
            <a:off x="2741760" y="3380040"/>
            <a:ext cx="252360" cy="280800"/>
          </a:xfrm>
          <a:custGeom>
            <a:avLst/>
            <a:gdLst/>
            <a:ahLst/>
            <a:rect l="0" t="0" r="r" b="b"/>
            <a:pathLst>
              <a:path w="701" h="780">
                <a:moveTo>
                  <a:pt x="223" y="52"/>
                </a:moveTo>
                <a:cubicBezTo>
                  <a:pt x="197" y="52"/>
                  <a:pt x="183" y="51"/>
                  <a:pt x="182" y="48"/>
                </a:cubicBezTo>
                <a:cubicBezTo>
                  <a:pt x="181" y="46"/>
                  <a:pt x="181" y="43"/>
                  <a:pt x="181" y="39"/>
                </a:cubicBezTo>
                <a:cubicBezTo>
                  <a:pt x="181" y="21"/>
                  <a:pt x="185" y="8"/>
                  <a:pt x="193" y="1"/>
                </a:cubicBezTo>
                <a:cubicBezTo>
                  <a:pt x="195" y="0"/>
                  <a:pt x="201" y="0"/>
                  <a:pt x="210" y="0"/>
                </a:cubicBezTo>
                <a:cubicBezTo>
                  <a:pt x="251" y="2"/>
                  <a:pt x="300" y="4"/>
                  <a:pt x="355" y="4"/>
                </a:cubicBezTo>
                <a:cubicBezTo>
                  <a:pt x="463" y="4"/>
                  <a:pt x="524" y="2"/>
                  <a:pt x="540" y="0"/>
                </a:cubicBezTo>
                <a:lnTo>
                  <a:pt x="554" y="0"/>
                </a:lnTo>
                <a:cubicBezTo>
                  <a:pt x="559" y="5"/>
                  <a:pt x="561" y="8"/>
                  <a:pt x="561" y="10"/>
                </a:cubicBezTo>
                <a:cubicBezTo>
                  <a:pt x="561" y="13"/>
                  <a:pt x="560" y="19"/>
                  <a:pt x="559" y="31"/>
                </a:cubicBezTo>
                <a:cubicBezTo>
                  <a:pt x="555" y="42"/>
                  <a:pt x="551" y="49"/>
                  <a:pt x="548" y="52"/>
                </a:cubicBezTo>
                <a:lnTo>
                  <a:pt x="505" y="52"/>
                </a:lnTo>
                <a:cubicBezTo>
                  <a:pt x="453" y="53"/>
                  <a:pt x="421" y="57"/>
                  <a:pt x="412" y="63"/>
                </a:cubicBezTo>
                <a:cubicBezTo>
                  <a:pt x="407" y="66"/>
                  <a:pt x="401" y="76"/>
                  <a:pt x="396" y="95"/>
                </a:cubicBezTo>
                <a:cubicBezTo>
                  <a:pt x="391" y="113"/>
                  <a:pt x="365" y="213"/>
                  <a:pt x="320" y="396"/>
                </a:cubicBezTo>
                <a:cubicBezTo>
                  <a:pt x="308" y="445"/>
                  <a:pt x="295" y="498"/>
                  <a:pt x="281" y="553"/>
                </a:cubicBezTo>
                <a:cubicBezTo>
                  <a:pt x="267" y="609"/>
                  <a:pt x="257" y="650"/>
                  <a:pt x="250" y="678"/>
                </a:cubicBezTo>
                <a:lnTo>
                  <a:pt x="240" y="719"/>
                </a:lnTo>
                <a:cubicBezTo>
                  <a:pt x="240" y="722"/>
                  <a:pt x="243" y="724"/>
                  <a:pt x="250" y="724"/>
                </a:cubicBezTo>
                <a:cubicBezTo>
                  <a:pt x="257" y="724"/>
                  <a:pt x="279" y="725"/>
                  <a:pt x="317" y="726"/>
                </a:cubicBezTo>
                <a:lnTo>
                  <a:pt x="337" y="726"/>
                </a:lnTo>
                <a:cubicBezTo>
                  <a:pt x="361" y="726"/>
                  <a:pt x="380" y="726"/>
                  <a:pt x="395" y="725"/>
                </a:cubicBezTo>
                <a:cubicBezTo>
                  <a:pt x="409" y="724"/>
                  <a:pt x="428" y="722"/>
                  <a:pt x="452" y="717"/>
                </a:cubicBezTo>
                <a:cubicBezTo>
                  <a:pt x="474" y="713"/>
                  <a:pt x="493" y="706"/>
                  <a:pt x="508" y="697"/>
                </a:cubicBezTo>
                <a:cubicBezTo>
                  <a:pt x="524" y="688"/>
                  <a:pt x="540" y="675"/>
                  <a:pt x="559" y="658"/>
                </a:cubicBezTo>
                <a:cubicBezTo>
                  <a:pt x="577" y="641"/>
                  <a:pt x="593" y="620"/>
                  <a:pt x="606" y="595"/>
                </a:cubicBezTo>
                <a:cubicBezTo>
                  <a:pt x="619" y="573"/>
                  <a:pt x="630" y="547"/>
                  <a:pt x="641" y="519"/>
                </a:cubicBezTo>
                <a:cubicBezTo>
                  <a:pt x="651" y="491"/>
                  <a:pt x="658" y="475"/>
                  <a:pt x="660" y="471"/>
                </a:cubicBezTo>
                <a:cubicBezTo>
                  <a:pt x="664" y="469"/>
                  <a:pt x="670" y="468"/>
                  <a:pt x="679" y="468"/>
                </a:cubicBezTo>
                <a:lnTo>
                  <a:pt x="694" y="468"/>
                </a:lnTo>
                <a:cubicBezTo>
                  <a:pt x="699" y="475"/>
                  <a:pt x="701" y="479"/>
                  <a:pt x="701" y="480"/>
                </a:cubicBezTo>
                <a:cubicBezTo>
                  <a:pt x="701" y="482"/>
                  <a:pt x="693" y="504"/>
                  <a:pt x="678" y="548"/>
                </a:cubicBezTo>
                <a:cubicBezTo>
                  <a:pt x="663" y="591"/>
                  <a:pt x="646" y="636"/>
                  <a:pt x="628" y="684"/>
                </a:cubicBezTo>
                <a:cubicBezTo>
                  <a:pt x="610" y="732"/>
                  <a:pt x="600" y="760"/>
                  <a:pt x="598" y="768"/>
                </a:cubicBezTo>
                <a:cubicBezTo>
                  <a:pt x="597" y="772"/>
                  <a:pt x="595" y="774"/>
                  <a:pt x="594" y="775"/>
                </a:cubicBezTo>
                <a:cubicBezTo>
                  <a:pt x="592" y="776"/>
                  <a:pt x="586" y="777"/>
                  <a:pt x="576" y="779"/>
                </a:cubicBezTo>
                <a:cubicBezTo>
                  <a:pt x="565" y="780"/>
                  <a:pt x="549" y="780"/>
                  <a:pt x="527" y="780"/>
                </a:cubicBezTo>
                <a:cubicBezTo>
                  <a:pt x="518" y="780"/>
                  <a:pt x="490" y="780"/>
                  <a:pt x="440" y="780"/>
                </a:cubicBezTo>
                <a:cubicBezTo>
                  <a:pt x="390" y="780"/>
                  <a:pt x="343" y="779"/>
                  <a:pt x="298" y="779"/>
                </a:cubicBezTo>
                <a:lnTo>
                  <a:pt x="95" y="779"/>
                </a:lnTo>
                <a:cubicBezTo>
                  <a:pt x="32" y="779"/>
                  <a:pt x="0" y="775"/>
                  <a:pt x="0" y="767"/>
                </a:cubicBezTo>
                <a:cubicBezTo>
                  <a:pt x="0" y="762"/>
                  <a:pt x="1" y="757"/>
                  <a:pt x="2" y="751"/>
                </a:cubicBezTo>
                <a:cubicBezTo>
                  <a:pt x="6" y="737"/>
                  <a:pt x="10" y="729"/>
                  <a:pt x="13" y="727"/>
                </a:cubicBezTo>
                <a:cubicBezTo>
                  <a:pt x="16" y="727"/>
                  <a:pt x="22" y="726"/>
                  <a:pt x="31" y="726"/>
                </a:cubicBezTo>
                <a:lnTo>
                  <a:pt x="37" y="726"/>
                </a:lnTo>
                <a:cubicBezTo>
                  <a:pt x="58" y="726"/>
                  <a:pt x="81" y="725"/>
                  <a:pt x="106" y="723"/>
                </a:cubicBezTo>
                <a:cubicBezTo>
                  <a:pt x="116" y="721"/>
                  <a:pt x="123" y="716"/>
                  <a:pt x="127" y="709"/>
                </a:cubicBezTo>
                <a:cubicBezTo>
                  <a:pt x="130" y="706"/>
                  <a:pt x="157" y="601"/>
                  <a:pt x="209" y="393"/>
                </a:cubicBezTo>
                <a:cubicBezTo>
                  <a:pt x="262" y="184"/>
                  <a:pt x="288" y="74"/>
                  <a:pt x="288" y="63"/>
                </a:cubicBezTo>
                <a:cubicBezTo>
                  <a:pt x="288" y="57"/>
                  <a:pt x="266" y="54"/>
                  <a:pt x="223" y="52"/>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385" name=""/>
          <p:cNvSpPr/>
          <p:nvPr/>
        </p:nvSpPr>
        <p:spPr>
          <a:xfrm>
            <a:off x="3144600" y="3509640"/>
            <a:ext cx="273240" cy="96120"/>
          </a:xfrm>
          <a:custGeom>
            <a:avLst/>
            <a:gdLst/>
            <a:ahLst/>
            <a:rect l="0" t="0" r="r" b="b"/>
            <a:pathLst>
              <a:path w="759" h="267">
                <a:moveTo>
                  <a:pt x="0" y="23"/>
                </a:moveTo>
                <a:cubicBezTo>
                  <a:pt x="0" y="13"/>
                  <a:pt x="5" y="5"/>
                  <a:pt x="15" y="0"/>
                </a:cubicBezTo>
                <a:lnTo>
                  <a:pt x="742" y="0"/>
                </a:lnTo>
                <a:cubicBezTo>
                  <a:pt x="753" y="6"/>
                  <a:pt x="759" y="13"/>
                  <a:pt x="759" y="23"/>
                </a:cubicBezTo>
                <a:cubicBezTo>
                  <a:pt x="759" y="31"/>
                  <a:pt x="753" y="38"/>
                  <a:pt x="743" y="44"/>
                </a:cubicBezTo>
                <a:lnTo>
                  <a:pt x="380" y="45"/>
                </a:lnTo>
                <a:lnTo>
                  <a:pt x="18" y="45"/>
                </a:lnTo>
                <a:cubicBezTo>
                  <a:pt x="6" y="42"/>
                  <a:pt x="0" y="34"/>
                  <a:pt x="0" y="23"/>
                </a:cubicBezTo>
                <a:moveTo>
                  <a:pt x="0" y="244"/>
                </a:moveTo>
                <a:cubicBezTo>
                  <a:pt x="0" y="233"/>
                  <a:pt x="6" y="224"/>
                  <a:pt x="18" y="221"/>
                </a:cubicBezTo>
                <a:lnTo>
                  <a:pt x="743" y="221"/>
                </a:lnTo>
                <a:cubicBezTo>
                  <a:pt x="753" y="229"/>
                  <a:pt x="759" y="237"/>
                  <a:pt x="759" y="244"/>
                </a:cubicBezTo>
                <a:cubicBezTo>
                  <a:pt x="759" y="254"/>
                  <a:pt x="753" y="262"/>
                  <a:pt x="742" y="267"/>
                </a:cubicBezTo>
                <a:lnTo>
                  <a:pt x="15" y="267"/>
                </a:lnTo>
                <a:cubicBezTo>
                  <a:pt x="5" y="262"/>
                  <a:pt x="0" y="254"/>
                  <a:pt x="0" y="244"/>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386" name=""/>
          <p:cNvSpPr/>
          <p:nvPr/>
        </p:nvSpPr>
        <p:spPr>
          <a:xfrm>
            <a:off x="3558960" y="3380040"/>
            <a:ext cx="257760" cy="280800"/>
          </a:xfrm>
          <a:custGeom>
            <a:avLst/>
            <a:gdLst/>
            <a:ahLst/>
            <a:rect l="0" t="0" r="r" b="b"/>
            <a:pathLst>
              <a:path w="716" h="780">
                <a:moveTo>
                  <a:pt x="0" y="19"/>
                </a:moveTo>
                <a:cubicBezTo>
                  <a:pt x="0" y="13"/>
                  <a:pt x="5" y="6"/>
                  <a:pt x="14" y="0"/>
                </a:cubicBezTo>
                <a:lnTo>
                  <a:pt x="650" y="0"/>
                </a:lnTo>
                <a:cubicBezTo>
                  <a:pt x="656" y="2"/>
                  <a:pt x="660" y="7"/>
                  <a:pt x="663" y="13"/>
                </a:cubicBezTo>
                <a:lnTo>
                  <a:pt x="663" y="108"/>
                </a:lnTo>
                <a:cubicBezTo>
                  <a:pt x="663" y="164"/>
                  <a:pt x="662" y="197"/>
                  <a:pt x="660" y="206"/>
                </a:cubicBezTo>
                <a:cubicBezTo>
                  <a:pt x="659" y="215"/>
                  <a:pt x="653" y="220"/>
                  <a:pt x="642" y="220"/>
                </a:cubicBezTo>
                <a:cubicBezTo>
                  <a:pt x="636" y="220"/>
                  <a:pt x="632" y="218"/>
                  <a:pt x="629" y="214"/>
                </a:cubicBezTo>
                <a:cubicBezTo>
                  <a:pt x="626" y="210"/>
                  <a:pt x="623" y="202"/>
                  <a:pt x="619" y="189"/>
                </a:cubicBezTo>
                <a:cubicBezTo>
                  <a:pt x="617" y="159"/>
                  <a:pt x="603" y="132"/>
                  <a:pt x="576" y="106"/>
                </a:cubicBezTo>
                <a:cubicBezTo>
                  <a:pt x="553" y="81"/>
                  <a:pt x="525" y="64"/>
                  <a:pt x="494" y="56"/>
                </a:cubicBezTo>
                <a:cubicBezTo>
                  <a:pt x="462" y="48"/>
                  <a:pt x="422" y="42"/>
                  <a:pt x="374" y="40"/>
                </a:cubicBezTo>
                <a:lnTo>
                  <a:pt x="308" y="40"/>
                </a:lnTo>
                <a:cubicBezTo>
                  <a:pt x="296" y="49"/>
                  <a:pt x="289" y="60"/>
                  <a:pt x="287" y="72"/>
                </a:cubicBezTo>
                <a:cubicBezTo>
                  <a:pt x="286" y="84"/>
                  <a:pt x="284" y="133"/>
                  <a:pt x="283" y="218"/>
                </a:cubicBezTo>
                <a:lnTo>
                  <a:pt x="283" y="357"/>
                </a:lnTo>
                <a:lnTo>
                  <a:pt x="302" y="357"/>
                </a:lnTo>
                <a:cubicBezTo>
                  <a:pt x="341" y="354"/>
                  <a:pt x="372" y="346"/>
                  <a:pt x="394" y="333"/>
                </a:cubicBezTo>
                <a:cubicBezTo>
                  <a:pt x="416" y="320"/>
                  <a:pt x="434" y="302"/>
                  <a:pt x="447" y="278"/>
                </a:cubicBezTo>
                <a:cubicBezTo>
                  <a:pt x="459" y="247"/>
                  <a:pt x="465" y="221"/>
                  <a:pt x="465" y="202"/>
                </a:cubicBezTo>
                <a:cubicBezTo>
                  <a:pt x="465" y="184"/>
                  <a:pt x="472" y="175"/>
                  <a:pt x="484" y="175"/>
                </a:cubicBezTo>
                <a:cubicBezTo>
                  <a:pt x="491" y="175"/>
                  <a:pt x="497" y="178"/>
                  <a:pt x="501" y="185"/>
                </a:cubicBezTo>
                <a:cubicBezTo>
                  <a:pt x="504" y="188"/>
                  <a:pt x="506" y="248"/>
                  <a:pt x="506" y="368"/>
                </a:cubicBezTo>
                <a:cubicBezTo>
                  <a:pt x="506" y="389"/>
                  <a:pt x="506" y="413"/>
                  <a:pt x="506" y="439"/>
                </a:cubicBezTo>
                <a:cubicBezTo>
                  <a:pt x="506" y="466"/>
                  <a:pt x="506" y="483"/>
                  <a:pt x="507" y="491"/>
                </a:cubicBezTo>
                <a:cubicBezTo>
                  <a:pt x="507" y="518"/>
                  <a:pt x="506" y="535"/>
                  <a:pt x="503" y="543"/>
                </a:cubicBezTo>
                <a:cubicBezTo>
                  <a:pt x="501" y="551"/>
                  <a:pt x="495" y="554"/>
                  <a:pt x="485" y="554"/>
                </a:cubicBezTo>
                <a:cubicBezTo>
                  <a:pt x="472" y="555"/>
                  <a:pt x="465" y="548"/>
                  <a:pt x="465" y="532"/>
                </a:cubicBezTo>
                <a:cubicBezTo>
                  <a:pt x="465" y="514"/>
                  <a:pt x="459" y="494"/>
                  <a:pt x="449" y="471"/>
                </a:cubicBezTo>
                <a:cubicBezTo>
                  <a:pt x="427" y="427"/>
                  <a:pt x="381" y="403"/>
                  <a:pt x="310" y="397"/>
                </a:cubicBezTo>
                <a:lnTo>
                  <a:pt x="283" y="397"/>
                </a:lnTo>
                <a:lnTo>
                  <a:pt x="283" y="550"/>
                </a:lnTo>
                <a:cubicBezTo>
                  <a:pt x="283" y="570"/>
                  <a:pt x="284" y="596"/>
                  <a:pt x="284" y="626"/>
                </a:cubicBezTo>
                <a:cubicBezTo>
                  <a:pt x="285" y="672"/>
                  <a:pt x="286" y="700"/>
                  <a:pt x="287" y="709"/>
                </a:cubicBezTo>
                <a:cubicBezTo>
                  <a:pt x="289" y="718"/>
                  <a:pt x="294" y="727"/>
                  <a:pt x="303" y="735"/>
                </a:cubicBezTo>
                <a:cubicBezTo>
                  <a:pt x="305" y="737"/>
                  <a:pt x="307" y="738"/>
                  <a:pt x="308" y="739"/>
                </a:cubicBezTo>
                <a:lnTo>
                  <a:pt x="363" y="739"/>
                </a:lnTo>
                <a:cubicBezTo>
                  <a:pt x="416" y="739"/>
                  <a:pt x="461" y="733"/>
                  <a:pt x="499" y="722"/>
                </a:cubicBezTo>
                <a:cubicBezTo>
                  <a:pt x="591" y="689"/>
                  <a:pt x="649" y="640"/>
                  <a:pt x="673" y="575"/>
                </a:cubicBezTo>
                <a:cubicBezTo>
                  <a:pt x="675" y="557"/>
                  <a:pt x="683" y="548"/>
                  <a:pt x="696" y="548"/>
                </a:cubicBezTo>
                <a:cubicBezTo>
                  <a:pt x="701" y="548"/>
                  <a:pt x="706" y="550"/>
                  <a:pt x="709" y="554"/>
                </a:cubicBezTo>
                <a:cubicBezTo>
                  <a:pt x="713" y="559"/>
                  <a:pt x="715" y="564"/>
                  <a:pt x="716" y="570"/>
                </a:cubicBezTo>
                <a:cubicBezTo>
                  <a:pt x="715" y="572"/>
                  <a:pt x="709" y="605"/>
                  <a:pt x="698" y="670"/>
                </a:cubicBezTo>
                <a:cubicBezTo>
                  <a:pt x="687" y="736"/>
                  <a:pt x="680" y="771"/>
                  <a:pt x="675" y="775"/>
                </a:cubicBezTo>
                <a:lnTo>
                  <a:pt x="671" y="780"/>
                </a:lnTo>
                <a:lnTo>
                  <a:pt x="14" y="780"/>
                </a:lnTo>
                <a:cubicBezTo>
                  <a:pt x="5" y="775"/>
                  <a:pt x="0" y="769"/>
                  <a:pt x="0" y="760"/>
                </a:cubicBezTo>
                <a:cubicBezTo>
                  <a:pt x="0" y="746"/>
                  <a:pt x="15" y="739"/>
                  <a:pt x="45" y="739"/>
                </a:cubicBezTo>
                <a:cubicBezTo>
                  <a:pt x="76" y="736"/>
                  <a:pt x="93" y="730"/>
                  <a:pt x="97" y="719"/>
                </a:cubicBezTo>
                <a:cubicBezTo>
                  <a:pt x="101" y="713"/>
                  <a:pt x="103" y="604"/>
                  <a:pt x="103" y="390"/>
                </a:cubicBezTo>
                <a:cubicBezTo>
                  <a:pt x="103" y="176"/>
                  <a:pt x="101" y="66"/>
                  <a:pt x="97" y="58"/>
                </a:cubicBezTo>
                <a:cubicBezTo>
                  <a:pt x="93" y="48"/>
                  <a:pt x="75" y="42"/>
                  <a:pt x="45" y="40"/>
                </a:cubicBezTo>
                <a:cubicBezTo>
                  <a:pt x="15" y="40"/>
                  <a:pt x="0" y="33"/>
                  <a:pt x="0" y="19"/>
                </a:cubicBezTo>
                <a:moveTo>
                  <a:pt x="143" y="390"/>
                </a:moveTo>
                <a:cubicBezTo>
                  <a:pt x="143" y="550"/>
                  <a:pt x="142" y="645"/>
                  <a:pt x="142" y="677"/>
                </a:cubicBezTo>
                <a:cubicBezTo>
                  <a:pt x="141" y="709"/>
                  <a:pt x="138" y="729"/>
                  <a:pt x="135" y="736"/>
                </a:cubicBezTo>
                <a:cubicBezTo>
                  <a:pt x="134" y="737"/>
                  <a:pt x="134" y="738"/>
                  <a:pt x="134" y="739"/>
                </a:cubicBezTo>
                <a:lnTo>
                  <a:pt x="254" y="739"/>
                </a:lnTo>
                <a:cubicBezTo>
                  <a:pt x="253" y="734"/>
                  <a:pt x="251" y="729"/>
                  <a:pt x="250" y="724"/>
                </a:cubicBezTo>
                <a:lnTo>
                  <a:pt x="244" y="709"/>
                </a:lnTo>
                <a:lnTo>
                  <a:pt x="244" y="68"/>
                </a:lnTo>
                <a:lnTo>
                  <a:pt x="250" y="55"/>
                </a:lnTo>
                <a:lnTo>
                  <a:pt x="254" y="40"/>
                </a:lnTo>
                <a:lnTo>
                  <a:pt x="134" y="40"/>
                </a:lnTo>
                <a:cubicBezTo>
                  <a:pt x="136" y="45"/>
                  <a:pt x="137" y="49"/>
                  <a:pt x="138" y="51"/>
                </a:cubicBezTo>
                <a:cubicBezTo>
                  <a:pt x="139" y="54"/>
                  <a:pt x="140" y="67"/>
                  <a:pt x="140" y="91"/>
                </a:cubicBezTo>
                <a:cubicBezTo>
                  <a:pt x="141" y="115"/>
                  <a:pt x="142" y="148"/>
                  <a:pt x="143" y="189"/>
                </a:cubicBezTo>
                <a:cubicBezTo>
                  <a:pt x="143" y="230"/>
                  <a:pt x="143" y="297"/>
                  <a:pt x="143" y="390"/>
                </a:cubicBezTo>
                <a:moveTo>
                  <a:pt x="622" y="91"/>
                </a:moveTo>
                <a:lnTo>
                  <a:pt x="622" y="40"/>
                </a:lnTo>
                <a:lnTo>
                  <a:pt x="561" y="40"/>
                </a:lnTo>
                <a:cubicBezTo>
                  <a:pt x="561" y="41"/>
                  <a:pt x="566" y="45"/>
                  <a:pt x="574" y="50"/>
                </a:cubicBezTo>
                <a:cubicBezTo>
                  <a:pt x="583" y="54"/>
                  <a:pt x="593" y="62"/>
                  <a:pt x="605" y="73"/>
                </a:cubicBezTo>
                <a:lnTo>
                  <a:pt x="622" y="91"/>
                </a:lnTo>
                <a:moveTo>
                  <a:pt x="465" y="418"/>
                </a:moveTo>
                <a:lnTo>
                  <a:pt x="465" y="326"/>
                </a:lnTo>
                <a:lnTo>
                  <a:pt x="449" y="343"/>
                </a:lnTo>
                <a:cubicBezTo>
                  <a:pt x="440" y="352"/>
                  <a:pt x="430" y="360"/>
                  <a:pt x="419" y="365"/>
                </a:cubicBezTo>
                <a:lnTo>
                  <a:pt x="403" y="374"/>
                </a:lnTo>
                <a:cubicBezTo>
                  <a:pt x="409" y="378"/>
                  <a:pt x="415" y="382"/>
                  <a:pt x="422" y="385"/>
                </a:cubicBezTo>
                <a:cubicBezTo>
                  <a:pt x="435" y="395"/>
                  <a:pt x="445" y="401"/>
                  <a:pt x="452" y="405"/>
                </a:cubicBezTo>
                <a:lnTo>
                  <a:pt x="465" y="418"/>
                </a:lnTo>
                <a:moveTo>
                  <a:pt x="650" y="709"/>
                </a:moveTo>
                <a:lnTo>
                  <a:pt x="655" y="678"/>
                </a:lnTo>
                <a:cubicBezTo>
                  <a:pt x="654" y="678"/>
                  <a:pt x="652" y="680"/>
                  <a:pt x="650" y="684"/>
                </a:cubicBezTo>
                <a:cubicBezTo>
                  <a:pt x="631" y="701"/>
                  <a:pt x="610" y="715"/>
                  <a:pt x="586" y="726"/>
                </a:cubicBezTo>
                <a:lnTo>
                  <a:pt x="569" y="736"/>
                </a:lnTo>
                <a:lnTo>
                  <a:pt x="605" y="739"/>
                </a:lnTo>
                <a:lnTo>
                  <a:pt x="645" y="739"/>
                </a:lnTo>
                <a:cubicBezTo>
                  <a:pt x="645" y="738"/>
                  <a:pt x="645" y="736"/>
                  <a:pt x="646" y="734"/>
                </a:cubicBezTo>
                <a:cubicBezTo>
                  <a:pt x="646" y="732"/>
                  <a:pt x="647" y="728"/>
                  <a:pt x="648" y="723"/>
                </a:cubicBezTo>
                <a:cubicBezTo>
                  <a:pt x="649" y="718"/>
                  <a:pt x="649" y="713"/>
                  <a:pt x="650" y="709"/>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387" name=""/>
          <p:cNvSpPr/>
          <p:nvPr/>
        </p:nvSpPr>
        <p:spPr>
          <a:xfrm>
            <a:off x="3850560" y="3593520"/>
            <a:ext cx="124200" cy="184320"/>
          </a:xfrm>
          <a:custGeom>
            <a:avLst/>
            <a:gdLst/>
            <a:ahLst/>
            <a:rect l="0" t="0" r="r" b="b"/>
            <a:pathLst>
              <a:path w="345" h="512">
                <a:moveTo>
                  <a:pt x="0" y="229"/>
                </a:moveTo>
                <a:cubicBezTo>
                  <a:pt x="0" y="175"/>
                  <a:pt x="20" y="123"/>
                  <a:pt x="61" y="74"/>
                </a:cubicBezTo>
                <a:cubicBezTo>
                  <a:pt x="102" y="26"/>
                  <a:pt x="149" y="1"/>
                  <a:pt x="200" y="0"/>
                </a:cubicBezTo>
                <a:cubicBezTo>
                  <a:pt x="232" y="0"/>
                  <a:pt x="257" y="14"/>
                  <a:pt x="274" y="42"/>
                </a:cubicBezTo>
                <a:cubicBezTo>
                  <a:pt x="274" y="42"/>
                  <a:pt x="276" y="40"/>
                  <a:pt x="278" y="37"/>
                </a:cubicBezTo>
                <a:cubicBezTo>
                  <a:pt x="280" y="35"/>
                  <a:pt x="283" y="32"/>
                  <a:pt x="287" y="29"/>
                </a:cubicBezTo>
                <a:cubicBezTo>
                  <a:pt x="291" y="25"/>
                  <a:pt x="295" y="22"/>
                  <a:pt x="300" y="19"/>
                </a:cubicBezTo>
                <a:cubicBezTo>
                  <a:pt x="318" y="6"/>
                  <a:pt x="330" y="0"/>
                  <a:pt x="337" y="0"/>
                </a:cubicBezTo>
                <a:cubicBezTo>
                  <a:pt x="339" y="0"/>
                  <a:pt x="341" y="0"/>
                  <a:pt x="342" y="2"/>
                </a:cubicBezTo>
                <a:cubicBezTo>
                  <a:pt x="344" y="4"/>
                  <a:pt x="345" y="5"/>
                  <a:pt x="345" y="6"/>
                </a:cubicBezTo>
                <a:cubicBezTo>
                  <a:pt x="345" y="11"/>
                  <a:pt x="326" y="87"/>
                  <a:pt x="289" y="235"/>
                </a:cubicBezTo>
                <a:cubicBezTo>
                  <a:pt x="251" y="388"/>
                  <a:pt x="232" y="465"/>
                  <a:pt x="232" y="467"/>
                </a:cubicBezTo>
                <a:cubicBezTo>
                  <a:pt x="232" y="472"/>
                  <a:pt x="244" y="474"/>
                  <a:pt x="268" y="474"/>
                </a:cubicBezTo>
                <a:lnTo>
                  <a:pt x="288" y="474"/>
                </a:lnTo>
                <a:cubicBezTo>
                  <a:pt x="292" y="479"/>
                  <a:pt x="293" y="481"/>
                  <a:pt x="293" y="482"/>
                </a:cubicBezTo>
                <a:cubicBezTo>
                  <a:pt x="293" y="482"/>
                  <a:pt x="292" y="487"/>
                  <a:pt x="291" y="497"/>
                </a:cubicBezTo>
                <a:cubicBezTo>
                  <a:pt x="289" y="504"/>
                  <a:pt x="286" y="509"/>
                  <a:pt x="283" y="512"/>
                </a:cubicBezTo>
                <a:lnTo>
                  <a:pt x="272" y="512"/>
                </a:lnTo>
                <a:cubicBezTo>
                  <a:pt x="256" y="511"/>
                  <a:pt x="227" y="511"/>
                  <a:pt x="185" y="511"/>
                </a:cubicBezTo>
                <a:cubicBezTo>
                  <a:pt x="170" y="511"/>
                  <a:pt x="157" y="511"/>
                  <a:pt x="144" y="511"/>
                </a:cubicBezTo>
                <a:cubicBezTo>
                  <a:pt x="132" y="511"/>
                  <a:pt x="122" y="511"/>
                  <a:pt x="115" y="511"/>
                </a:cubicBezTo>
                <a:cubicBezTo>
                  <a:pt x="106" y="511"/>
                  <a:pt x="102" y="511"/>
                  <a:pt x="100" y="512"/>
                </a:cubicBezTo>
                <a:cubicBezTo>
                  <a:pt x="92" y="512"/>
                  <a:pt x="89" y="510"/>
                  <a:pt x="89" y="505"/>
                </a:cubicBezTo>
                <a:cubicBezTo>
                  <a:pt x="89" y="504"/>
                  <a:pt x="89" y="500"/>
                  <a:pt x="90" y="492"/>
                </a:cubicBezTo>
                <a:cubicBezTo>
                  <a:pt x="92" y="484"/>
                  <a:pt x="94" y="478"/>
                  <a:pt x="96" y="477"/>
                </a:cubicBezTo>
                <a:cubicBezTo>
                  <a:pt x="97" y="475"/>
                  <a:pt x="103" y="474"/>
                  <a:pt x="113" y="474"/>
                </a:cubicBezTo>
                <a:cubicBezTo>
                  <a:pt x="139" y="474"/>
                  <a:pt x="154" y="473"/>
                  <a:pt x="160" y="469"/>
                </a:cubicBezTo>
                <a:cubicBezTo>
                  <a:pt x="164" y="466"/>
                  <a:pt x="171" y="443"/>
                  <a:pt x="182" y="398"/>
                </a:cubicBezTo>
                <a:cubicBezTo>
                  <a:pt x="193" y="353"/>
                  <a:pt x="199" y="331"/>
                  <a:pt x="199" y="330"/>
                </a:cubicBezTo>
                <a:cubicBezTo>
                  <a:pt x="199" y="329"/>
                  <a:pt x="197" y="330"/>
                  <a:pt x="193" y="332"/>
                </a:cubicBezTo>
                <a:cubicBezTo>
                  <a:pt x="168" y="353"/>
                  <a:pt x="141" y="363"/>
                  <a:pt x="113" y="363"/>
                </a:cubicBezTo>
                <a:cubicBezTo>
                  <a:pt x="82" y="363"/>
                  <a:pt x="56" y="353"/>
                  <a:pt x="34" y="331"/>
                </a:cubicBezTo>
                <a:cubicBezTo>
                  <a:pt x="11" y="310"/>
                  <a:pt x="0" y="276"/>
                  <a:pt x="0" y="229"/>
                </a:cubicBezTo>
                <a:moveTo>
                  <a:pt x="258" y="93"/>
                </a:moveTo>
                <a:cubicBezTo>
                  <a:pt x="245" y="51"/>
                  <a:pt x="225" y="29"/>
                  <a:pt x="197" y="29"/>
                </a:cubicBezTo>
                <a:cubicBezTo>
                  <a:pt x="179" y="29"/>
                  <a:pt x="161" y="38"/>
                  <a:pt x="144" y="54"/>
                </a:cubicBezTo>
                <a:cubicBezTo>
                  <a:pt x="126" y="71"/>
                  <a:pt x="113" y="93"/>
                  <a:pt x="102" y="120"/>
                </a:cubicBezTo>
                <a:cubicBezTo>
                  <a:pt x="87" y="162"/>
                  <a:pt x="76" y="206"/>
                  <a:pt x="69" y="252"/>
                </a:cubicBezTo>
                <a:cubicBezTo>
                  <a:pt x="69" y="253"/>
                  <a:pt x="69" y="256"/>
                  <a:pt x="69" y="260"/>
                </a:cubicBezTo>
                <a:cubicBezTo>
                  <a:pt x="69" y="265"/>
                  <a:pt x="69" y="268"/>
                  <a:pt x="69" y="270"/>
                </a:cubicBezTo>
                <a:cubicBezTo>
                  <a:pt x="69" y="294"/>
                  <a:pt x="73" y="311"/>
                  <a:pt x="83" y="320"/>
                </a:cubicBezTo>
                <a:cubicBezTo>
                  <a:pt x="93" y="329"/>
                  <a:pt x="104" y="334"/>
                  <a:pt x="119" y="334"/>
                </a:cubicBezTo>
                <a:cubicBezTo>
                  <a:pt x="148" y="334"/>
                  <a:pt x="177" y="315"/>
                  <a:pt x="208" y="276"/>
                </a:cubicBezTo>
                <a:lnTo>
                  <a:pt x="214" y="268"/>
                </a:lnTo>
                <a:lnTo>
                  <a:pt x="258" y="93"/>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388" name=""/>
          <p:cNvSpPr/>
          <p:nvPr/>
        </p:nvSpPr>
        <p:spPr>
          <a:xfrm>
            <a:off x="4043160" y="3352680"/>
            <a:ext cx="56520" cy="410040"/>
          </a:xfrm>
          <a:custGeom>
            <a:avLst/>
            <a:gdLst/>
            <a:ahLst/>
            <a:rect l="0" t="0" r="r" b="b"/>
            <a:pathLst>
              <a:path w="157" h="1139">
                <a:moveTo>
                  <a:pt x="0" y="1139"/>
                </a:moveTo>
                <a:lnTo>
                  <a:pt x="0" y="0"/>
                </a:lnTo>
                <a:lnTo>
                  <a:pt x="157" y="0"/>
                </a:lnTo>
                <a:lnTo>
                  <a:pt x="157" y="45"/>
                </a:lnTo>
                <a:lnTo>
                  <a:pt x="47" y="45"/>
                </a:lnTo>
                <a:lnTo>
                  <a:pt x="47" y="1094"/>
                </a:lnTo>
                <a:lnTo>
                  <a:pt x="157" y="1094"/>
                </a:lnTo>
                <a:lnTo>
                  <a:pt x="157" y="1139"/>
                </a:lnTo>
                <a:lnTo>
                  <a:pt x="0" y="1139"/>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389" name=""/>
          <p:cNvSpPr/>
          <p:nvPr/>
        </p:nvSpPr>
        <p:spPr>
          <a:xfrm>
            <a:off x="4143240" y="3549240"/>
            <a:ext cx="250200" cy="16920"/>
          </a:xfrm>
          <a:custGeom>
            <a:avLst/>
            <a:gdLst/>
            <a:ahLst/>
            <a:rect l="0" t="0" r="r" b="b"/>
            <a:pathLst>
              <a:path w="695" h="47">
                <a:moveTo>
                  <a:pt x="16" y="0"/>
                </a:moveTo>
                <a:lnTo>
                  <a:pt x="678" y="0"/>
                </a:lnTo>
                <a:cubicBezTo>
                  <a:pt x="689" y="6"/>
                  <a:pt x="695" y="14"/>
                  <a:pt x="695" y="24"/>
                </a:cubicBezTo>
                <a:cubicBezTo>
                  <a:pt x="695" y="33"/>
                  <a:pt x="689" y="41"/>
                  <a:pt x="678" y="47"/>
                </a:cubicBezTo>
                <a:lnTo>
                  <a:pt x="16" y="47"/>
                </a:lnTo>
                <a:cubicBezTo>
                  <a:pt x="5" y="41"/>
                  <a:pt x="0" y="34"/>
                  <a:pt x="0" y="24"/>
                </a:cubicBezTo>
                <a:cubicBezTo>
                  <a:pt x="0" y="13"/>
                  <a:pt x="5" y="6"/>
                  <a:pt x="16" y="0"/>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390" name=""/>
          <p:cNvSpPr/>
          <p:nvPr/>
        </p:nvSpPr>
        <p:spPr>
          <a:xfrm>
            <a:off x="4506480" y="3375360"/>
            <a:ext cx="97560" cy="285120"/>
          </a:xfrm>
          <a:custGeom>
            <a:avLst/>
            <a:gdLst/>
            <a:ahLst/>
            <a:rect l="0" t="0" r="r" b="b"/>
            <a:pathLst>
              <a:path w="271" h="792">
                <a:moveTo>
                  <a:pt x="18" y="739"/>
                </a:moveTo>
                <a:lnTo>
                  <a:pt x="34" y="739"/>
                </a:lnTo>
                <a:cubicBezTo>
                  <a:pt x="64" y="739"/>
                  <a:pt x="82" y="734"/>
                  <a:pt x="88" y="723"/>
                </a:cubicBezTo>
                <a:lnTo>
                  <a:pt x="88" y="714"/>
                </a:lnTo>
                <a:cubicBezTo>
                  <a:pt x="88" y="707"/>
                  <a:pt x="88" y="699"/>
                  <a:pt x="88" y="688"/>
                </a:cubicBezTo>
                <a:cubicBezTo>
                  <a:pt x="88" y="677"/>
                  <a:pt x="88" y="665"/>
                  <a:pt x="88" y="650"/>
                </a:cubicBezTo>
                <a:cubicBezTo>
                  <a:pt x="88" y="636"/>
                  <a:pt x="88" y="620"/>
                  <a:pt x="89" y="601"/>
                </a:cubicBezTo>
                <a:cubicBezTo>
                  <a:pt x="90" y="583"/>
                  <a:pt x="90" y="564"/>
                  <a:pt x="89" y="545"/>
                </a:cubicBezTo>
                <a:cubicBezTo>
                  <a:pt x="88" y="525"/>
                  <a:pt x="88" y="504"/>
                  <a:pt x="89" y="481"/>
                </a:cubicBezTo>
                <a:cubicBezTo>
                  <a:pt x="90" y="459"/>
                  <a:pt x="90" y="437"/>
                  <a:pt x="89" y="416"/>
                </a:cubicBezTo>
                <a:cubicBezTo>
                  <a:pt x="89" y="388"/>
                  <a:pt x="89" y="358"/>
                  <a:pt x="89" y="327"/>
                </a:cubicBezTo>
                <a:cubicBezTo>
                  <a:pt x="89" y="296"/>
                  <a:pt x="89" y="268"/>
                  <a:pt x="89" y="242"/>
                </a:cubicBezTo>
                <a:cubicBezTo>
                  <a:pt x="89" y="216"/>
                  <a:pt x="89" y="193"/>
                  <a:pt x="89" y="174"/>
                </a:cubicBezTo>
                <a:cubicBezTo>
                  <a:pt x="89" y="154"/>
                  <a:pt x="89" y="137"/>
                  <a:pt x="88" y="124"/>
                </a:cubicBezTo>
                <a:cubicBezTo>
                  <a:pt x="87" y="110"/>
                  <a:pt x="87" y="103"/>
                  <a:pt x="88" y="104"/>
                </a:cubicBezTo>
                <a:cubicBezTo>
                  <a:pt x="85" y="90"/>
                  <a:pt x="80" y="80"/>
                  <a:pt x="72" y="76"/>
                </a:cubicBezTo>
                <a:cubicBezTo>
                  <a:pt x="63" y="71"/>
                  <a:pt x="46" y="68"/>
                  <a:pt x="21" y="65"/>
                </a:cubicBezTo>
                <a:lnTo>
                  <a:pt x="0" y="65"/>
                </a:lnTo>
                <a:lnTo>
                  <a:pt x="0" y="39"/>
                </a:lnTo>
                <a:cubicBezTo>
                  <a:pt x="0" y="22"/>
                  <a:pt x="1" y="13"/>
                  <a:pt x="2" y="13"/>
                </a:cubicBezTo>
                <a:lnTo>
                  <a:pt x="14" y="12"/>
                </a:lnTo>
                <a:cubicBezTo>
                  <a:pt x="21" y="11"/>
                  <a:pt x="32" y="10"/>
                  <a:pt x="47" y="10"/>
                </a:cubicBezTo>
                <a:cubicBezTo>
                  <a:pt x="61" y="9"/>
                  <a:pt x="75" y="8"/>
                  <a:pt x="89" y="7"/>
                </a:cubicBezTo>
                <a:cubicBezTo>
                  <a:pt x="102" y="7"/>
                  <a:pt x="116" y="6"/>
                  <a:pt x="131" y="5"/>
                </a:cubicBezTo>
                <a:cubicBezTo>
                  <a:pt x="146" y="4"/>
                  <a:pt x="158" y="3"/>
                  <a:pt x="165" y="2"/>
                </a:cubicBezTo>
                <a:cubicBezTo>
                  <a:pt x="173" y="0"/>
                  <a:pt x="177" y="0"/>
                  <a:pt x="178" y="1"/>
                </a:cubicBezTo>
                <a:lnTo>
                  <a:pt x="181" y="1"/>
                </a:lnTo>
                <a:lnTo>
                  <a:pt x="181" y="359"/>
                </a:lnTo>
                <a:cubicBezTo>
                  <a:pt x="181" y="601"/>
                  <a:pt x="181" y="722"/>
                  <a:pt x="182" y="723"/>
                </a:cubicBezTo>
                <a:cubicBezTo>
                  <a:pt x="185" y="729"/>
                  <a:pt x="190" y="734"/>
                  <a:pt x="196" y="736"/>
                </a:cubicBezTo>
                <a:cubicBezTo>
                  <a:pt x="212" y="738"/>
                  <a:pt x="230" y="739"/>
                  <a:pt x="252" y="739"/>
                </a:cubicBezTo>
                <a:lnTo>
                  <a:pt x="271" y="739"/>
                </a:lnTo>
                <a:lnTo>
                  <a:pt x="271" y="792"/>
                </a:lnTo>
                <a:lnTo>
                  <a:pt x="262" y="792"/>
                </a:lnTo>
                <a:lnTo>
                  <a:pt x="235" y="790"/>
                </a:lnTo>
                <a:cubicBezTo>
                  <a:pt x="217" y="790"/>
                  <a:pt x="199" y="789"/>
                  <a:pt x="179" y="789"/>
                </a:cubicBezTo>
                <a:cubicBezTo>
                  <a:pt x="159" y="789"/>
                  <a:pt x="145" y="789"/>
                  <a:pt x="136" y="788"/>
                </a:cubicBezTo>
                <a:cubicBezTo>
                  <a:pt x="126" y="787"/>
                  <a:pt x="112" y="787"/>
                  <a:pt x="92" y="788"/>
                </a:cubicBezTo>
                <a:cubicBezTo>
                  <a:pt x="73" y="789"/>
                  <a:pt x="54" y="790"/>
                  <a:pt x="35" y="790"/>
                </a:cubicBezTo>
                <a:lnTo>
                  <a:pt x="9" y="792"/>
                </a:lnTo>
                <a:lnTo>
                  <a:pt x="0" y="792"/>
                </a:lnTo>
                <a:lnTo>
                  <a:pt x="0" y="739"/>
                </a:lnTo>
                <a:lnTo>
                  <a:pt x="18" y="739"/>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391" name=""/>
          <p:cNvSpPr/>
          <p:nvPr/>
        </p:nvSpPr>
        <p:spPr>
          <a:xfrm>
            <a:off x="4621320" y="3476520"/>
            <a:ext cx="181800" cy="187920"/>
          </a:xfrm>
          <a:custGeom>
            <a:avLst/>
            <a:gdLst/>
            <a:ahLst/>
            <a:rect l="0" t="0" r="r" b="b"/>
            <a:pathLst>
              <a:path w="505" h="522">
                <a:moveTo>
                  <a:pt x="0" y="266"/>
                </a:moveTo>
                <a:cubicBezTo>
                  <a:pt x="0" y="194"/>
                  <a:pt x="26" y="132"/>
                  <a:pt x="75" y="79"/>
                </a:cubicBezTo>
                <a:cubicBezTo>
                  <a:pt x="124" y="27"/>
                  <a:pt x="184" y="0"/>
                  <a:pt x="254" y="0"/>
                </a:cubicBezTo>
                <a:cubicBezTo>
                  <a:pt x="322" y="0"/>
                  <a:pt x="381" y="25"/>
                  <a:pt x="430" y="77"/>
                </a:cubicBezTo>
                <a:cubicBezTo>
                  <a:pt x="479" y="129"/>
                  <a:pt x="504" y="191"/>
                  <a:pt x="505" y="265"/>
                </a:cubicBezTo>
                <a:cubicBezTo>
                  <a:pt x="505" y="337"/>
                  <a:pt x="481" y="398"/>
                  <a:pt x="432" y="447"/>
                </a:cubicBezTo>
                <a:cubicBezTo>
                  <a:pt x="384" y="496"/>
                  <a:pt x="324" y="522"/>
                  <a:pt x="254" y="522"/>
                </a:cubicBezTo>
                <a:cubicBezTo>
                  <a:pt x="180" y="522"/>
                  <a:pt x="120" y="496"/>
                  <a:pt x="73" y="445"/>
                </a:cubicBezTo>
                <a:cubicBezTo>
                  <a:pt x="26" y="394"/>
                  <a:pt x="1" y="334"/>
                  <a:pt x="0" y="266"/>
                </a:cubicBezTo>
                <a:moveTo>
                  <a:pt x="254" y="475"/>
                </a:moveTo>
                <a:cubicBezTo>
                  <a:pt x="346" y="475"/>
                  <a:pt x="392" y="414"/>
                  <a:pt x="392" y="290"/>
                </a:cubicBezTo>
                <a:lnTo>
                  <a:pt x="392" y="253"/>
                </a:lnTo>
                <a:lnTo>
                  <a:pt x="392" y="225"/>
                </a:lnTo>
                <a:cubicBezTo>
                  <a:pt x="392" y="208"/>
                  <a:pt x="392" y="194"/>
                  <a:pt x="391" y="182"/>
                </a:cubicBezTo>
                <a:cubicBezTo>
                  <a:pt x="391" y="170"/>
                  <a:pt x="388" y="155"/>
                  <a:pt x="383" y="138"/>
                </a:cubicBezTo>
                <a:cubicBezTo>
                  <a:pt x="379" y="122"/>
                  <a:pt x="373" y="108"/>
                  <a:pt x="365" y="98"/>
                </a:cubicBezTo>
                <a:cubicBezTo>
                  <a:pt x="358" y="87"/>
                  <a:pt x="346" y="76"/>
                  <a:pt x="330" y="66"/>
                </a:cubicBezTo>
                <a:cubicBezTo>
                  <a:pt x="314" y="55"/>
                  <a:pt x="295" y="47"/>
                  <a:pt x="274" y="43"/>
                </a:cubicBezTo>
                <a:cubicBezTo>
                  <a:pt x="270" y="42"/>
                  <a:pt x="264" y="42"/>
                  <a:pt x="256" y="42"/>
                </a:cubicBezTo>
                <a:cubicBezTo>
                  <a:pt x="233" y="42"/>
                  <a:pt x="211" y="46"/>
                  <a:pt x="191" y="55"/>
                </a:cubicBezTo>
                <a:cubicBezTo>
                  <a:pt x="158" y="72"/>
                  <a:pt x="137" y="95"/>
                  <a:pt x="127" y="125"/>
                </a:cubicBezTo>
                <a:cubicBezTo>
                  <a:pt x="117" y="154"/>
                  <a:pt x="112" y="189"/>
                  <a:pt x="112" y="230"/>
                </a:cubicBezTo>
                <a:lnTo>
                  <a:pt x="112" y="252"/>
                </a:lnTo>
                <a:cubicBezTo>
                  <a:pt x="112" y="325"/>
                  <a:pt x="120" y="376"/>
                  <a:pt x="134" y="406"/>
                </a:cubicBezTo>
                <a:cubicBezTo>
                  <a:pt x="158" y="452"/>
                  <a:pt x="198" y="475"/>
                  <a:pt x="254" y="475"/>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392" name=""/>
          <p:cNvSpPr/>
          <p:nvPr/>
        </p:nvSpPr>
        <p:spPr>
          <a:xfrm>
            <a:off x="4826520" y="3474360"/>
            <a:ext cx="187200" cy="270360"/>
          </a:xfrm>
          <a:custGeom>
            <a:avLst/>
            <a:gdLst/>
            <a:ahLst/>
            <a:rect l="0" t="0" r="r" b="b"/>
            <a:pathLst>
              <a:path w="520" h="751">
                <a:moveTo>
                  <a:pt x="342" y="50"/>
                </a:moveTo>
                <a:cubicBezTo>
                  <a:pt x="376" y="17"/>
                  <a:pt x="414" y="0"/>
                  <a:pt x="457" y="0"/>
                </a:cubicBezTo>
                <a:cubicBezTo>
                  <a:pt x="479" y="0"/>
                  <a:pt x="496" y="7"/>
                  <a:pt x="505" y="22"/>
                </a:cubicBezTo>
                <a:cubicBezTo>
                  <a:pt x="515" y="36"/>
                  <a:pt x="520" y="50"/>
                  <a:pt x="520" y="65"/>
                </a:cubicBezTo>
                <a:cubicBezTo>
                  <a:pt x="520" y="75"/>
                  <a:pt x="517" y="85"/>
                  <a:pt x="510" y="93"/>
                </a:cubicBezTo>
                <a:cubicBezTo>
                  <a:pt x="503" y="102"/>
                  <a:pt x="493" y="106"/>
                  <a:pt x="479" y="106"/>
                </a:cubicBezTo>
                <a:cubicBezTo>
                  <a:pt x="454" y="106"/>
                  <a:pt x="440" y="94"/>
                  <a:pt x="437" y="72"/>
                </a:cubicBezTo>
                <a:cubicBezTo>
                  <a:pt x="436" y="61"/>
                  <a:pt x="437" y="53"/>
                  <a:pt x="441" y="48"/>
                </a:cubicBezTo>
                <a:cubicBezTo>
                  <a:pt x="441" y="47"/>
                  <a:pt x="441" y="46"/>
                  <a:pt x="442" y="44"/>
                </a:cubicBezTo>
                <a:lnTo>
                  <a:pt x="442" y="43"/>
                </a:lnTo>
                <a:cubicBezTo>
                  <a:pt x="420" y="45"/>
                  <a:pt x="400" y="54"/>
                  <a:pt x="381" y="68"/>
                </a:cubicBezTo>
                <a:cubicBezTo>
                  <a:pt x="375" y="72"/>
                  <a:pt x="372" y="75"/>
                  <a:pt x="372" y="76"/>
                </a:cubicBezTo>
                <a:cubicBezTo>
                  <a:pt x="372" y="77"/>
                  <a:pt x="374" y="79"/>
                  <a:pt x="377" y="82"/>
                </a:cubicBezTo>
                <a:cubicBezTo>
                  <a:pt x="380" y="85"/>
                  <a:pt x="383" y="89"/>
                  <a:pt x="387" y="96"/>
                </a:cubicBezTo>
                <a:cubicBezTo>
                  <a:pt x="391" y="102"/>
                  <a:pt x="395" y="108"/>
                  <a:pt x="400" y="116"/>
                </a:cubicBezTo>
                <a:cubicBezTo>
                  <a:pt x="404" y="124"/>
                  <a:pt x="408" y="133"/>
                  <a:pt x="410" y="146"/>
                </a:cubicBezTo>
                <a:cubicBezTo>
                  <a:pt x="412" y="158"/>
                  <a:pt x="414" y="170"/>
                  <a:pt x="414" y="183"/>
                </a:cubicBezTo>
                <a:cubicBezTo>
                  <a:pt x="414" y="230"/>
                  <a:pt x="396" y="270"/>
                  <a:pt x="359" y="303"/>
                </a:cubicBezTo>
                <a:cubicBezTo>
                  <a:pt x="320" y="335"/>
                  <a:pt x="275" y="352"/>
                  <a:pt x="220" y="353"/>
                </a:cubicBezTo>
                <a:cubicBezTo>
                  <a:pt x="182" y="353"/>
                  <a:pt x="144" y="342"/>
                  <a:pt x="107" y="321"/>
                </a:cubicBezTo>
                <a:cubicBezTo>
                  <a:pt x="99" y="335"/>
                  <a:pt x="95" y="349"/>
                  <a:pt x="95" y="364"/>
                </a:cubicBezTo>
                <a:cubicBezTo>
                  <a:pt x="95" y="391"/>
                  <a:pt x="105" y="410"/>
                  <a:pt x="124" y="423"/>
                </a:cubicBezTo>
                <a:cubicBezTo>
                  <a:pt x="131" y="428"/>
                  <a:pt x="138" y="430"/>
                  <a:pt x="144" y="430"/>
                </a:cubicBezTo>
                <a:cubicBezTo>
                  <a:pt x="150" y="430"/>
                  <a:pt x="177" y="431"/>
                  <a:pt x="226" y="432"/>
                </a:cubicBezTo>
                <a:cubicBezTo>
                  <a:pt x="289" y="433"/>
                  <a:pt x="330" y="436"/>
                  <a:pt x="350" y="439"/>
                </a:cubicBezTo>
                <a:cubicBezTo>
                  <a:pt x="396" y="446"/>
                  <a:pt x="432" y="462"/>
                  <a:pt x="459" y="487"/>
                </a:cubicBezTo>
                <a:cubicBezTo>
                  <a:pt x="488" y="517"/>
                  <a:pt x="503" y="554"/>
                  <a:pt x="503" y="599"/>
                </a:cubicBezTo>
                <a:cubicBezTo>
                  <a:pt x="503" y="649"/>
                  <a:pt x="474" y="688"/>
                  <a:pt x="414" y="716"/>
                </a:cubicBezTo>
                <a:cubicBezTo>
                  <a:pt x="369" y="739"/>
                  <a:pt x="314" y="751"/>
                  <a:pt x="252" y="751"/>
                </a:cubicBezTo>
                <a:cubicBezTo>
                  <a:pt x="189" y="751"/>
                  <a:pt x="134" y="739"/>
                  <a:pt x="89" y="716"/>
                </a:cubicBezTo>
                <a:cubicBezTo>
                  <a:pt x="30" y="689"/>
                  <a:pt x="0" y="651"/>
                  <a:pt x="0" y="602"/>
                </a:cubicBezTo>
                <a:cubicBezTo>
                  <a:pt x="0" y="575"/>
                  <a:pt x="8" y="552"/>
                  <a:pt x="24" y="534"/>
                </a:cubicBezTo>
                <a:cubicBezTo>
                  <a:pt x="40" y="515"/>
                  <a:pt x="56" y="503"/>
                  <a:pt x="72" y="496"/>
                </a:cubicBezTo>
                <a:lnTo>
                  <a:pt x="84" y="489"/>
                </a:lnTo>
                <a:cubicBezTo>
                  <a:pt x="57" y="465"/>
                  <a:pt x="43" y="433"/>
                  <a:pt x="43" y="393"/>
                </a:cubicBezTo>
                <a:cubicBezTo>
                  <a:pt x="43" y="357"/>
                  <a:pt x="54" y="325"/>
                  <a:pt x="76" y="296"/>
                </a:cubicBezTo>
                <a:cubicBezTo>
                  <a:pt x="43" y="263"/>
                  <a:pt x="26" y="225"/>
                  <a:pt x="26" y="183"/>
                </a:cubicBezTo>
                <a:cubicBezTo>
                  <a:pt x="26" y="135"/>
                  <a:pt x="45" y="95"/>
                  <a:pt x="83" y="63"/>
                </a:cubicBezTo>
                <a:cubicBezTo>
                  <a:pt x="121" y="30"/>
                  <a:pt x="167" y="13"/>
                  <a:pt x="221" y="12"/>
                </a:cubicBezTo>
                <a:cubicBezTo>
                  <a:pt x="260" y="12"/>
                  <a:pt x="296" y="22"/>
                  <a:pt x="329" y="42"/>
                </a:cubicBezTo>
                <a:lnTo>
                  <a:pt x="342" y="50"/>
                </a:lnTo>
                <a:moveTo>
                  <a:pt x="308" y="125"/>
                </a:moveTo>
                <a:cubicBezTo>
                  <a:pt x="304" y="104"/>
                  <a:pt x="294" y="87"/>
                  <a:pt x="278" y="75"/>
                </a:cubicBezTo>
                <a:cubicBezTo>
                  <a:pt x="262" y="63"/>
                  <a:pt x="242" y="56"/>
                  <a:pt x="219" y="56"/>
                </a:cubicBezTo>
                <a:cubicBezTo>
                  <a:pt x="197" y="56"/>
                  <a:pt x="178" y="62"/>
                  <a:pt x="162" y="74"/>
                </a:cubicBezTo>
                <a:cubicBezTo>
                  <a:pt x="146" y="86"/>
                  <a:pt x="136" y="103"/>
                  <a:pt x="132" y="125"/>
                </a:cubicBezTo>
                <a:cubicBezTo>
                  <a:pt x="130" y="138"/>
                  <a:pt x="129" y="157"/>
                  <a:pt x="129" y="183"/>
                </a:cubicBezTo>
                <a:cubicBezTo>
                  <a:pt x="129" y="217"/>
                  <a:pt x="131" y="241"/>
                  <a:pt x="137" y="257"/>
                </a:cubicBezTo>
                <a:cubicBezTo>
                  <a:pt x="142" y="273"/>
                  <a:pt x="153" y="286"/>
                  <a:pt x="171" y="297"/>
                </a:cubicBezTo>
                <a:cubicBezTo>
                  <a:pt x="184" y="305"/>
                  <a:pt x="200" y="308"/>
                  <a:pt x="220" y="308"/>
                </a:cubicBezTo>
                <a:cubicBezTo>
                  <a:pt x="237" y="308"/>
                  <a:pt x="251" y="306"/>
                  <a:pt x="263" y="300"/>
                </a:cubicBezTo>
                <a:cubicBezTo>
                  <a:pt x="275" y="295"/>
                  <a:pt x="284" y="288"/>
                  <a:pt x="289" y="280"/>
                </a:cubicBezTo>
                <a:cubicBezTo>
                  <a:pt x="295" y="272"/>
                  <a:pt x="299" y="264"/>
                  <a:pt x="302" y="257"/>
                </a:cubicBezTo>
                <a:cubicBezTo>
                  <a:pt x="305" y="250"/>
                  <a:pt x="307" y="245"/>
                  <a:pt x="308" y="240"/>
                </a:cubicBezTo>
                <a:cubicBezTo>
                  <a:pt x="310" y="228"/>
                  <a:pt x="311" y="209"/>
                  <a:pt x="311" y="183"/>
                </a:cubicBezTo>
                <a:cubicBezTo>
                  <a:pt x="311" y="157"/>
                  <a:pt x="310" y="138"/>
                  <a:pt x="308" y="125"/>
                </a:cubicBezTo>
                <a:moveTo>
                  <a:pt x="427" y="602"/>
                </a:moveTo>
                <a:cubicBezTo>
                  <a:pt x="427" y="583"/>
                  <a:pt x="422" y="567"/>
                  <a:pt x="411" y="555"/>
                </a:cubicBezTo>
                <a:cubicBezTo>
                  <a:pt x="400" y="543"/>
                  <a:pt x="385" y="534"/>
                  <a:pt x="364" y="529"/>
                </a:cubicBezTo>
                <a:cubicBezTo>
                  <a:pt x="343" y="524"/>
                  <a:pt x="324" y="520"/>
                  <a:pt x="308" y="519"/>
                </a:cubicBezTo>
                <a:cubicBezTo>
                  <a:pt x="291" y="517"/>
                  <a:pt x="270" y="517"/>
                  <a:pt x="246" y="517"/>
                </a:cubicBezTo>
                <a:lnTo>
                  <a:pt x="215" y="517"/>
                </a:lnTo>
                <a:cubicBezTo>
                  <a:pt x="164" y="517"/>
                  <a:pt x="134" y="519"/>
                  <a:pt x="124" y="523"/>
                </a:cubicBezTo>
                <a:cubicBezTo>
                  <a:pt x="109" y="530"/>
                  <a:pt x="97" y="541"/>
                  <a:pt x="89" y="555"/>
                </a:cubicBezTo>
                <a:cubicBezTo>
                  <a:pt x="81" y="570"/>
                  <a:pt x="76" y="585"/>
                  <a:pt x="75" y="601"/>
                </a:cubicBezTo>
                <a:cubicBezTo>
                  <a:pt x="75" y="608"/>
                  <a:pt x="78" y="617"/>
                  <a:pt x="82" y="627"/>
                </a:cubicBezTo>
                <a:cubicBezTo>
                  <a:pt x="87" y="637"/>
                  <a:pt x="95" y="648"/>
                  <a:pt x="106" y="661"/>
                </a:cubicBezTo>
                <a:cubicBezTo>
                  <a:pt x="117" y="674"/>
                  <a:pt x="136" y="685"/>
                  <a:pt x="161" y="693"/>
                </a:cubicBezTo>
                <a:cubicBezTo>
                  <a:pt x="186" y="701"/>
                  <a:pt x="216" y="706"/>
                  <a:pt x="252" y="707"/>
                </a:cubicBezTo>
                <a:cubicBezTo>
                  <a:pt x="304" y="707"/>
                  <a:pt x="346" y="696"/>
                  <a:pt x="379" y="675"/>
                </a:cubicBezTo>
                <a:cubicBezTo>
                  <a:pt x="411" y="654"/>
                  <a:pt x="427" y="629"/>
                  <a:pt x="427" y="602"/>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393" name=""/>
          <p:cNvSpPr/>
          <p:nvPr/>
        </p:nvSpPr>
        <p:spPr>
          <a:xfrm>
            <a:off x="5072040" y="3478680"/>
            <a:ext cx="219960" cy="261000"/>
          </a:xfrm>
          <a:custGeom>
            <a:avLst/>
            <a:gdLst/>
            <a:ahLst/>
            <a:rect l="0" t="0" r="r" b="b"/>
            <a:pathLst>
              <a:path w="611" h="725">
                <a:moveTo>
                  <a:pt x="70" y="178"/>
                </a:moveTo>
                <a:cubicBezTo>
                  <a:pt x="71" y="176"/>
                  <a:pt x="72" y="173"/>
                  <a:pt x="73" y="169"/>
                </a:cubicBezTo>
                <a:cubicBezTo>
                  <a:pt x="73" y="165"/>
                  <a:pt x="75" y="157"/>
                  <a:pt x="78" y="144"/>
                </a:cubicBezTo>
                <a:cubicBezTo>
                  <a:pt x="81" y="131"/>
                  <a:pt x="85" y="119"/>
                  <a:pt x="90" y="107"/>
                </a:cubicBezTo>
                <a:cubicBezTo>
                  <a:pt x="94" y="97"/>
                  <a:pt x="100" y="84"/>
                  <a:pt x="107" y="70"/>
                </a:cubicBezTo>
                <a:cubicBezTo>
                  <a:pt x="114" y="55"/>
                  <a:pt x="121" y="44"/>
                  <a:pt x="129" y="36"/>
                </a:cubicBezTo>
                <a:cubicBezTo>
                  <a:pt x="138" y="27"/>
                  <a:pt x="148" y="19"/>
                  <a:pt x="159" y="11"/>
                </a:cubicBezTo>
                <a:cubicBezTo>
                  <a:pt x="170" y="2"/>
                  <a:pt x="183" y="-1"/>
                  <a:pt x="197" y="0"/>
                </a:cubicBezTo>
                <a:cubicBezTo>
                  <a:pt x="255" y="0"/>
                  <a:pt x="291" y="25"/>
                  <a:pt x="307" y="73"/>
                </a:cubicBezTo>
                <a:lnTo>
                  <a:pt x="318" y="63"/>
                </a:lnTo>
                <a:cubicBezTo>
                  <a:pt x="365" y="21"/>
                  <a:pt x="410" y="0"/>
                  <a:pt x="453" y="0"/>
                </a:cubicBezTo>
                <a:cubicBezTo>
                  <a:pt x="502" y="0"/>
                  <a:pt x="541" y="18"/>
                  <a:pt x="569" y="54"/>
                </a:cubicBezTo>
                <a:cubicBezTo>
                  <a:pt x="597" y="90"/>
                  <a:pt x="611" y="134"/>
                  <a:pt x="611" y="185"/>
                </a:cubicBezTo>
                <a:cubicBezTo>
                  <a:pt x="611" y="267"/>
                  <a:pt x="582" y="342"/>
                  <a:pt x="524" y="411"/>
                </a:cubicBezTo>
                <a:cubicBezTo>
                  <a:pt x="467" y="480"/>
                  <a:pt x="401" y="515"/>
                  <a:pt x="329" y="516"/>
                </a:cubicBezTo>
                <a:cubicBezTo>
                  <a:pt x="312" y="516"/>
                  <a:pt x="297" y="514"/>
                  <a:pt x="284" y="509"/>
                </a:cubicBezTo>
                <a:cubicBezTo>
                  <a:pt x="276" y="505"/>
                  <a:pt x="267" y="500"/>
                  <a:pt x="258" y="492"/>
                </a:cubicBezTo>
                <a:cubicBezTo>
                  <a:pt x="249" y="484"/>
                  <a:pt x="241" y="478"/>
                  <a:pt x="235" y="473"/>
                </a:cubicBezTo>
                <a:lnTo>
                  <a:pt x="227" y="464"/>
                </a:lnTo>
                <a:cubicBezTo>
                  <a:pt x="227" y="464"/>
                  <a:pt x="218" y="497"/>
                  <a:pt x="202" y="563"/>
                </a:cubicBezTo>
                <a:cubicBezTo>
                  <a:pt x="186" y="628"/>
                  <a:pt x="178" y="661"/>
                  <a:pt x="178" y="662"/>
                </a:cubicBezTo>
                <a:cubicBezTo>
                  <a:pt x="178" y="666"/>
                  <a:pt x="181" y="669"/>
                  <a:pt x="188" y="670"/>
                </a:cubicBezTo>
                <a:cubicBezTo>
                  <a:pt x="194" y="670"/>
                  <a:pt x="208" y="672"/>
                  <a:pt x="230" y="673"/>
                </a:cubicBezTo>
                <a:lnTo>
                  <a:pt x="259" y="673"/>
                </a:lnTo>
                <a:cubicBezTo>
                  <a:pt x="264" y="678"/>
                  <a:pt x="266" y="682"/>
                  <a:pt x="266" y="683"/>
                </a:cubicBezTo>
                <a:cubicBezTo>
                  <a:pt x="266" y="685"/>
                  <a:pt x="265" y="692"/>
                  <a:pt x="263" y="704"/>
                </a:cubicBezTo>
                <a:cubicBezTo>
                  <a:pt x="260" y="713"/>
                  <a:pt x="258" y="719"/>
                  <a:pt x="256" y="721"/>
                </a:cubicBezTo>
                <a:cubicBezTo>
                  <a:pt x="253" y="723"/>
                  <a:pt x="248" y="725"/>
                  <a:pt x="240" y="725"/>
                </a:cubicBezTo>
                <a:cubicBezTo>
                  <a:pt x="238" y="725"/>
                  <a:pt x="234" y="725"/>
                  <a:pt x="227" y="725"/>
                </a:cubicBezTo>
                <a:cubicBezTo>
                  <a:pt x="221" y="725"/>
                  <a:pt x="208" y="725"/>
                  <a:pt x="189" y="724"/>
                </a:cubicBezTo>
                <a:cubicBezTo>
                  <a:pt x="170" y="724"/>
                  <a:pt x="146" y="723"/>
                  <a:pt x="118" y="723"/>
                </a:cubicBezTo>
                <a:cubicBezTo>
                  <a:pt x="65" y="723"/>
                  <a:pt x="31" y="724"/>
                  <a:pt x="17" y="725"/>
                </a:cubicBezTo>
                <a:lnTo>
                  <a:pt x="8" y="725"/>
                </a:lnTo>
                <a:cubicBezTo>
                  <a:pt x="2" y="720"/>
                  <a:pt x="0" y="716"/>
                  <a:pt x="0" y="713"/>
                </a:cubicBezTo>
                <a:cubicBezTo>
                  <a:pt x="1" y="692"/>
                  <a:pt x="6" y="679"/>
                  <a:pt x="15" y="673"/>
                </a:cubicBezTo>
                <a:lnTo>
                  <a:pt x="37" y="673"/>
                </a:lnTo>
                <a:cubicBezTo>
                  <a:pt x="63" y="672"/>
                  <a:pt x="78" y="668"/>
                  <a:pt x="82" y="659"/>
                </a:cubicBezTo>
                <a:cubicBezTo>
                  <a:pt x="84" y="655"/>
                  <a:pt x="107" y="564"/>
                  <a:pt x="151" y="387"/>
                </a:cubicBezTo>
                <a:cubicBezTo>
                  <a:pt x="195" y="211"/>
                  <a:pt x="218" y="117"/>
                  <a:pt x="221" y="105"/>
                </a:cubicBezTo>
                <a:cubicBezTo>
                  <a:pt x="221" y="101"/>
                  <a:pt x="222" y="96"/>
                  <a:pt x="222" y="89"/>
                </a:cubicBezTo>
                <a:cubicBezTo>
                  <a:pt x="222" y="58"/>
                  <a:pt x="212" y="43"/>
                  <a:pt x="193" y="43"/>
                </a:cubicBezTo>
                <a:cubicBezTo>
                  <a:pt x="177" y="43"/>
                  <a:pt x="162" y="53"/>
                  <a:pt x="151" y="74"/>
                </a:cubicBezTo>
                <a:cubicBezTo>
                  <a:pt x="140" y="96"/>
                  <a:pt x="131" y="120"/>
                  <a:pt x="125" y="145"/>
                </a:cubicBezTo>
                <a:cubicBezTo>
                  <a:pt x="119" y="170"/>
                  <a:pt x="114" y="184"/>
                  <a:pt x="111" y="186"/>
                </a:cubicBezTo>
                <a:cubicBezTo>
                  <a:pt x="110" y="187"/>
                  <a:pt x="104" y="188"/>
                  <a:pt x="93" y="188"/>
                </a:cubicBezTo>
                <a:lnTo>
                  <a:pt x="77" y="188"/>
                </a:lnTo>
                <a:cubicBezTo>
                  <a:pt x="73" y="184"/>
                  <a:pt x="70" y="180"/>
                  <a:pt x="70" y="178"/>
                </a:cubicBezTo>
                <a:moveTo>
                  <a:pt x="248" y="388"/>
                </a:moveTo>
                <a:cubicBezTo>
                  <a:pt x="264" y="446"/>
                  <a:pt x="293" y="475"/>
                  <a:pt x="332" y="475"/>
                </a:cubicBezTo>
                <a:cubicBezTo>
                  <a:pt x="355" y="475"/>
                  <a:pt x="377" y="466"/>
                  <a:pt x="398" y="449"/>
                </a:cubicBezTo>
                <a:cubicBezTo>
                  <a:pt x="419" y="431"/>
                  <a:pt x="437" y="409"/>
                  <a:pt x="450" y="383"/>
                </a:cubicBezTo>
                <a:cubicBezTo>
                  <a:pt x="464" y="357"/>
                  <a:pt x="478" y="316"/>
                  <a:pt x="491" y="260"/>
                </a:cubicBezTo>
                <a:cubicBezTo>
                  <a:pt x="505" y="204"/>
                  <a:pt x="512" y="162"/>
                  <a:pt x="513" y="135"/>
                </a:cubicBezTo>
                <a:lnTo>
                  <a:pt x="513" y="128"/>
                </a:lnTo>
                <a:cubicBezTo>
                  <a:pt x="513" y="71"/>
                  <a:pt x="490" y="43"/>
                  <a:pt x="444" y="43"/>
                </a:cubicBezTo>
                <a:cubicBezTo>
                  <a:pt x="435" y="43"/>
                  <a:pt x="427" y="44"/>
                  <a:pt x="418" y="46"/>
                </a:cubicBezTo>
                <a:cubicBezTo>
                  <a:pt x="410" y="48"/>
                  <a:pt x="402" y="52"/>
                  <a:pt x="393" y="56"/>
                </a:cubicBezTo>
                <a:cubicBezTo>
                  <a:pt x="385" y="61"/>
                  <a:pt x="378" y="66"/>
                  <a:pt x="371" y="71"/>
                </a:cubicBezTo>
                <a:cubicBezTo>
                  <a:pt x="364" y="76"/>
                  <a:pt x="357" y="82"/>
                  <a:pt x="351" y="88"/>
                </a:cubicBezTo>
                <a:cubicBezTo>
                  <a:pt x="345" y="94"/>
                  <a:pt x="340" y="100"/>
                  <a:pt x="334" y="105"/>
                </a:cubicBezTo>
                <a:cubicBezTo>
                  <a:pt x="329" y="110"/>
                  <a:pt x="325" y="117"/>
                  <a:pt x="322" y="122"/>
                </a:cubicBezTo>
                <a:cubicBezTo>
                  <a:pt x="319" y="127"/>
                  <a:pt x="316" y="131"/>
                  <a:pt x="313" y="133"/>
                </a:cubicBezTo>
                <a:lnTo>
                  <a:pt x="309" y="138"/>
                </a:lnTo>
                <a:cubicBezTo>
                  <a:pt x="309" y="139"/>
                  <a:pt x="308" y="144"/>
                  <a:pt x="306" y="154"/>
                </a:cubicBezTo>
                <a:cubicBezTo>
                  <a:pt x="304" y="164"/>
                  <a:pt x="299" y="181"/>
                  <a:pt x="293" y="204"/>
                </a:cubicBezTo>
                <a:cubicBezTo>
                  <a:pt x="287" y="228"/>
                  <a:pt x="282" y="247"/>
                  <a:pt x="277" y="263"/>
                </a:cubicBezTo>
                <a:cubicBezTo>
                  <a:pt x="258" y="344"/>
                  <a:pt x="248" y="385"/>
                  <a:pt x="248" y="388"/>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394" name=""/>
          <p:cNvSpPr/>
          <p:nvPr/>
        </p:nvSpPr>
        <p:spPr>
          <a:xfrm>
            <a:off x="5317560" y="3517200"/>
            <a:ext cx="124200" cy="207360"/>
          </a:xfrm>
          <a:custGeom>
            <a:avLst/>
            <a:gdLst/>
            <a:ahLst/>
            <a:rect l="0" t="0" r="r" b="b"/>
            <a:pathLst>
              <a:path w="345" h="576">
                <a:moveTo>
                  <a:pt x="0" y="407"/>
                </a:moveTo>
                <a:cubicBezTo>
                  <a:pt x="0" y="353"/>
                  <a:pt x="11" y="295"/>
                  <a:pt x="32" y="233"/>
                </a:cubicBezTo>
                <a:cubicBezTo>
                  <a:pt x="53" y="173"/>
                  <a:pt x="81" y="120"/>
                  <a:pt x="117" y="76"/>
                </a:cubicBezTo>
                <a:cubicBezTo>
                  <a:pt x="154" y="32"/>
                  <a:pt x="191" y="7"/>
                  <a:pt x="230" y="1"/>
                </a:cubicBezTo>
                <a:cubicBezTo>
                  <a:pt x="231" y="1"/>
                  <a:pt x="233" y="1"/>
                  <a:pt x="236" y="1"/>
                </a:cubicBezTo>
                <a:cubicBezTo>
                  <a:pt x="240" y="1"/>
                  <a:pt x="243" y="0"/>
                  <a:pt x="246" y="0"/>
                </a:cubicBezTo>
                <a:cubicBezTo>
                  <a:pt x="275" y="2"/>
                  <a:pt x="298" y="15"/>
                  <a:pt x="314" y="39"/>
                </a:cubicBezTo>
                <a:cubicBezTo>
                  <a:pt x="335" y="72"/>
                  <a:pt x="345" y="115"/>
                  <a:pt x="345" y="169"/>
                </a:cubicBezTo>
                <a:cubicBezTo>
                  <a:pt x="345" y="231"/>
                  <a:pt x="333" y="294"/>
                  <a:pt x="309" y="358"/>
                </a:cubicBezTo>
                <a:cubicBezTo>
                  <a:pt x="285" y="422"/>
                  <a:pt x="254" y="474"/>
                  <a:pt x="216" y="515"/>
                </a:cubicBezTo>
                <a:cubicBezTo>
                  <a:pt x="179" y="556"/>
                  <a:pt x="142" y="576"/>
                  <a:pt x="107" y="576"/>
                </a:cubicBezTo>
                <a:lnTo>
                  <a:pt x="102" y="576"/>
                </a:lnTo>
                <a:cubicBezTo>
                  <a:pt x="83" y="576"/>
                  <a:pt x="66" y="571"/>
                  <a:pt x="52" y="560"/>
                </a:cubicBezTo>
                <a:cubicBezTo>
                  <a:pt x="38" y="550"/>
                  <a:pt x="28" y="535"/>
                  <a:pt x="21" y="518"/>
                </a:cubicBezTo>
                <a:cubicBezTo>
                  <a:pt x="14" y="500"/>
                  <a:pt x="8" y="482"/>
                  <a:pt x="5" y="464"/>
                </a:cubicBezTo>
                <a:cubicBezTo>
                  <a:pt x="2" y="445"/>
                  <a:pt x="0" y="427"/>
                  <a:pt x="0" y="407"/>
                </a:cubicBezTo>
                <a:moveTo>
                  <a:pt x="282" y="112"/>
                </a:moveTo>
                <a:cubicBezTo>
                  <a:pt x="282" y="57"/>
                  <a:pt x="267" y="30"/>
                  <a:pt x="239" y="30"/>
                </a:cubicBezTo>
                <a:cubicBezTo>
                  <a:pt x="220" y="30"/>
                  <a:pt x="201" y="42"/>
                  <a:pt x="183" y="66"/>
                </a:cubicBezTo>
                <a:cubicBezTo>
                  <a:pt x="164" y="90"/>
                  <a:pt x="148" y="117"/>
                  <a:pt x="136" y="148"/>
                </a:cubicBezTo>
                <a:cubicBezTo>
                  <a:pt x="125" y="179"/>
                  <a:pt x="116" y="205"/>
                  <a:pt x="109" y="229"/>
                </a:cubicBezTo>
                <a:cubicBezTo>
                  <a:pt x="103" y="252"/>
                  <a:pt x="99" y="265"/>
                  <a:pt x="99" y="269"/>
                </a:cubicBezTo>
                <a:cubicBezTo>
                  <a:pt x="125" y="269"/>
                  <a:pt x="152" y="270"/>
                  <a:pt x="178" y="270"/>
                </a:cubicBezTo>
                <a:lnTo>
                  <a:pt x="256" y="269"/>
                </a:lnTo>
                <a:cubicBezTo>
                  <a:pt x="256" y="268"/>
                  <a:pt x="258" y="259"/>
                  <a:pt x="262" y="242"/>
                </a:cubicBezTo>
                <a:cubicBezTo>
                  <a:pt x="266" y="225"/>
                  <a:pt x="270" y="204"/>
                  <a:pt x="275" y="178"/>
                </a:cubicBezTo>
                <a:cubicBezTo>
                  <a:pt x="280" y="152"/>
                  <a:pt x="282" y="130"/>
                  <a:pt x="282" y="112"/>
                </a:cubicBezTo>
                <a:moveTo>
                  <a:pt x="63" y="462"/>
                </a:moveTo>
                <a:cubicBezTo>
                  <a:pt x="63" y="519"/>
                  <a:pt x="77" y="547"/>
                  <a:pt x="106" y="547"/>
                </a:cubicBezTo>
                <a:cubicBezTo>
                  <a:pt x="114" y="547"/>
                  <a:pt x="122" y="545"/>
                  <a:pt x="132" y="539"/>
                </a:cubicBezTo>
                <a:cubicBezTo>
                  <a:pt x="141" y="534"/>
                  <a:pt x="153" y="524"/>
                  <a:pt x="166" y="509"/>
                </a:cubicBezTo>
                <a:cubicBezTo>
                  <a:pt x="178" y="494"/>
                  <a:pt x="191" y="470"/>
                  <a:pt x="204" y="439"/>
                </a:cubicBezTo>
                <a:cubicBezTo>
                  <a:pt x="217" y="407"/>
                  <a:pt x="230" y="368"/>
                  <a:pt x="243" y="321"/>
                </a:cubicBezTo>
                <a:lnTo>
                  <a:pt x="247" y="308"/>
                </a:lnTo>
                <a:lnTo>
                  <a:pt x="89" y="308"/>
                </a:lnTo>
                <a:cubicBezTo>
                  <a:pt x="89" y="309"/>
                  <a:pt x="87" y="319"/>
                  <a:pt x="82" y="338"/>
                </a:cubicBezTo>
                <a:cubicBezTo>
                  <a:pt x="77" y="357"/>
                  <a:pt x="73" y="378"/>
                  <a:pt x="69" y="401"/>
                </a:cubicBezTo>
                <a:cubicBezTo>
                  <a:pt x="65" y="424"/>
                  <a:pt x="63" y="444"/>
                  <a:pt x="63" y="462"/>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395" name=""/>
          <p:cNvSpPr/>
          <p:nvPr/>
        </p:nvSpPr>
        <p:spPr>
          <a:xfrm>
            <a:off x="5502600" y="3352680"/>
            <a:ext cx="98280" cy="410040"/>
          </a:xfrm>
          <a:custGeom>
            <a:avLst/>
            <a:gdLst/>
            <a:ahLst/>
            <a:rect l="0" t="0" r="r" b="b"/>
            <a:pathLst>
              <a:path w="273" h="1139">
                <a:moveTo>
                  <a:pt x="0" y="570"/>
                </a:moveTo>
                <a:cubicBezTo>
                  <a:pt x="0" y="518"/>
                  <a:pt x="3" y="468"/>
                  <a:pt x="11" y="421"/>
                </a:cubicBezTo>
                <a:cubicBezTo>
                  <a:pt x="19" y="374"/>
                  <a:pt x="27" y="332"/>
                  <a:pt x="37" y="298"/>
                </a:cubicBezTo>
                <a:cubicBezTo>
                  <a:pt x="47" y="264"/>
                  <a:pt x="61" y="231"/>
                  <a:pt x="79" y="198"/>
                </a:cubicBezTo>
                <a:cubicBezTo>
                  <a:pt x="99" y="165"/>
                  <a:pt x="113" y="140"/>
                  <a:pt x="124" y="122"/>
                </a:cubicBezTo>
                <a:cubicBezTo>
                  <a:pt x="134" y="103"/>
                  <a:pt x="150" y="84"/>
                  <a:pt x="171" y="62"/>
                </a:cubicBezTo>
                <a:cubicBezTo>
                  <a:pt x="193" y="41"/>
                  <a:pt x="205" y="28"/>
                  <a:pt x="209" y="24"/>
                </a:cubicBezTo>
                <a:cubicBezTo>
                  <a:pt x="213" y="19"/>
                  <a:pt x="222" y="11"/>
                  <a:pt x="237" y="0"/>
                </a:cubicBezTo>
                <a:lnTo>
                  <a:pt x="252" y="0"/>
                </a:lnTo>
                <a:lnTo>
                  <a:pt x="257" y="0"/>
                </a:lnTo>
                <a:cubicBezTo>
                  <a:pt x="267" y="0"/>
                  <a:pt x="273" y="3"/>
                  <a:pt x="273" y="10"/>
                </a:cubicBezTo>
                <a:cubicBezTo>
                  <a:pt x="273" y="12"/>
                  <a:pt x="266" y="20"/>
                  <a:pt x="253" y="34"/>
                </a:cubicBezTo>
                <a:cubicBezTo>
                  <a:pt x="240" y="48"/>
                  <a:pt x="225" y="68"/>
                  <a:pt x="207" y="94"/>
                </a:cubicBezTo>
                <a:cubicBezTo>
                  <a:pt x="188" y="121"/>
                  <a:pt x="170" y="154"/>
                  <a:pt x="151" y="192"/>
                </a:cubicBezTo>
                <a:cubicBezTo>
                  <a:pt x="132" y="231"/>
                  <a:pt x="116" y="283"/>
                  <a:pt x="103" y="349"/>
                </a:cubicBezTo>
                <a:cubicBezTo>
                  <a:pt x="90" y="416"/>
                  <a:pt x="84" y="490"/>
                  <a:pt x="84" y="570"/>
                </a:cubicBezTo>
                <a:cubicBezTo>
                  <a:pt x="84" y="650"/>
                  <a:pt x="90" y="723"/>
                  <a:pt x="103" y="789"/>
                </a:cubicBezTo>
                <a:cubicBezTo>
                  <a:pt x="116" y="854"/>
                  <a:pt x="132" y="907"/>
                  <a:pt x="150" y="947"/>
                </a:cubicBezTo>
                <a:cubicBezTo>
                  <a:pt x="168" y="987"/>
                  <a:pt x="187" y="1020"/>
                  <a:pt x="206" y="1045"/>
                </a:cubicBezTo>
                <a:cubicBezTo>
                  <a:pt x="225" y="1070"/>
                  <a:pt x="240" y="1090"/>
                  <a:pt x="253" y="1105"/>
                </a:cubicBezTo>
                <a:cubicBezTo>
                  <a:pt x="266" y="1120"/>
                  <a:pt x="273" y="1128"/>
                  <a:pt x="273" y="1129"/>
                </a:cubicBezTo>
                <a:cubicBezTo>
                  <a:pt x="273" y="1136"/>
                  <a:pt x="267" y="1139"/>
                  <a:pt x="256" y="1139"/>
                </a:cubicBezTo>
                <a:lnTo>
                  <a:pt x="252" y="1139"/>
                </a:lnTo>
                <a:lnTo>
                  <a:pt x="237" y="1139"/>
                </a:lnTo>
                <a:lnTo>
                  <a:pt x="206" y="1112"/>
                </a:lnTo>
                <a:cubicBezTo>
                  <a:pt x="134" y="1047"/>
                  <a:pt x="81" y="967"/>
                  <a:pt x="49" y="871"/>
                </a:cubicBezTo>
                <a:cubicBezTo>
                  <a:pt x="16" y="774"/>
                  <a:pt x="0" y="674"/>
                  <a:pt x="0" y="570"/>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396" name=""/>
          <p:cNvSpPr/>
          <p:nvPr/>
        </p:nvSpPr>
        <p:spPr>
          <a:xfrm>
            <a:off x="5631840" y="3477960"/>
            <a:ext cx="232200" cy="182520"/>
          </a:xfrm>
          <a:custGeom>
            <a:avLst/>
            <a:gdLst/>
            <a:ahLst/>
            <a:rect l="0" t="0" r="r" b="b"/>
            <a:pathLst>
              <a:path w="645" h="507">
                <a:moveTo>
                  <a:pt x="236" y="507"/>
                </a:moveTo>
                <a:cubicBezTo>
                  <a:pt x="225" y="504"/>
                  <a:pt x="184" y="503"/>
                  <a:pt x="115" y="503"/>
                </a:cubicBezTo>
                <a:cubicBezTo>
                  <a:pt x="53" y="503"/>
                  <a:pt x="17" y="504"/>
                  <a:pt x="8" y="507"/>
                </a:cubicBezTo>
                <a:lnTo>
                  <a:pt x="0" y="507"/>
                </a:lnTo>
                <a:lnTo>
                  <a:pt x="0" y="436"/>
                </a:lnTo>
                <a:lnTo>
                  <a:pt x="111" y="436"/>
                </a:lnTo>
                <a:lnTo>
                  <a:pt x="256" y="264"/>
                </a:lnTo>
                <a:lnTo>
                  <a:pt x="101" y="71"/>
                </a:lnTo>
                <a:lnTo>
                  <a:pt x="6" y="71"/>
                </a:lnTo>
                <a:lnTo>
                  <a:pt x="6" y="0"/>
                </a:lnTo>
                <a:lnTo>
                  <a:pt x="15" y="0"/>
                </a:lnTo>
                <a:cubicBezTo>
                  <a:pt x="27" y="2"/>
                  <a:pt x="68" y="4"/>
                  <a:pt x="140" y="4"/>
                </a:cubicBezTo>
                <a:cubicBezTo>
                  <a:pt x="219" y="4"/>
                  <a:pt x="265" y="2"/>
                  <a:pt x="279" y="0"/>
                </a:cubicBezTo>
                <a:lnTo>
                  <a:pt x="289" y="0"/>
                </a:lnTo>
                <a:lnTo>
                  <a:pt x="289" y="71"/>
                </a:lnTo>
                <a:lnTo>
                  <a:pt x="258" y="71"/>
                </a:lnTo>
                <a:lnTo>
                  <a:pt x="297" y="120"/>
                </a:lnTo>
                <a:cubicBezTo>
                  <a:pt x="323" y="152"/>
                  <a:pt x="336" y="168"/>
                  <a:pt x="337" y="168"/>
                </a:cubicBezTo>
                <a:cubicBezTo>
                  <a:pt x="340" y="168"/>
                  <a:pt x="355" y="151"/>
                  <a:pt x="380" y="117"/>
                </a:cubicBezTo>
                <a:lnTo>
                  <a:pt x="420" y="71"/>
                </a:lnTo>
                <a:lnTo>
                  <a:pt x="378" y="71"/>
                </a:lnTo>
                <a:lnTo>
                  <a:pt x="378" y="0"/>
                </a:lnTo>
                <a:lnTo>
                  <a:pt x="387" y="0"/>
                </a:lnTo>
                <a:cubicBezTo>
                  <a:pt x="399" y="2"/>
                  <a:pt x="439" y="4"/>
                  <a:pt x="508" y="4"/>
                </a:cubicBezTo>
                <a:cubicBezTo>
                  <a:pt x="569" y="4"/>
                  <a:pt x="605" y="2"/>
                  <a:pt x="614" y="0"/>
                </a:cubicBezTo>
                <a:lnTo>
                  <a:pt x="622" y="0"/>
                </a:lnTo>
                <a:lnTo>
                  <a:pt x="622" y="71"/>
                </a:lnTo>
                <a:lnTo>
                  <a:pt x="514" y="71"/>
                </a:lnTo>
                <a:lnTo>
                  <a:pt x="382" y="227"/>
                </a:lnTo>
                <a:lnTo>
                  <a:pt x="551" y="435"/>
                </a:lnTo>
                <a:lnTo>
                  <a:pt x="598" y="436"/>
                </a:lnTo>
                <a:lnTo>
                  <a:pt x="645" y="436"/>
                </a:lnTo>
                <a:lnTo>
                  <a:pt x="645" y="507"/>
                </a:lnTo>
                <a:lnTo>
                  <a:pt x="635" y="507"/>
                </a:lnTo>
                <a:cubicBezTo>
                  <a:pt x="624" y="504"/>
                  <a:pt x="583" y="503"/>
                  <a:pt x="511" y="503"/>
                </a:cubicBezTo>
                <a:cubicBezTo>
                  <a:pt x="432" y="503"/>
                  <a:pt x="386" y="504"/>
                  <a:pt x="372" y="507"/>
                </a:cubicBezTo>
                <a:lnTo>
                  <a:pt x="362" y="507"/>
                </a:lnTo>
                <a:lnTo>
                  <a:pt x="362" y="436"/>
                </a:lnTo>
                <a:lnTo>
                  <a:pt x="394" y="436"/>
                </a:lnTo>
                <a:cubicBezTo>
                  <a:pt x="394" y="435"/>
                  <a:pt x="379" y="416"/>
                  <a:pt x="349" y="379"/>
                </a:cubicBezTo>
                <a:cubicBezTo>
                  <a:pt x="318" y="342"/>
                  <a:pt x="303" y="323"/>
                  <a:pt x="302" y="321"/>
                </a:cubicBezTo>
                <a:lnTo>
                  <a:pt x="203" y="435"/>
                </a:lnTo>
                <a:lnTo>
                  <a:pt x="225" y="436"/>
                </a:lnTo>
                <a:lnTo>
                  <a:pt x="245" y="436"/>
                </a:lnTo>
                <a:lnTo>
                  <a:pt x="245" y="507"/>
                </a:lnTo>
                <a:lnTo>
                  <a:pt x="236" y="507"/>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397" name=""/>
          <p:cNvSpPr/>
          <p:nvPr/>
        </p:nvSpPr>
        <p:spPr>
          <a:xfrm>
            <a:off x="5896800" y="3528360"/>
            <a:ext cx="122400" cy="199800"/>
          </a:xfrm>
          <a:custGeom>
            <a:avLst/>
            <a:gdLst/>
            <a:ahLst/>
            <a:rect l="0" t="0" r="r" b="b"/>
            <a:pathLst>
              <a:path w="340" h="555">
                <a:moveTo>
                  <a:pt x="47" y="66"/>
                </a:moveTo>
                <a:cubicBezTo>
                  <a:pt x="77" y="22"/>
                  <a:pt x="118" y="0"/>
                  <a:pt x="170" y="0"/>
                </a:cubicBezTo>
                <a:cubicBezTo>
                  <a:pt x="196" y="0"/>
                  <a:pt x="222" y="7"/>
                  <a:pt x="248" y="21"/>
                </a:cubicBezTo>
                <a:cubicBezTo>
                  <a:pt x="273" y="35"/>
                  <a:pt x="294" y="60"/>
                  <a:pt x="310" y="95"/>
                </a:cubicBezTo>
                <a:cubicBezTo>
                  <a:pt x="330" y="140"/>
                  <a:pt x="340" y="201"/>
                  <a:pt x="340" y="279"/>
                </a:cubicBezTo>
                <a:cubicBezTo>
                  <a:pt x="340" y="362"/>
                  <a:pt x="329" y="426"/>
                  <a:pt x="306" y="471"/>
                </a:cubicBezTo>
                <a:cubicBezTo>
                  <a:pt x="295" y="493"/>
                  <a:pt x="280" y="511"/>
                  <a:pt x="261" y="524"/>
                </a:cubicBezTo>
                <a:cubicBezTo>
                  <a:pt x="243" y="538"/>
                  <a:pt x="226" y="546"/>
                  <a:pt x="212" y="549"/>
                </a:cubicBezTo>
                <a:cubicBezTo>
                  <a:pt x="198" y="553"/>
                  <a:pt x="185" y="555"/>
                  <a:pt x="171" y="555"/>
                </a:cubicBezTo>
                <a:cubicBezTo>
                  <a:pt x="157" y="555"/>
                  <a:pt x="143" y="553"/>
                  <a:pt x="129" y="550"/>
                </a:cubicBezTo>
                <a:cubicBezTo>
                  <a:pt x="115" y="547"/>
                  <a:pt x="99" y="538"/>
                  <a:pt x="80" y="524"/>
                </a:cubicBezTo>
                <a:cubicBezTo>
                  <a:pt x="62" y="511"/>
                  <a:pt x="47" y="493"/>
                  <a:pt x="36" y="471"/>
                </a:cubicBezTo>
                <a:cubicBezTo>
                  <a:pt x="12" y="426"/>
                  <a:pt x="0" y="362"/>
                  <a:pt x="0" y="279"/>
                </a:cubicBezTo>
                <a:cubicBezTo>
                  <a:pt x="0" y="185"/>
                  <a:pt x="17" y="114"/>
                  <a:pt x="47" y="66"/>
                </a:cubicBezTo>
                <a:moveTo>
                  <a:pt x="228" y="56"/>
                </a:moveTo>
                <a:cubicBezTo>
                  <a:pt x="212" y="39"/>
                  <a:pt x="193" y="30"/>
                  <a:pt x="171" y="30"/>
                </a:cubicBezTo>
                <a:cubicBezTo>
                  <a:pt x="149" y="30"/>
                  <a:pt x="129" y="39"/>
                  <a:pt x="113" y="56"/>
                </a:cubicBezTo>
                <a:cubicBezTo>
                  <a:pt x="100" y="70"/>
                  <a:pt x="91" y="89"/>
                  <a:pt x="87" y="114"/>
                </a:cubicBezTo>
                <a:cubicBezTo>
                  <a:pt x="82" y="139"/>
                  <a:pt x="80" y="190"/>
                  <a:pt x="80" y="268"/>
                </a:cubicBezTo>
                <a:cubicBezTo>
                  <a:pt x="80" y="353"/>
                  <a:pt x="82" y="409"/>
                  <a:pt x="87" y="437"/>
                </a:cubicBezTo>
                <a:cubicBezTo>
                  <a:pt x="91" y="464"/>
                  <a:pt x="101" y="485"/>
                  <a:pt x="116" y="500"/>
                </a:cubicBezTo>
                <a:cubicBezTo>
                  <a:pt x="131" y="516"/>
                  <a:pt x="149" y="524"/>
                  <a:pt x="171" y="524"/>
                </a:cubicBezTo>
                <a:cubicBezTo>
                  <a:pt x="193" y="524"/>
                  <a:pt x="211" y="516"/>
                  <a:pt x="226" y="500"/>
                </a:cubicBezTo>
                <a:cubicBezTo>
                  <a:pt x="242" y="484"/>
                  <a:pt x="251" y="462"/>
                  <a:pt x="255" y="433"/>
                </a:cubicBezTo>
                <a:cubicBezTo>
                  <a:pt x="259" y="403"/>
                  <a:pt x="261" y="348"/>
                  <a:pt x="261" y="268"/>
                </a:cubicBezTo>
                <a:cubicBezTo>
                  <a:pt x="261" y="191"/>
                  <a:pt x="259" y="139"/>
                  <a:pt x="255" y="115"/>
                </a:cubicBezTo>
                <a:cubicBezTo>
                  <a:pt x="251" y="90"/>
                  <a:pt x="242" y="70"/>
                  <a:pt x="228" y="56"/>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398" name=""/>
          <p:cNvSpPr/>
          <p:nvPr/>
        </p:nvSpPr>
        <p:spPr>
          <a:xfrm>
            <a:off x="6053040" y="3596760"/>
            <a:ext cx="35640" cy="124920"/>
          </a:xfrm>
          <a:custGeom>
            <a:avLst/>
            <a:gdLst/>
            <a:ahLst/>
            <a:rect l="0" t="0" r="r" b="b"/>
            <a:pathLst>
              <a:path w="99" h="347">
                <a:moveTo>
                  <a:pt x="0" y="49"/>
                </a:moveTo>
                <a:cubicBezTo>
                  <a:pt x="0" y="36"/>
                  <a:pt x="5" y="24"/>
                  <a:pt x="14" y="15"/>
                </a:cubicBezTo>
                <a:cubicBezTo>
                  <a:pt x="24" y="5"/>
                  <a:pt x="36" y="0"/>
                  <a:pt x="50" y="0"/>
                </a:cubicBezTo>
                <a:cubicBezTo>
                  <a:pt x="62" y="0"/>
                  <a:pt x="74" y="5"/>
                  <a:pt x="83" y="13"/>
                </a:cubicBezTo>
                <a:cubicBezTo>
                  <a:pt x="93" y="22"/>
                  <a:pt x="98" y="33"/>
                  <a:pt x="99" y="48"/>
                </a:cubicBezTo>
                <a:cubicBezTo>
                  <a:pt x="99" y="61"/>
                  <a:pt x="94" y="73"/>
                  <a:pt x="85" y="82"/>
                </a:cubicBezTo>
                <a:cubicBezTo>
                  <a:pt x="76" y="92"/>
                  <a:pt x="64" y="97"/>
                  <a:pt x="50" y="97"/>
                </a:cubicBezTo>
                <a:cubicBezTo>
                  <a:pt x="36" y="97"/>
                  <a:pt x="25" y="92"/>
                  <a:pt x="15" y="83"/>
                </a:cubicBezTo>
                <a:cubicBezTo>
                  <a:pt x="6" y="74"/>
                  <a:pt x="1" y="63"/>
                  <a:pt x="0" y="49"/>
                </a:cubicBezTo>
                <a:moveTo>
                  <a:pt x="0" y="299"/>
                </a:moveTo>
                <a:cubicBezTo>
                  <a:pt x="0" y="286"/>
                  <a:pt x="5" y="275"/>
                  <a:pt x="14" y="265"/>
                </a:cubicBezTo>
                <a:cubicBezTo>
                  <a:pt x="24" y="256"/>
                  <a:pt x="36" y="251"/>
                  <a:pt x="50" y="251"/>
                </a:cubicBezTo>
                <a:cubicBezTo>
                  <a:pt x="62" y="251"/>
                  <a:pt x="74" y="255"/>
                  <a:pt x="83" y="264"/>
                </a:cubicBezTo>
                <a:cubicBezTo>
                  <a:pt x="93" y="272"/>
                  <a:pt x="98" y="284"/>
                  <a:pt x="99" y="298"/>
                </a:cubicBezTo>
                <a:cubicBezTo>
                  <a:pt x="99" y="312"/>
                  <a:pt x="94" y="323"/>
                  <a:pt x="85" y="333"/>
                </a:cubicBezTo>
                <a:cubicBezTo>
                  <a:pt x="76" y="343"/>
                  <a:pt x="64" y="347"/>
                  <a:pt x="50" y="347"/>
                </a:cubicBezTo>
                <a:cubicBezTo>
                  <a:pt x="36" y="347"/>
                  <a:pt x="25" y="343"/>
                  <a:pt x="15" y="334"/>
                </a:cubicBezTo>
                <a:cubicBezTo>
                  <a:pt x="6" y="325"/>
                  <a:pt x="1" y="313"/>
                  <a:pt x="0" y="299"/>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399" name=""/>
          <p:cNvSpPr/>
          <p:nvPr/>
        </p:nvSpPr>
        <p:spPr>
          <a:xfrm>
            <a:off x="6117120" y="3525120"/>
            <a:ext cx="198360" cy="196560"/>
          </a:xfrm>
          <a:custGeom>
            <a:avLst/>
            <a:gdLst/>
            <a:ahLst/>
            <a:rect l="0" t="0" r="r" b="b"/>
            <a:pathLst>
              <a:path w="551" h="546">
                <a:moveTo>
                  <a:pt x="15" y="194"/>
                </a:moveTo>
                <a:cubicBezTo>
                  <a:pt x="5" y="194"/>
                  <a:pt x="0" y="192"/>
                  <a:pt x="0" y="187"/>
                </a:cubicBezTo>
                <a:cubicBezTo>
                  <a:pt x="0" y="185"/>
                  <a:pt x="4" y="170"/>
                  <a:pt x="13" y="142"/>
                </a:cubicBezTo>
                <a:cubicBezTo>
                  <a:pt x="22" y="115"/>
                  <a:pt x="31" y="88"/>
                  <a:pt x="40" y="61"/>
                </a:cubicBezTo>
                <a:lnTo>
                  <a:pt x="54" y="21"/>
                </a:lnTo>
                <a:cubicBezTo>
                  <a:pt x="57" y="12"/>
                  <a:pt x="60" y="5"/>
                  <a:pt x="64" y="0"/>
                </a:cubicBezTo>
                <a:lnTo>
                  <a:pt x="442" y="0"/>
                </a:lnTo>
                <a:lnTo>
                  <a:pt x="515" y="0"/>
                </a:lnTo>
                <a:cubicBezTo>
                  <a:pt x="532" y="0"/>
                  <a:pt x="542" y="1"/>
                  <a:pt x="545" y="1"/>
                </a:cubicBezTo>
                <a:cubicBezTo>
                  <a:pt x="548" y="2"/>
                  <a:pt x="550" y="4"/>
                  <a:pt x="551" y="9"/>
                </a:cubicBezTo>
                <a:cubicBezTo>
                  <a:pt x="551" y="12"/>
                  <a:pt x="546" y="42"/>
                  <a:pt x="537" y="100"/>
                </a:cubicBezTo>
                <a:cubicBezTo>
                  <a:pt x="528" y="158"/>
                  <a:pt x="523" y="187"/>
                  <a:pt x="522" y="188"/>
                </a:cubicBezTo>
                <a:cubicBezTo>
                  <a:pt x="522" y="192"/>
                  <a:pt x="517" y="194"/>
                  <a:pt x="507" y="194"/>
                </a:cubicBezTo>
                <a:cubicBezTo>
                  <a:pt x="502" y="194"/>
                  <a:pt x="498" y="194"/>
                  <a:pt x="497" y="194"/>
                </a:cubicBezTo>
                <a:cubicBezTo>
                  <a:pt x="495" y="194"/>
                  <a:pt x="494" y="192"/>
                  <a:pt x="492" y="190"/>
                </a:cubicBezTo>
                <a:lnTo>
                  <a:pt x="490" y="187"/>
                </a:lnTo>
                <a:cubicBezTo>
                  <a:pt x="490" y="184"/>
                  <a:pt x="492" y="172"/>
                  <a:pt x="495" y="151"/>
                </a:cubicBezTo>
                <a:cubicBezTo>
                  <a:pt x="498" y="130"/>
                  <a:pt x="500" y="114"/>
                  <a:pt x="500" y="102"/>
                </a:cubicBezTo>
                <a:cubicBezTo>
                  <a:pt x="500" y="83"/>
                  <a:pt x="497" y="69"/>
                  <a:pt x="490" y="59"/>
                </a:cubicBezTo>
                <a:cubicBezTo>
                  <a:pt x="483" y="50"/>
                  <a:pt x="468" y="43"/>
                  <a:pt x="445" y="39"/>
                </a:cubicBezTo>
                <a:cubicBezTo>
                  <a:pt x="443" y="39"/>
                  <a:pt x="427" y="38"/>
                  <a:pt x="399" y="38"/>
                </a:cubicBezTo>
                <a:cubicBezTo>
                  <a:pt x="374" y="38"/>
                  <a:pt x="358" y="38"/>
                  <a:pt x="352" y="38"/>
                </a:cubicBezTo>
                <a:cubicBezTo>
                  <a:pt x="346" y="39"/>
                  <a:pt x="341" y="41"/>
                  <a:pt x="337" y="45"/>
                </a:cubicBezTo>
                <a:cubicBezTo>
                  <a:pt x="337" y="45"/>
                  <a:pt x="318" y="120"/>
                  <a:pt x="279" y="269"/>
                </a:cubicBezTo>
                <a:cubicBezTo>
                  <a:pt x="242" y="419"/>
                  <a:pt x="223" y="495"/>
                  <a:pt x="223" y="498"/>
                </a:cubicBezTo>
                <a:cubicBezTo>
                  <a:pt x="223" y="505"/>
                  <a:pt x="247" y="508"/>
                  <a:pt x="294" y="509"/>
                </a:cubicBezTo>
                <a:cubicBezTo>
                  <a:pt x="312" y="509"/>
                  <a:pt x="323" y="510"/>
                  <a:pt x="328" y="510"/>
                </a:cubicBezTo>
                <a:cubicBezTo>
                  <a:pt x="333" y="511"/>
                  <a:pt x="335" y="513"/>
                  <a:pt x="335" y="517"/>
                </a:cubicBezTo>
                <a:cubicBezTo>
                  <a:pt x="335" y="520"/>
                  <a:pt x="334" y="524"/>
                  <a:pt x="333" y="529"/>
                </a:cubicBezTo>
                <a:cubicBezTo>
                  <a:pt x="331" y="538"/>
                  <a:pt x="328" y="544"/>
                  <a:pt x="325" y="546"/>
                </a:cubicBezTo>
                <a:lnTo>
                  <a:pt x="324" y="546"/>
                </a:lnTo>
                <a:cubicBezTo>
                  <a:pt x="322" y="546"/>
                  <a:pt x="320" y="546"/>
                  <a:pt x="318" y="546"/>
                </a:cubicBezTo>
                <a:cubicBezTo>
                  <a:pt x="315" y="546"/>
                  <a:pt x="301" y="546"/>
                  <a:pt x="275" y="546"/>
                </a:cubicBezTo>
                <a:cubicBezTo>
                  <a:pt x="250" y="545"/>
                  <a:pt x="214" y="545"/>
                  <a:pt x="167" y="545"/>
                </a:cubicBezTo>
                <a:cubicBezTo>
                  <a:pt x="97" y="545"/>
                  <a:pt x="53" y="545"/>
                  <a:pt x="35" y="546"/>
                </a:cubicBezTo>
                <a:lnTo>
                  <a:pt x="23" y="546"/>
                </a:lnTo>
                <a:cubicBezTo>
                  <a:pt x="19" y="543"/>
                  <a:pt x="18" y="541"/>
                  <a:pt x="18" y="539"/>
                </a:cubicBezTo>
                <a:cubicBezTo>
                  <a:pt x="18" y="538"/>
                  <a:pt x="18" y="533"/>
                  <a:pt x="19" y="525"/>
                </a:cubicBezTo>
                <a:cubicBezTo>
                  <a:pt x="22" y="518"/>
                  <a:pt x="24" y="513"/>
                  <a:pt x="27" y="509"/>
                </a:cubicBezTo>
                <a:lnTo>
                  <a:pt x="50" y="509"/>
                </a:lnTo>
                <a:lnTo>
                  <a:pt x="59" y="509"/>
                </a:lnTo>
                <a:cubicBezTo>
                  <a:pt x="102" y="509"/>
                  <a:pt x="127" y="507"/>
                  <a:pt x="135" y="502"/>
                </a:cubicBezTo>
                <a:cubicBezTo>
                  <a:pt x="136" y="502"/>
                  <a:pt x="136" y="501"/>
                  <a:pt x="137" y="501"/>
                </a:cubicBezTo>
                <a:cubicBezTo>
                  <a:pt x="140" y="500"/>
                  <a:pt x="142" y="494"/>
                  <a:pt x="145" y="485"/>
                </a:cubicBezTo>
                <a:cubicBezTo>
                  <a:pt x="148" y="476"/>
                  <a:pt x="158" y="434"/>
                  <a:pt x="177" y="359"/>
                </a:cubicBezTo>
                <a:cubicBezTo>
                  <a:pt x="186" y="322"/>
                  <a:pt x="194" y="293"/>
                  <a:pt x="200" y="268"/>
                </a:cubicBezTo>
                <a:cubicBezTo>
                  <a:pt x="237" y="121"/>
                  <a:pt x="256" y="46"/>
                  <a:pt x="256" y="42"/>
                </a:cubicBezTo>
                <a:cubicBezTo>
                  <a:pt x="256" y="40"/>
                  <a:pt x="248" y="38"/>
                  <a:pt x="233" y="38"/>
                </a:cubicBezTo>
                <a:lnTo>
                  <a:pt x="208" y="38"/>
                </a:lnTo>
                <a:cubicBezTo>
                  <a:pt x="172" y="38"/>
                  <a:pt x="148" y="40"/>
                  <a:pt x="137" y="43"/>
                </a:cubicBezTo>
                <a:cubicBezTo>
                  <a:pt x="113" y="49"/>
                  <a:pt x="94" y="60"/>
                  <a:pt x="81" y="76"/>
                </a:cubicBezTo>
                <a:cubicBezTo>
                  <a:pt x="67" y="93"/>
                  <a:pt x="53" y="124"/>
                  <a:pt x="37" y="170"/>
                </a:cubicBezTo>
                <a:cubicBezTo>
                  <a:pt x="33" y="181"/>
                  <a:pt x="31" y="188"/>
                  <a:pt x="29" y="190"/>
                </a:cubicBezTo>
                <a:cubicBezTo>
                  <a:pt x="27" y="193"/>
                  <a:pt x="24" y="194"/>
                  <a:pt x="18" y="194"/>
                </a:cubicBezTo>
                <a:lnTo>
                  <a:pt x="15" y="194"/>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400" name=""/>
          <p:cNvSpPr/>
          <p:nvPr/>
        </p:nvSpPr>
        <p:spPr>
          <a:xfrm>
            <a:off x="6357960" y="3352680"/>
            <a:ext cx="98640" cy="410040"/>
          </a:xfrm>
          <a:custGeom>
            <a:avLst/>
            <a:gdLst/>
            <a:ahLst/>
            <a:rect l="0" t="0" r="r" b="b"/>
            <a:pathLst>
              <a:path w="274" h="1139">
                <a:moveTo>
                  <a:pt x="6" y="1"/>
                </a:moveTo>
                <a:lnTo>
                  <a:pt x="11" y="0"/>
                </a:lnTo>
                <a:cubicBezTo>
                  <a:pt x="14" y="0"/>
                  <a:pt x="18" y="0"/>
                  <a:pt x="22" y="0"/>
                </a:cubicBezTo>
                <a:lnTo>
                  <a:pt x="36" y="0"/>
                </a:lnTo>
                <a:lnTo>
                  <a:pt x="68" y="27"/>
                </a:lnTo>
                <a:cubicBezTo>
                  <a:pt x="139" y="92"/>
                  <a:pt x="192" y="172"/>
                  <a:pt x="225" y="268"/>
                </a:cubicBezTo>
                <a:cubicBezTo>
                  <a:pt x="257" y="366"/>
                  <a:pt x="274" y="466"/>
                  <a:pt x="274" y="570"/>
                </a:cubicBezTo>
                <a:cubicBezTo>
                  <a:pt x="274" y="622"/>
                  <a:pt x="270" y="671"/>
                  <a:pt x="262" y="719"/>
                </a:cubicBezTo>
                <a:cubicBezTo>
                  <a:pt x="255" y="767"/>
                  <a:pt x="246" y="808"/>
                  <a:pt x="236" y="841"/>
                </a:cubicBezTo>
                <a:cubicBezTo>
                  <a:pt x="226" y="874"/>
                  <a:pt x="212" y="908"/>
                  <a:pt x="194" y="941"/>
                </a:cubicBezTo>
                <a:cubicBezTo>
                  <a:pt x="176" y="975"/>
                  <a:pt x="161" y="1000"/>
                  <a:pt x="150" y="1017"/>
                </a:cubicBezTo>
                <a:cubicBezTo>
                  <a:pt x="139" y="1035"/>
                  <a:pt x="123" y="1054"/>
                  <a:pt x="103" y="1075"/>
                </a:cubicBezTo>
                <a:cubicBezTo>
                  <a:pt x="82" y="1097"/>
                  <a:pt x="70" y="1109"/>
                  <a:pt x="66" y="1113"/>
                </a:cubicBezTo>
                <a:cubicBezTo>
                  <a:pt x="63" y="1117"/>
                  <a:pt x="54" y="1124"/>
                  <a:pt x="40" y="1135"/>
                </a:cubicBezTo>
                <a:cubicBezTo>
                  <a:pt x="38" y="1137"/>
                  <a:pt x="36" y="1138"/>
                  <a:pt x="36" y="1139"/>
                </a:cubicBezTo>
                <a:lnTo>
                  <a:pt x="22" y="1139"/>
                </a:lnTo>
                <a:cubicBezTo>
                  <a:pt x="16" y="1139"/>
                  <a:pt x="12" y="1139"/>
                  <a:pt x="10" y="1139"/>
                </a:cubicBezTo>
                <a:cubicBezTo>
                  <a:pt x="7" y="1139"/>
                  <a:pt x="5" y="1138"/>
                  <a:pt x="4" y="1136"/>
                </a:cubicBezTo>
                <a:cubicBezTo>
                  <a:pt x="2" y="1133"/>
                  <a:pt x="1" y="1130"/>
                  <a:pt x="0" y="1126"/>
                </a:cubicBezTo>
                <a:cubicBezTo>
                  <a:pt x="1" y="1125"/>
                  <a:pt x="5" y="1120"/>
                  <a:pt x="13" y="1111"/>
                </a:cubicBezTo>
                <a:cubicBezTo>
                  <a:pt x="131" y="989"/>
                  <a:pt x="190" y="808"/>
                  <a:pt x="190" y="570"/>
                </a:cubicBezTo>
                <a:cubicBezTo>
                  <a:pt x="190" y="331"/>
                  <a:pt x="131" y="150"/>
                  <a:pt x="13" y="28"/>
                </a:cubicBezTo>
                <a:cubicBezTo>
                  <a:pt x="5" y="19"/>
                  <a:pt x="1" y="14"/>
                  <a:pt x="0" y="13"/>
                </a:cubicBezTo>
                <a:cubicBezTo>
                  <a:pt x="0" y="7"/>
                  <a:pt x="2" y="3"/>
                  <a:pt x="6" y="1"/>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401" name=""/>
          <p:cNvSpPr/>
          <p:nvPr/>
        </p:nvSpPr>
        <p:spPr>
          <a:xfrm>
            <a:off x="6608880" y="3421080"/>
            <a:ext cx="273240" cy="272880"/>
          </a:xfrm>
          <a:custGeom>
            <a:avLst/>
            <a:gdLst/>
            <a:ahLst/>
            <a:rect l="0" t="0" r="r" b="b"/>
            <a:pathLst>
              <a:path w="759" h="758">
                <a:moveTo>
                  <a:pt x="16" y="356"/>
                </a:moveTo>
                <a:lnTo>
                  <a:pt x="358" y="356"/>
                </a:lnTo>
                <a:lnTo>
                  <a:pt x="358" y="185"/>
                </a:lnTo>
                <a:lnTo>
                  <a:pt x="359" y="15"/>
                </a:lnTo>
                <a:cubicBezTo>
                  <a:pt x="366" y="5"/>
                  <a:pt x="374" y="0"/>
                  <a:pt x="380" y="0"/>
                </a:cubicBezTo>
                <a:cubicBezTo>
                  <a:pt x="390" y="0"/>
                  <a:pt x="398" y="6"/>
                  <a:pt x="403" y="17"/>
                </a:cubicBezTo>
                <a:lnTo>
                  <a:pt x="403" y="356"/>
                </a:lnTo>
                <a:lnTo>
                  <a:pt x="742" y="356"/>
                </a:lnTo>
                <a:cubicBezTo>
                  <a:pt x="754" y="362"/>
                  <a:pt x="759" y="370"/>
                  <a:pt x="759" y="379"/>
                </a:cubicBezTo>
                <a:cubicBezTo>
                  <a:pt x="759" y="388"/>
                  <a:pt x="754" y="396"/>
                  <a:pt x="742" y="402"/>
                </a:cubicBezTo>
                <a:lnTo>
                  <a:pt x="403" y="402"/>
                </a:lnTo>
                <a:lnTo>
                  <a:pt x="403" y="742"/>
                </a:lnTo>
                <a:cubicBezTo>
                  <a:pt x="397" y="753"/>
                  <a:pt x="390" y="758"/>
                  <a:pt x="383" y="758"/>
                </a:cubicBezTo>
                <a:lnTo>
                  <a:pt x="380" y="758"/>
                </a:lnTo>
                <a:lnTo>
                  <a:pt x="378" y="758"/>
                </a:lnTo>
                <a:cubicBezTo>
                  <a:pt x="369" y="758"/>
                  <a:pt x="362" y="753"/>
                  <a:pt x="358" y="742"/>
                </a:cubicBezTo>
                <a:lnTo>
                  <a:pt x="358" y="402"/>
                </a:lnTo>
                <a:lnTo>
                  <a:pt x="16" y="402"/>
                </a:lnTo>
                <a:cubicBezTo>
                  <a:pt x="6" y="396"/>
                  <a:pt x="0" y="389"/>
                  <a:pt x="0" y="379"/>
                </a:cubicBezTo>
                <a:cubicBezTo>
                  <a:pt x="0" y="369"/>
                  <a:pt x="6" y="362"/>
                  <a:pt x="16" y="356"/>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402" name=""/>
          <p:cNvSpPr/>
          <p:nvPr/>
        </p:nvSpPr>
        <p:spPr>
          <a:xfrm>
            <a:off x="7006680" y="3375360"/>
            <a:ext cx="97560" cy="285120"/>
          </a:xfrm>
          <a:custGeom>
            <a:avLst/>
            <a:gdLst/>
            <a:ahLst/>
            <a:rect l="0" t="0" r="r" b="b"/>
            <a:pathLst>
              <a:path w="271" h="792">
                <a:moveTo>
                  <a:pt x="18" y="739"/>
                </a:moveTo>
                <a:lnTo>
                  <a:pt x="34" y="739"/>
                </a:lnTo>
                <a:cubicBezTo>
                  <a:pt x="65" y="739"/>
                  <a:pt x="82" y="734"/>
                  <a:pt x="89" y="723"/>
                </a:cubicBezTo>
                <a:lnTo>
                  <a:pt x="89" y="714"/>
                </a:lnTo>
                <a:cubicBezTo>
                  <a:pt x="89" y="707"/>
                  <a:pt x="89" y="699"/>
                  <a:pt x="89" y="688"/>
                </a:cubicBezTo>
                <a:cubicBezTo>
                  <a:pt x="89" y="677"/>
                  <a:pt x="89" y="665"/>
                  <a:pt x="89" y="650"/>
                </a:cubicBezTo>
                <a:cubicBezTo>
                  <a:pt x="89" y="636"/>
                  <a:pt x="89" y="620"/>
                  <a:pt x="90" y="601"/>
                </a:cubicBezTo>
                <a:cubicBezTo>
                  <a:pt x="90" y="583"/>
                  <a:pt x="90" y="564"/>
                  <a:pt x="90" y="545"/>
                </a:cubicBezTo>
                <a:cubicBezTo>
                  <a:pt x="89" y="525"/>
                  <a:pt x="89" y="504"/>
                  <a:pt x="90" y="481"/>
                </a:cubicBezTo>
                <a:cubicBezTo>
                  <a:pt x="90" y="459"/>
                  <a:pt x="90" y="437"/>
                  <a:pt x="90" y="416"/>
                </a:cubicBezTo>
                <a:cubicBezTo>
                  <a:pt x="90" y="388"/>
                  <a:pt x="90" y="358"/>
                  <a:pt x="90" y="327"/>
                </a:cubicBezTo>
                <a:cubicBezTo>
                  <a:pt x="90" y="296"/>
                  <a:pt x="90" y="268"/>
                  <a:pt x="90" y="242"/>
                </a:cubicBezTo>
                <a:cubicBezTo>
                  <a:pt x="90" y="216"/>
                  <a:pt x="90" y="193"/>
                  <a:pt x="90" y="174"/>
                </a:cubicBezTo>
                <a:cubicBezTo>
                  <a:pt x="90" y="154"/>
                  <a:pt x="89" y="137"/>
                  <a:pt x="89" y="124"/>
                </a:cubicBezTo>
                <a:cubicBezTo>
                  <a:pt x="88" y="110"/>
                  <a:pt x="88" y="103"/>
                  <a:pt x="89" y="104"/>
                </a:cubicBezTo>
                <a:cubicBezTo>
                  <a:pt x="86" y="90"/>
                  <a:pt x="81" y="80"/>
                  <a:pt x="73" y="76"/>
                </a:cubicBezTo>
                <a:cubicBezTo>
                  <a:pt x="64" y="71"/>
                  <a:pt x="47" y="68"/>
                  <a:pt x="20" y="65"/>
                </a:cubicBezTo>
                <a:lnTo>
                  <a:pt x="0" y="65"/>
                </a:lnTo>
                <a:lnTo>
                  <a:pt x="0" y="39"/>
                </a:lnTo>
                <a:cubicBezTo>
                  <a:pt x="0" y="22"/>
                  <a:pt x="1" y="13"/>
                  <a:pt x="2" y="13"/>
                </a:cubicBezTo>
                <a:lnTo>
                  <a:pt x="14" y="12"/>
                </a:lnTo>
                <a:cubicBezTo>
                  <a:pt x="21" y="11"/>
                  <a:pt x="32" y="10"/>
                  <a:pt x="48" y="10"/>
                </a:cubicBezTo>
                <a:cubicBezTo>
                  <a:pt x="62" y="9"/>
                  <a:pt x="76" y="8"/>
                  <a:pt x="90" y="7"/>
                </a:cubicBezTo>
                <a:cubicBezTo>
                  <a:pt x="103" y="7"/>
                  <a:pt x="117" y="6"/>
                  <a:pt x="132" y="5"/>
                </a:cubicBezTo>
                <a:cubicBezTo>
                  <a:pt x="147" y="4"/>
                  <a:pt x="158" y="3"/>
                  <a:pt x="166" y="2"/>
                </a:cubicBezTo>
                <a:cubicBezTo>
                  <a:pt x="174" y="0"/>
                  <a:pt x="178" y="0"/>
                  <a:pt x="178" y="1"/>
                </a:cubicBezTo>
                <a:lnTo>
                  <a:pt x="182" y="1"/>
                </a:lnTo>
                <a:lnTo>
                  <a:pt x="182" y="359"/>
                </a:lnTo>
                <a:cubicBezTo>
                  <a:pt x="182" y="601"/>
                  <a:pt x="182" y="722"/>
                  <a:pt x="183" y="723"/>
                </a:cubicBezTo>
                <a:cubicBezTo>
                  <a:pt x="186" y="729"/>
                  <a:pt x="191" y="734"/>
                  <a:pt x="197" y="736"/>
                </a:cubicBezTo>
                <a:cubicBezTo>
                  <a:pt x="213" y="738"/>
                  <a:pt x="231" y="739"/>
                  <a:pt x="252" y="739"/>
                </a:cubicBezTo>
                <a:lnTo>
                  <a:pt x="271" y="739"/>
                </a:lnTo>
                <a:lnTo>
                  <a:pt x="271" y="792"/>
                </a:lnTo>
                <a:lnTo>
                  <a:pt x="262" y="792"/>
                </a:lnTo>
                <a:lnTo>
                  <a:pt x="235" y="790"/>
                </a:lnTo>
                <a:cubicBezTo>
                  <a:pt x="218" y="790"/>
                  <a:pt x="199" y="789"/>
                  <a:pt x="180" y="789"/>
                </a:cubicBezTo>
                <a:cubicBezTo>
                  <a:pt x="160" y="789"/>
                  <a:pt x="145" y="789"/>
                  <a:pt x="136" y="788"/>
                </a:cubicBezTo>
                <a:cubicBezTo>
                  <a:pt x="127" y="787"/>
                  <a:pt x="113" y="787"/>
                  <a:pt x="93" y="788"/>
                </a:cubicBezTo>
                <a:cubicBezTo>
                  <a:pt x="73" y="789"/>
                  <a:pt x="54" y="790"/>
                  <a:pt x="35" y="790"/>
                </a:cubicBezTo>
                <a:lnTo>
                  <a:pt x="9" y="792"/>
                </a:lnTo>
                <a:lnTo>
                  <a:pt x="0" y="792"/>
                </a:lnTo>
                <a:lnTo>
                  <a:pt x="0" y="739"/>
                </a:lnTo>
                <a:lnTo>
                  <a:pt x="18" y="739"/>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403" name=""/>
          <p:cNvSpPr/>
          <p:nvPr/>
        </p:nvSpPr>
        <p:spPr>
          <a:xfrm>
            <a:off x="7121520" y="3476520"/>
            <a:ext cx="181800" cy="187920"/>
          </a:xfrm>
          <a:custGeom>
            <a:avLst/>
            <a:gdLst/>
            <a:ahLst/>
            <a:rect l="0" t="0" r="r" b="b"/>
            <a:pathLst>
              <a:path w="505" h="522">
                <a:moveTo>
                  <a:pt x="0" y="266"/>
                </a:moveTo>
                <a:cubicBezTo>
                  <a:pt x="0" y="194"/>
                  <a:pt x="24" y="132"/>
                  <a:pt x="74" y="79"/>
                </a:cubicBezTo>
                <a:cubicBezTo>
                  <a:pt x="123" y="27"/>
                  <a:pt x="184" y="0"/>
                  <a:pt x="253" y="0"/>
                </a:cubicBezTo>
                <a:cubicBezTo>
                  <a:pt x="322" y="0"/>
                  <a:pt x="380" y="25"/>
                  <a:pt x="430" y="77"/>
                </a:cubicBezTo>
                <a:cubicBezTo>
                  <a:pt x="479" y="129"/>
                  <a:pt x="504" y="191"/>
                  <a:pt x="505" y="265"/>
                </a:cubicBezTo>
                <a:cubicBezTo>
                  <a:pt x="505" y="337"/>
                  <a:pt x="481" y="398"/>
                  <a:pt x="432" y="447"/>
                </a:cubicBezTo>
                <a:cubicBezTo>
                  <a:pt x="383" y="496"/>
                  <a:pt x="324" y="522"/>
                  <a:pt x="253" y="522"/>
                </a:cubicBezTo>
                <a:cubicBezTo>
                  <a:pt x="180" y="522"/>
                  <a:pt x="118" y="496"/>
                  <a:pt x="71" y="445"/>
                </a:cubicBezTo>
                <a:cubicBezTo>
                  <a:pt x="24" y="394"/>
                  <a:pt x="0" y="334"/>
                  <a:pt x="0" y="266"/>
                </a:cubicBezTo>
                <a:moveTo>
                  <a:pt x="253" y="475"/>
                </a:moveTo>
                <a:cubicBezTo>
                  <a:pt x="346" y="475"/>
                  <a:pt x="392" y="414"/>
                  <a:pt x="392" y="290"/>
                </a:cubicBezTo>
                <a:lnTo>
                  <a:pt x="392" y="253"/>
                </a:lnTo>
                <a:lnTo>
                  <a:pt x="392" y="225"/>
                </a:lnTo>
                <a:cubicBezTo>
                  <a:pt x="392" y="208"/>
                  <a:pt x="392" y="194"/>
                  <a:pt x="391" y="182"/>
                </a:cubicBezTo>
                <a:cubicBezTo>
                  <a:pt x="390" y="170"/>
                  <a:pt x="388" y="155"/>
                  <a:pt x="383" y="138"/>
                </a:cubicBezTo>
                <a:cubicBezTo>
                  <a:pt x="379" y="122"/>
                  <a:pt x="372" y="108"/>
                  <a:pt x="365" y="98"/>
                </a:cubicBezTo>
                <a:cubicBezTo>
                  <a:pt x="357" y="87"/>
                  <a:pt x="346" y="76"/>
                  <a:pt x="330" y="66"/>
                </a:cubicBezTo>
                <a:cubicBezTo>
                  <a:pt x="314" y="55"/>
                  <a:pt x="295" y="47"/>
                  <a:pt x="274" y="43"/>
                </a:cubicBezTo>
                <a:cubicBezTo>
                  <a:pt x="270" y="42"/>
                  <a:pt x="264" y="42"/>
                  <a:pt x="256" y="42"/>
                </a:cubicBezTo>
                <a:cubicBezTo>
                  <a:pt x="233" y="42"/>
                  <a:pt x="211" y="46"/>
                  <a:pt x="191" y="55"/>
                </a:cubicBezTo>
                <a:cubicBezTo>
                  <a:pt x="158" y="72"/>
                  <a:pt x="137" y="95"/>
                  <a:pt x="127" y="125"/>
                </a:cubicBezTo>
                <a:cubicBezTo>
                  <a:pt x="116" y="154"/>
                  <a:pt x="111" y="189"/>
                  <a:pt x="111" y="230"/>
                </a:cubicBezTo>
                <a:lnTo>
                  <a:pt x="111" y="252"/>
                </a:lnTo>
                <a:cubicBezTo>
                  <a:pt x="111" y="325"/>
                  <a:pt x="118" y="376"/>
                  <a:pt x="134" y="406"/>
                </a:cubicBezTo>
                <a:cubicBezTo>
                  <a:pt x="158" y="452"/>
                  <a:pt x="198" y="475"/>
                  <a:pt x="253" y="475"/>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404" name=""/>
          <p:cNvSpPr/>
          <p:nvPr/>
        </p:nvSpPr>
        <p:spPr>
          <a:xfrm>
            <a:off x="7326720" y="3474360"/>
            <a:ext cx="187200" cy="270360"/>
          </a:xfrm>
          <a:custGeom>
            <a:avLst/>
            <a:gdLst/>
            <a:ahLst/>
            <a:rect l="0" t="0" r="r" b="b"/>
            <a:pathLst>
              <a:path w="520" h="751">
                <a:moveTo>
                  <a:pt x="342" y="50"/>
                </a:moveTo>
                <a:cubicBezTo>
                  <a:pt x="376" y="17"/>
                  <a:pt x="414" y="0"/>
                  <a:pt x="456" y="0"/>
                </a:cubicBezTo>
                <a:cubicBezTo>
                  <a:pt x="479" y="0"/>
                  <a:pt x="495" y="7"/>
                  <a:pt x="505" y="22"/>
                </a:cubicBezTo>
                <a:cubicBezTo>
                  <a:pt x="515" y="36"/>
                  <a:pt x="520" y="50"/>
                  <a:pt x="520" y="65"/>
                </a:cubicBezTo>
                <a:cubicBezTo>
                  <a:pt x="520" y="75"/>
                  <a:pt x="517" y="85"/>
                  <a:pt x="510" y="93"/>
                </a:cubicBezTo>
                <a:cubicBezTo>
                  <a:pt x="503" y="102"/>
                  <a:pt x="493" y="106"/>
                  <a:pt x="479" y="106"/>
                </a:cubicBezTo>
                <a:cubicBezTo>
                  <a:pt x="454" y="106"/>
                  <a:pt x="440" y="94"/>
                  <a:pt x="437" y="72"/>
                </a:cubicBezTo>
                <a:cubicBezTo>
                  <a:pt x="435" y="61"/>
                  <a:pt x="437" y="53"/>
                  <a:pt x="440" y="48"/>
                </a:cubicBezTo>
                <a:cubicBezTo>
                  <a:pt x="440" y="47"/>
                  <a:pt x="441" y="46"/>
                  <a:pt x="441" y="44"/>
                </a:cubicBezTo>
                <a:lnTo>
                  <a:pt x="441" y="43"/>
                </a:lnTo>
                <a:cubicBezTo>
                  <a:pt x="420" y="45"/>
                  <a:pt x="400" y="54"/>
                  <a:pt x="381" y="68"/>
                </a:cubicBezTo>
                <a:cubicBezTo>
                  <a:pt x="375" y="72"/>
                  <a:pt x="372" y="75"/>
                  <a:pt x="372" y="76"/>
                </a:cubicBezTo>
                <a:cubicBezTo>
                  <a:pt x="372" y="77"/>
                  <a:pt x="374" y="79"/>
                  <a:pt x="377" y="82"/>
                </a:cubicBezTo>
                <a:cubicBezTo>
                  <a:pt x="380" y="85"/>
                  <a:pt x="383" y="89"/>
                  <a:pt x="387" y="96"/>
                </a:cubicBezTo>
                <a:cubicBezTo>
                  <a:pt x="391" y="102"/>
                  <a:pt x="395" y="108"/>
                  <a:pt x="399" y="116"/>
                </a:cubicBezTo>
                <a:cubicBezTo>
                  <a:pt x="404" y="124"/>
                  <a:pt x="407" y="133"/>
                  <a:pt x="410" y="146"/>
                </a:cubicBezTo>
                <a:cubicBezTo>
                  <a:pt x="412" y="158"/>
                  <a:pt x="413" y="170"/>
                  <a:pt x="414" y="183"/>
                </a:cubicBezTo>
                <a:cubicBezTo>
                  <a:pt x="414" y="230"/>
                  <a:pt x="396" y="270"/>
                  <a:pt x="358" y="303"/>
                </a:cubicBezTo>
                <a:cubicBezTo>
                  <a:pt x="321" y="335"/>
                  <a:pt x="275" y="352"/>
                  <a:pt x="221" y="353"/>
                </a:cubicBezTo>
                <a:cubicBezTo>
                  <a:pt x="183" y="353"/>
                  <a:pt x="144" y="342"/>
                  <a:pt x="107" y="321"/>
                </a:cubicBezTo>
                <a:cubicBezTo>
                  <a:pt x="99" y="335"/>
                  <a:pt x="94" y="349"/>
                  <a:pt x="94" y="364"/>
                </a:cubicBezTo>
                <a:cubicBezTo>
                  <a:pt x="94" y="391"/>
                  <a:pt x="104" y="410"/>
                  <a:pt x="124" y="423"/>
                </a:cubicBezTo>
                <a:cubicBezTo>
                  <a:pt x="131" y="428"/>
                  <a:pt x="137" y="430"/>
                  <a:pt x="143" y="430"/>
                </a:cubicBezTo>
                <a:cubicBezTo>
                  <a:pt x="150" y="430"/>
                  <a:pt x="178" y="431"/>
                  <a:pt x="226" y="432"/>
                </a:cubicBezTo>
                <a:cubicBezTo>
                  <a:pt x="290" y="433"/>
                  <a:pt x="331" y="436"/>
                  <a:pt x="349" y="439"/>
                </a:cubicBezTo>
                <a:cubicBezTo>
                  <a:pt x="396" y="446"/>
                  <a:pt x="432" y="462"/>
                  <a:pt x="459" y="487"/>
                </a:cubicBezTo>
                <a:cubicBezTo>
                  <a:pt x="488" y="517"/>
                  <a:pt x="503" y="554"/>
                  <a:pt x="503" y="599"/>
                </a:cubicBezTo>
                <a:cubicBezTo>
                  <a:pt x="503" y="649"/>
                  <a:pt x="473" y="688"/>
                  <a:pt x="414" y="716"/>
                </a:cubicBezTo>
                <a:cubicBezTo>
                  <a:pt x="369" y="739"/>
                  <a:pt x="315" y="751"/>
                  <a:pt x="253" y="751"/>
                </a:cubicBezTo>
                <a:cubicBezTo>
                  <a:pt x="190" y="751"/>
                  <a:pt x="134" y="739"/>
                  <a:pt x="89" y="716"/>
                </a:cubicBezTo>
                <a:cubicBezTo>
                  <a:pt x="30" y="689"/>
                  <a:pt x="0" y="651"/>
                  <a:pt x="0" y="602"/>
                </a:cubicBezTo>
                <a:cubicBezTo>
                  <a:pt x="0" y="575"/>
                  <a:pt x="8" y="552"/>
                  <a:pt x="24" y="534"/>
                </a:cubicBezTo>
                <a:cubicBezTo>
                  <a:pt x="40" y="515"/>
                  <a:pt x="56" y="503"/>
                  <a:pt x="72" y="496"/>
                </a:cubicBezTo>
                <a:lnTo>
                  <a:pt x="84" y="489"/>
                </a:lnTo>
                <a:cubicBezTo>
                  <a:pt x="57" y="465"/>
                  <a:pt x="43" y="433"/>
                  <a:pt x="43" y="393"/>
                </a:cubicBezTo>
                <a:cubicBezTo>
                  <a:pt x="43" y="357"/>
                  <a:pt x="54" y="325"/>
                  <a:pt x="76" y="296"/>
                </a:cubicBezTo>
                <a:cubicBezTo>
                  <a:pt x="43" y="263"/>
                  <a:pt x="26" y="225"/>
                  <a:pt x="26" y="183"/>
                </a:cubicBezTo>
                <a:cubicBezTo>
                  <a:pt x="26" y="135"/>
                  <a:pt x="45" y="95"/>
                  <a:pt x="83" y="63"/>
                </a:cubicBezTo>
                <a:cubicBezTo>
                  <a:pt x="121" y="30"/>
                  <a:pt x="168" y="13"/>
                  <a:pt x="222" y="12"/>
                </a:cubicBezTo>
                <a:cubicBezTo>
                  <a:pt x="260" y="12"/>
                  <a:pt x="297" y="22"/>
                  <a:pt x="330" y="42"/>
                </a:cubicBezTo>
                <a:lnTo>
                  <a:pt x="342" y="50"/>
                </a:lnTo>
                <a:moveTo>
                  <a:pt x="308" y="125"/>
                </a:moveTo>
                <a:cubicBezTo>
                  <a:pt x="305" y="104"/>
                  <a:pt x="295" y="87"/>
                  <a:pt x="279" y="75"/>
                </a:cubicBezTo>
                <a:cubicBezTo>
                  <a:pt x="263" y="63"/>
                  <a:pt x="243" y="56"/>
                  <a:pt x="220" y="56"/>
                </a:cubicBezTo>
                <a:cubicBezTo>
                  <a:pt x="197" y="56"/>
                  <a:pt x="179" y="62"/>
                  <a:pt x="163" y="74"/>
                </a:cubicBezTo>
                <a:cubicBezTo>
                  <a:pt x="146" y="86"/>
                  <a:pt x="136" y="103"/>
                  <a:pt x="132" y="125"/>
                </a:cubicBezTo>
                <a:cubicBezTo>
                  <a:pt x="130" y="138"/>
                  <a:pt x="129" y="157"/>
                  <a:pt x="129" y="183"/>
                </a:cubicBezTo>
                <a:cubicBezTo>
                  <a:pt x="129" y="217"/>
                  <a:pt x="131" y="241"/>
                  <a:pt x="137" y="257"/>
                </a:cubicBezTo>
                <a:cubicBezTo>
                  <a:pt x="142" y="273"/>
                  <a:pt x="154" y="286"/>
                  <a:pt x="172" y="297"/>
                </a:cubicBezTo>
                <a:cubicBezTo>
                  <a:pt x="185" y="305"/>
                  <a:pt x="201" y="308"/>
                  <a:pt x="221" y="308"/>
                </a:cubicBezTo>
                <a:cubicBezTo>
                  <a:pt x="237" y="308"/>
                  <a:pt x="252" y="306"/>
                  <a:pt x="264" y="300"/>
                </a:cubicBezTo>
                <a:cubicBezTo>
                  <a:pt x="276" y="295"/>
                  <a:pt x="285" y="288"/>
                  <a:pt x="290" y="280"/>
                </a:cubicBezTo>
                <a:cubicBezTo>
                  <a:pt x="295" y="272"/>
                  <a:pt x="300" y="264"/>
                  <a:pt x="303" y="257"/>
                </a:cubicBezTo>
                <a:cubicBezTo>
                  <a:pt x="306" y="250"/>
                  <a:pt x="308" y="245"/>
                  <a:pt x="308" y="240"/>
                </a:cubicBezTo>
                <a:cubicBezTo>
                  <a:pt x="311" y="228"/>
                  <a:pt x="312" y="209"/>
                  <a:pt x="312" y="183"/>
                </a:cubicBezTo>
                <a:cubicBezTo>
                  <a:pt x="312" y="157"/>
                  <a:pt x="311" y="138"/>
                  <a:pt x="308" y="125"/>
                </a:cubicBezTo>
                <a:moveTo>
                  <a:pt x="427" y="602"/>
                </a:moveTo>
                <a:cubicBezTo>
                  <a:pt x="427" y="583"/>
                  <a:pt x="421" y="567"/>
                  <a:pt x="411" y="555"/>
                </a:cubicBezTo>
                <a:cubicBezTo>
                  <a:pt x="400" y="543"/>
                  <a:pt x="385" y="534"/>
                  <a:pt x="364" y="529"/>
                </a:cubicBezTo>
                <a:cubicBezTo>
                  <a:pt x="344" y="524"/>
                  <a:pt x="325" y="520"/>
                  <a:pt x="308" y="519"/>
                </a:cubicBezTo>
                <a:cubicBezTo>
                  <a:pt x="292" y="517"/>
                  <a:pt x="271" y="517"/>
                  <a:pt x="247" y="517"/>
                </a:cubicBezTo>
                <a:lnTo>
                  <a:pt x="216" y="517"/>
                </a:lnTo>
                <a:cubicBezTo>
                  <a:pt x="165" y="517"/>
                  <a:pt x="134" y="519"/>
                  <a:pt x="124" y="523"/>
                </a:cubicBezTo>
                <a:cubicBezTo>
                  <a:pt x="109" y="530"/>
                  <a:pt x="97" y="541"/>
                  <a:pt x="89" y="555"/>
                </a:cubicBezTo>
                <a:cubicBezTo>
                  <a:pt x="80" y="570"/>
                  <a:pt x="76" y="585"/>
                  <a:pt x="75" y="601"/>
                </a:cubicBezTo>
                <a:cubicBezTo>
                  <a:pt x="75" y="608"/>
                  <a:pt x="77" y="617"/>
                  <a:pt x="82" y="627"/>
                </a:cubicBezTo>
                <a:cubicBezTo>
                  <a:pt x="86" y="637"/>
                  <a:pt x="94" y="648"/>
                  <a:pt x="106" y="661"/>
                </a:cubicBezTo>
                <a:cubicBezTo>
                  <a:pt x="117" y="674"/>
                  <a:pt x="135" y="685"/>
                  <a:pt x="161" y="693"/>
                </a:cubicBezTo>
                <a:cubicBezTo>
                  <a:pt x="186" y="701"/>
                  <a:pt x="217" y="706"/>
                  <a:pt x="253" y="707"/>
                </a:cubicBezTo>
                <a:cubicBezTo>
                  <a:pt x="305" y="707"/>
                  <a:pt x="347" y="696"/>
                  <a:pt x="379" y="675"/>
                </a:cubicBezTo>
                <a:cubicBezTo>
                  <a:pt x="411" y="654"/>
                  <a:pt x="427" y="629"/>
                  <a:pt x="427" y="602"/>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405" name=""/>
          <p:cNvSpPr/>
          <p:nvPr/>
        </p:nvSpPr>
        <p:spPr>
          <a:xfrm>
            <a:off x="7601400" y="3478680"/>
            <a:ext cx="175320" cy="261000"/>
          </a:xfrm>
          <a:custGeom>
            <a:avLst/>
            <a:gdLst/>
            <a:ahLst/>
            <a:rect l="0" t="0" r="r" b="b"/>
            <a:pathLst>
              <a:path w="487" h="725">
                <a:moveTo>
                  <a:pt x="0" y="326"/>
                </a:moveTo>
                <a:cubicBezTo>
                  <a:pt x="0" y="249"/>
                  <a:pt x="30" y="176"/>
                  <a:pt x="88" y="107"/>
                </a:cubicBezTo>
                <a:cubicBezTo>
                  <a:pt x="146" y="37"/>
                  <a:pt x="210" y="2"/>
                  <a:pt x="282" y="2"/>
                </a:cubicBezTo>
                <a:cubicBezTo>
                  <a:pt x="328" y="2"/>
                  <a:pt x="363" y="21"/>
                  <a:pt x="387" y="61"/>
                </a:cubicBezTo>
                <a:cubicBezTo>
                  <a:pt x="388" y="60"/>
                  <a:pt x="390" y="58"/>
                  <a:pt x="393" y="54"/>
                </a:cubicBezTo>
                <a:cubicBezTo>
                  <a:pt x="396" y="50"/>
                  <a:pt x="400" y="46"/>
                  <a:pt x="405" y="41"/>
                </a:cubicBezTo>
                <a:cubicBezTo>
                  <a:pt x="411" y="37"/>
                  <a:pt x="417" y="32"/>
                  <a:pt x="424" y="28"/>
                </a:cubicBezTo>
                <a:cubicBezTo>
                  <a:pt x="449" y="10"/>
                  <a:pt x="467" y="0"/>
                  <a:pt x="476" y="0"/>
                </a:cubicBezTo>
                <a:cubicBezTo>
                  <a:pt x="479" y="0"/>
                  <a:pt x="482" y="2"/>
                  <a:pt x="484" y="4"/>
                </a:cubicBezTo>
                <a:cubicBezTo>
                  <a:pt x="486" y="6"/>
                  <a:pt x="487" y="8"/>
                  <a:pt x="487" y="10"/>
                </a:cubicBezTo>
                <a:cubicBezTo>
                  <a:pt x="487" y="16"/>
                  <a:pt x="461" y="126"/>
                  <a:pt x="409" y="335"/>
                </a:cubicBezTo>
                <a:cubicBezTo>
                  <a:pt x="355" y="551"/>
                  <a:pt x="328" y="660"/>
                  <a:pt x="328" y="663"/>
                </a:cubicBezTo>
                <a:cubicBezTo>
                  <a:pt x="328" y="669"/>
                  <a:pt x="345" y="672"/>
                  <a:pt x="379" y="673"/>
                </a:cubicBezTo>
                <a:lnTo>
                  <a:pt x="408" y="673"/>
                </a:lnTo>
                <a:cubicBezTo>
                  <a:pt x="412" y="679"/>
                  <a:pt x="415" y="683"/>
                  <a:pt x="415" y="683"/>
                </a:cubicBezTo>
                <a:cubicBezTo>
                  <a:pt x="415" y="684"/>
                  <a:pt x="413" y="691"/>
                  <a:pt x="411" y="704"/>
                </a:cubicBezTo>
                <a:cubicBezTo>
                  <a:pt x="408" y="714"/>
                  <a:pt x="404" y="721"/>
                  <a:pt x="400" y="725"/>
                </a:cubicBezTo>
                <a:lnTo>
                  <a:pt x="385" y="725"/>
                </a:lnTo>
                <a:cubicBezTo>
                  <a:pt x="361" y="724"/>
                  <a:pt x="320" y="723"/>
                  <a:pt x="262" y="723"/>
                </a:cubicBezTo>
                <a:cubicBezTo>
                  <a:pt x="241" y="723"/>
                  <a:pt x="221" y="723"/>
                  <a:pt x="204" y="723"/>
                </a:cubicBezTo>
                <a:cubicBezTo>
                  <a:pt x="186" y="723"/>
                  <a:pt x="172" y="723"/>
                  <a:pt x="162" y="723"/>
                </a:cubicBezTo>
                <a:cubicBezTo>
                  <a:pt x="151" y="723"/>
                  <a:pt x="145" y="724"/>
                  <a:pt x="142" y="724"/>
                </a:cubicBezTo>
                <a:cubicBezTo>
                  <a:pt x="132" y="724"/>
                  <a:pt x="127" y="721"/>
                  <a:pt x="127" y="715"/>
                </a:cubicBezTo>
                <a:cubicBezTo>
                  <a:pt x="127" y="713"/>
                  <a:pt x="127" y="707"/>
                  <a:pt x="129" y="698"/>
                </a:cubicBezTo>
                <a:cubicBezTo>
                  <a:pt x="132" y="686"/>
                  <a:pt x="135" y="679"/>
                  <a:pt x="137" y="676"/>
                </a:cubicBezTo>
                <a:cubicBezTo>
                  <a:pt x="139" y="674"/>
                  <a:pt x="147" y="673"/>
                  <a:pt x="160" y="673"/>
                </a:cubicBezTo>
                <a:cubicBezTo>
                  <a:pt x="196" y="673"/>
                  <a:pt x="218" y="670"/>
                  <a:pt x="226" y="665"/>
                </a:cubicBezTo>
                <a:cubicBezTo>
                  <a:pt x="232" y="661"/>
                  <a:pt x="242" y="628"/>
                  <a:pt x="257" y="565"/>
                </a:cubicBezTo>
                <a:cubicBezTo>
                  <a:pt x="273" y="502"/>
                  <a:pt x="281" y="470"/>
                  <a:pt x="281" y="468"/>
                </a:cubicBezTo>
                <a:cubicBezTo>
                  <a:pt x="281" y="467"/>
                  <a:pt x="279" y="469"/>
                  <a:pt x="273" y="472"/>
                </a:cubicBezTo>
                <a:cubicBezTo>
                  <a:pt x="237" y="501"/>
                  <a:pt x="199" y="516"/>
                  <a:pt x="160" y="516"/>
                </a:cubicBezTo>
                <a:cubicBezTo>
                  <a:pt x="118" y="516"/>
                  <a:pt x="81" y="501"/>
                  <a:pt x="49" y="470"/>
                </a:cubicBezTo>
                <a:cubicBezTo>
                  <a:pt x="16" y="440"/>
                  <a:pt x="0" y="392"/>
                  <a:pt x="0" y="326"/>
                </a:cubicBezTo>
                <a:moveTo>
                  <a:pt x="364" y="133"/>
                </a:moveTo>
                <a:cubicBezTo>
                  <a:pt x="347" y="73"/>
                  <a:pt x="319" y="43"/>
                  <a:pt x="279" y="43"/>
                </a:cubicBezTo>
                <a:cubicBezTo>
                  <a:pt x="253" y="43"/>
                  <a:pt x="227" y="54"/>
                  <a:pt x="203" y="78"/>
                </a:cubicBezTo>
                <a:cubicBezTo>
                  <a:pt x="179" y="102"/>
                  <a:pt x="160" y="133"/>
                  <a:pt x="146" y="171"/>
                </a:cubicBezTo>
                <a:cubicBezTo>
                  <a:pt x="124" y="231"/>
                  <a:pt x="108" y="293"/>
                  <a:pt x="99" y="358"/>
                </a:cubicBezTo>
                <a:cubicBezTo>
                  <a:pt x="99" y="360"/>
                  <a:pt x="99" y="364"/>
                  <a:pt x="99" y="370"/>
                </a:cubicBezTo>
                <a:cubicBezTo>
                  <a:pt x="99" y="376"/>
                  <a:pt x="99" y="381"/>
                  <a:pt x="98" y="384"/>
                </a:cubicBezTo>
                <a:cubicBezTo>
                  <a:pt x="98" y="418"/>
                  <a:pt x="105" y="442"/>
                  <a:pt x="119" y="455"/>
                </a:cubicBezTo>
                <a:cubicBezTo>
                  <a:pt x="132" y="467"/>
                  <a:pt x="149" y="474"/>
                  <a:pt x="168" y="475"/>
                </a:cubicBezTo>
                <a:cubicBezTo>
                  <a:pt x="209" y="475"/>
                  <a:pt x="251" y="448"/>
                  <a:pt x="294" y="393"/>
                </a:cubicBezTo>
                <a:lnTo>
                  <a:pt x="303" y="381"/>
                </a:lnTo>
                <a:lnTo>
                  <a:pt x="364" y="133"/>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406" name=""/>
          <p:cNvSpPr/>
          <p:nvPr/>
        </p:nvSpPr>
        <p:spPr>
          <a:xfrm>
            <a:off x="7814880" y="3352680"/>
            <a:ext cx="98280" cy="410040"/>
          </a:xfrm>
          <a:custGeom>
            <a:avLst/>
            <a:gdLst/>
            <a:ahLst/>
            <a:rect l="0" t="0" r="r" b="b"/>
            <a:pathLst>
              <a:path w="273" h="1139">
                <a:moveTo>
                  <a:pt x="0" y="570"/>
                </a:moveTo>
                <a:cubicBezTo>
                  <a:pt x="0" y="518"/>
                  <a:pt x="4" y="468"/>
                  <a:pt x="12" y="421"/>
                </a:cubicBezTo>
                <a:cubicBezTo>
                  <a:pt x="19" y="374"/>
                  <a:pt x="28" y="332"/>
                  <a:pt x="38" y="298"/>
                </a:cubicBezTo>
                <a:cubicBezTo>
                  <a:pt x="48" y="264"/>
                  <a:pt x="62" y="231"/>
                  <a:pt x="80" y="198"/>
                </a:cubicBezTo>
                <a:cubicBezTo>
                  <a:pt x="98" y="165"/>
                  <a:pt x="113" y="140"/>
                  <a:pt x="123" y="122"/>
                </a:cubicBezTo>
                <a:cubicBezTo>
                  <a:pt x="134" y="103"/>
                  <a:pt x="150" y="84"/>
                  <a:pt x="171" y="62"/>
                </a:cubicBezTo>
                <a:cubicBezTo>
                  <a:pt x="193" y="41"/>
                  <a:pt x="206" y="28"/>
                  <a:pt x="210" y="24"/>
                </a:cubicBezTo>
                <a:cubicBezTo>
                  <a:pt x="214" y="19"/>
                  <a:pt x="223" y="11"/>
                  <a:pt x="238" y="0"/>
                </a:cubicBezTo>
                <a:lnTo>
                  <a:pt x="253" y="0"/>
                </a:lnTo>
                <a:lnTo>
                  <a:pt x="258" y="0"/>
                </a:lnTo>
                <a:cubicBezTo>
                  <a:pt x="268" y="0"/>
                  <a:pt x="273" y="3"/>
                  <a:pt x="273" y="10"/>
                </a:cubicBezTo>
                <a:cubicBezTo>
                  <a:pt x="273" y="12"/>
                  <a:pt x="267" y="20"/>
                  <a:pt x="254" y="34"/>
                </a:cubicBezTo>
                <a:cubicBezTo>
                  <a:pt x="241" y="48"/>
                  <a:pt x="226" y="68"/>
                  <a:pt x="207" y="94"/>
                </a:cubicBezTo>
                <a:cubicBezTo>
                  <a:pt x="189" y="121"/>
                  <a:pt x="170" y="154"/>
                  <a:pt x="151" y="192"/>
                </a:cubicBezTo>
                <a:cubicBezTo>
                  <a:pt x="132" y="231"/>
                  <a:pt x="116" y="283"/>
                  <a:pt x="103" y="349"/>
                </a:cubicBezTo>
                <a:cubicBezTo>
                  <a:pt x="90" y="416"/>
                  <a:pt x="84" y="490"/>
                  <a:pt x="84" y="570"/>
                </a:cubicBezTo>
                <a:cubicBezTo>
                  <a:pt x="84" y="650"/>
                  <a:pt x="90" y="723"/>
                  <a:pt x="103" y="789"/>
                </a:cubicBezTo>
                <a:cubicBezTo>
                  <a:pt x="116" y="854"/>
                  <a:pt x="131" y="907"/>
                  <a:pt x="150" y="947"/>
                </a:cubicBezTo>
                <a:cubicBezTo>
                  <a:pt x="168" y="987"/>
                  <a:pt x="186" y="1020"/>
                  <a:pt x="206" y="1045"/>
                </a:cubicBezTo>
                <a:cubicBezTo>
                  <a:pt x="225" y="1070"/>
                  <a:pt x="241" y="1090"/>
                  <a:pt x="254" y="1105"/>
                </a:cubicBezTo>
                <a:cubicBezTo>
                  <a:pt x="267" y="1120"/>
                  <a:pt x="273" y="1128"/>
                  <a:pt x="273" y="1129"/>
                </a:cubicBezTo>
                <a:cubicBezTo>
                  <a:pt x="273" y="1136"/>
                  <a:pt x="268" y="1139"/>
                  <a:pt x="256" y="1139"/>
                </a:cubicBezTo>
                <a:lnTo>
                  <a:pt x="253" y="1139"/>
                </a:lnTo>
                <a:lnTo>
                  <a:pt x="238" y="1139"/>
                </a:lnTo>
                <a:lnTo>
                  <a:pt x="206" y="1112"/>
                </a:lnTo>
                <a:cubicBezTo>
                  <a:pt x="134" y="1047"/>
                  <a:pt x="82" y="967"/>
                  <a:pt x="49" y="871"/>
                </a:cubicBezTo>
                <a:cubicBezTo>
                  <a:pt x="17" y="774"/>
                  <a:pt x="0" y="674"/>
                  <a:pt x="0" y="570"/>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407" name=""/>
          <p:cNvSpPr/>
          <p:nvPr/>
        </p:nvSpPr>
        <p:spPr>
          <a:xfrm>
            <a:off x="7944480" y="3477960"/>
            <a:ext cx="231840" cy="182520"/>
          </a:xfrm>
          <a:custGeom>
            <a:avLst/>
            <a:gdLst/>
            <a:ahLst/>
            <a:rect l="0" t="0" r="r" b="b"/>
            <a:pathLst>
              <a:path w="644" h="507">
                <a:moveTo>
                  <a:pt x="236" y="507"/>
                </a:moveTo>
                <a:cubicBezTo>
                  <a:pt x="224" y="504"/>
                  <a:pt x="184" y="503"/>
                  <a:pt x="114" y="503"/>
                </a:cubicBezTo>
                <a:cubicBezTo>
                  <a:pt x="52" y="503"/>
                  <a:pt x="17" y="504"/>
                  <a:pt x="8" y="507"/>
                </a:cubicBezTo>
                <a:lnTo>
                  <a:pt x="0" y="507"/>
                </a:lnTo>
                <a:lnTo>
                  <a:pt x="0" y="436"/>
                </a:lnTo>
                <a:lnTo>
                  <a:pt x="109" y="436"/>
                </a:lnTo>
                <a:lnTo>
                  <a:pt x="256" y="264"/>
                </a:lnTo>
                <a:lnTo>
                  <a:pt x="100" y="71"/>
                </a:lnTo>
                <a:lnTo>
                  <a:pt x="6" y="71"/>
                </a:lnTo>
                <a:lnTo>
                  <a:pt x="6" y="0"/>
                </a:lnTo>
                <a:lnTo>
                  <a:pt x="15" y="0"/>
                </a:lnTo>
                <a:cubicBezTo>
                  <a:pt x="26" y="2"/>
                  <a:pt x="68" y="4"/>
                  <a:pt x="140" y="4"/>
                </a:cubicBezTo>
                <a:cubicBezTo>
                  <a:pt x="219" y="4"/>
                  <a:pt x="265" y="2"/>
                  <a:pt x="279" y="0"/>
                </a:cubicBezTo>
                <a:lnTo>
                  <a:pt x="289" y="0"/>
                </a:lnTo>
                <a:lnTo>
                  <a:pt x="289" y="71"/>
                </a:lnTo>
                <a:lnTo>
                  <a:pt x="257" y="71"/>
                </a:lnTo>
                <a:lnTo>
                  <a:pt x="297" y="120"/>
                </a:lnTo>
                <a:cubicBezTo>
                  <a:pt x="323" y="152"/>
                  <a:pt x="336" y="168"/>
                  <a:pt x="337" y="168"/>
                </a:cubicBezTo>
                <a:cubicBezTo>
                  <a:pt x="340" y="168"/>
                  <a:pt x="354" y="151"/>
                  <a:pt x="380" y="117"/>
                </a:cubicBezTo>
                <a:lnTo>
                  <a:pt x="420" y="71"/>
                </a:lnTo>
                <a:lnTo>
                  <a:pt x="378" y="71"/>
                </a:lnTo>
                <a:lnTo>
                  <a:pt x="378" y="0"/>
                </a:lnTo>
                <a:lnTo>
                  <a:pt x="387" y="0"/>
                </a:lnTo>
                <a:cubicBezTo>
                  <a:pt x="398" y="2"/>
                  <a:pt x="439" y="4"/>
                  <a:pt x="508" y="4"/>
                </a:cubicBezTo>
                <a:cubicBezTo>
                  <a:pt x="569" y="4"/>
                  <a:pt x="604" y="2"/>
                  <a:pt x="614" y="0"/>
                </a:cubicBezTo>
                <a:lnTo>
                  <a:pt x="622" y="0"/>
                </a:lnTo>
                <a:lnTo>
                  <a:pt x="622" y="71"/>
                </a:lnTo>
                <a:lnTo>
                  <a:pt x="513" y="71"/>
                </a:lnTo>
                <a:lnTo>
                  <a:pt x="381" y="227"/>
                </a:lnTo>
                <a:lnTo>
                  <a:pt x="551" y="435"/>
                </a:lnTo>
                <a:lnTo>
                  <a:pt x="598" y="436"/>
                </a:lnTo>
                <a:lnTo>
                  <a:pt x="644" y="436"/>
                </a:lnTo>
                <a:lnTo>
                  <a:pt x="644" y="507"/>
                </a:lnTo>
                <a:lnTo>
                  <a:pt x="635" y="507"/>
                </a:lnTo>
                <a:cubicBezTo>
                  <a:pt x="624" y="504"/>
                  <a:pt x="582" y="503"/>
                  <a:pt x="511" y="503"/>
                </a:cubicBezTo>
                <a:cubicBezTo>
                  <a:pt x="432" y="503"/>
                  <a:pt x="386" y="504"/>
                  <a:pt x="372" y="507"/>
                </a:cubicBezTo>
                <a:lnTo>
                  <a:pt x="362" y="507"/>
                </a:lnTo>
                <a:lnTo>
                  <a:pt x="362" y="436"/>
                </a:lnTo>
                <a:lnTo>
                  <a:pt x="394" y="436"/>
                </a:lnTo>
                <a:cubicBezTo>
                  <a:pt x="394" y="435"/>
                  <a:pt x="379" y="416"/>
                  <a:pt x="348" y="379"/>
                </a:cubicBezTo>
                <a:cubicBezTo>
                  <a:pt x="318" y="342"/>
                  <a:pt x="302" y="323"/>
                  <a:pt x="302" y="321"/>
                </a:cubicBezTo>
                <a:lnTo>
                  <a:pt x="203" y="435"/>
                </a:lnTo>
                <a:lnTo>
                  <a:pt x="224" y="436"/>
                </a:lnTo>
                <a:lnTo>
                  <a:pt x="245" y="436"/>
                </a:lnTo>
                <a:lnTo>
                  <a:pt x="245" y="507"/>
                </a:lnTo>
                <a:lnTo>
                  <a:pt x="236" y="507"/>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408" name=""/>
          <p:cNvSpPr/>
          <p:nvPr/>
        </p:nvSpPr>
        <p:spPr>
          <a:xfrm>
            <a:off x="8222400" y="3528360"/>
            <a:ext cx="99720" cy="193320"/>
          </a:xfrm>
          <a:custGeom>
            <a:avLst/>
            <a:gdLst/>
            <a:ahLst/>
            <a:rect l="0" t="0" r="r" b="b"/>
            <a:pathLst>
              <a:path w="277" h="537">
                <a:moveTo>
                  <a:pt x="104" y="71"/>
                </a:moveTo>
                <a:lnTo>
                  <a:pt x="94" y="75"/>
                </a:lnTo>
                <a:cubicBezTo>
                  <a:pt x="86" y="78"/>
                  <a:pt x="75" y="81"/>
                  <a:pt x="62" y="83"/>
                </a:cubicBezTo>
                <a:cubicBezTo>
                  <a:pt x="48" y="86"/>
                  <a:pt x="32" y="88"/>
                  <a:pt x="15" y="89"/>
                </a:cubicBezTo>
                <a:lnTo>
                  <a:pt x="0" y="89"/>
                </a:lnTo>
                <a:lnTo>
                  <a:pt x="0" y="52"/>
                </a:lnTo>
                <a:lnTo>
                  <a:pt x="15" y="52"/>
                </a:lnTo>
                <a:cubicBezTo>
                  <a:pt x="40" y="51"/>
                  <a:pt x="63" y="47"/>
                  <a:pt x="85" y="40"/>
                </a:cubicBezTo>
                <a:cubicBezTo>
                  <a:pt x="106" y="33"/>
                  <a:pt x="121" y="26"/>
                  <a:pt x="130" y="20"/>
                </a:cubicBezTo>
                <a:cubicBezTo>
                  <a:pt x="139" y="15"/>
                  <a:pt x="146" y="9"/>
                  <a:pt x="152" y="3"/>
                </a:cubicBezTo>
                <a:cubicBezTo>
                  <a:pt x="154" y="1"/>
                  <a:pt x="157" y="0"/>
                  <a:pt x="162" y="0"/>
                </a:cubicBezTo>
                <a:cubicBezTo>
                  <a:pt x="167" y="0"/>
                  <a:pt x="172" y="2"/>
                  <a:pt x="176" y="5"/>
                </a:cubicBezTo>
                <a:lnTo>
                  <a:pt x="176" y="247"/>
                </a:lnTo>
                <a:lnTo>
                  <a:pt x="177" y="488"/>
                </a:lnTo>
                <a:cubicBezTo>
                  <a:pt x="180" y="492"/>
                  <a:pt x="184" y="494"/>
                  <a:pt x="186" y="496"/>
                </a:cubicBezTo>
                <a:cubicBezTo>
                  <a:pt x="189" y="497"/>
                  <a:pt x="195" y="498"/>
                  <a:pt x="207" y="499"/>
                </a:cubicBezTo>
                <a:cubicBezTo>
                  <a:pt x="217" y="500"/>
                  <a:pt x="233" y="500"/>
                  <a:pt x="257" y="500"/>
                </a:cubicBezTo>
                <a:lnTo>
                  <a:pt x="277" y="500"/>
                </a:lnTo>
                <a:lnTo>
                  <a:pt x="277" y="537"/>
                </a:lnTo>
                <a:lnTo>
                  <a:pt x="269" y="537"/>
                </a:lnTo>
                <a:cubicBezTo>
                  <a:pt x="257" y="536"/>
                  <a:pt x="215" y="535"/>
                  <a:pt x="140" y="535"/>
                </a:cubicBezTo>
                <a:cubicBezTo>
                  <a:pt x="67" y="535"/>
                  <a:pt x="25" y="536"/>
                  <a:pt x="13" y="537"/>
                </a:cubicBezTo>
                <a:lnTo>
                  <a:pt x="4" y="537"/>
                </a:lnTo>
                <a:lnTo>
                  <a:pt x="4" y="500"/>
                </a:lnTo>
                <a:lnTo>
                  <a:pt x="25" y="500"/>
                </a:lnTo>
                <a:cubicBezTo>
                  <a:pt x="36" y="500"/>
                  <a:pt x="47" y="500"/>
                  <a:pt x="55" y="500"/>
                </a:cubicBezTo>
                <a:cubicBezTo>
                  <a:pt x="64" y="500"/>
                  <a:pt x="70" y="500"/>
                  <a:pt x="75" y="500"/>
                </a:cubicBezTo>
                <a:cubicBezTo>
                  <a:pt x="80" y="499"/>
                  <a:pt x="84" y="498"/>
                  <a:pt x="88" y="497"/>
                </a:cubicBezTo>
                <a:cubicBezTo>
                  <a:pt x="92" y="496"/>
                  <a:pt x="94" y="496"/>
                  <a:pt x="95" y="496"/>
                </a:cubicBezTo>
                <a:cubicBezTo>
                  <a:pt x="95" y="496"/>
                  <a:pt x="97" y="494"/>
                  <a:pt x="99" y="491"/>
                </a:cubicBezTo>
                <a:cubicBezTo>
                  <a:pt x="102" y="489"/>
                  <a:pt x="104" y="488"/>
                  <a:pt x="104" y="488"/>
                </a:cubicBezTo>
                <a:lnTo>
                  <a:pt x="104" y="71"/>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409" name=""/>
          <p:cNvSpPr/>
          <p:nvPr/>
        </p:nvSpPr>
        <p:spPr>
          <a:xfrm>
            <a:off x="8365680" y="3596760"/>
            <a:ext cx="35280" cy="124920"/>
          </a:xfrm>
          <a:custGeom>
            <a:avLst/>
            <a:gdLst/>
            <a:ahLst/>
            <a:rect l="0" t="0" r="r" b="b"/>
            <a:pathLst>
              <a:path w="98" h="347">
                <a:moveTo>
                  <a:pt x="0" y="49"/>
                </a:moveTo>
                <a:cubicBezTo>
                  <a:pt x="0" y="36"/>
                  <a:pt x="5" y="24"/>
                  <a:pt x="14" y="15"/>
                </a:cubicBezTo>
                <a:cubicBezTo>
                  <a:pt x="23" y="5"/>
                  <a:pt x="34" y="0"/>
                  <a:pt x="48" y="0"/>
                </a:cubicBezTo>
                <a:cubicBezTo>
                  <a:pt x="61" y="0"/>
                  <a:pt x="72" y="5"/>
                  <a:pt x="82" y="13"/>
                </a:cubicBezTo>
                <a:cubicBezTo>
                  <a:pt x="93" y="22"/>
                  <a:pt x="98" y="33"/>
                  <a:pt x="98" y="48"/>
                </a:cubicBezTo>
                <a:cubicBezTo>
                  <a:pt x="98" y="61"/>
                  <a:pt x="94" y="73"/>
                  <a:pt x="84" y="82"/>
                </a:cubicBezTo>
                <a:cubicBezTo>
                  <a:pt x="75" y="92"/>
                  <a:pt x="63" y="97"/>
                  <a:pt x="49" y="97"/>
                </a:cubicBezTo>
                <a:cubicBezTo>
                  <a:pt x="35" y="97"/>
                  <a:pt x="24" y="92"/>
                  <a:pt x="14" y="83"/>
                </a:cubicBezTo>
                <a:cubicBezTo>
                  <a:pt x="5" y="74"/>
                  <a:pt x="0" y="63"/>
                  <a:pt x="0" y="49"/>
                </a:cubicBezTo>
                <a:moveTo>
                  <a:pt x="0" y="299"/>
                </a:moveTo>
                <a:cubicBezTo>
                  <a:pt x="0" y="286"/>
                  <a:pt x="5" y="275"/>
                  <a:pt x="14" y="265"/>
                </a:cubicBezTo>
                <a:cubicBezTo>
                  <a:pt x="23" y="256"/>
                  <a:pt x="34" y="251"/>
                  <a:pt x="48" y="251"/>
                </a:cubicBezTo>
                <a:cubicBezTo>
                  <a:pt x="61" y="251"/>
                  <a:pt x="72" y="255"/>
                  <a:pt x="82" y="264"/>
                </a:cubicBezTo>
                <a:cubicBezTo>
                  <a:pt x="93" y="272"/>
                  <a:pt x="98" y="284"/>
                  <a:pt x="98" y="298"/>
                </a:cubicBezTo>
                <a:cubicBezTo>
                  <a:pt x="98" y="312"/>
                  <a:pt x="94" y="323"/>
                  <a:pt x="84" y="333"/>
                </a:cubicBezTo>
                <a:cubicBezTo>
                  <a:pt x="75" y="343"/>
                  <a:pt x="63" y="347"/>
                  <a:pt x="49" y="347"/>
                </a:cubicBezTo>
                <a:cubicBezTo>
                  <a:pt x="35" y="347"/>
                  <a:pt x="24" y="343"/>
                  <a:pt x="14" y="334"/>
                </a:cubicBezTo>
                <a:cubicBezTo>
                  <a:pt x="5" y="325"/>
                  <a:pt x="0" y="313"/>
                  <a:pt x="0" y="299"/>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410" name=""/>
          <p:cNvSpPr/>
          <p:nvPr/>
        </p:nvSpPr>
        <p:spPr>
          <a:xfrm>
            <a:off x="8429760" y="3525120"/>
            <a:ext cx="198360" cy="196560"/>
          </a:xfrm>
          <a:custGeom>
            <a:avLst/>
            <a:gdLst/>
            <a:ahLst/>
            <a:rect l="0" t="0" r="r" b="b"/>
            <a:pathLst>
              <a:path w="551" h="546">
                <a:moveTo>
                  <a:pt x="15" y="194"/>
                </a:moveTo>
                <a:cubicBezTo>
                  <a:pt x="5" y="194"/>
                  <a:pt x="0" y="192"/>
                  <a:pt x="0" y="187"/>
                </a:cubicBezTo>
                <a:cubicBezTo>
                  <a:pt x="0" y="185"/>
                  <a:pt x="4" y="170"/>
                  <a:pt x="13" y="142"/>
                </a:cubicBezTo>
                <a:cubicBezTo>
                  <a:pt x="21" y="115"/>
                  <a:pt x="30" y="88"/>
                  <a:pt x="40" y="61"/>
                </a:cubicBezTo>
                <a:lnTo>
                  <a:pt x="54" y="21"/>
                </a:lnTo>
                <a:cubicBezTo>
                  <a:pt x="56" y="12"/>
                  <a:pt x="60" y="5"/>
                  <a:pt x="64" y="0"/>
                </a:cubicBezTo>
                <a:lnTo>
                  <a:pt x="441" y="0"/>
                </a:lnTo>
                <a:lnTo>
                  <a:pt x="514" y="0"/>
                </a:lnTo>
                <a:cubicBezTo>
                  <a:pt x="531" y="0"/>
                  <a:pt x="542" y="1"/>
                  <a:pt x="545" y="1"/>
                </a:cubicBezTo>
                <a:cubicBezTo>
                  <a:pt x="548" y="2"/>
                  <a:pt x="550" y="4"/>
                  <a:pt x="551" y="9"/>
                </a:cubicBezTo>
                <a:cubicBezTo>
                  <a:pt x="551" y="12"/>
                  <a:pt x="546" y="42"/>
                  <a:pt x="537" y="100"/>
                </a:cubicBezTo>
                <a:cubicBezTo>
                  <a:pt x="528" y="158"/>
                  <a:pt x="523" y="187"/>
                  <a:pt x="522" y="188"/>
                </a:cubicBezTo>
                <a:cubicBezTo>
                  <a:pt x="522" y="192"/>
                  <a:pt x="516" y="194"/>
                  <a:pt x="506" y="194"/>
                </a:cubicBezTo>
                <a:cubicBezTo>
                  <a:pt x="501" y="194"/>
                  <a:pt x="498" y="194"/>
                  <a:pt x="497" y="194"/>
                </a:cubicBezTo>
                <a:cubicBezTo>
                  <a:pt x="495" y="194"/>
                  <a:pt x="493" y="192"/>
                  <a:pt x="492" y="190"/>
                </a:cubicBezTo>
                <a:lnTo>
                  <a:pt x="490" y="187"/>
                </a:lnTo>
                <a:cubicBezTo>
                  <a:pt x="490" y="184"/>
                  <a:pt x="492" y="172"/>
                  <a:pt x="495" y="151"/>
                </a:cubicBezTo>
                <a:cubicBezTo>
                  <a:pt x="498" y="130"/>
                  <a:pt x="500" y="114"/>
                  <a:pt x="500" y="102"/>
                </a:cubicBezTo>
                <a:cubicBezTo>
                  <a:pt x="500" y="83"/>
                  <a:pt x="496" y="69"/>
                  <a:pt x="489" y="59"/>
                </a:cubicBezTo>
                <a:cubicBezTo>
                  <a:pt x="482" y="50"/>
                  <a:pt x="468" y="43"/>
                  <a:pt x="444" y="39"/>
                </a:cubicBezTo>
                <a:cubicBezTo>
                  <a:pt x="441" y="39"/>
                  <a:pt x="426" y="38"/>
                  <a:pt x="397" y="38"/>
                </a:cubicBezTo>
                <a:cubicBezTo>
                  <a:pt x="373" y="38"/>
                  <a:pt x="357" y="38"/>
                  <a:pt x="351" y="38"/>
                </a:cubicBezTo>
                <a:cubicBezTo>
                  <a:pt x="344" y="39"/>
                  <a:pt x="339" y="41"/>
                  <a:pt x="336" y="45"/>
                </a:cubicBezTo>
                <a:cubicBezTo>
                  <a:pt x="336" y="45"/>
                  <a:pt x="317" y="120"/>
                  <a:pt x="279" y="269"/>
                </a:cubicBezTo>
                <a:cubicBezTo>
                  <a:pt x="242" y="419"/>
                  <a:pt x="223" y="495"/>
                  <a:pt x="223" y="498"/>
                </a:cubicBezTo>
                <a:cubicBezTo>
                  <a:pt x="223" y="505"/>
                  <a:pt x="246" y="508"/>
                  <a:pt x="294" y="509"/>
                </a:cubicBezTo>
                <a:cubicBezTo>
                  <a:pt x="311" y="509"/>
                  <a:pt x="322" y="510"/>
                  <a:pt x="327" y="510"/>
                </a:cubicBezTo>
                <a:cubicBezTo>
                  <a:pt x="331" y="511"/>
                  <a:pt x="334" y="513"/>
                  <a:pt x="334" y="517"/>
                </a:cubicBezTo>
                <a:cubicBezTo>
                  <a:pt x="334" y="520"/>
                  <a:pt x="333" y="524"/>
                  <a:pt x="331" y="529"/>
                </a:cubicBezTo>
                <a:cubicBezTo>
                  <a:pt x="329" y="538"/>
                  <a:pt x="327" y="544"/>
                  <a:pt x="324" y="546"/>
                </a:cubicBezTo>
                <a:lnTo>
                  <a:pt x="323" y="546"/>
                </a:lnTo>
                <a:cubicBezTo>
                  <a:pt x="321" y="546"/>
                  <a:pt x="319" y="546"/>
                  <a:pt x="317" y="546"/>
                </a:cubicBezTo>
                <a:cubicBezTo>
                  <a:pt x="314" y="546"/>
                  <a:pt x="300" y="546"/>
                  <a:pt x="275" y="546"/>
                </a:cubicBezTo>
                <a:cubicBezTo>
                  <a:pt x="250" y="545"/>
                  <a:pt x="214" y="545"/>
                  <a:pt x="166" y="545"/>
                </a:cubicBezTo>
                <a:cubicBezTo>
                  <a:pt x="97" y="545"/>
                  <a:pt x="53" y="545"/>
                  <a:pt x="34" y="546"/>
                </a:cubicBezTo>
                <a:lnTo>
                  <a:pt x="22" y="546"/>
                </a:lnTo>
                <a:cubicBezTo>
                  <a:pt x="19" y="543"/>
                  <a:pt x="18" y="541"/>
                  <a:pt x="18" y="539"/>
                </a:cubicBezTo>
                <a:cubicBezTo>
                  <a:pt x="18" y="538"/>
                  <a:pt x="18" y="533"/>
                  <a:pt x="19" y="525"/>
                </a:cubicBezTo>
                <a:cubicBezTo>
                  <a:pt x="21" y="518"/>
                  <a:pt x="24" y="513"/>
                  <a:pt x="27" y="509"/>
                </a:cubicBezTo>
                <a:lnTo>
                  <a:pt x="50" y="509"/>
                </a:lnTo>
                <a:lnTo>
                  <a:pt x="59" y="509"/>
                </a:lnTo>
                <a:cubicBezTo>
                  <a:pt x="101" y="509"/>
                  <a:pt x="127" y="507"/>
                  <a:pt x="135" y="502"/>
                </a:cubicBezTo>
                <a:cubicBezTo>
                  <a:pt x="136" y="502"/>
                  <a:pt x="136" y="501"/>
                  <a:pt x="137" y="501"/>
                </a:cubicBezTo>
                <a:cubicBezTo>
                  <a:pt x="139" y="500"/>
                  <a:pt x="142" y="494"/>
                  <a:pt x="145" y="485"/>
                </a:cubicBezTo>
                <a:cubicBezTo>
                  <a:pt x="147" y="476"/>
                  <a:pt x="158" y="434"/>
                  <a:pt x="177" y="359"/>
                </a:cubicBezTo>
                <a:cubicBezTo>
                  <a:pt x="186" y="322"/>
                  <a:pt x="194" y="293"/>
                  <a:pt x="199" y="268"/>
                </a:cubicBezTo>
                <a:cubicBezTo>
                  <a:pt x="237" y="121"/>
                  <a:pt x="256" y="46"/>
                  <a:pt x="256" y="42"/>
                </a:cubicBezTo>
                <a:cubicBezTo>
                  <a:pt x="256" y="40"/>
                  <a:pt x="248" y="38"/>
                  <a:pt x="232" y="38"/>
                </a:cubicBezTo>
                <a:lnTo>
                  <a:pt x="207" y="38"/>
                </a:lnTo>
                <a:cubicBezTo>
                  <a:pt x="172" y="38"/>
                  <a:pt x="148" y="40"/>
                  <a:pt x="137" y="43"/>
                </a:cubicBezTo>
                <a:cubicBezTo>
                  <a:pt x="112" y="49"/>
                  <a:pt x="94" y="60"/>
                  <a:pt x="80" y="76"/>
                </a:cubicBezTo>
                <a:cubicBezTo>
                  <a:pt x="67" y="93"/>
                  <a:pt x="52" y="124"/>
                  <a:pt x="37" y="170"/>
                </a:cubicBezTo>
                <a:cubicBezTo>
                  <a:pt x="33" y="181"/>
                  <a:pt x="30" y="188"/>
                  <a:pt x="29" y="190"/>
                </a:cubicBezTo>
                <a:cubicBezTo>
                  <a:pt x="27" y="193"/>
                  <a:pt x="23" y="194"/>
                  <a:pt x="18" y="194"/>
                </a:cubicBezTo>
                <a:lnTo>
                  <a:pt x="15" y="194"/>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411" name=""/>
          <p:cNvSpPr/>
          <p:nvPr/>
        </p:nvSpPr>
        <p:spPr>
          <a:xfrm>
            <a:off x="8696880" y="3352680"/>
            <a:ext cx="16920" cy="410040"/>
          </a:xfrm>
          <a:custGeom>
            <a:avLst/>
            <a:gdLst/>
            <a:ahLst/>
            <a:rect l="0" t="0" r="r" b="b"/>
            <a:pathLst>
              <a:path w="47" h="1139">
                <a:moveTo>
                  <a:pt x="23" y="1139"/>
                </a:moveTo>
                <a:lnTo>
                  <a:pt x="21" y="1139"/>
                </a:lnTo>
                <a:cubicBezTo>
                  <a:pt x="12" y="1139"/>
                  <a:pt x="5" y="1133"/>
                  <a:pt x="0" y="1123"/>
                </a:cubicBezTo>
                <a:lnTo>
                  <a:pt x="0" y="569"/>
                </a:lnTo>
                <a:lnTo>
                  <a:pt x="1" y="15"/>
                </a:lnTo>
                <a:cubicBezTo>
                  <a:pt x="9" y="5"/>
                  <a:pt x="16" y="0"/>
                  <a:pt x="23" y="0"/>
                </a:cubicBezTo>
                <a:cubicBezTo>
                  <a:pt x="34" y="0"/>
                  <a:pt x="41" y="6"/>
                  <a:pt x="47" y="17"/>
                </a:cubicBezTo>
                <a:lnTo>
                  <a:pt x="47" y="1123"/>
                </a:lnTo>
                <a:cubicBezTo>
                  <a:pt x="41" y="1133"/>
                  <a:pt x="34" y="1139"/>
                  <a:pt x="25" y="1139"/>
                </a:cubicBezTo>
                <a:lnTo>
                  <a:pt x="23" y="1139"/>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412" name=""/>
          <p:cNvSpPr/>
          <p:nvPr/>
        </p:nvSpPr>
        <p:spPr>
          <a:xfrm>
            <a:off x="8770680" y="3477960"/>
            <a:ext cx="231840" cy="182520"/>
          </a:xfrm>
          <a:custGeom>
            <a:avLst/>
            <a:gdLst/>
            <a:ahLst/>
            <a:rect l="0" t="0" r="r" b="b"/>
            <a:pathLst>
              <a:path w="644" h="507">
                <a:moveTo>
                  <a:pt x="235" y="507"/>
                </a:moveTo>
                <a:cubicBezTo>
                  <a:pt x="223" y="504"/>
                  <a:pt x="183" y="503"/>
                  <a:pt x="114" y="503"/>
                </a:cubicBezTo>
                <a:cubicBezTo>
                  <a:pt x="52" y="503"/>
                  <a:pt x="17" y="504"/>
                  <a:pt x="8" y="507"/>
                </a:cubicBezTo>
                <a:lnTo>
                  <a:pt x="0" y="507"/>
                </a:lnTo>
                <a:lnTo>
                  <a:pt x="0" y="436"/>
                </a:lnTo>
                <a:lnTo>
                  <a:pt x="109" y="436"/>
                </a:lnTo>
                <a:lnTo>
                  <a:pt x="255" y="264"/>
                </a:lnTo>
                <a:lnTo>
                  <a:pt x="100" y="71"/>
                </a:lnTo>
                <a:lnTo>
                  <a:pt x="6" y="71"/>
                </a:lnTo>
                <a:lnTo>
                  <a:pt x="6" y="0"/>
                </a:lnTo>
                <a:lnTo>
                  <a:pt x="15" y="0"/>
                </a:lnTo>
                <a:cubicBezTo>
                  <a:pt x="26" y="2"/>
                  <a:pt x="68" y="4"/>
                  <a:pt x="139" y="4"/>
                </a:cubicBezTo>
                <a:cubicBezTo>
                  <a:pt x="218" y="4"/>
                  <a:pt x="264" y="2"/>
                  <a:pt x="278" y="0"/>
                </a:cubicBezTo>
                <a:lnTo>
                  <a:pt x="288" y="0"/>
                </a:lnTo>
                <a:lnTo>
                  <a:pt x="288" y="71"/>
                </a:lnTo>
                <a:lnTo>
                  <a:pt x="256" y="71"/>
                </a:lnTo>
                <a:lnTo>
                  <a:pt x="296" y="120"/>
                </a:lnTo>
                <a:cubicBezTo>
                  <a:pt x="322" y="152"/>
                  <a:pt x="335" y="168"/>
                  <a:pt x="336" y="168"/>
                </a:cubicBezTo>
                <a:cubicBezTo>
                  <a:pt x="339" y="168"/>
                  <a:pt x="353" y="151"/>
                  <a:pt x="379" y="117"/>
                </a:cubicBezTo>
                <a:lnTo>
                  <a:pt x="420" y="71"/>
                </a:lnTo>
                <a:lnTo>
                  <a:pt x="377" y="71"/>
                </a:lnTo>
                <a:lnTo>
                  <a:pt x="377" y="0"/>
                </a:lnTo>
                <a:lnTo>
                  <a:pt x="386" y="0"/>
                </a:lnTo>
                <a:cubicBezTo>
                  <a:pt x="398" y="2"/>
                  <a:pt x="439" y="4"/>
                  <a:pt x="508" y="4"/>
                </a:cubicBezTo>
                <a:cubicBezTo>
                  <a:pt x="569" y="4"/>
                  <a:pt x="604" y="2"/>
                  <a:pt x="613" y="0"/>
                </a:cubicBezTo>
                <a:lnTo>
                  <a:pt x="621" y="0"/>
                </a:lnTo>
                <a:lnTo>
                  <a:pt x="621" y="71"/>
                </a:lnTo>
                <a:lnTo>
                  <a:pt x="513" y="71"/>
                </a:lnTo>
                <a:lnTo>
                  <a:pt x="380" y="227"/>
                </a:lnTo>
                <a:lnTo>
                  <a:pt x="551" y="435"/>
                </a:lnTo>
                <a:lnTo>
                  <a:pt x="598" y="436"/>
                </a:lnTo>
                <a:lnTo>
                  <a:pt x="644" y="436"/>
                </a:lnTo>
                <a:lnTo>
                  <a:pt x="644" y="507"/>
                </a:lnTo>
                <a:lnTo>
                  <a:pt x="635" y="507"/>
                </a:lnTo>
                <a:cubicBezTo>
                  <a:pt x="624" y="504"/>
                  <a:pt x="582" y="503"/>
                  <a:pt x="511" y="503"/>
                </a:cubicBezTo>
                <a:cubicBezTo>
                  <a:pt x="432" y="503"/>
                  <a:pt x="385" y="504"/>
                  <a:pt x="371" y="507"/>
                </a:cubicBezTo>
                <a:lnTo>
                  <a:pt x="361" y="507"/>
                </a:lnTo>
                <a:lnTo>
                  <a:pt x="361" y="436"/>
                </a:lnTo>
                <a:lnTo>
                  <a:pt x="394" y="436"/>
                </a:lnTo>
                <a:cubicBezTo>
                  <a:pt x="394" y="435"/>
                  <a:pt x="378" y="416"/>
                  <a:pt x="347" y="379"/>
                </a:cubicBezTo>
                <a:cubicBezTo>
                  <a:pt x="317" y="342"/>
                  <a:pt x="301" y="323"/>
                  <a:pt x="301" y="321"/>
                </a:cubicBezTo>
                <a:lnTo>
                  <a:pt x="202" y="435"/>
                </a:lnTo>
                <a:lnTo>
                  <a:pt x="223" y="436"/>
                </a:lnTo>
                <a:lnTo>
                  <a:pt x="244" y="436"/>
                </a:lnTo>
                <a:lnTo>
                  <a:pt x="244" y="507"/>
                </a:lnTo>
                <a:lnTo>
                  <a:pt x="235" y="507"/>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413" name=""/>
          <p:cNvSpPr/>
          <p:nvPr/>
        </p:nvSpPr>
        <p:spPr>
          <a:xfrm>
            <a:off x="9035640" y="3528360"/>
            <a:ext cx="122400" cy="199800"/>
          </a:xfrm>
          <a:custGeom>
            <a:avLst/>
            <a:gdLst/>
            <a:ahLst/>
            <a:rect l="0" t="0" r="r" b="b"/>
            <a:pathLst>
              <a:path w="340" h="555">
                <a:moveTo>
                  <a:pt x="46" y="66"/>
                </a:moveTo>
                <a:cubicBezTo>
                  <a:pt x="76" y="22"/>
                  <a:pt x="118" y="0"/>
                  <a:pt x="170" y="0"/>
                </a:cubicBezTo>
                <a:cubicBezTo>
                  <a:pt x="196" y="0"/>
                  <a:pt x="222" y="7"/>
                  <a:pt x="247" y="21"/>
                </a:cubicBezTo>
                <a:cubicBezTo>
                  <a:pt x="273" y="35"/>
                  <a:pt x="294" y="60"/>
                  <a:pt x="310" y="95"/>
                </a:cubicBezTo>
                <a:cubicBezTo>
                  <a:pt x="330" y="140"/>
                  <a:pt x="340" y="201"/>
                  <a:pt x="340" y="279"/>
                </a:cubicBezTo>
                <a:cubicBezTo>
                  <a:pt x="340" y="362"/>
                  <a:pt x="328" y="426"/>
                  <a:pt x="305" y="471"/>
                </a:cubicBezTo>
                <a:cubicBezTo>
                  <a:pt x="295" y="493"/>
                  <a:pt x="280" y="511"/>
                  <a:pt x="261" y="524"/>
                </a:cubicBezTo>
                <a:cubicBezTo>
                  <a:pt x="242" y="538"/>
                  <a:pt x="226" y="546"/>
                  <a:pt x="212" y="549"/>
                </a:cubicBezTo>
                <a:cubicBezTo>
                  <a:pt x="198" y="553"/>
                  <a:pt x="184" y="555"/>
                  <a:pt x="171" y="555"/>
                </a:cubicBezTo>
                <a:cubicBezTo>
                  <a:pt x="157" y="555"/>
                  <a:pt x="143" y="553"/>
                  <a:pt x="129" y="550"/>
                </a:cubicBezTo>
                <a:cubicBezTo>
                  <a:pt x="115" y="547"/>
                  <a:pt x="99" y="538"/>
                  <a:pt x="79" y="524"/>
                </a:cubicBezTo>
                <a:cubicBezTo>
                  <a:pt x="60" y="511"/>
                  <a:pt x="45" y="493"/>
                  <a:pt x="35" y="471"/>
                </a:cubicBezTo>
                <a:cubicBezTo>
                  <a:pt x="12" y="426"/>
                  <a:pt x="0" y="362"/>
                  <a:pt x="0" y="279"/>
                </a:cubicBezTo>
                <a:cubicBezTo>
                  <a:pt x="0" y="185"/>
                  <a:pt x="15" y="114"/>
                  <a:pt x="46" y="66"/>
                </a:cubicBezTo>
                <a:moveTo>
                  <a:pt x="228" y="56"/>
                </a:moveTo>
                <a:cubicBezTo>
                  <a:pt x="212" y="39"/>
                  <a:pt x="193" y="30"/>
                  <a:pt x="171" y="30"/>
                </a:cubicBezTo>
                <a:cubicBezTo>
                  <a:pt x="148" y="30"/>
                  <a:pt x="129" y="39"/>
                  <a:pt x="113" y="56"/>
                </a:cubicBezTo>
                <a:cubicBezTo>
                  <a:pt x="100" y="70"/>
                  <a:pt x="91" y="89"/>
                  <a:pt x="86" y="114"/>
                </a:cubicBezTo>
                <a:cubicBezTo>
                  <a:pt x="81" y="139"/>
                  <a:pt x="79" y="190"/>
                  <a:pt x="79" y="268"/>
                </a:cubicBezTo>
                <a:cubicBezTo>
                  <a:pt x="79" y="353"/>
                  <a:pt x="81" y="409"/>
                  <a:pt x="86" y="437"/>
                </a:cubicBezTo>
                <a:cubicBezTo>
                  <a:pt x="91" y="464"/>
                  <a:pt x="100" y="485"/>
                  <a:pt x="115" y="500"/>
                </a:cubicBezTo>
                <a:cubicBezTo>
                  <a:pt x="130" y="516"/>
                  <a:pt x="149" y="524"/>
                  <a:pt x="171" y="524"/>
                </a:cubicBezTo>
                <a:cubicBezTo>
                  <a:pt x="192" y="524"/>
                  <a:pt x="211" y="516"/>
                  <a:pt x="226" y="500"/>
                </a:cubicBezTo>
                <a:cubicBezTo>
                  <a:pt x="241" y="484"/>
                  <a:pt x="251" y="462"/>
                  <a:pt x="255" y="433"/>
                </a:cubicBezTo>
                <a:cubicBezTo>
                  <a:pt x="258" y="403"/>
                  <a:pt x="261" y="348"/>
                  <a:pt x="261" y="268"/>
                </a:cubicBezTo>
                <a:cubicBezTo>
                  <a:pt x="261" y="191"/>
                  <a:pt x="259" y="139"/>
                  <a:pt x="255" y="115"/>
                </a:cubicBezTo>
                <a:cubicBezTo>
                  <a:pt x="250" y="90"/>
                  <a:pt x="241" y="70"/>
                  <a:pt x="228" y="56"/>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414" name=""/>
          <p:cNvSpPr/>
          <p:nvPr/>
        </p:nvSpPr>
        <p:spPr>
          <a:xfrm>
            <a:off x="9212400" y="3352680"/>
            <a:ext cx="98280" cy="410040"/>
          </a:xfrm>
          <a:custGeom>
            <a:avLst/>
            <a:gdLst/>
            <a:ahLst/>
            <a:rect l="0" t="0" r="r" b="b"/>
            <a:pathLst>
              <a:path w="273" h="1139">
                <a:moveTo>
                  <a:pt x="5" y="1"/>
                </a:moveTo>
                <a:lnTo>
                  <a:pt x="10" y="0"/>
                </a:lnTo>
                <a:cubicBezTo>
                  <a:pt x="14" y="0"/>
                  <a:pt x="17" y="0"/>
                  <a:pt x="21" y="0"/>
                </a:cubicBezTo>
                <a:lnTo>
                  <a:pt x="35" y="0"/>
                </a:lnTo>
                <a:lnTo>
                  <a:pt x="67" y="27"/>
                </a:lnTo>
                <a:cubicBezTo>
                  <a:pt x="139" y="92"/>
                  <a:pt x="191" y="172"/>
                  <a:pt x="224" y="268"/>
                </a:cubicBezTo>
                <a:cubicBezTo>
                  <a:pt x="256" y="366"/>
                  <a:pt x="273" y="466"/>
                  <a:pt x="273" y="570"/>
                </a:cubicBezTo>
                <a:cubicBezTo>
                  <a:pt x="273" y="622"/>
                  <a:pt x="269" y="671"/>
                  <a:pt x="261" y="719"/>
                </a:cubicBezTo>
                <a:cubicBezTo>
                  <a:pt x="254" y="767"/>
                  <a:pt x="245" y="808"/>
                  <a:pt x="235" y="841"/>
                </a:cubicBezTo>
                <a:cubicBezTo>
                  <a:pt x="225" y="874"/>
                  <a:pt x="211" y="908"/>
                  <a:pt x="193" y="941"/>
                </a:cubicBezTo>
                <a:cubicBezTo>
                  <a:pt x="175" y="975"/>
                  <a:pt x="160" y="1000"/>
                  <a:pt x="150" y="1017"/>
                </a:cubicBezTo>
                <a:cubicBezTo>
                  <a:pt x="139" y="1035"/>
                  <a:pt x="124" y="1054"/>
                  <a:pt x="102" y="1075"/>
                </a:cubicBezTo>
                <a:cubicBezTo>
                  <a:pt x="82" y="1097"/>
                  <a:pt x="69" y="1109"/>
                  <a:pt x="66" y="1113"/>
                </a:cubicBezTo>
                <a:cubicBezTo>
                  <a:pt x="62" y="1117"/>
                  <a:pt x="53" y="1124"/>
                  <a:pt x="39" y="1135"/>
                </a:cubicBezTo>
                <a:cubicBezTo>
                  <a:pt x="37" y="1137"/>
                  <a:pt x="36" y="1138"/>
                  <a:pt x="35" y="1139"/>
                </a:cubicBezTo>
                <a:lnTo>
                  <a:pt x="21" y="1139"/>
                </a:lnTo>
                <a:cubicBezTo>
                  <a:pt x="15" y="1139"/>
                  <a:pt x="11" y="1139"/>
                  <a:pt x="9" y="1139"/>
                </a:cubicBezTo>
                <a:cubicBezTo>
                  <a:pt x="6" y="1139"/>
                  <a:pt x="5" y="1138"/>
                  <a:pt x="3" y="1136"/>
                </a:cubicBezTo>
                <a:cubicBezTo>
                  <a:pt x="2" y="1133"/>
                  <a:pt x="0" y="1130"/>
                  <a:pt x="0" y="1126"/>
                </a:cubicBezTo>
                <a:cubicBezTo>
                  <a:pt x="0" y="1125"/>
                  <a:pt x="5" y="1120"/>
                  <a:pt x="12" y="1111"/>
                </a:cubicBezTo>
                <a:cubicBezTo>
                  <a:pt x="131" y="989"/>
                  <a:pt x="190" y="808"/>
                  <a:pt x="190" y="570"/>
                </a:cubicBezTo>
                <a:cubicBezTo>
                  <a:pt x="190" y="331"/>
                  <a:pt x="131" y="150"/>
                  <a:pt x="12" y="28"/>
                </a:cubicBezTo>
                <a:cubicBezTo>
                  <a:pt x="5" y="19"/>
                  <a:pt x="0" y="14"/>
                  <a:pt x="0" y="13"/>
                </a:cubicBezTo>
                <a:cubicBezTo>
                  <a:pt x="0" y="7"/>
                  <a:pt x="2" y="3"/>
                  <a:pt x="5" y="1"/>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415" name=""/>
          <p:cNvSpPr/>
          <p:nvPr/>
        </p:nvSpPr>
        <p:spPr>
          <a:xfrm>
            <a:off x="9358200" y="3352680"/>
            <a:ext cx="56520" cy="410040"/>
          </a:xfrm>
          <a:custGeom>
            <a:avLst/>
            <a:gdLst/>
            <a:ahLst/>
            <a:rect l="0" t="0" r="r" b="b"/>
            <a:pathLst>
              <a:path w="157" h="1139">
                <a:moveTo>
                  <a:pt x="0" y="45"/>
                </a:moveTo>
                <a:lnTo>
                  <a:pt x="0" y="0"/>
                </a:lnTo>
                <a:lnTo>
                  <a:pt x="157" y="0"/>
                </a:lnTo>
                <a:lnTo>
                  <a:pt x="157" y="1139"/>
                </a:lnTo>
                <a:lnTo>
                  <a:pt x="0" y="1139"/>
                </a:lnTo>
                <a:lnTo>
                  <a:pt x="0" y="1094"/>
                </a:lnTo>
                <a:lnTo>
                  <a:pt x="110" y="1094"/>
                </a:lnTo>
                <a:lnTo>
                  <a:pt x="110" y="45"/>
                </a:lnTo>
                <a:lnTo>
                  <a:pt x="0" y="45"/>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416" name=""/>
          <p:cNvSpPr txBox="1"/>
          <p:nvPr/>
        </p:nvSpPr>
        <p:spPr>
          <a:xfrm>
            <a:off x="5502600" y="2631960"/>
            <a:ext cx="1836360" cy="334080"/>
          </a:xfrm>
          <a:prstGeom prst="rect">
            <a:avLst/>
          </a:prstGeom>
          <a:noFill/>
          <a:ln w="0">
            <a:noFill/>
          </a:ln>
        </p:spPr>
        <p:txBody>
          <a:bodyPr wrap="none" lIns="0" rIns="0" tIns="0" bIns="0" anchor="t">
            <a:spAutoFit/>
          </a:bodyPr>
          <a:p>
            <a:r>
              <a:rPr b="0" lang="en-US" sz="2620" strike="noStrike" u="none">
                <a:solidFill>
                  <a:srgbClr val="333333"/>
                </a:solidFill>
                <a:effectLst/>
                <a:uFillTx/>
                <a:latin typeface="NotoSansJP-Thin_"/>
                <a:ea typeface="NotoSansJP-Thin_"/>
              </a:rPr>
              <a:t> を定義する</a:t>
            </a:r>
            <a:endParaRPr b="0" lang="en-US" sz="2620" strike="noStrike" u="none">
              <a:solidFill>
                <a:srgbClr val="000000"/>
              </a:solidFill>
              <a:effectLst/>
              <a:uFillTx/>
              <a:latin typeface="Times New Roman"/>
            </a:endParaRPr>
          </a:p>
        </p:txBody>
      </p:sp>
      <p:sp>
        <p:nvSpPr>
          <p:cNvPr id="417" name=""/>
          <p:cNvSpPr/>
          <p:nvPr/>
        </p:nvSpPr>
        <p:spPr>
          <a:xfrm>
            <a:off x="391320" y="4972320"/>
            <a:ext cx="199080" cy="221400"/>
          </a:xfrm>
          <a:custGeom>
            <a:avLst/>
            <a:gdLst/>
            <a:ahLst/>
            <a:rect l="0" t="0" r="r" b="b"/>
            <a:pathLst>
              <a:path w="553" h="615">
                <a:moveTo>
                  <a:pt x="176" y="43"/>
                </a:moveTo>
                <a:cubicBezTo>
                  <a:pt x="156" y="43"/>
                  <a:pt x="145" y="41"/>
                  <a:pt x="144" y="39"/>
                </a:cubicBezTo>
                <a:cubicBezTo>
                  <a:pt x="143" y="38"/>
                  <a:pt x="143" y="35"/>
                  <a:pt x="143" y="32"/>
                </a:cubicBezTo>
                <a:cubicBezTo>
                  <a:pt x="143" y="17"/>
                  <a:pt x="146" y="8"/>
                  <a:pt x="153" y="1"/>
                </a:cubicBezTo>
                <a:cubicBezTo>
                  <a:pt x="154" y="1"/>
                  <a:pt x="158" y="0"/>
                  <a:pt x="166" y="0"/>
                </a:cubicBezTo>
                <a:cubicBezTo>
                  <a:pt x="198" y="2"/>
                  <a:pt x="236" y="4"/>
                  <a:pt x="280" y="4"/>
                </a:cubicBezTo>
                <a:cubicBezTo>
                  <a:pt x="365" y="4"/>
                  <a:pt x="414" y="2"/>
                  <a:pt x="426" y="0"/>
                </a:cubicBezTo>
                <a:lnTo>
                  <a:pt x="437" y="0"/>
                </a:lnTo>
                <a:cubicBezTo>
                  <a:pt x="441" y="5"/>
                  <a:pt x="443" y="8"/>
                  <a:pt x="443" y="9"/>
                </a:cubicBezTo>
                <a:cubicBezTo>
                  <a:pt x="443" y="11"/>
                  <a:pt x="442" y="16"/>
                  <a:pt x="441" y="25"/>
                </a:cubicBezTo>
                <a:cubicBezTo>
                  <a:pt x="438" y="34"/>
                  <a:pt x="435" y="40"/>
                  <a:pt x="433" y="43"/>
                </a:cubicBezTo>
                <a:lnTo>
                  <a:pt x="399" y="43"/>
                </a:lnTo>
                <a:cubicBezTo>
                  <a:pt x="357" y="43"/>
                  <a:pt x="333" y="46"/>
                  <a:pt x="326" y="51"/>
                </a:cubicBezTo>
                <a:cubicBezTo>
                  <a:pt x="322" y="53"/>
                  <a:pt x="318" y="61"/>
                  <a:pt x="313" y="76"/>
                </a:cubicBezTo>
                <a:cubicBezTo>
                  <a:pt x="309" y="90"/>
                  <a:pt x="288" y="169"/>
                  <a:pt x="252" y="313"/>
                </a:cubicBezTo>
                <a:cubicBezTo>
                  <a:pt x="243" y="352"/>
                  <a:pt x="232" y="393"/>
                  <a:pt x="222" y="436"/>
                </a:cubicBezTo>
                <a:cubicBezTo>
                  <a:pt x="211" y="480"/>
                  <a:pt x="203" y="513"/>
                  <a:pt x="197" y="535"/>
                </a:cubicBezTo>
                <a:lnTo>
                  <a:pt x="189" y="568"/>
                </a:lnTo>
                <a:cubicBezTo>
                  <a:pt x="189" y="570"/>
                  <a:pt x="192" y="571"/>
                  <a:pt x="197" y="571"/>
                </a:cubicBezTo>
                <a:cubicBezTo>
                  <a:pt x="203" y="571"/>
                  <a:pt x="220" y="572"/>
                  <a:pt x="250" y="573"/>
                </a:cubicBezTo>
                <a:lnTo>
                  <a:pt x="266" y="573"/>
                </a:lnTo>
                <a:cubicBezTo>
                  <a:pt x="285" y="573"/>
                  <a:pt x="301" y="573"/>
                  <a:pt x="312" y="572"/>
                </a:cubicBezTo>
                <a:cubicBezTo>
                  <a:pt x="324" y="571"/>
                  <a:pt x="338" y="569"/>
                  <a:pt x="356" y="566"/>
                </a:cubicBezTo>
                <a:cubicBezTo>
                  <a:pt x="374" y="562"/>
                  <a:pt x="389" y="557"/>
                  <a:pt x="401" y="550"/>
                </a:cubicBezTo>
                <a:cubicBezTo>
                  <a:pt x="413" y="542"/>
                  <a:pt x="426" y="532"/>
                  <a:pt x="441" y="519"/>
                </a:cubicBezTo>
                <a:cubicBezTo>
                  <a:pt x="455" y="506"/>
                  <a:pt x="468" y="489"/>
                  <a:pt x="478" y="470"/>
                </a:cubicBezTo>
                <a:cubicBezTo>
                  <a:pt x="488" y="452"/>
                  <a:pt x="497" y="432"/>
                  <a:pt x="505" y="410"/>
                </a:cubicBezTo>
                <a:cubicBezTo>
                  <a:pt x="514" y="387"/>
                  <a:pt x="519" y="375"/>
                  <a:pt x="521" y="372"/>
                </a:cubicBezTo>
                <a:cubicBezTo>
                  <a:pt x="524" y="370"/>
                  <a:pt x="529" y="369"/>
                  <a:pt x="536" y="369"/>
                </a:cubicBezTo>
                <a:lnTo>
                  <a:pt x="548" y="369"/>
                </a:lnTo>
                <a:cubicBezTo>
                  <a:pt x="551" y="375"/>
                  <a:pt x="553" y="378"/>
                  <a:pt x="553" y="379"/>
                </a:cubicBezTo>
                <a:cubicBezTo>
                  <a:pt x="553" y="380"/>
                  <a:pt x="547" y="398"/>
                  <a:pt x="535" y="432"/>
                </a:cubicBezTo>
                <a:cubicBezTo>
                  <a:pt x="523" y="466"/>
                  <a:pt x="510" y="502"/>
                  <a:pt x="495" y="540"/>
                </a:cubicBezTo>
                <a:cubicBezTo>
                  <a:pt x="481" y="577"/>
                  <a:pt x="473" y="600"/>
                  <a:pt x="472" y="606"/>
                </a:cubicBezTo>
                <a:cubicBezTo>
                  <a:pt x="471" y="609"/>
                  <a:pt x="470" y="611"/>
                  <a:pt x="469" y="611"/>
                </a:cubicBezTo>
                <a:cubicBezTo>
                  <a:pt x="467" y="612"/>
                  <a:pt x="463" y="613"/>
                  <a:pt x="454" y="614"/>
                </a:cubicBezTo>
                <a:cubicBezTo>
                  <a:pt x="446" y="615"/>
                  <a:pt x="433" y="616"/>
                  <a:pt x="416" y="615"/>
                </a:cubicBezTo>
                <a:cubicBezTo>
                  <a:pt x="409" y="615"/>
                  <a:pt x="386" y="615"/>
                  <a:pt x="347" y="615"/>
                </a:cubicBezTo>
                <a:cubicBezTo>
                  <a:pt x="309" y="615"/>
                  <a:pt x="270" y="615"/>
                  <a:pt x="235" y="614"/>
                </a:cubicBezTo>
                <a:lnTo>
                  <a:pt x="75" y="614"/>
                </a:lnTo>
                <a:cubicBezTo>
                  <a:pt x="25" y="614"/>
                  <a:pt x="0" y="611"/>
                  <a:pt x="0" y="605"/>
                </a:cubicBezTo>
                <a:cubicBezTo>
                  <a:pt x="0" y="601"/>
                  <a:pt x="1" y="597"/>
                  <a:pt x="2" y="593"/>
                </a:cubicBezTo>
                <a:cubicBezTo>
                  <a:pt x="5" y="581"/>
                  <a:pt x="8" y="575"/>
                  <a:pt x="11" y="574"/>
                </a:cubicBezTo>
                <a:cubicBezTo>
                  <a:pt x="13" y="573"/>
                  <a:pt x="18" y="573"/>
                  <a:pt x="24" y="573"/>
                </a:cubicBezTo>
                <a:lnTo>
                  <a:pt x="30" y="573"/>
                </a:lnTo>
                <a:cubicBezTo>
                  <a:pt x="46" y="573"/>
                  <a:pt x="64" y="572"/>
                  <a:pt x="83" y="570"/>
                </a:cubicBezTo>
                <a:cubicBezTo>
                  <a:pt x="92" y="568"/>
                  <a:pt x="98" y="565"/>
                  <a:pt x="101" y="559"/>
                </a:cubicBezTo>
                <a:cubicBezTo>
                  <a:pt x="102" y="557"/>
                  <a:pt x="124" y="474"/>
                  <a:pt x="165" y="310"/>
                </a:cubicBezTo>
                <a:cubicBezTo>
                  <a:pt x="206" y="146"/>
                  <a:pt x="227" y="60"/>
                  <a:pt x="227" y="51"/>
                </a:cubicBezTo>
                <a:cubicBezTo>
                  <a:pt x="227" y="46"/>
                  <a:pt x="210" y="44"/>
                  <a:pt x="176" y="43"/>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418" name=""/>
          <p:cNvSpPr/>
          <p:nvPr/>
        </p:nvSpPr>
        <p:spPr>
          <a:xfrm>
            <a:off x="708840" y="5074560"/>
            <a:ext cx="215640" cy="75960"/>
          </a:xfrm>
          <a:custGeom>
            <a:avLst/>
            <a:gdLst/>
            <a:ahLst/>
            <a:rect l="0" t="0" r="r" b="b"/>
            <a:pathLst>
              <a:path w="599" h="211">
                <a:moveTo>
                  <a:pt x="0" y="19"/>
                </a:moveTo>
                <a:cubicBezTo>
                  <a:pt x="0" y="10"/>
                  <a:pt x="4" y="4"/>
                  <a:pt x="13" y="0"/>
                </a:cubicBezTo>
                <a:lnTo>
                  <a:pt x="585" y="0"/>
                </a:lnTo>
                <a:cubicBezTo>
                  <a:pt x="594" y="5"/>
                  <a:pt x="599" y="11"/>
                  <a:pt x="599" y="19"/>
                </a:cubicBezTo>
                <a:cubicBezTo>
                  <a:pt x="599" y="25"/>
                  <a:pt x="595" y="31"/>
                  <a:pt x="586" y="36"/>
                </a:cubicBezTo>
                <a:lnTo>
                  <a:pt x="301" y="37"/>
                </a:lnTo>
                <a:lnTo>
                  <a:pt x="14" y="37"/>
                </a:lnTo>
                <a:cubicBezTo>
                  <a:pt x="5" y="34"/>
                  <a:pt x="0" y="28"/>
                  <a:pt x="0" y="19"/>
                </a:cubicBezTo>
                <a:moveTo>
                  <a:pt x="0" y="193"/>
                </a:moveTo>
                <a:cubicBezTo>
                  <a:pt x="0" y="184"/>
                  <a:pt x="5" y="178"/>
                  <a:pt x="14" y="175"/>
                </a:cubicBezTo>
                <a:lnTo>
                  <a:pt x="586" y="175"/>
                </a:lnTo>
                <a:cubicBezTo>
                  <a:pt x="595" y="181"/>
                  <a:pt x="599" y="187"/>
                  <a:pt x="599" y="193"/>
                </a:cubicBezTo>
                <a:cubicBezTo>
                  <a:pt x="599" y="201"/>
                  <a:pt x="594" y="207"/>
                  <a:pt x="585" y="211"/>
                </a:cubicBezTo>
                <a:lnTo>
                  <a:pt x="13" y="211"/>
                </a:lnTo>
                <a:cubicBezTo>
                  <a:pt x="4" y="207"/>
                  <a:pt x="0" y="201"/>
                  <a:pt x="0" y="193"/>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419" name=""/>
          <p:cNvSpPr/>
          <p:nvPr/>
        </p:nvSpPr>
        <p:spPr>
          <a:xfrm>
            <a:off x="1035720" y="4972320"/>
            <a:ext cx="203400" cy="221400"/>
          </a:xfrm>
          <a:custGeom>
            <a:avLst/>
            <a:gdLst/>
            <a:ahLst/>
            <a:rect l="0" t="0" r="r" b="b"/>
            <a:pathLst>
              <a:path w="565" h="615">
                <a:moveTo>
                  <a:pt x="0" y="15"/>
                </a:moveTo>
                <a:cubicBezTo>
                  <a:pt x="0" y="10"/>
                  <a:pt x="4" y="5"/>
                  <a:pt x="11" y="0"/>
                </a:cubicBezTo>
                <a:lnTo>
                  <a:pt x="513" y="0"/>
                </a:lnTo>
                <a:cubicBezTo>
                  <a:pt x="517" y="2"/>
                  <a:pt x="521" y="5"/>
                  <a:pt x="522" y="10"/>
                </a:cubicBezTo>
                <a:lnTo>
                  <a:pt x="522" y="85"/>
                </a:lnTo>
                <a:cubicBezTo>
                  <a:pt x="522" y="130"/>
                  <a:pt x="522" y="155"/>
                  <a:pt x="521" y="163"/>
                </a:cubicBezTo>
                <a:cubicBezTo>
                  <a:pt x="519" y="170"/>
                  <a:pt x="515" y="173"/>
                  <a:pt x="506" y="173"/>
                </a:cubicBezTo>
                <a:cubicBezTo>
                  <a:pt x="501" y="173"/>
                  <a:pt x="498" y="172"/>
                  <a:pt x="496" y="169"/>
                </a:cubicBezTo>
                <a:cubicBezTo>
                  <a:pt x="493" y="166"/>
                  <a:pt x="491" y="159"/>
                  <a:pt x="488" y="149"/>
                </a:cubicBezTo>
                <a:cubicBezTo>
                  <a:pt x="487" y="126"/>
                  <a:pt x="475" y="104"/>
                  <a:pt x="454" y="84"/>
                </a:cubicBezTo>
                <a:cubicBezTo>
                  <a:pt x="436" y="64"/>
                  <a:pt x="414" y="51"/>
                  <a:pt x="390" y="44"/>
                </a:cubicBezTo>
                <a:cubicBezTo>
                  <a:pt x="365" y="38"/>
                  <a:pt x="334" y="33"/>
                  <a:pt x="295" y="32"/>
                </a:cubicBezTo>
                <a:lnTo>
                  <a:pt x="243" y="32"/>
                </a:lnTo>
                <a:cubicBezTo>
                  <a:pt x="234" y="39"/>
                  <a:pt x="228" y="47"/>
                  <a:pt x="227" y="57"/>
                </a:cubicBezTo>
                <a:cubicBezTo>
                  <a:pt x="226" y="66"/>
                  <a:pt x="225" y="105"/>
                  <a:pt x="224" y="172"/>
                </a:cubicBezTo>
                <a:lnTo>
                  <a:pt x="224" y="281"/>
                </a:lnTo>
                <a:lnTo>
                  <a:pt x="239" y="281"/>
                </a:lnTo>
                <a:cubicBezTo>
                  <a:pt x="270" y="278"/>
                  <a:pt x="294" y="272"/>
                  <a:pt x="312" y="262"/>
                </a:cubicBezTo>
                <a:cubicBezTo>
                  <a:pt x="329" y="253"/>
                  <a:pt x="343" y="238"/>
                  <a:pt x="353" y="219"/>
                </a:cubicBezTo>
                <a:cubicBezTo>
                  <a:pt x="362" y="195"/>
                  <a:pt x="367" y="175"/>
                  <a:pt x="367" y="159"/>
                </a:cubicBezTo>
                <a:cubicBezTo>
                  <a:pt x="367" y="145"/>
                  <a:pt x="372" y="138"/>
                  <a:pt x="382" y="138"/>
                </a:cubicBezTo>
                <a:cubicBezTo>
                  <a:pt x="387" y="138"/>
                  <a:pt x="391" y="141"/>
                  <a:pt x="395" y="146"/>
                </a:cubicBezTo>
                <a:cubicBezTo>
                  <a:pt x="397" y="148"/>
                  <a:pt x="399" y="196"/>
                  <a:pt x="399" y="289"/>
                </a:cubicBezTo>
                <a:cubicBezTo>
                  <a:pt x="399" y="306"/>
                  <a:pt x="399" y="325"/>
                  <a:pt x="399" y="346"/>
                </a:cubicBezTo>
                <a:cubicBezTo>
                  <a:pt x="399" y="367"/>
                  <a:pt x="399" y="380"/>
                  <a:pt x="399" y="386"/>
                </a:cubicBezTo>
                <a:cubicBezTo>
                  <a:pt x="399" y="408"/>
                  <a:pt x="399" y="421"/>
                  <a:pt x="397" y="427"/>
                </a:cubicBezTo>
                <a:cubicBezTo>
                  <a:pt x="395" y="433"/>
                  <a:pt x="390" y="436"/>
                  <a:pt x="382" y="436"/>
                </a:cubicBezTo>
                <a:cubicBezTo>
                  <a:pt x="372" y="437"/>
                  <a:pt x="367" y="431"/>
                  <a:pt x="367" y="418"/>
                </a:cubicBezTo>
                <a:cubicBezTo>
                  <a:pt x="367" y="405"/>
                  <a:pt x="363" y="389"/>
                  <a:pt x="355" y="371"/>
                </a:cubicBezTo>
                <a:cubicBezTo>
                  <a:pt x="337" y="336"/>
                  <a:pt x="301" y="317"/>
                  <a:pt x="245" y="313"/>
                </a:cubicBezTo>
                <a:lnTo>
                  <a:pt x="224" y="313"/>
                </a:lnTo>
                <a:lnTo>
                  <a:pt x="224" y="433"/>
                </a:lnTo>
                <a:cubicBezTo>
                  <a:pt x="224" y="449"/>
                  <a:pt x="224" y="469"/>
                  <a:pt x="224" y="493"/>
                </a:cubicBezTo>
                <a:cubicBezTo>
                  <a:pt x="225" y="529"/>
                  <a:pt x="226" y="551"/>
                  <a:pt x="227" y="558"/>
                </a:cubicBezTo>
                <a:cubicBezTo>
                  <a:pt x="228" y="566"/>
                  <a:pt x="233" y="572"/>
                  <a:pt x="240" y="579"/>
                </a:cubicBezTo>
                <a:cubicBezTo>
                  <a:pt x="242" y="580"/>
                  <a:pt x="243" y="581"/>
                  <a:pt x="243" y="582"/>
                </a:cubicBezTo>
                <a:lnTo>
                  <a:pt x="287" y="582"/>
                </a:lnTo>
                <a:cubicBezTo>
                  <a:pt x="329" y="582"/>
                  <a:pt x="364" y="577"/>
                  <a:pt x="393" y="568"/>
                </a:cubicBezTo>
                <a:cubicBezTo>
                  <a:pt x="466" y="543"/>
                  <a:pt x="512" y="504"/>
                  <a:pt x="531" y="453"/>
                </a:cubicBezTo>
                <a:cubicBezTo>
                  <a:pt x="532" y="438"/>
                  <a:pt x="538" y="431"/>
                  <a:pt x="548" y="431"/>
                </a:cubicBezTo>
                <a:cubicBezTo>
                  <a:pt x="553" y="431"/>
                  <a:pt x="556" y="433"/>
                  <a:pt x="559" y="436"/>
                </a:cubicBezTo>
                <a:cubicBezTo>
                  <a:pt x="562" y="440"/>
                  <a:pt x="564" y="444"/>
                  <a:pt x="565" y="449"/>
                </a:cubicBezTo>
                <a:cubicBezTo>
                  <a:pt x="563" y="450"/>
                  <a:pt x="559" y="476"/>
                  <a:pt x="550" y="528"/>
                </a:cubicBezTo>
                <a:cubicBezTo>
                  <a:pt x="542" y="579"/>
                  <a:pt x="536" y="608"/>
                  <a:pt x="532" y="611"/>
                </a:cubicBezTo>
                <a:lnTo>
                  <a:pt x="529" y="615"/>
                </a:lnTo>
                <a:lnTo>
                  <a:pt x="11" y="615"/>
                </a:lnTo>
                <a:cubicBezTo>
                  <a:pt x="4" y="611"/>
                  <a:pt x="0" y="606"/>
                  <a:pt x="0" y="600"/>
                </a:cubicBezTo>
                <a:cubicBezTo>
                  <a:pt x="0" y="587"/>
                  <a:pt x="12" y="582"/>
                  <a:pt x="35" y="582"/>
                </a:cubicBezTo>
                <a:cubicBezTo>
                  <a:pt x="60" y="580"/>
                  <a:pt x="73" y="575"/>
                  <a:pt x="76" y="567"/>
                </a:cubicBezTo>
                <a:cubicBezTo>
                  <a:pt x="79" y="562"/>
                  <a:pt x="81" y="475"/>
                  <a:pt x="81" y="307"/>
                </a:cubicBezTo>
                <a:cubicBezTo>
                  <a:pt x="81" y="139"/>
                  <a:pt x="79" y="52"/>
                  <a:pt x="76" y="46"/>
                </a:cubicBezTo>
                <a:cubicBezTo>
                  <a:pt x="73" y="38"/>
                  <a:pt x="59" y="33"/>
                  <a:pt x="35" y="32"/>
                </a:cubicBezTo>
                <a:cubicBezTo>
                  <a:pt x="12" y="32"/>
                  <a:pt x="0" y="26"/>
                  <a:pt x="0" y="15"/>
                </a:cubicBezTo>
                <a:moveTo>
                  <a:pt x="112" y="307"/>
                </a:moveTo>
                <a:cubicBezTo>
                  <a:pt x="112" y="433"/>
                  <a:pt x="112" y="508"/>
                  <a:pt x="111" y="533"/>
                </a:cubicBezTo>
                <a:cubicBezTo>
                  <a:pt x="111" y="558"/>
                  <a:pt x="109" y="574"/>
                  <a:pt x="106" y="580"/>
                </a:cubicBezTo>
                <a:cubicBezTo>
                  <a:pt x="105" y="581"/>
                  <a:pt x="105" y="581"/>
                  <a:pt x="105" y="582"/>
                </a:cubicBezTo>
                <a:lnTo>
                  <a:pt x="200" y="582"/>
                </a:lnTo>
                <a:cubicBezTo>
                  <a:pt x="199" y="578"/>
                  <a:pt x="198" y="574"/>
                  <a:pt x="197" y="570"/>
                </a:cubicBezTo>
                <a:lnTo>
                  <a:pt x="192" y="558"/>
                </a:lnTo>
                <a:lnTo>
                  <a:pt x="192" y="54"/>
                </a:lnTo>
                <a:lnTo>
                  <a:pt x="197" y="43"/>
                </a:lnTo>
                <a:lnTo>
                  <a:pt x="200" y="32"/>
                </a:lnTo>
                <a:lnTo>
                  <a:pt x="105" y="32"/>
                </a:lnTo>
                <a:cubicBezTo>
                  <a:pt x="107" y="36"/>
                  <a:pt x="108" y="39"/>
                  <a:pt x="109" y="41"/>
                </a:cubicBezTo>
                <a:cubicBezTo>
                  <a:pt x="109" y="42"/>
                  <a:pt x="110" y="53"/>
                  <a:pt x="110" y="72"/>
                </a:cubicBezTo>
                <a:cubicBezTo>
                  <a:pt x="111" y="91"/>
                  <a:pt x="112" y="117"/>
                  <a:pt x="112" y="149"/>
                </a:cubicBezTo>
                <a:cubicBezTo>
                  <a:pt x="113" y="182"/>
                  <a:pt x="113" y="234"/>
                  <a:pt x="112" y="307"/>
                </a:cubicBezTo>
                <a:moveTo>
                  <a:pt x="490" y="72"/>
                </a:moveTo>
                <a:lnTo>
                  <a:pt x="490" y="32"/>
                </a:lnTo>
                <a:lnTo>
                  <a:pt x="443" y="32"/>
                </a:lnTo>
                <a:cubicBezTo>
                  <a:pt x="443" y="33"/>
                  <a:pt x="446" y="36"/>
                  <a:pt x="452" y="40"/>
                </a:cubicBezTo>
                <a:cubicBezTo>
                  <a:pt x="460" y="43"/>
                  <a:pt x="468" y="49"/>
                  <a:pt x="477" y="58"/>
                </a:cubicBezTo>
                <a:lnTo>
                  <a:pt x="490" y="72"/>
                </a:lnTo>
                <a:moveTo>
                  <a:pt x="367" y="329"/>
                </a:moveTo>
                <a:lnTo>
                  <a:pt x="367" y="257"/>
                </a:lnTo>
                <a:lnTo>
                  <a:pt x="355" y="269"/>
                </a:lnTo>
                <a:cubicBezTo>
                  <a:pt x="347" y="277"/>
                  <a:pt x="340" y="283"/>
                  <a:pt x="331" y="287"/>
                </a:cubicBezTo>
                <a:lnTo>
                  <a:pt x="319" y="295"/>
                </a:lnTo>
                <a:cubicBezTo>
                  <a:pt x="323" y="298"/>
                  <a:pt x="328" y="300"/>
                  <a:pt x="333" y="303"/>
                </a:cubicBezTo>
                <a:cubicBezTo>
                  <a:pt x="344" y="310"/>
                  <a:pt x="352" y="316"/>
                  <a:pt x="357" y="319"/>
                </a:cubicBezTo>
                <a:lnTo>
                  <a:pt x="367" y="329"/>
                </a:lnTo>
                <a:moveTo>
                  <a:pt x="513" y="558"/>
                </a:moveTo>
                <a:lnTo>
                  <a:pt x="516" y="534"/>
                </a:lnTo>
                <a:cubicBezTo>
                  <a:pt x="516" y="534"/>
                  <a:pt x="514" y="536"/>
                  <a:pt x="513" y="539"/>
                </a:cubicBezTo>
                <a:cubicBezTo>
                  <a:pt x="498" y="552"/>
                  <a:pt x="481" y="563"/>
                  <a:pt x="462" y="572"/>
                </a:cubicBezTo>
                <a:lnTo>
                  <a:pt x="449" y="580"/>
                </a:lnTo>
                <a:lnTo>
                  <a:pt x="477" y="582"/>
                </a:lnTo>
                <a:lnTo>
                  <a:pt x="508" y="582"/>
                </a:lnTo>
                <a:cubicBezTo>
                  <a:pt x="508" y="581"/>
                  <a:pt x="508" y="580"/>
                  <a:pt x="509" y="578"/>
                </a:cubicBezTo>
                <a:cubicBezTo>
                  <a:pt x="510" y="576"/>
                  <a:pt x="510" y="573"/>
                  <a:pt x="511" y="569"/>
                </a:cubicBezTo>
                <a:cubicBezTo>
                  <a:pt x="511" y="565"/>
                  <a:pt x="512" y="561"/>
                  <a:pt x="513" y="558"/>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420" name=""/>
          <p:cNvSpPr/>
          <p:nvPr/>
        </p:nvSpPr>
        <p:spPr>
          <a:xfrm>
            <a:off x="1265400" y="5140440"/>
            <a:ext cx="97920" cy="145800"/>
          </a:xfrm>
          <a:custGeom>
            <a:avLst/>
            <a:gdLst/>
            <a:ahLst/>
            <a:rect l="0" t="0" r="r" b="b"/>
            <a:pathLst>
              <a:path w="272" h="405">
                <a:moveTo>
                  <a:pt x="0" y="182"/>
                </a:moveTo>
                <a:cubicBezTo>
                  <a:pt x="0" y="139"/>
                  <a:pt x="16" y="99"/>
                  <a:pt x="49" y="60"/>
                </a:cubicBezTo>
                <a:cubicBezTo>
                  <a:pt x="81" y="21"/>
                  <a:pt x="117" y="1"/>
                  <a:pt x="158" y="1"/>
                </a:cubicBezTo>
                <a:cubicBezTo>
                  <a:pt x="183" y="1"/>
                  <a:pt x="203" y="12"/>
                  <a:pt x="216" y="35"/>
                </a:cubicBezTo>
                <a:cubicBezTo>
                  <a:pt x="217" y="35"/>
                  <a:pt x="218" y="33"/>
                  <a:pt x="220" y="31"/>
                </a:cubicBezTo>
                <a:cubicBezTo>
                  <a:pt x="221" y="29"/>
                  <a:pt x="224" y="26"/>
                  <a:pt x="227" y="23"/>
                </a:cubicBezTo>
                <a:cubicBezTo>
                  <a:pt x="230" y="21"/>
                  <a:pt x="233" y="18"/>
                  <a:pt x="237" y="16"/>
                </a:cubicBezTo>
                <a:cubicBezTo>
                  <a:pt x="251" y="5"/>
                  <a:pt x="261" y="0"/>
                  <a:pt x="266" y="0"/>
                </a:cubicBezTo>
                <a:cubicBezTo>
                  <a:pt x="268" y="0"/>
                  <a:pt x="269" y="1"/>
                  <a:pt x="270" y="2"/>
                </a:cubicBezTo>
                <a:cubicBezTo>
                  <a:pt x="272" y="4"/>
                  <a:pt x="272" y="5"/>
                  <a:pt x="272" y="5"/>
                </a:cubicBezTo>
                <a:cubicBezTo>
                  <a:pt x="272" y="9"/>
                  <a:pt x="258" y="71"/>
                  <a:pt x="229" y="187"/>
                </a:cubicBezTo>
                <a:cubicBezTo>
                  <a:pt x="198" y="307"/>
                  <a:pt x="183" y="368"/>
                  <a:pt x="183" y="370"/>
                </a:cubicBezTo>
                <a:cubicBezTo>
                  <a:pt x="183" y="373"/>
                  <a:pt x="193" y="375"/>
                  <a:pt x="212" y="376"/>
                </a:cubicBezTo>
                <a:lnTo>
                  <a:pt x="228" y="376"/>
                </a:lnTo>
                <a:cubicBezTo>
                  <a:pt x="230" y="379"/>
                  <a:pt x="232" y="381"/>
                  <a:pt x="232" y="381"/>
                </a:cubicBezTo>
                <a:cubicBezTo>
                  <a:pt x="232" y="382"/>
                  <a:pt x="231" y="386"/>
                  <a:pt x="230" y="393"/>
                </a:cubicBezTo>
                <a:cubicBezTo>
                  <a:pt x="228" y="398"/>
                  <a:pt x="226" y="402"/>
                  <a:pt x="223" y="405"/>
                </a:cubicBezTo>
                <a:lnTo>
                  <a:pt x="215" y="405"/>
                </a:lnTo>
                <a:cubicBezTo>
                  <a:pt x="202" y="404"/>
                  <a:pt x="179" y="404"/>
                  <a:pt x="147" y="404"/>
                </a:cubicBezTo>
                <a:cubicBezTo>
                  <a:pt x="135" y="404"/>
                  <a:pt x="123" y="404"/>
                  <a:pt x="113" y="404"/>
                </a:cubicBezTo>
                <a:cubicBezTo>
                  <a:pt x="104" y="404"/>
                  <a:pt x="96" y="404"/>
                  <a:pt x="90" y="404"/>
                </a:cubicBezTo>
                <a:cubicBezTo>
                  <a:pt x="84" y="404"/>
                  <a:pt x="80" y="404"/>
                  <a:pt x="79" y="404"/>
                </a:cubicBezTo>
                <a:cubicBezTo>
                  <a:pt x="73" y="404"/>
                  <a:pt x="70" y="403"/>
                  <a:pt x="70" y="399"/>
                </a:cubicBezTo>
                <a:cubicBezTo>
                  <a:pt x="70" y="398"/>
                  <a:pt x="71" y="395"/>
                  <a:pt x="71" y="390"/>
                </a:cubicBezTo>
                <a:cubicBezTo>
                  <a:pt x="73" y="383"/>
                  <a:pt x="75" y="379"/>
                  <a:pt x="76" y="378"/>
                </a:cubicBezTo>
                <a:cubicBezTo>
                  <a:pt x="77" y="376"/>
                  <a:pt x="81" y="376"/>
                  <a:pt x="89" y="376"/>
                </a:cubicBezTo>
                <a:cubicBezTo>
                  <a:pt x="109" y="376"/>
                  <a:pt x="121" y="374"/>
                  <a:pt x="125" y="371"/>
                </a:cubicBezTo>
                <a:cubicBezTo>
                  <a:pt x="129" y="369"/>
                  <a:pt x="136" y="351"/>
                  <a:pt x="144" y="315"/>
                </a:cubicBezTo>
                <a:cubicBezTo>
                  <a:pt x="153" y="280"/>
                  <a:pt x="157" y="262"/>
                  <a:pt x="157" y="261"/>
                </a:cubicBezTo>
                <a:cubicBezTo>
                  <a:pt x="157" y="261"/>
                  <a:pt x="156" y="262"/>
                  <a:pt x="153" y="263"/>
                </a:cubicBezTo>
                <a:cubicBezTo>
                  <a:pt x="133" y="280"/>
                  <a:pt x="111" y="288"/>
                  <a:pt x="89" y="288"/>
                </a:cubicBezTo>
                <a:cubicBezTo>
                  <a:pt x="65" y="288"/>
                  <a:pt x="45" y="280"/>
                  <a:pt x="27" y="263"/>
                </a:cubicBezTo>
                <a:cubicBezTo>
                  <a:pt x="9" y="246"/>
                  <a:pt x="0" y="219"/>
                  <a:pt x="0" y="182"/>
                </a:cubicBezTo>
                <a:moveTo>
                  <a:pt x="204" y="75"/>
                </a:moveTo>
                <a:cubicBezTo>
                  <a:pt x="194" y="42"/>
                  <a:pt x="178" y="24"/>
                  <a:pt x="156" y="24"/>
                </a:cubicBezTo>
                <a:cubicBezTo>
                  <a:pt x="141" y="24"/>
                  <a:pt x="126" y="31"/>
                  <a:pt x="113" y="44"/>
                </a:cubicBezTo>
                <a:cubicBezTo>
                  <a:pt x="99" y="58"/>
                  <a:pt x="89" y="75"/>
                  <a:pt x="81" y="96"/>
                </a:cubicBezTo>
                <a:cubicBezTo>
                  <a:pt x="69" y="129"/>
                  <a:pt x="60" y="164"/>
                  <a:pt x="55" y="200"/>
                </a:cubicBezTo>
                <a:cubicBezTo>
                  <a:pt x="55" y="201"/>
                  <a:pt x="55" y="204"/>
                  <a:pt x="55" y="207"/>
                </a:cubicBezTo>
                <a:cubicBezTo>
                  <a:pt x="55" y="210"/>
                  <a:pt x="55" y="213"/>
                  <a:pt x="54" y="215"/>
                </a:cubicBezTo>
                <a:cubicBezTo>
                  <a:pt x="54" y="234"/>
                  <a:pt x="58" y="247"/>
                  <a:pt x="66" y="254"/>
                </a:cubicBezTo>
                <a:cubicBezTo>
                  <a:pt x="73" y="261"/>
                  <a:pt x="82" y="265"/>
                  <a:pt x="93" y="265"/>
                </a:cubicBezTo>
                <a:cubicBezTo>
                  <a:pt x="116" y="265"/>
                  <a:pt x="140" y="250"/>
                  <a:pt x="164" y="220"/>
                </a:cubicBezTo>
                <a:lnTo>
                  <a:pt x="170" y="213"/>
                </a:lnTo>
                <a:lnTo>
                  <a:pt x="204" y="75"/>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421" name=""/>
          <p:cNvSpPr/>
          <p:nvPr/>
        </p:nvSpPr>
        <p:spPr>
          <a:xfrm>
            <a:off x="1417320" y="4950720"/>
            <a:ext cx="44640" cy="323640"/>
          </a:xfrm>
          <a:custGeom>
            <a:avLst/>
            <a:gdLst/>
            <a:ahLst/>
            <a:rect l="0" t="0" r="r" b="b"/>
            <a:pathLst>
              <a:path w="124" h="899">
                <a:moveTo>
                  <a:pt x="0" y="899"/>
                </a:moveTo>
                <a:lnTo>
                  <a:pt x="0" y="0"/>
                </a:lnTo>
                <a:lnTo>
                  <a:pt x="124" y="0"/>
                </a:lnTo>
                <a:lnTo>
                  <a:pt x="124" y="36"/>
                </a:lnTo>
                <a:lnTo>
                  <a:pt x="37" y="36"/>
                </a:lnTo>
                <a:lnTo>
                  <a:pt x="37" y="863"/>
                </a:lnTo>
                <a:lnTo>
                  <a:pt x="124" y="863"/>
                </a:lnTo>
                <a:lnTo>
                  <a:pt x="124" y="899"/>
                </a:lnTo>
                <a:lnTo>
                  <a:pt x="0" y="899"/>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422" name=""/>
          <p:cNvSpPr/>
          <p:nvPr/>
        </p:nvSpPr>
        <p:spPr>
          <a:xfrm>
            <a:off x="1479600" y="4972320"/>
            <a:ext cx="249120" cy="221040"/>
          </a:xfrm>
          <a:custGeom>
            <a:avLst/>
            <a:gdLst/>
            <a:ahLst/>
            <a:rect l="0" t="0" r="r" b="b"/>
            <a:pathLst>
              <a:path w="692" h="614">
                <a:moveTo>
                  <a:pt x="228" y="50"/>
                </a:moveTo>
                <a:cubicBezTo>
                  <a:pt x="228" y="45"/>
                  <a:pt x="211" y="43"/>
                  <a:pt x="177" y="42"/>
                </a:cubicBezTo>
                <a:cubicBezTo>
                  <a:pt x="163" y="42"/>
                  <a:pt x="154" y="41"/>
                  <a:pt x="150" y="41"/>
                </a:cubicBezTo>
                <a:cubicBezTo>
                  <a:pt x="146" y="40"/>
                  <a:pt x="144" y="37"/>
                  <a:pt x="144" y="33"/>
                </a:cubicBezTo>
                <a:cubicBezTo>
                  <a:pt x="144" y="28"/>
                  <a:pt x="145" y="22"/>
                  <a:pt x="147" y="15"/>
                </a:cubicBezTo>
                <a:cubicBezTo>
                  <a:pt x="150" y="7"/>
                  <a:pt x="152" y="3"/>
                  <a:pt x="154" y="1"/>
                </a:cubicBezTo>
                <a:cubicBezTo>
                  <a:pt x="155" y="1"/>
                  <a:pt x="214" y="0"/>
                  <a:pt x="332" y="0"/>
                </a:cubicBezTo>
                <a:cubicBezTo>
                  <a:pt x="433" y="1"/>
                  <a:pt x="489" y="1"/>
                  <a:pt x="501" y="1"/>
                </a:cubicBezTo>
                <a:cubicBezTo>
                  <a:pt x="513" y="1"/>
                  <a:pt x="525" y="3"/>
                  <a:pt x="537" y="7"/>
                </a:cubicBezTo>
                <a:cubicBezTo>
                  <a:pt x="580" y="17"/>
                  <a:pt x="617" y="40"/>
                  <a:pt x="647" y="77"/>
                </a:cubicBezTo>
                <a:cubicBezTo>
                  <a:pt x="676" y="115"/>
                  <a:pt x="692" y="164"/>
                  <a:pt x="692" y="226"/>
                </a:cubicBezTo>
                <a:cubicBezTo>
                  <a:pt x="692" y="320"/>
                  <a:pt x="660" y="403"/>
                  <a:pt x="596" y="478"/>
                </a:cubicBezTo>
                <a:cubicBezTo>
                  <a:pt x="532" y="552"/>
                  <a:pt x="457" y="597"/>
                  <a:pt x="369" y="611"/>
                </a:cubicBezTo>
                <a:lnTo>
                  <a:pt x="357" y="613"/>
                </a:lnTo>
                <a:lnTo>
                  <a:pt x="182" y="614"/>
                </a:lnTo>
                <a:lnTo>
                  <a:pt x="83" y="614"/>
                </a:lnTo>
                <a:lnTo>
                  <a:pt x="35" y="614"/>
                </a:lnTo>
                <a:cubicBezTo>
                  <a:pt x="21" y="614"/>
                  <a:pt x="12" y="614"/>
                  <a:pt x="7" y="612"/>
                </a:cubicBezTo>
                <a:cubicBezTo>
                  <a:pt x="3" y="611"/>
                  <a:pt x="1" y="608"/>
                  <a:pt x="0" y="604"/>
                </a:cubicBezTo>
                <a:cubicBezTo>
                  <a:pt x="0" y="603"/>
                  <a:pt x="1" y="599"/>
                  <a:pt x="3" y="592"/>
                </a:cubicBezTo>
                <a:cubicBezTo>
                  <a:pt x="5" y="582"/>
                  <a:pt x="8" y="577"/>
                  <a:pt x="10" y="576"/>
                </a:cubicBezTo>
                <a:cubicBezTo>
                  <a:pt x="13" y="574"/>
                  <a:pt x="19" y="573"/>
                  <a:pt x="31" y="573"/>
                </a:cubicBezTo>
                <a:cubicBezTo>
                  <a:pt x="47" y="573"/>
                  <a:pt x="65" y="572"/>
                  <a:pt x="85" y="569"/>
                </a:cubicBezTo>
                <a:cubicBezTo>
                  <a:pt x="93" y="567"/>
                  <a:pt x="99" y="564"/>
                  <a:pt x="102" y="558"/>
                </a:cubicBezTo>
                <a:cubicBezTo>
                  <a:pt x="103" y="556"/>
                  <a:pt x="125" y="473"/>
                  <a:pt x="166" y="309"/>
                </a:cubicBezTo>
                <a:cubicBezTo>
                  <a:pt x="208" y="145"/>
                  <a:pt x="228" y="59"/>
                  <a:pt x="228" y="50"/>
                </a:cubicBezTo>
                <a:moveTo>
                  <a:pt x="603" y="192"/>
                </a:moveTo>
                <a:cubicBezTo>
                  <a:pt x="603" y="170"/>
                  <a:pt x="599" y="149"/>
                  <a:pt x="593" y="131"/>
                </a:cubicBezTo>
                <a:cubicBezTo>
                  <a:pt x="586" y="113"/>
                  <a:pt x="578" y="99"/>
                  <a:pt x="569" y="89"/>
                </a:cubicBezTo>
                <a:cubicBezTo>
                  <a:pt x="560" y="79"/>
                  <a:pt x="549" y="70"/>
                  <a:pt x="536" y="63"/>
                </a:cubicBezTo>
                <a:cubicBezTo>
                  <a:pt x="523" y="56"/>
                  <a:pt x="511" y="51"/>
                  <a:pt x="501" y="49"/>
                </a:cubicBezTo>
                <a:cubicBezTo>
                  <a:pt x="491" y="46"/>
                  <a:pt x="480" y="44"/>
                  <a:pt x="470" y="42"/>
                </a:cubicBezTo>
                <a:cubicBezTo>
                  <a:pt x="469" y="42"/>
                  <a:pt x="464" y="42"/>
                  <a:pt x="457" y="42"/>
                </a:cubicBezTo>
                <a:cubicBezTo>
                  <a:pt x="450" y="42"/>
                  <a:pt x="441" y="42"/>
                  <a:pt x="431" y="42"/>
                </a:cubicBezTo>
                <a:cubicBezTo>
                  <a:pt x="421" y="42"/>
                  <a:pt x="411" y="42"/>
                  <a:pt x="402" y="42"/>
                </a:cubicBezTo>
                <a:lnTo>
                  <a:pt x="362" y="42"/>
                </a:lnTo>
                <a:cubicBezTo>
                  <a:pt x="336" y="42"/>
                  <a:pt x="321" y="45"/>
                  <a:pt x="317" y="50"/>
                </a:cubicBezTo>
                <a:cubicBezTo>
                  <a:pt x="316" y="53"/>
                  <a:pt x="294" y="139"/>
                  <a:pt x="252" y="309"/>
                </a:cubicBezTo>
                <a:cubicBezTo>
                  <a:pt x="209" y="479"/>
                  <a:pt x="188" y="565"/>
                  <a:pt x="188" y="567"/>
                </a:cubicBezTo>
                <a:cubicBezTo>
                  <a:pt x="188" y="569"/>
                  <a:pt x="191" y="571"/>
                  <a:pt x="198" y="571"/>
                </a:cubicBezTo>
                <a:cubicBezTo>
                  <a:pt x="204" y="571"/>
                  <a:pt x="227" y="570"/>
                  <a:pt x="267" y="572"/>
                </a:cubicBezTo>
                <a:cubicBezTo>
                  <a:pt x="270" y="572"/>
                  <a:pt x="275" y="572"/>
                  <a:pt x="284" y="572"/>
                </a:cubicBezTo>
                <a:cubicBezTo>
                  <a:pt x="292" y="572"/>
                  <a:pt x="299" y="572"/>
                  <a:pt x="305" y="573"/>
                </a:cubicBezTo>
                <a:cubicBezTo>
                  <a:pt x="381" y="573"/>
                  <a:pt x="444" y="547"/>
                  <a:pt x="493" y="498"/>
                </a:cubicBezTo>
                <a:cubicBezTo>
                  <a:pt x="515" y="477"/>
                  <a:pt x="532" y="452"/>
                  <a:pt x="546" y="423"/>
                </a:cubicBezTo>
                <a:cubicBezTo>
                  <a:pt x="560" y="394"/>
                  <a:pt x="573" y="356"/>
                  <a:pt x="585" y="309"/>
                </a:cubicBezTo>
                <a:cubicBezTo>
                  <a:pt x="597" y="262"/>
                  <a:pt x="603" y="223"/>
                  <a:pt x="603" y="192"/>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423" name=""/>
          <p:cNvSpPr/>
          <p:nvPr/>
        </p:nvSpPr>
        <p:spPr>
          <a:xfrm>
            <a:off x="1754280" y="5085360"/>
            <a:ext cx="196200" cy="156600"/>
          </a:xfrm>
          <a:custGeom>
            <a:avLst/>
            <a:gdLst/>
            <a:ahLst/>
            <a:rect l="0" t="0" r="r" b="b"/>
            <a:pathLst>
              <a:path w="545" h="435">
                <a:moveTo>
                  <a:pt x="161" y="35"/>
                </a:moveTo>
                <a:cubicBezTo>
                  <a:pt x="161" y="32"/>
                  <a:pt x="149" y="30"/>
                  <a:pt x="125" y="30"/>
                </a:cubicBezTo>
                <a:cubicBezTo>
                  <a:pt x="115" y="30"/>
                  <a:pt x="109" y="29"/>
                  <a:pt x="106" y="29"/>
                </a:cubicBezTo>
                <a:cubicBezTo>
                  <a:pt x="103" y="29"/>
                  <a:pt x="102" y="27"/>
                  <a:pt x="102" y="23"/>
                </a:cubicBezTo>
                <a:cubicBezTo>
                  <a:pt x="102" y="22"/>
                  <a:pt x="102" y="19"/>
                  <a:pt x="103" y="14"/>
                </a:cubicBezTo>
                <a:cubicBezTo>
                  <a:pt x="105" y="6"/>
                  <a:pt x="107" y="1"/>
                  <a:pt x="109" y="1"/>
                </a:cubicBezTo>
                <a:cubicBezTo>
                  <a:pt x="110" y="1"/>
                  <a:pt x="112" y="0"/>
                  <a:pt x="116" y="0"/>
                </a:cubicBezTo>
                <a:lnTo>
                  <a:pt x="119" y="0"/>
                </a:lnTo>
                <a:cubicBezTo>
                  <a:pt x="137" y="1"/>
                  <a:pt x="165" y="2"/>
                  <a:pt x="206" y="2"/>
                </a:cubicBezTo>
                <a:cubicBezTo>
                  <a:pt x="220" y="2"/>
                  <a:pt x="233" y="2"/>
                  <a:pt x="246" y="2"/>
                </a:cubicBezTo>
                <a:cubicBezTo>
                  <a:pt x="258" y="2"/>
                  <a:pt x="267" y="1"/>
                  <a:pt x="274" y="1"/>
                </a:cubicBezTo>
                <a:cubicBezTo>
                  <a:pt x="281" y="1"/>
                  <a:pt x="285" y="1"/>
                  <a:pt x="287" y="1"/>
                </a:cubicBezTo>
                <a:cubicBezTo>
                  <a:pt x="294" y="1"/>
                  <a:pt x="299" y="3"/>
                  <a:pt x="299" y="6"/>
                </a:cubicBezTo>
                <a:cubicBezTo>
                  <a:pt x="299" y="8"/>
                  <a:pt x="298" y="11"/>
                  <a:pt x="297" y="15"/>
                </a:cubicBezTo>
                <a:cubicBezTo>
                  <a:pt x="296" y="16"/>
                  <a:pt x="296" y="17"/>
                  <a:pt x="296" y="19"/>
                </a:cubicBezTo>
                <a:cubicBezTo>
                  <a:pt x="296" y="21"/>
                  <a:pt x="296" y="22"/>
                  <a:pt x="294" y="23"/>
                </a:cubicBezTo>
                <a:cubicBezTo>
                  <a:pt x="294" y="23"/>
                  <a:pt x="294" y="24"/>
                  <a:pt x="293" y="25"/>
                </a:cubicBezTo>
                <a:cubicBezTo>
                  <a:pt x="293" y="26"/>
                  <a:pt x="292" y="27"/>
                  <a:pt x="291" y="27"/>
                </a:cubicBezTo>
                <a:cubicBezTo>
                  <a:pt x="290" y="28"/>
                  <a:pt x="290" y="28"/>
                  <a:pt x="289" y="28"/>
                </a:cubicBezTo>
                <a:cubicBezTo>
                  <a:pt x="288" y="29"/>
                  <a:pt x="286" y="29"/>
                  <a:pt x="284" y="29"/>
                </a:cubicBezTo>
                <a:cubicBezTo>
                  <a:pt x="282" y="29"/>
                  <a:pt x="280" y="29"/>
                  <a:pt x="279" y="30"/>
                </a:cubicBezTo>
                <a:cubicBezTo>
                  <a:pt x="277" y="30"/>
                  <a:pt x="274" y="30"/>
                  <a:pt x="270" y="30"/>
                </a:cubicBezTo>
                <a:cubicBezTo>
                  <a:pt x="253" y="30"/>
                  <a:pt x="242" y="31"/>
                  <a:pt x="237" y="32"/>
                </a:cubicBezTo>
                <a:cubicBezTo>
                  <a:pt x="233" y="32"/>
                  <a:pt x="229" y="35"/>
                  <a:pt x="226" y="39"/>
                </a:cubicBezTo>
                <a:lnTo>
                  <a:pt x="174" y="240"/>
                </a:lnTo>
                <a:cubicBezTo>
                  <a:pt x="175" y="240"/>
                  <a:pt x="214" y="210"/>
                  <a:pt x="291" y="149"/>
                </a:cubicBezTo>
                <a:cubicBezTo>
                  <a:pt x="370" y="88"/>
                  <a:pt x="409" y="57"/>
                  <a:pt x="412" y="55"/>
                </a:cubicBezTo>
                <a:cubicBezTo>
                  <a:pt x="417" y="49"/>
                  <a:pt x="420" y="44"/>
                  <a:pt x="420" y="40"/>
                </a:cubicBezTo>
                <a:cubicBezTo>
                  <a:pt x="420" y="34"/>
                  <a:pt x="415" y="30"/>
                  <a:pt x="405" y="30"/>
                </a:cubicBezTo>
                <a:cubicBezTo>
                  <a:pt x="398" y="30"/>
                  <a:pt x="394" y="27"/>
                  <a:pt x="394" y="23"/>
                </a:cubicBezTo>
                <a:cubicBezTo>
                  <a:pt x="394" y="22"/>
                  <a:pt x="395" y="19"/>
                  <a:pt x="396" y="14"/>
                </a:cubicBezTo>
                <a:cubicBezTo>
                  <a:pt x="398" y="9"/>
                  <a:pt x="399" y="6"/>
                  <a:pt x="399" y="4"/>
                </a:cubicBezTo>
                <a:cubicBezTo>
                  <a:pt x="401" y="2"/>
                  <a:pt x="404" y="1"/>
                  <a:pt x="410" y="1"/>
                </a:cubicBezTo>
                <a:cubicBezTo>
                  <a:pt x="412" y="1"/>
                  <a:pt x="419" y="1"/>
                  <a:pt x="432" y="2"/>
                </a:cubicBezTo>
                <a:cubicBezTo>
                  <a:pt x="446" y="2"/>
                  <a:pt x="462" y="2"/>
                  <a:pt x="483" y="2"/>
                </a:cubicBezTo>
                <a:cubicBezTo>
                  <a:pt x="493" y="2"/>
                  <a:pt x="503" y="2"/>
                  <a:pt x="514" y="2"/>
                </a:cubicBezTo>
                <a:cubicBezTo>
                  <a:pt x="524" y="1"/>
                  <a:pt x="531" y="1"/>
                  <a:pt x="533" y="1"/>
                </a:cubicBezTo>
                <a:cubicBezTo>
                  <a:pt x="541" y="1"/>
                  <a:pt x="545" y="3"/>
                  <a:pt x="545" y="7"/>
                </a:cubicBezTo>
                <a:cubicBezTo>
                  <a:pt x="545" y="17"/>
                  <a:pt x="544" y="23"/>
                  <a:pt x="540" y="26"/>
                </a:cubicBezTo>
                <a:cubicBezTo>
                  <a:pt x="539" y="29"/>
                  <a:pt x="535" y="30"/>
                  <a:pt x="528" y="30"/>
                </a:cubicBezTo>
                <a:cubicBezTo>
                  <a:pt x="497" y="32"/>
                  <a:pt x="468" y="43"/>
                  <a:pt x="442" y="62"/>
                </a:cubicBezTo>
                <a:cubicBezTo>
                  <a:pt x="435" y="66"/>
                  <a:pt x="420" y="77"/>
                  <a:pt x="398" y="95"/>
                </a:cubicBezTo>
                <a:cubicBezTo>
                  <a:pt x="375" y="113"/>
                  <a:pt x="354" y="129"/>
                  <a:pt x="334" y="145"/>
                </a:cubicBezTo>
                <a:lnTo>
                  <a:pt x="304" y="169"/>
                </a:lnTo>
                <a:lnTo>
                  <a:pt x="310" y="183"/>
                </a:lnTo>
                <a:cubicBezTo>
                  <a:pt x="314" y="192"/>
                  <a:pt x="320" y="206"/>
                  <a:pt x="328" y="225"/>
                </a:cubicBezTo>
                <a:cubicBezTo>
                  <a:pt x="336" y="244"/>
                  <a:pt x="343" y="262"/>
                  <a:pt x="350" y="279"/>
                </a:cubicBezTo>
                <a:cubicBezTo>
                  <a:pt x="382" y="354"/>
                  <a:pt x="399" y="394"/>
                  <a:pt x="401" y="396"/>
                </a:cubicBezTo>
                <a:cubicBezTo>
                  <a:pt x="402" y="397"/>
                  <a:pt x="403" y="398"/>
                  <a:pt x="404" y="399"/>
                </a:cubicBezTo>
                <a:cubicBezTo>
                  <a:pt x="410" y="403"/>
                  <a:pt x="421" y="405"/>
                  <a:pt x="436" y="406"/>
                </a:cubicBezTo>
                <a:lnTo>
                  <a:pt x="450" y="406"/>
                </a:lnTo>
                <a:cubicBezTo>
                  <a:pt x="452" y="409"/>
                  <a:pt x="453" y="411"/>
                  <a:pt x="453" y="411"/>
                </a:cubicBezTo>
                <a:cubicBezTo>
                  <a:pt x="453" y="412"/>
                  <a:pt x="453" y="416"/>
                  <a:pt x="451" y="423"/>
                </a:cubicBezTo>
                <a:cubicBezTo>
                  <a:pt x="450" y="428"/>
                  <a:pt x="448" y="432"/>
                  <a:pt x="445" y="435"/>
                </a:cubicBezTo>
                <a:lnTo>
                  <a:pt x="438" y="435"/>
                </a:lnTo>
                <a:cubicBezTo>
                  <a:pt x="421" y="434"/>
                  <a:pt x="401" y="433"/>
                  <a:pt x="378" y="433"/>
                </a:cubicBezTo>
                <a:cubicBezTo>
                  <a:pt x="326" y="433"/>
                  <a:pt x="297" y="434"/>
                  <a:pt x="290" y="435"/>
                </a:cubicBezTo>
                <a:lnTo>
                  <a:pt x="284" y="435"/>
                </a:lnTo>
                <a:cubicBezTo>
                  <a:pt x="281" y="432"/>
                  <a:pt x="280" y="430"/>
                  <a:pt x="280" y="429"/>
                </a:cubicBezTo>
                <a:cubicBezTo>
                  <a:pt x="280" y="428"/>
                  <a:pt x="280" y="424"/>
                  <a:pt x="281" y="418"/>
                </a:cubicBezTo>
                <a:cubicBezTo>
                  <a:pt x="283" y="412"/>
                  <a:pt x="284" y="409"/>
                  <a:pt x="285" y="408"/>
                </a:cubicBezTo>
                <a:cubicBezTo>
                  <a:pt x="286" y="406"/>
                  <a:pt x="288" y="406"/>
                  <a:pt x="292" y="406"/>
                </a:cubicBezTo>
                <a:lnTo>
                  <a:pt x="294" y="406"/>
                </a:lnTo>
                <a:cubicBezTo>
                  <a:pt x="316" y="406"/>
                  <a:pt x="326" y="400"/>
                  <a:pt x="326" y="390"/>
                </a:cubicBezTo>
                <a:cubicBezTo>
                  <a:pt x="326" y="388"/>
                  <a:pt x="321" y="372"/>
                  <a:pt x="309" y="344"/>
                </a:cubicBezTo>
                <a:cubicBezTo>
                  <a:pt x="298" y="316"/>
                  <a:pt x="290" y="301"/>
                  <a:pt x="288" y="297"/>
                </a:cubicBezTo>
                <a:lnTo>
                  <a:pt x="251" y="209"/>
                </a:lnTo>
                <a:lnTo>
                  <a:pt x="208" y="243"/>
                </a:lnTo>
                <a:lnTo>
                  <a:pt x="165" y="276"/>
                </a:lnTo>
                <a:lnTo>
                  <a:pt x="150" y="335"/>
                </a:lnTo>
                <a:cubicBezTo>
                  <a:pt x="141" y="374"/>
                  <a:pt x="136" y="396"/>
                  <a:pt x="136" y="398"/>
                </a:cubicBezTo>
                <a:cubicBezTo>
                  <a:pt x="136" y="401"/>
                  <a:pt x="137" y="403"/>
                  <a:pt x="141" y="404"/>
                </a:cubicBezTo>
                <a:cubicBezTo>
                  <a:pt x="144" y="405"/>
                  <a:pt x="155" y="405"/>
                  <a:pt x="173" y="406"/>
                </a:cubicBezTo>
                <a:lnTo>
                  <a:pt x="192" y="406"/>
                </a:lnTo>
                <a:cubicBezTo>
                  <a:pt x="195" y="409"/>
                  <a:pt x="196" y="412"/>
                  <a:pt x="196" y="413"/>
                </a:cubicBezTo>
                <a:cubicBezTo>
                  <a:pt x="196" y="419"/>
                  <a:pt x="195" y="426"/>
                  <a:pt x="192" y="432"/>
                </a:cubicBezTo>
                <a:cubicBezTo>
                  <a:pt x="189" y="434"/>
                  <a:pt x="186" y="435"/>
                  <a:pt x="181" y="435"/>
                </a:cubicBezTo>
                <a:cubicBezTo>
                  <a:pt x="180" y="435"/>
                  <a:pt x="172" y="435"/>
                  <a:pt x="158" y="434"/>
                </a:cubicBezTo>
                <a:cubicBezTo>
                  <a:pt x="144" y="434"/>
                  <a:pt x="122" y="434"/>
                  <a:pt x="95" y="434"/>
                </a:cubicBezTo>
                <a:cubicBezTo>
                  <a:pt x="68" y="434"/>
                  <a:pt x="48" y="434"/>
                  <a:pt x="34" y="434"/>
                </a:cubicBezTo>
                <a:cubicBezTo>
                  <a:pt x="20" y="434"/>
                  <a:pt x="13" y="434"/>
                  <a:pt x="11" y="434"/>
                </a:cubicBezTo>
                <a:cubicBezTo>
                  <a:pt x="4" y="434"/>
                  <a:pt x="0" y="432"/>
                  <a:pt x="0" y="428"/>
                </a:cubicBezTo>
                <a:cubicBezTo>
                  <a:pt x="0" y="427"/>
                  <a:pt x="1" y="424"/>
                  <a:pt x="2" y="419"/>
                </a:cubicBezTo>
                <a:cubicBezTo>
                  <a:pt x="4" y="412"/>
                  <a:pt x="5" y="408"/>
                  <a:pt x="7" y="408"/>
                </a:cubicBezTo>
                <a:cubicBezTo>
                  <a:pt x="9" y="407"/>
                  <a:pt x="14" y="406"/>
                  <a:pt x="22" y="406"/>
                </a:cubicBezTo>
                <a:cubicBezTo>
                  <a:pt x="33" y="406"/>
                  <a:pt x="46" y="405"/>
                  <a:pt x="60" y="404"/>
                </a:cubicBezTo>
                <a:cubicBezTo>
                  <a:pt x="66" y="402"/>
                  <a:pt x="70" y="400"/>
                  <a:pt x="72" y="396"/>
                </a:cubicBezTo>
                <a:cubicBezTo>
                  <a:pt x="73" y="394"/>
                  <a:pt x="88" y="335"/>
                  <a:pt x="117" y="219"/>
                </a:cubicBezTo>
                <a:cubicBezTo>
                  <a:pt x="147" y="103"/>
                  <a:pt x="161" y="42"/>
                  <a:pt x="161" y="35"/>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424" name=""/>
          <p:cNvSpPr/>
          <p:nvPr/>
        </p:nvSpPr>
        <p:spPr>
          <a:xfrm>
            <a:off x="1957680" y="5085360"/>
            <a:ext cx="140760" cy="156960"/>
          </a:xfrm>
          <a:custGeom>
            <a:avLst/>
            <a:gdLst/>
            <a:ahLst/>
            <a:rect l="0" t="0" r="r" b="b"/>
            <a:pathLst>
              <a:path w="391" h="436">
                <a:moveTo>
                  <a:pt x="124" y="30"/>
                </a:moveTo>
                <a:cubicBezTo>
                  <a:pt x="110" y="30"/>
                  <a:pt x="102" y="29"/>
                  <a:pt x="101" y="27"/>
                </a:cubicBezTo>
                <a:cubicBezTo>
                  <a:pt x="101" y="26"/>
                  <a:pt x="101" y="25"/>
                  <a:pt x="101" y="22"/>
                </a:cubicBezTo>
                <a:cubicBezTo>
                  <a:pt x="101" y="12"/>
                  <a:pt x="103" y="5"/>
                  <a:pt x="108" y="1"/>
                </a:cubicBezTo>
                <a:cubicBezTo>
                  <a:pt x="108" y="1"/>
                  <a:pt x="112" y="0"/>
                  <a:pt x="117" y="0"/>
                </a:cubicBezTo>
                <a:cubicBezTo>
                  <a:pt x="140" y="2"/>
                  <a:pt x="167" y="2"/>
                  <a:pt x="198" y="2"/>
                </a:cubicBezTo>
                <a:cubicBezTo>
                  <a:pt x="258" y="2"/>
                  <a:pt x="293" y="2"/>
                  <a:pt x="301" y="0"/>
                </a:cubicBezTo>
                <a:lnTo>
                  <a:pt x="309" y="0"/>
                </a:lnTo>
                <a:cubicBezTo>
                  <a:pt x="312" y="3"/>
                  <a:pt x="313" y="5"/>
                  <a:pt x="313" y="6"/>
                </a:cubicBezTo>
                <a:cubicBezTo>
                  <a:pt x="313" y="7"/>
                  <a:pt x="312" y="11"/>
                  <a:pt x="312" y="18"/>
                </a:cubicBezTo>
                <a:cubicBezTo>
                  <a:pt x="309" y="24"/>
                  <a:pt x="308" y="28"/>
                  <a:pt x="306" y="30"/>
                </a:cubicBezTo>
                <a:lnTo>
                  <a:pt x="282" y="30"/>
                </a:lnTo>
                <a:cubicBezTo>
                  <a:pt x="253" y="30"/>
                  <a:pt x="235" y="32"/>
                  <a:pt x="230" y="35"/>
                </a:cubicBezTo>
                <a:cubicBezTo>
                  <a:pt x="227" y="37"/>
                  <a:pt x="224" y="43"/>
                  <a:pt x="221" y="53"/>
                </a:cubicBezTo>
                <a:cubicBezTo>
                  <a:pt x="219" y="63"/>
                  <a:pt x="203" y="119"/>
                  <a:pt x="178" y="221"/>
                </a:cubicBezTo>
                <a:cubicBezTo>
                  <a:pt x="171" y="248"/>
                  <a:pt x="164" y="277"/>
                  <a:pt x="156" y="308"/>
                </a:cubicBezTo>
                <a:cubicBezTo>
                  <a:pt x="149" y="339"/>
                  <a:pt x="143" y="362"/>
                  <a:pt x="139" y="378"/>
                </a:cubicBezTo>
                <a:lnTo>
                  <a:pt x="134" y="401"/>
                </a:lnTo>
                <a:cubicBezTo>
                  <a:pt x="134" y="402"/>
                  <a:pt x="135" y="403"/>
                  <a:pt x="139" y="403"/>
                </a:cubicBezTo>
                <a:cubicBezTo>
                  <a:pt x="143" y="403"/>
                  <a:pt x="156" y="404"/>
                  <a:pt x="177" y="405"/>
                </a:cubicBezTo>
                <a:lnTo>
                  <a:pt x="187" y="405"/>
                </a:lnTo>
                <a:cubicBezTo>
                  <a:pt x="201" y="405"/>
                  <a:pt x="212" y="404"/>
                  <a:pt x="221" y="404"/>
                </a:cubicBezTo>
                <a:cubicBezTo>
                  <a:pt x="229" y="404"/>
                  <a:pt x="239" y="402"/>
                  <a:pt x="252" y="400"/>
                </a:cubicBezTo>
                <a:cubicBezTo>
                  <a:pt x="265" y="397"/>
                  <a:pt x="275" y="393"/>
                  <a:pt x="284" y="388"/>
                </a:cubicBezTo>
                <a:cubicBezTo>
                  <a:pt x="292" y="383"/>
                  <a:pt x="301" y="376"/>
                  <a:pt x="312" y="367"/>
                </a:cubicBezTo>
                <a:cubicBezTo>
                  <a:pt x="322" y="357"/>
                  <a:pt x="331" y="346"/>
                  <a:pt x="338" y="332"/>
                </a:cubicBezTo>
                <a:cubicBezTo>
                  <a:pt x="345" y="319"/>
                  <a:pt x="351" y="305"/>
                  <a:pt x="357" y="289"/>
                </a:cubicBezTo>
                <a:cubicBezTo>
                  <a:pt x="363" y="273"/>
                  <a:pt x="367" y="265"/>
                  <a:pt x="368" y="262"/>
                </a:cubicBezTo>
                <a:cubicBezTo>
                  <a:pt x="370" y="261"/>
                  <a:pt x="374" y="261"/>
                  <a:pt x="379" y="261"/>
                </a:cubicBezTo>
                <a:lnTo>
                  <a:pt x="387" y="261"/>
                </a:lnTo>
                <a:cubicBezTo>
                  <a:pt x="390" y="264"/>
                  <a:pt x="391" y="267"/>
                  <a:pt x="391" y="268"/>
                </a:cubicBezTo>
                <a:cubicBezTo>
                  <a:pt x="391" y="268"/>
                  <a:pt x="387" y="281"/>
                  <a:pt x="378" y="305"/>
                </a:cubicBezTo>
                <a:cubicBezTo>
                  <a:pt x="370" y="329"/>
                  <a:pt x="360" y="354"/>
                  <a:pt x="350" y="381"/>
                </a:cubicBezTo>
                <a:cubicBezTo>
                  <a:pt x="340" y="408"/>
                  <a:pt x="335" y="424"/>
                  <a:pt x="334" y="429"/>
                </a:cubicBezTo>
                <a:cubicBezTo>
                  <a:pt x="333" y="431"/>
                  <a:pt x="332" y="432"/>
                  <a:pt x="331" y="433"/>
                </a:cubicBezTo>
                <a:cubicBezTo>
                  <a:pt x="330" y="433"/>
                  <a:pt x="327" y="434"/>
                  <a:pt x="321" y="435"/>
                </a:cubicBezTo>
                <a:cubicBezTo>
                  <a:pt x="315" y="436"/>
                  <a:pt x="306" y="436"/>
                  <a:pt x="294" y="435"/>
                </a:cubicBezTo>
                <a:cubicBezTo>
                  <a:pt x="289" y="435"/>
                  <a:pt x="273" y="435"/>
                  <a:pt x="246" y="435"/>
                </a:cubicBezTo>
                <a:cubicBezTo>
                  <a:pt x="218" y="435"/>
                  <a:pt x="191" y="435"/>
                  <a:pt x="166" y="435"/>
                </a:cubicBezTo>
                <a:lnTo>
                  <a:pt x="53" y="435"/>
                </a:lnTo>
                <a:cubicBezTo>
                  <a:pt x="17" y="435"/>
                  <a:pt x="0" y="433"/>
                  <a:pt x="0" y="428"/>
                </a:cubicBezTo>
                <a:cubicBezTo>
                  <a:pt x="0" y="425"/>
                  <a:pt x="0" y="423"/>
                  <a:pt x="1" y="420"/>
                </a:cubicBezTo>
                <a:cubicBezTo>
                  <a:pt x="3" y="411"/>
                  <a:pt x="5" y="406"/>
                  <a:pt x="7" y="405"/>
                </a:cubicBezTo>
                <a:cubicBezTo>
                  <a:pt x="9" y="405"/>
                  <a:pt x="12" y="405"/>
                  <a:pt x="17" y="405"/>
                </a:cubicBezTo>
                <a:lnTo>
                  <a:pt x="21" y="405"/>
                </a:lnTo>
                <a:cubicBezTo>
                  <a:pt x="32" y="405"/>
                  <a:pt x="45" y="404"/>
                  <a:pt x="59" y="403"/>
                </a:cubicBezTo>
                <a:cubicBezTo>
                  <a:pt x="65" y="401"/>
                  <a:pt x="69" y="399"/>
                  <a:pt x="71" y="395"/>
                </a:cubicBezTo>
                <a:cubicBezTo>
                  <a:pt x="72" y="393"/>
                  <a:pt x="87" y="335"/>
                  <a:pt x="116" y="219"/>
                </a:cubicBezTo>
                <a:cubicBezTo>
                  <a:pt x="146" y="103"/>
                  <a:pt x="160" y="42"/>
                  <a:pt x="160" y="35"/>
                </a:cubicBezTo>
                <a:cubicBezTo>
                  <a:pt x="160" y="32"/>
                  <a:pt x="148" y="30"/>
                  <a:pt x="124" y="30"/>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425" name=""/>
          <p:cNvSpPr/>
          <p:nvPr/>
        </p:nvSpPr>
        <p:spPr>
          <a:xfrm>
            <a:off x="2152440" y="4950720"/>
            <a:ext cx="77400" cy="323640"/>
          </a:xfrm>
          <a:custGeom>
            <a:avLst/>
            <a:gdLst/>
            <a:ahLst/>
            <a:rect l="0" t="0" r="r" b="b"/>
            <a:pathLst>
              <a:path w="215" h="899">
                <a:moveTo>
                  <a:pt x="0" y="450"/>
                </a:moveTo>
                <a:cubicBezTo>
                  <a:pt x="0" y="409"/>
                  <a:pt x="3" y="369"/>
                  <a:pt x="9" y="332"/>
                </a:cubicBezTo>
                <a:cubicBezTo>
                  <a:pt x="15" y="295"/>
                  <a:pt x="22" y="263"/>
                  <a:pt x="29" y="236"/>
                </a:cubicBezTo>
                <a:cubicBezTo>
                  <a:pt x="37" y="209"/>
                  <a:pt x="48" y="183"/>
                  <a:pt x="63" y="157"/>
                </a:cubicBezTo>
                <a:cubicBezTo>
                  <a:pt x="77" y="131"/>
                  <a:pt x="88" y="110"/>
                  <a:pt x="97" y="96"/>
                </a:cubicBezTo>
                <a:cubicBezTo>
                  <a:pt x="105" y="82"/>
                  <a:pt x="118" y="66"/>
                  <a:pt x="135" y="49"/>
                </a:cubicBezTo>
                <a:cubicBezTo>
                  <a:pt x="152" y="33"/>
                  <a:pt x="162" y="23"/>
                  <a:pt x="165" y="19"/>
                </a:cubicBezTo>
                <a:cubicBezTo>
                  <a:pt x="168" y="15"/>
                  <a:pt x="176" y="9"/>
                  <a:pt x="188" y="0"/>
                </a:cubicBezTo>
                <a:lnTo>
                  <a:pt x="199" y="0"/>
                </a:lnTo>
                <a:lnTo>
                  <a:pt x="203" y="0"/>
                </a:lnTo>
                <a:cubicBezTo>
                  <a:pt x="211" y="0"/>
                  <a:pt x="215" y="3"/>
                  <a:pt x="215" y="8"/>
                </a:cubicBezTo>
                <a:cubicBezTo>
                  <a:pt x="215" y="10"/>
                  <a:pt x="210" y="16"/>
                  <a:pt x="200" y="27"/>
                </a:cubicBezTo>
                <a:cubicBezTo>
                  <a:pt x="190" y="38"/>
                  <a:pt x="178" y="54"/>
                  <a:pt x="163" y="75"/>
                </a:cubicBezTo>
                <a:cubicBezTo>
                  <a:pt x="149" y="96"/>
                  <a:pt x="134" y="121"/>
                  <a:pt x="118" y="153"/>
                </a:cubicBezTo>
                <a:cubicBezTo>
                  <a:pt x="103" y="183"/>
                  <a:pt x="91" y="225"/>
                  <a:pt x="81" y="277"/>
                </a:cubicBezTo>
                <a:cubicBezTo>
                  <a:pt x="70" y="329"/>
                  <a:pt x="65" y="386"/>
                  <a:pt x="65" y="450"/>
                </a:cubicBezTo>
                <a:cubicBezTo>
                  <a:pt x="65" y="513"/>
                  <a:pt x="70" y="571"/>
                  <a:pt x="81" y="622"/>
                </a:cubicBezTo>
                <a:cubicBezTo>
                  <a:pt x="91" y="674"/>
                  <a:pt x="103" y="715"/>
                  <a:pt x="117" y="747"/>
                </a:cubicBezTo>
                <a:cubicBezTo>
                  <a:pt x="133" y="779"/>
                  <a:pt x="147" y="804"/>
                  <a:pt x="162" y="824"/>
                </a:cubicBezTo>
                <a:cubicBezTo>
                  <a:pt x="177" y="844"/>
                  <a:pt x="190" y="860"/>
                  <a:pt x="200" y="872"/>
                </a:cubicBezTo>
                <a:cubicBezTo>
                  <a:pt x="210" y="884"/>
                  <a:pt x="215" y="890"/>
                  <a:pt x="215" y="890"/>
                </a:cubicBezTo>
                <a:cubicBezTo>
                  <a:pt x="215" y="896"/>
                  <a:pt x="211" y="899"/>
                  <a:pt x="202" y="899"/>
                </a:cubicBezTo>
                <a:lnTo>
                  <a:pt x="199" y="899"/>
                </a:lnTo>
                <a:lnTo>
                  <a:pt x="188" y="899"/>
                </a:lnTo>
                <a:lnTo>
                  <a:pt x="162" y="877"/>
                </a:lnTo>
                <a:cubicBezTo>
                  <a:pt x="105" y="826"/>
                  <a:pt x="64" y="763"/>
                  <a:pt x="38" y="687"/>
                </a:cubicBezTo>
                <a:cubicBezTo>
                  <a:pt x="13" y="611"/>
                  <a:pt x="0" y="532"/>
                  <a:pt x="0" y="450"/>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426" name=""/>
          <p:cNvSpPr/>
          <p:nvPr/>
        </p:nvSpPr>
        <p:spPr>
          <a:xfrm>
            <a:off x="2258280" y="5050440"/>
            <a:ext cx="138240" cy="205560"/>
          </a:xfrm>
          <a:custGeom>
            <a:avLst/>
            <a:gdLst/>
            <a:ahLst/>
            <a:rect l="0" t="0" r="r" b="b"/>
            <a:pathLst>
              <a:path w="384" h="571">
                <a:moveTo>
                  <a:pt x="0" y="255"/>
                </a:moveTo>
                <a:cubicBezTo>
                  <a:pt x="0" y="195"/>
                  <a:pt x="23" y="137"/>
                  <a:pt x="69" y="83"/>
                </a:cubicBezTo>
                <a:cubicBezTo>
                  <a:pt x="115" y="29"/>
                  <a:pt x="166" y="1"/>
                  <a:pt x="223" y="0"/>
                </a:cubicBezTo>
                <a:cubicBezTo>
                  <a:pt x="259" y="0"/>
                  <a:pt x="286" y="16"/>
                  <a:pt x="305" y="47"/>
                </a:cubicBezTo>
                <a:cubicBezTo>
                  <a:pt x="306" y="46"/>
                  <a:pt x="308" y="45"/>
                  <a:pt x="310" y="42"/>
                </a:cubicBezTo>
                <a:cubicBezTo>
                  <a:pt x="312" y="39"/>
                  <a:pt x="316" y="35"/>
                  <a:pt x="320" y="32"/>
                </a:cubicBezTo>
                <a:cubicBezTo>
                  <a:pt x="324" y="28"/>
                  <a:pt x="329" y="25"/>
                  <a:pt x="334" y="21"/>
                </a:cubicBezTo>
                <a:cubicBezTo>
                  <a:pt x="355" y="7"/>
                  <a:pt x="368" y="0"/>
                  <a:pt x="375" y="0"/>
                </a:cubicBezTo>
                <a:cubicBezTo>
                  <a:pt x="378" y="0"/>
                  <a:pt x="380" y="0"/>
                  <a:pt x="382" y="2"/>
                </a:cubicBezTo>
                <a:cubicBezTo>
                  <a:pt x="384" y="4"/>
                  <a:pt x="384" y="5"/>
                  <a:pt x="384" y="7"/>
                </a:cubicBezTo>
                <a:cubicBezTo>
                  <a:pt x="384" y="12"/>
                  <a:pt x="364" y="97"/>
                  <a:pt x="323" y="262"/>
                </a:cubicBezTo>
                <a:cubicBezTo>
                  <a:pt x="280" y="432"/>
                  <a:pt x="259" y="520"/>
                  <a:pt x="259" y="522"/>
                </a:cubicBezTo>
                <a:cubicBezTo>
                  <a:pt x="259" y="527"/>
                  <a:pt x="272" y="529"/>
                  <a:pt x="299" y="530"/>
                </a:cubicBezTo>
                <a:lnTo>
                  <a:pt x="322" y="530"/>
                </a:lnTo>
                <a:cubicBezTo>
                  <a:pt x="325" y="535"/>
                  <a:pt x="327" y="537"/>
                  <a:pt x="327" y="538"/>
                </a:cubicBezTo>
                <a:cubicBezTo>
                  <a:pt x="327" y="539"/>
                  <a:pt x="326" y="544"/>
                  <a:pt x="324" y="554"/>
                </a:cubicBezTo>
                <a:cubicBezTo>
                  <a:pt x="322" y="562"/>
                  <a:pt x="319" y="568"/>
                  <a:pt x="315" y="571"/>
                </a:cubicBezTo>
                <a:lnTo>
                  <a:pt x="304" y="571"/>
                </a:lnTo>
                <a:cubicBezTo>
                  <a:pt x="285" y="570"/>
                  <a:pt x="253" y="569"/>
                  <a:pt x="207" y="569"/>
                </a:cubicBezTo>
                <a:cubicBezTo>
                  <a:pt x="190" y="569"/>
                  <a:pt x="175" y="569"/>
                  <a:pt x="161" y="569"/>
                </a:cubicBezTo>
                <a:cubicBezTo>
                  <a:pt x="147" y="569"/>
                  <a:pt x="136" y="569"/>
                  <a:pt x="128" y="569"/>
                </a:cubicBezTo>
                <a:cubicBezTo>
                  <a:pt x="119" y="569"/>
                  <a:pt x="114" y="570"/>
                  <a:pt x="113" y="570"/>
                </a:cubicBezTo>
                <a:cubicBezTo>
                  <a:pt x="104" y="570"/>
                  <a:pt x="100" y="568"/>
                  <a:pt x="100" y="563"/>
                </a:cubicBezTo>
                <a:cubicBezTo>
                  <a:pt x="100" y="561"/>
                  <a:pt x="101" y="557"/>
                  <a:pt x="102" y="550"/>
                </a:cubicBezTo>
                <a:cubicBezTo>
                  <a:pt x="104" y="540"/>
                  <a:pt x="106" y="534"/>
                  <a:pt x="108" y="533"/>
                </a:cubicBezTo>
                <a:cubicBezTo>
                  <a:pt x="110" y="531"/>
                  <a:pt x="116" y="530"/>
                  <a:pt x="126" y="530"/>
                </a:cubicBezTo>
                <a:cubicBezTo>
                  <a:pt x="155" y="530"/>
                  <a:pt x="172" y="528"/>
                  <a:pt x="178" y="524"/>
                </a:cubicBezTo>
                <a:cubicBezTo>
                  <a:pt x="183" y="521"/>
                  <a:pt x="191" y="493"/>
                  <a:pt x="203" y="444"/>
                </a:cubicBezTo>
                <a:cubicBezTo>
                  <a:pt x="215" y="394"/>
                  <a:pt x="221" y="369"/>
                  <a:pt x="222" y="367"/>
                </a:cubicBezTo>
                <a:cubicBezTo>
                  <a:pt x="222" y="367"/>
                  <a:pt x="220" y="368"/>
                  <a:pt x="216" y="370"/>
                </a:cubicBezTo>
                <a:cubicBezTo>
                  <a:pt x="187" y="393"/>
                  <a:pt x="157" y="405"/>
                  <a:pt x="126" y="405"/>
                </a:cubicBezTo>
                <a:cubicBezTo>
                  <a:pt x="93" y="405"/>
                  <a:pt x="64" y="393"/>
                  <a:pt x="38" y="369"/>
                </a:cubicBezTo>
                <a:cubicBezTo>
                  <a:pt x="13" y="345"/>
                  <a:pt x="0" y="307"/>
                  <a:pt x="0" y="255"/>
                </a:cubicBezTo>
                <a:moveTo>
                  <a:pt x="288" y="104"/>
                </a:moveTo>
                <a:cubicBezTo>
                  <a:pt x="274" y="56"/>
                  <a:pt x="251" y="33"/>
                  <a:pt x="220" y="33"/>
                </a:cubicBezTo>
                <a:cubicBezTo>
                  <a:pt x="199" y="33"/>
                  <a:pt x="179" y="42"/>
                  <a:pt x="160" y="61"/>
                </a:cubicBezTo>
                <a:cubicBezTo>
                  <a:pt x="141" y="79"/>
                  <a:pt x="126" y="103"/>
                  <a:pt x="115" y="133"/>
                </a:cubicBezTo>
                <a:cubicBezTo>
                  <a:pt x="98" y="180"/>
                  <a:pt x="86" y="230"/>
                  <a:pt x="78" y="280"/>
                </a:cubicBezTo>
                <a:cubicBezTo>
                  <a:pt x="78" y="282"/>
                  <a:pt x="78" y="285"/>
                  <a:pt x="78" y="290"/>
                </a:cubicBezTo>
                <a:cubicBezTo>
                  <a:pt x="78" y="295"/>
                  <a:pt x="78" y="299"/>
                  <a:pt x="78" y="301"/>
                </a:cubicBezTo>
                <a:cubicBezTo>
                  <a:pt x="78" y="328"/>
                  <a:pt x="83" y="347"/>
                  <a:pt x="94" y="357"/>
                </a:cubicBezTo>
                <a:cubicBezTo>
                  <a:pt x="104" y="367"/>
                  <a:pt x="117" y="372"/>
                  <a:pt x="132" y="373"/>
                </a:cubicBezTo>
                <a:cubicBezTo>
                  <a:pt x="165" y="373"/>
                  <a:pt x="198" y="351"/>
                  <a:pt x="232" y="308"/>
                </a:cubicBezTo>
                <a:lnTo>
                  <a:pt x="239" y="298"/>
                </a:lnTo>
                <a:lnTo>
                  <a:pt x="288" y="104"/>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427" name=""/>
          <p:cNvSpPr/>
          <p:nvPr/>
        </p:nvSpPr>
        <p:spPr>
          <a:xfrm>
            <a:off x="2426760" y="4950720"/>
            <a:ext cx="77400" cy="323640"/>
          </a:xfrm>
          <a:custGeom>
            <a:avLst/>
            <a:gdLst/>
            <a:ahLst/>
            <a:rect l="0" t="0" r="r" b="b"/>
            <a:pathLst>
              <a:path w="215" h="899">
                <a:moveTo>
                  <a:pt x="0" y="450"/>
                </a:moveTo>
                <a:cubicBezTo>
                  <a:pt x="0" y="409"/>
                  <a:pt x="3" y="369"/>
                  <a:pt x="9" y="332"/>
                </a:cubicBezTo>
                <a:cubicBezTo>
                  <a:pt x="15" y="295"/>
                  <a:pt x="22" y="263"/>
                  <a:pt x="29" y="236"/>
                </a:cubicBezTo>
                <a:cubicBezTo>
                  <a:pt x="37" y="209"/>
                  <a:pt x="48" y="183"/>
                  <a:pt x="63" y="157"/>
                </a:cubicBezTo>
                <a:cubicBezTo>
                  <a:pt x="77" y="131"/>
                  <a:pt x="88" y="110"/>
                  <a:pt x="97" y="96"/>
                </a:cubicBezTo>
                <a:cubicBezTo>
                  <a:pt x="105" y="82"/>
                  <a:pt x="118" y="66"/>
                  <a:pt x="134" y="49"/>
                </a:cubicBezTo>
                <a:cubicBezTo>
                  <a:pt x="151" y="33"/>
                  <a:pt x="161" y="23"/>
                  <a:pt x="164" y="19"/>
                </a:cubicBezTo>
                <a:cubicBezTo>
                  <a:pt x="167" y="15"/>
                  <a:pt x="174" y="9"/>
                  <a:pt x="186" y="0"/>
                </a:cubicBezTo>
                <a:lnTo>
                  <a:pt x="198" y="0"/>
                </a:lnTo>
                <a:lnTo>
                  <a:pt x="202" y="0"/>
                </a:lnTo>
                <a:cubicBezTo>
                  <a:pt x="210" y="0"/>
                  <a:pt x="215" y="3"/>
                  <a:pt x="215" y="8"/>
                </a:cubicBezTo>
                <a:cubicBezTo>
                  <a:pt x="215" y="10"/>
                  <a:pt x="209" y="16"/>
                  <a:pt x="199" y="27"/>
                </a:cubicBezTo>
                <a:cubicBezTo>
                  <a:pt x="189" y="38"/>
                  <a:pt x="177" y="54"/>
                  <a:pt x="162" y="75"/>
                </a:cubicBezTo>
                <a:cubicBezTo>
                  <a:pt x="148" y="96"/>
                  <a:pt x="133" y="121"/>
                  <a:pt x="118" y="153"/>
                </a:cubicBezTo>
                <a:cubicBezTo>
                  <a:pt x="103" y="183"/>
                  <a:pt x="91" y="225"/>
                  <a:pt x="81" y="277"/>
                </a:cubicBezTo>
                <a:cubicBezTo>
                  <a:pt x="70" y="329"/>
                  <a:pt x="65" y="386"/>
                  <a:pt x="65" y="450"/>
                </a:cubicBezTo>
                <a:cubicBezTo>
                  <a:pt x="65" y="513"/>
                  <a:pt x="70" y="571"/>
                  <a:pt x="81" y="622"/>
                </a:cubicBezTo>
                <a:cubicBezTo>
                  <a:pt x="91" y="674"/>
                  <a:pt x="103" y="715"/>
                  <a:pt x="117" y="747"/>
                </a:cubicBezTo>
                <a:cubicBezTo>
                  <a:pt x="132" y="779"/>
                  <a:pt x="146" y="804"/>
                  <a:pt x="161" y="824"/>
                </a:cubicBezTo>
                <a:cubicBezTo>
                  <a:pt x="176" y="844"/>
                  <a:pt x="189" y="860"/>
                  <a:pt x="199" y="872"/>
                </a:cubicBezTo>
                <a:cubicBezTo>
                  <a:pt x="209" y="884"/>
                  <a:pt x="215" y="890"/>
                  <a:pt x="215" y="890"/>
                </a:cubicBezTo>
                <a:cubicBezTo>
                  <a:pt x="215" y="896"/>
                  <a:pt x="210" y="899"/>
                  <a:pt x="201" y="899"/>
                </a:cubicBezTo>
                <a:lnTo>
                  <a:pt x="198" y="899"/>
                </a:lnTo>
                <a:lnTo>
                  <a:pt x="186" y="899"/>
                </a:lnTo>
                <a:lnTo>
                  <a:pt x="161" y="877"/>
                </a:lnTo>
                <a:cubicBezTo>
                  <a:pt x="105" y="826"/>
                  <a:pt x="64" y="763"/>
                  <a:pt x="38" y="687"/>
                </a:cubicBezTo>
                <a:cubicBezTo>
                  <a:pt x="13" y="611"/>
                  <a:pt x="0" y="532"/>
                  <a:pt x="0" y="450"/>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428" name=""/>
          <p:cNvSpPr/>
          <p:nvPr/>
        </p:nvSpPr>
        <p:spPr>
          <a:xfrm>
            <a:off x="2528640" y="5049720"/>
            <a:ext cx="182880" cy="143640"/>
          </a:xfrm>
          <a:custGeom>
            <a:avLst/>
            <a:gdLst/>
            <a:ahLst/>
            <a:rect l="0" t="0" r="r" b="b"/>
            <a:pathLst>
              <a:path w="508" h="399">
                <a:moveTo>
                  <a:pt x="185" y="399"/>
                </a:moveTo>
                <a:cubicBezTo>
                  <a:pt x="176" y="397"/>
                  <a:pt x="145" y="396"/>
                  <a:pt x="90" y="396"/>
                </a:cubicBezTo>
                <a:cubicBezTo>
                  <a:pt x="42" y="396"/>
                  <a:pt x="14" y="397"/>
                  <a:pt x="7" y="399"/>
                </a:cubicBezTo>
                <a:lnTo>
                  <a:pt x="0" y="399"/>
                </a:lnTo>
                <a:lnTo>
                  <a:pt x="0" y="344"/>
                </a:lnTo>
                <a:lnTo>
                  <a:pt x="87" y="344"/>
                </a:lnTo>
                <a:lnTo>
                  <a:pt x="201" y="208"/>
                </a:lnTo>
                <a:lnTo>
                  <a:pt x="79" y="55"/>
                </a:lnTo>
                <a:lnTo>
                  <a:pt x="5" y="55"/>
                </a:lnTo>
                <a:lnTo>
                  <a:pt x="5" y="0"/>
                </a:lnTo>
                <a:lnTo>
                  <a:pt x="12" y="0"/>
                </a:lnTo>
                <a:cubicBezTo>
                  <a:pt x="21" y="2"/>
                  <a:pt x="54" y="2"/>
                  <a:pt x="110" y="2"/>
                </a:cubicBezTo>
                <a:cubicBezTo>
                  <a:pt x="172" y="2"/>
                  <a:pt x="209" y="2"/>
                  <a:pt x="219" y="0"/>
                </a:cubicBezTo>
                <a:lnTo>
                  <a:pt x="227" y="0"/>
                </a:lnTo>
                <a:lnTo>
                  <a:pt x="227" y="55"/>
                </a:lnTo>
                <a:lnTo>
                  <a:pt x="202" y="55"/>
                </a:lnTo>
                <a:lnTo>
                  <a:pt x="234" y="94"/>
                </a:lnTo>
                <a:cubicBezTo>
                  <a:pt x="254" y="120"/>
                  <a:pt x="265" y="133"/>
                  <a:pt x="265" y="133"/>
                </a:cubicBezTo>
                <a:cubicBezTo>
                  <a:pt x="268" y="133"/>
                  <a:pt x="279" y="119"/>
                  <a:pt x="299" y="92"/>
                </a:cubicBezTo>
                <a:lnTo>
                  <a:pt x="332" y="55"/>
                </a:lnTo>
                <a:lnTo>
                  <a:pt x="297" y="55"/>
                </a:lnTo>
                <a:lnTo>
                  <a:pt x="297" y="0"/>
                </a:lnTo>
                <a:lnTo>
                  <a:pt x="305" y="0"/>
                </a:lnTo>
                <a:cubicBezTo>
                  <a:pt x="314" y="2"/>
                  <a:pt x="346" y="2"/>
                  <a:pt x="401" y="2"/>
                </a:cubicBezTo>
                <a:cubicBezTo>
                  <a:pt x="449" y="2"/>
                  <a:pt x="477" y="2"/>
                  <a:pt x="484" y="0"/>
                </a:cubicBezTo>
                <a:lnTo>
                  <a:pt x="490" y="0"/>
                </a:lnTo>
                <a:lnTo>
                  <a:pt x="490" y="55"/>
                </a:lnTo>
                <a:lnTo>
                  <a:pt x="405" y="55"/>
                </a:lnTo>
                <a:lnTo>
                  <a:pt x="300" y="178"/>
                </a:lnTo>
                <a:lnTo>
                  <a:pt x="435" y="343"/>
                </a:lnTo>
                <a:lnTo>
                  <a:pt x="472" y="344"/>
                </a:lnTo>
                <a:lnTo>
                  <a:pt x="508" y="344"/>
                </a:lnTo>
                <a:lnTo>
                  <a:pt x="508" y="399"/>
                </a:lnTo>
                <a:lnTo>
                  <a:pt x="501" y="399"/>
                </a:lnTo>
                <a:cubicBezTo>
                  <a:pt x="492" y="397"/>
                  <a:pt x="460" y="396"/>
                  <a:pt x="403" y="396"/>
                </a:cubicBezTo>
                <a:cubicBezTo>
                  <a:pt x="341" y="396"/>
                  <a:pt x="304" y="397"/>
                  <a:pt x="293" y="399"/>
                </a:cubicBezTo>
                <a:lnTo>
                  <a:pt x="285" y="399"/>
                </a:lnTo>
                <a:lnTo>
                  <a:pt x="285" y="344"/>
                </a:lnTo>
                <a:lnTo>
                  <a:pt x="310" y="344"/>
                </a:lnTo>
                <a:cubicBezTo>
                  <a:pt x="310" y="343"/>
                  <a:pt x="298" y="328"/>
                  <a:pt x="274" y="299"/>
                </a:cubicBezTo>
                <a:cubicBezTo>
                  <a:pt x="250" y="269"/>
                  <a:pt x="238" y="254"/>
                  <a:pt x="237" y="253"/>
                </a:cubicBezTo>
                <a:lnTo>
                  <a:pt x="159" y="343"/>
                </a:lnTo>
                <a:lnTo>
                  <a:pt x="176" y="344"/>
                </a:lnTo>
                <a:lnTo>
                  <a:pt x="192" y="344"/>
                </a:lnTo>
                <a:lnTo>
                  <a:pt x="192" y="399"/>
                </a:lnTo>
                <a:lnTo>
                  <a:pt x="185" y="399"/>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429" name=""/>
          <p:cNvSpPr/>
          <p:nvPr/>
        </p:nvSpPr>
        <p:spPr>
          <a:xfrm>
            <a:off x="2733480" y="5086800"/>
            <a:ext cx="156600" cy="155160"/>
          </a:xfrm>
          <a:custGeom>
            <a:avLst/>
            <a:gdLst/>
            <a:ahLst/>
            <a:rect l="0" t="0" r="r" b="b"/>
            <a:pathLst>
              <a:path w="435" h="431">
                <a:moveTo>
                  <a:pt x="12" y="153"/>
                </a:moveTo>
                <a:cubicBezTo>
                  <a:pt x="4" y="153"/>
                  <a:pt x="0" y="151"/>
                  <a:pt x="0" y="147"/>
                </a:cubicBezTo>
                <a:cubicBezTo>
                  <a:pt x="0" y="145"/>
                  <a:pt x="4" y="133"/>
                  <a:pt x="10" y="112"/>
                </a:cubicBezTo>
                <a:cubicBezTo>
                  <a:pt x="17" y="90"/>
                  <a:pt x="24" y="69"/>
                  <a:pt x="32" y="48"/>
                </a:cubicBezTo>
                <a:lnTo>
                  <a:pt x="43" y="17"/>
                </a:lnTo>
                <a:cubicBezTo>
                  <a:pt x="45" y="9"/>
                  <a:pt x="48" y="4"/>
                  <a:pt x="51" y="0"/>
                </a:cubicBezTo>
                <a:lnTo>
                  <a:pt x="348" y="0"/>
                </a:lnTo>
                <a:lnTo>
                  <a:pt x="405" y="0"/>
                </a:lnTo>
                <a:cubicBezTo>
                  <a:pt x="420" y="0"/>
                  <a:pt x="428" y="0"/>
                  <a:pt x="430" y="1"/>
                </a:cubicBezTo>
                <a:cubicBezTo>
                  <a:pt x="433" y="1"/>
                  <a:pt x="434" y="3"/>
                  <a:pt x="435" y="7"/>
                </a:cubicBezTo>
                <a:cubicBezTo>
                  <a:pt x="435" y="9"/>
                  <a:pt x="431" y="33"/>
                  <a:pt x="424" y="79"/>
                </a:cubicBezTo>
                <a:cubicBezTo>
                  <a:pt x="416" y="125"/>
                  <a:pt x="412" y="148"/>
                  <a:pt x="411" y="148"/>
                </a:cubicBezTo>
                <a:cubicBezTo>
                  <a:pt x="411" y="151"/>
                  <a:pt x="407" y="153"/>
                  <a:pt x="399" y="153"/>
                </a:cubicBezTo>
                <a:cubicBezTo>
                  <a:pt x="395" y="153"/>
                  <a:pt x="392" y="153"/>
                  <a:pt x="391" y="153"/>
                </a:cubicBezTo>
                <a:cubicBezTo>
                  <a:pt x="390" y="153"/>
                  <a:pt x="389" y="151"/>
                  <a:pt x="387" y="149"/>
                </a:cubicBezTo>
                <a:lnTo>
                  <a:pt x="386" y="147"/>
                </a:lnTo>
                <a:cubicBezTo>
                  <a:pt x="386" y="145"/>
                  <a:pt x="387" y="135"/>
                  <a:pt x="390" y="119"/>
                </a:cubicBezTo>
                <a:cubicBezTo>
                  <a:pt x="392" y="102"/>
                  <a:pt x="394" y="89"/>
                  <a:pt x="394" y="80"/>
                </a:cubicBezTo>
                <a:cubicBezTo>
                  <a:pt x="394" y="65"/>
                  <a:pt x="391" y="54"/>
                  <a:pt x="385" y="47"/>
                </a:cubicBezTo>
                <a:cubicBezTo>
                  <a:pt x="380" y="39"/>
                  <a:pt x="368" y="34"/>
                  <a:pt x="350" y="31"/>
                </a:cubicBezTo>
                <a:cubicBezTo>
                  <a:pt x="348" y="30"/>
                  <a:pt x="336" y="30"/>
                  <a:pt x="314" y="29"/>
                </a:cubicBezTo>
                <a:cubicBezTo>
                  <a:pt x="294" y="29"/>
                  <a:pt x="282" y="30"/>
                  <a:pt x="277" y="30"/>
                </a:cubicBezTo>
                <a:cubicBezTo>
                  <a:pt x="272" y="30"/>
                  <a:pt x="268" y="32"/>
                  <a:pt x="265" y="35"/>
                </a:cubicBezTo>
                <a:cubicBezTo>
                  <a:pt x="265" y="36"/>
                  <a:pt x="250" y="95"/>
                  <a:pt x="220" y="212"/>
                </a:cubicBezTo>
                <a:cubicBezTo>
                  <a:pt x="191" y="331"/>
                  <a:pt x="176" y="391"/>
                  <a:pt x="176" y="393"/>
                </a:cubicBezTo>
                <a:cubicBezTo>
                  <a:pt x="176" y="398"/>
                  <a:pt x="195" y="401"/>
                  <a:pt x="232" y="402"/>
                </a:cubicBezTo>
                <a:cubicBezTo>
                  <a:pt x="245" y="402"/>
                  <a:pt x="254" y="402"/>
                  <a:pt x="258" y="402"/>
                </a:cubicBezTo>
                <a:cubicBezTo>
                  <a:pt x="262" y="403"/>
                  <a:pt x="264" y="405"/>
                  <a:pt x="264" y="408"/>
                </a:cubicBezTo>
                <a:cubicBezTo>
                  <a:pt x="264" y="410"/>
                  <a:pt x="263" y="413"/>
                  <a:pt x="262" y="417"/>
                </a:cubicBezTo>
                <a:cubicBezTo>
                  <a:pt x="260" y="424"/>
                  <a:pt x="258" y="429"/>
                  <a:pt x="256" y="430"/>
                </a:cubicBezTo>
                <a:lnTo>
                  <a:pt x="255" y="431"/>
                </a:lnTo>
                <a:cubicBezTo>
                  <a:pt x="253" y="431"/>
                  <a:pt x="252" y="431"/>
                  <a:pt x="250" y="431"/>
                </a:cubicBezTo>
                <a:cubicBezTo>
                  <a:pt x="248" y="431"/>
                  <a:pt x="237" y="431"/>
                  <a:pt x="217" y="430"/>
                </a:cubicBezTo>
                <a:cubicBezTo>
                  <a:pt x="197" y="430"/>
                  <a:pt x="169" y="430"/>
                  <a:pt x="132" y="430"/>
                </a:cubicBezTo>
                <a:cubicBezTo>
                  <a:pt x="77" y="430"/>
                  <a:pt x="42" y="430"/>
                  <a:pt x="27" y="431"/>
                </a:cubicBezTo>
                <a:lnTo>
                  <a:pt x="18" y="431"/>
                </a:lnTo>
                <a:cubicBezTo>
                  <a:pt x="15" y="428"/>
                  <a:pt x="14" y="426"/>
                  <a:pt x="14" y="425"/>
                </a:cubicBezTo>
                <a:cubicBezTo>
                  <a:pt x="14" y="424"/>
                  <a:pt x="15" y="420"/>
                  <a:pt x="15" y="414"/>
                </a:cubicBezTo>
                <a:cubicBezTo>
                  <a:pt x="17" y="408"/>
                  <a:pt x="19" y="404"/>
                  <a:pt x="22" y="402"/>
                </a:cubicBezTo>
                <a:lnTo>
                  <a:pt x="40" y="402"/>
                </a:lnTo>
                <a:lnTo>
                  <a:pt x="47" y="402"/>
                </a:lnTo>
                <a:cubicBezTo>
                  <a:pt x="80" y="402"/>
                  <a:pt x="100" y="400"/>
                  <a:pt x="107" y="396"/>
                </a:cubicBezTo>
                <a:cubicBezTo>
                  <a:pt x="107" y="395"/>
                  <a:pt x="108" y="395"/>
                  <a:pt x="108" y="395"/>
                </a:cubicBezTo>
                <a:cubicBezTo>
                  <a:pt x="110" y="394"/>
                  <a:pt x="112" y="390"/>
                  <a:pt x="114" y="383"/>
                </a:cubicBezTo>
                <a:cubicBezTo>
                  <a:pt x="117" y="375"/>
                  <a:pt x="125" y="342"/>
                  <a:pt x="140" y="283"/>
                </a:cubicBezTo>
                <a:cubicBezTo>
                  <a:pt x="147" y="254"/>
                  <a:pt x="153" y="230"/>
                  <a:pt x="158" y="212"/>
                </a:cubicBezTo>
                <a:cubicBezTo>
                  <a:pt x="187" y="95"/>
                  <a:pt x="202" y="36"/>
                  <a:pt x="202" y="33"/>
                </a:cubicBezTo>
                <a:cubicBezTo>
                  <a:pt x="202" y="31"/>
                  <a:pt x="196" y="30"/>
                  <a:pt x="184" y="30"/>
                </a:cubicBezTo>
                <a:lnTo>
                  <a:pt x="164" y="30"/>
                </a:lnTo>
                <a:cubicBezTo>
                  <a:pt x="136" y="30"/>
                  <a:pt x="117" y="31"/>
                  <a:pt x="108" y="34"/>
                </a:cubicBezTo>
                <a:cubicBezTo>
                  <a:pt x="89" y="38"/>
                  <a:pt x="74" y="47"/>
                  <a:pt x="64" y="60"/>
                </a:cubicBezTo>
                <a:cubicBezTo>
                  <a:pt x="53" y="73"/>
                  <a:pt x="42" y="98"/>
                  <a:pt x="29" y="133"/>
                </a:cubicBezTo>
                <a:cubicBezTo>
                  <a:pt x="26" y="143"/>
                  <a:pt x="24" y="148"/>
                  <a:pt x="23" y="150"/>
                </a:cubicBezTo>
                <a:cubicBezTo>
                  <a:pt x="22" y="152"/>
                  <a:pt x="19" y="153"/>
                  <a:pt x="14" y="153"/>
                </a:cubicBezTo>
                <a:lnTo>
                  <a:pt x="12" y="153"/>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430" name=""/>
          <p:cNvSpPr/>
          <p:nvPr/>
        </p:nvSpPr>
        <p:spPr>
          <a:xfrm>
            <a:off x="2923560" y="4950720"/>
            <a:ext cx="77400" cy="323640"/>
          </a:xfrm>
          <a:custGeom>
            <a:avLst/>
            <a:gdLst/>
            <a:ahLst/>
            <a:rect l="0" t="0" r="r" b="b"/>
            <a:pathLst>
              <a:path w="215" h="899">
                <a:moveTo>
                  <a:pt x="4" y="1"/>
                </a:moveTo>
                <a:lnTo>
                  <a:pt x="8" y="0"/>
                </a:lnTo>
                <a:cubicBezTo>
                  <a:pt x="11" y="0"/>
                  <a:pt x="14" y="0"/>
                  <a:pt x="17" y="0"/>
                </a:cubicBezTo>
                <a:lnTo>
                  <a:pt x="28" y="0"/>
                </a:lnTo>
                <a:lnTo>
                  <a:pt x="53" y="22"/>
                </a:lnTo>
                <a:cubicBezTo>
                  <a:pt x="109" y="73"/>
                  <a:pt x="151" y="136"/>
                  <a:pt x="177" y="213"/>
                </a:cubicBezTo>
                <a:cubicBezTo>
                  <a:pt x="202" y="289"/>
                  <a:pt x="215" y="368"/>
                  <a:pt x="215" y="450"/>
                </a:cubicBezTo>
                <a:cubicBezTo>
                  <a:pt x="215" y="491"/>
                  <a:pt x="212" y="530"/>
                  <a:pt x="206" y="567"/>
                </a:cubicBezTo>
                <a:cubicBezTo>
                  <a:pt x="200" y="605"/>
                  <a:pt x="193" y="637"/>
                  <a:pt x="186" y="663"/>
                </a:cubicBezTo>
                <a:cubicBezTo>
                  <a:pt x="178" y="690"/>
                  <a:pt x="167" y="716"/>
                  <a:pt x="153" y="742"/>
                </a:cubicBezTo>
                <a:cubicBezTo>
                  <a:pt x="138" y="769"/>
                  <a:pt x="127" y="789"/>
                  <a:pt x="117" y="803"/>
                </a:cubicBezTo>
                <a:cubicBezTo>
                  <a:pt x="109" y="816"/>
                  <a:pt x="97" y="832"/>
                  <a:pt x="81" y="848"/>
                </a:cubicBezTo>
                <a:cubicBezTo>
                  <a:pt x="64" y="865"/>
                  <a:pt x="55" y="875"/>
                  <a:pt x="52" y="878"/>
                </a:cubicBezTo>
                <a:cubicBezTo>
                  <a:pt x="49" y="881"/>
                  <a:pt x="42" y="887"/>
                  <a:pt x="31" y="895"/>
                </a:cubicBezTo>
                <a:cubicBezTo>
                  <a:pt x="29" y="897"/>
                  <a:pt x="28" y="898"/>
                  <a:pt x="28" y="899"/>
                </a:cubicBezTo>
                <a:lnTo>
                  <a:pt x="17" y="899"/>
                </a:lnTo>
                <a:cubicBezTo>
                  <a:pt x="12" y="899"/>
                  <a:pt x="9" y="899"/>
                  <a:pt x="7" y="899"/>
                </a:cubicBezTo>
                <a:cubicBezTo>
                  <a:pt x="5" y="899"/>
                  <a:pt x="4" y="898"/>
                  <a:pt x="3" y="896"/>
                </a:cubicBezTo>
                <a:cubicBezTo>
                  <a:pt x="1" y="894"/>
                  <a:pt x="0" y="891"/>
                  <a:pt x="0" y="888"/>
                </a:cubicBezTo>
                <a:cubicBezTo>
                  <a:pt x="0" y="887"/>
                  <a:pt x="4" y="883"/>
                  <a:pt x="10" y="876"/>
                </a:cubicBezTo>
                <a:cubicBezTo>
                  <a:pt x="102" y="780"/>
                  <a:pt x="150" y="638"/>
                  <a:pt x="150" y="450"/>
                </a:cubicBezTo>
                <a:cubicBezTo>
                  <a:pt x="150" y="262"/>
                  <a:pt x="102" y="119"/>
                  <a:pt x="10" y="23"/>
                </a:cubicBezTo>
                <a:cubicBezTo>
                  <a:pt x="4" y="15"/>
                  <a:pt x="0" y="11"/>
                  <a:pt x="0" y="11"/>
                </a:cubicBezTo>
                <a:cubicBezTo>
                  <a:pt x="0" y="6"/>
                  <a:pt x="1" y="3"/>
                  <a:pt x="4" y="1"/>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431" name=""/>
          <p:cNvSpPr/>
          <p:nvPr/>
        </p:nvSpPr>
        <p:spPr>
          <a:xfrm>
            <a:off x="3069720" y="4951080"/>
            <a:ext cx="13320" cy="322920"/>
          </a:xfrm>
          <a:custGeom>
            <a:avLst/>
            <a:gdLst/>
            <a:ahLst/>
            <a:rect l="0" t="0" r="r" b="b"/>
            <a:pathLst>
              <a:path w="37" h="897">
                <a:moveTo>
                  <a:pt x="18" y="897"/>
                </a:moveTo>
                <a:lnTo>
                  <a:pt x="17" y="897"/>
                </a:lnTo>
                <a:cubicBezTo>
                  <a:pt x="9" y="897"/>
                  <a:pt x="4" y="893"/>
                  <a:pt x="0" y="885"/>
                </a:cubicBezTo>
                <a:lnTo>
                  <a:pt x="0" y="448"/>
                </a:lnTo>
                <a:lnTo>
                  <a:pt x="1" y="11"/>
                </a:lnTo>
                <a:cubicBezTo>
                  <a:pt x="7" y="3"/>
                  <a:pt x="13" y="0"/>
                  <a:pt x="18" y="0"/>
                </a:cubicBezTo>
                <a:cubicBezTo>
                  <a:pt x="26" y="0"/>
                  <a:pt x="33" y="4"/>
                  <a:pt x="37" y="13"/>
                </a:cubicBezTo>
                <a:lnTo>
                  <a:pt x="37" y="885"/>
                </a:lnTo>
                <a:cubicBezTo>
                  <a:pt x="32" y="893"/>
                  <a:pt x="26" y="897"/>
                  <a:pt x="20" y="897"/>
                </a:cubicBezTo>
                <a:lnTo>
                  <a:pt x="18" y="897"/>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432" name=""/>
          <p:cNvSpPr/>
          <p:nvPr/>
        </p:nvSpPr>
        <p:spPr>
          <a:xfrm>
            <a:off x="3159720" y="4951080"/>
            <a:ext cx="13320" cy="322920"/>
          </a:xfrm>
          <a:custGeom>
            <a:avLst/>
            <a:gdLst/>
            <a:ahLst/>
            <a:rect l="0" t="0" r="r" b="b"/>
            <a:pathLst>
              <a:path w="37" h="897">
                <a:moveTo>
                  <a:pt x="18" y="897"/>
                </a:moveTo>
                <a:lnTo>
                  <a:pt x="16" y="897"/>
                </a:lnTo>
                <a:cubicBezTo>
                  <a:pt x="9" y="897"/>
                  <a:pt x="3" y="893"/>
                  <a:pt x="0" y="885"/>
                </a:cubicBezTo>
                <a:lnTo>
                  <a:pt x="0" y="448"/>
                </a:lnTo>
                <a:lnTo>
                  <a:pt x="1" y="11"/>
                </a:lnTo>
                <a:cubicBezTo>
                  <a:pt x="7" y="3"/>
                  <a:pt x="12" y="0"/>
                  <a:pt x="18" y="0"/>
                </a:cubicBezTo>
                <a:cubicBezTo>
                  <a:pt x="27" y="0"/>
                  <a:pt x="33" y="4"/>
                  <a:pt x="37" y="13"/>
                </a:cubicBezTo>
                <a:lnTo>
                  <a:pt x="37" y="885"/>
                </a:lnTo>
                <a:cubicBezTo>
                  <a:pt x="32" y="893"/>
                  <a:pt x="27" y="897"/>
                  <a:pt x="20" y="897"/>
                </a:cubicBezTo>
                <a:lnTo>
                  <a:pt x="18" y="897"/>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433" name=""/>
          <p:cNvSpPr/>
          <p:nvPr/>
        </p:nvSpPr>
        <p:spPr>
          <a:xfrm>
            <a:off x="3198600" y="5050080"/>
            <a:ext cx="173520" cy="205920"/>
          </a:xfrm>
          <a:custGeom>
            <a:avLst/>
            <a:gdLst/>
            <a:ahLst/>
            <a:rect l="0" t="0" r="r" b="b"/>
            <a:pathLst>
              <a:path w="482" h="572">
                <a:moveTo>
                  <a:pt x="56" y="140"/>
                </a:moveTo>
                <a:cubicBezTo>
                  <a:pt x="57" y="138"/>
                  <a:pt x="57" y="135"/>
                  <a:pt x="58" y="132"/>
                </a:cubicBezTo>
                <a:cubicBezTo>
                  <a:pt x="59" y="129"/>
                  <a:pt x="60" y="123"/>
                  <a:pt x="62" y="113"/>
                </a:cubicBezTo>
                <a:cubicBezTo>
                  <a:pt x="65" y="103"/>
                  <a:pt x="68" y="93"/>
                  <a:pt x="71" y="85"/>
                </a:cubicBezTo>
                <a:cubicBezTo>
                  <a:pt x="75" y="76"/>
                  <a:pt x="80" y="67"/>
                  <a:pt x="85" y="55"/>
                </a:cubicBezTo>
                <a:cubicBezTo>
                  <a:pt x="90" y="44"/>
                  <a:pt x="96" y="35"/>
                  <a:pt x="103" y="28"/>
                </a:cubicBezTo>
                <a:cubicBezTo>
                  <a:pt x="109" y="22"/>
                  <a:pt x="117" y="15"/>
                  <a:pt x="126" y="9"/>
                </a:cubicBezTo>
                <a:cubicBezTo>
                  <a:pt x="135" y="2"/>
                  <a:pt x="145" y="-1"/>
                  <a:pt x="156" y="1"/>
                </a:cubicBezTo>
                <a:cubicBezTo>
                  <a:pt x="201" y="1"/>
                  <a:pt x="229" y="20"/>
                  <a:pt x="242" y="58"/>
                </a:cubicBezTo>
                <a:lnTo>
                  <a:pt x="251" y="50"/>
                </a:lnTo>
                <a:cubicBezTo>
                  <a:pt x="288" y="17"/>
                  <a:pt x="323" y="1"/>
                  <a:pt x="357" y="1"/>
                </a:cubicBezTo>
                <a:cubicBezTo>
                  <a:pt x="396" y="1"/>
                  <a:pt x="426" y="15"/>
                  <a:pt x="448" y="43"/>
                </a:cubicBezTo>
                <a:cubicBezTo>
                  <a:pt x="471" y="71"/>
                  <a:pt x="482" y="105"/>
                  <a:pt x="482" y="145"/>
                </a:cubicBezTo>
                <a:cubicBezTo>
                  <a:pt x="482" y="210"/>
                  <a:pt x="459" y="269"/>
                  <a:pt x="413" y="324"/>
                </a:cubicBezTo>
                <a:cubicBezTo>
                  <a:pt x="368" y="378"/>
                  <a:pt x="316" y="406"/>
                  <a:pt x="259" y="406"/>
                </a:cubicBezTo>
                <a:cubicBezTo>
                  <a:pt x="246" y="406"/>
                  <a:pt x="234" y="404"/>
                  <a:pt x="224" y="401"/>
                </a:cubicBezTo>
                <a:cubicBezTo>
                  <a:pt x="217" y="398"/>
                  <a:pt x="211" y="393"/>
                  <a:pt x="203" y="387"/>
                </a:cubicBezTo>
                <a:cubicBezTo>
                  <a:pt x="196" y="381"/>
                  <a:pt x="191" y="376"/>
                  <a:pt x="186" y="372"/>
                </a:cubicBezTo>
                <a:lnTo>
                  <a:pt x="180" y="365"/>
                </a:lnTo>
                <a:cubicBezTo>
                  <a:pt x="179" y="365"/>
                  <a:pt x="173" y="391"/>
                  <a:pt x="160" y="443"/>
                </a:cubicBezTo>
                <a:cubicBezTo>
                  <a:pt x="148" y="494"/>
                  <a:pt x="141" y="520"/>
                  <a:pt x="141" y="521"/>
                </a:cubicBezTo>
                <a:cubicBezTo>
                  <a:pt x="141" y="525"/>
                  <a:pt x="144" y="527"/>
                  <a:pt x="149" y="527"/>
                </a:cubicBezTo>
                <a:cubicBezTo>
                  <a:pt x="153" y="528"/>
                  <a:pt x="164" y="529"/>
                  <a:pt x="182" y="530"/>
                </a:cubicBezTo>
                <a:lnTo>
                  <a:pt x="204" y="530"/>
                </a:lnTo>
                <a:cubicBezTo>
                  <a:pt x="208" y="535"/>
                  <a:pt x="210" y="538"/>
                  <a:pt x="210" y="539"/>
                </a:cubicBezTo>
                <a:cubicBezTo>
                  <a:pt x="210" y="540"/>
                  <a:pt x="209" y="546"/>
                  <a:pt x="207" y="555"/>
                </a:cubicBezTo>
                <a:cubicBezTo>
                  <a:pt x="205" y="562"/>
                  <a:pt x="203" y="567"/>
                  <a:pt x="202" y="569"/>
                </a:cubicBezTo>
                <a:cubicBezTo>
                  <a:pt x="200" y="570"/>
                  <a:pt x="196" y="572"/>
                  <a:pt x="190" y="572"/>
                </a:cubicBezTo>
                <a:cubicBezTo>
                  <a:pt x="189" y="572"/>
                  <a:pt x="185" y="572"/>
                  <a:pt x="180" y="572"/>
                </a:cubicBezTo>
                <a:cubicBezTo>
                  <a:pt x="175" y="572"/>
                  <a:pt x="164" y="572"/>
                  <a:pt x="150" y="571"/>
                </a:cubicBezTo>
                <a:cubicBezTo>
                  <a:pt x="135" y="571"/>
                  <a:pt x="116" y="570"/>
                  <a:pt x="94" y="570"/>
                </a:cubicBezTo>
                <a:cubicBezTo>
                  <a:pt x="52" y="570"/>
                  <a:pt x="25" y="571"/>
                  <a:pt x="13" y="572"/>
                </a:cubicBezTo>
                <a:lnTo>
                  <a:pt x="6" y="572"/>
                </a:lnTo>
                <a:cubicBezTo>
                  <a:pt x="2" y="568"/>
                  <a:pt x="0" y="565"/>
                  <a:pt x="0" y="562"/>
                </a:cubicBezTo>
                <a:cubicBezTo>
                  <a:pt x="1" y="546"/>
                  <a:pt x="5" y="536"/>
                  <a:pt x="11" y="530"/>
                </a:cubicBezTo>
                <a:lnTo>
                  <a:pt x="30" y="530"/>
                </a:lnTo>
                <a:cubicBezTo>
                  <a:pt x="51" y="529"/>
                  <a:pt x="62" y="526"/>
                  <a:pt x="65" y="519"/>
                </a:cubicBezTo>
                <a:cubicBezTo>
                  <a:pt x="67" y="516"/>
                  <a:pt x="85" y="444"/>
                  <a:pt x="120" y="305"/>
                </a:cubicBezTo>
                <a:cubicBezTo>
                  <a:pt x="155" y="165"/>
                  <a:pt x="173" y="91"/>
                  <a:pt x="175" y="83"/>
                </a:cubicBezTo>
                <a:cubicBezTo>
                  <a:pt x="175" y="80"/>
                  <a:pt x="176" y="76"/>
                  <a:pt x="176" y="71"/>
                </a:cubicBezTo>
                <a:cubicBezTo>
                  <a:pt x="176" y="46"/>
                  <a:pt x="168" y="34"/>
                  <a:pt x="153" y="34"/>
                </a:cubicBezTo>
                <a:cubicBezTo>
                  <a:pt x="140" y="34"/>
                  <a:pt x="129" y="42"/>
                  <a:pt x="120" y="59"/>
                </a:cubicBezTo>
                <a:cubicBezTo>
                  <a:pt x="111" y="76"/>
                  <a:pt x="104" y="94"/>
                  <a:pt x="99" y="114"/>
                </a:cubicBezTo>
                <a:cubicBezTo>
                  <a:pt x="94" y="133"/>
                  <a:pt x="91" y="144"/>
                  <a:pt x="89" y="146"/>
                </a:cubicBezTo>
                <a:cubicBezTo>
                  <a:pt x="87" y="147"/>
                  <a:pt x="83" y="148"/>
                  <a:pt x="74" y="148"/>
                </a:cubicBezTo>
                <a:lnTo>
                  <a:pt x="62" y="148"/>
                </a:lnTo>
                <a:cubicBezTo>
                  <a:pt x="58" y="144"/>
                  <a:pt x="56" y="141"/>
                  <a:pt x="56" y="140"/>
                </a:cubicBezTo>
                <a:moveTo>
                  <a:pt x="195" y="306"/>
                </a:moveTo>
                <a:cubicBezTo>
                  <a:pt x="208" y="351"/>
                  <a:pt x="231" y="374"/>
                  <a:pt x="262" y="374"/>
                </a:cubicBezTo>
                <a:cubicBezTo>
                  <a:pt x="280" y="374"/>
                  <a:pt x="297" y="367"/>
                  <a:pt x="314" y="353"/>
                </a:cubicBezTo>
                <a:cubicBezTo>
                  <a:pt x="331" y="339"/>
                  <a:pt x="344" y="322"/>
                  <a:pt x="355" y="301"/>
                </a:cubicBezTo>
                <a:cubicBezTo>
                  <a:pt x="366" y="281"/>
                  <a:pt x="377" y="249"/>
                  <a:pt x="387" y="204"/>
                </a:cubicBezTo>
                <a:cubicBezTo>
                  <a:pt x="398" y="160"/>
                  <a:pt x="404" y="127"/>
                  <a:pt x="404" y="106"/>
                </a:cubicBezTo>
                <a:lnTo>
                  <a:pt x="404" y="100"/>
                </a:lnTo>
                <a:cubicBezTo>
                  <a:pt x="404" y="56"/>
                  <a:pt x="386" y="34"/>
                  <a:pt x="350" y="34"/>
                </a:cubicBezTo>
                <a:cubicBezTo>
                  <a:pt x="343" y="34"/>
                  <a:pt x="336" y="35"/>
                  <a:pt x="330" y="36"/>
                </a:cubicBezTo>
                <a:cubicBezTo>
                  <a:pt x="323" y="38"/>
                  <a:pt x="317" y="41"/>
                  <a:pt x="310" y="44"/>
                </a:cubicBezTo>
                <a:cubicBezTo>
                  <a:pt x="304" y="48"/>
                  <a:pt x="298" y="52"/>
                  <a:pt x="292" y="56"/>
                </a:cubicBezTo>
                <a:cubicBezTo>
                  <a:pt x="287" y="60"/>
                  <a:pt x="282" y="65"/>
                  <a:pt x="277" y="70"/>
                </a:cubicBezTo>
                <a:cubicBezTo>
                  <a:pt x="272" y="74"/>
                  <a:pt x="268" y="79"/>
                  <a:pt x="264" y="83"/>
                </a:cubicBezTo>
                <a:cubicBezTo>
                  <a:pt x="259" y="87"/>
                  <a:pt x="256" y="91"/>
                  <a:pt x="254" y="96"/>
                </a:cubicBezTo>
                <a:cubicBezTo>
                  <a:pt x="251" y="100"/>
                  <a:pt x="249" y="103"/>
                  <a:pt x="246" y="105"/>
                </a:cubicBezTo>
                <a:lnTo>
                  <a:pt x="244" y="108"/>
                </a:lnTo>
                <a:cubicBezTo>
                  <a:pt x="244" y="109"/>
                  <a:pt x="243" y="113"/>
                  <a:pt x="241" y="121"/>
                </a:cubicBezTo>
                <a:cubicBezTo>
                  <a:pt x="239" y="129"/>
                  <a:pt x="236" y="142"/>
                  <a:pt x="231" y="160"/>
                </a:cubicBezTo>
                <a:cubicBezTo>
                  <a:pt x="226" y="179"/>
                  <a:pt x="222" y="194"/>
                  <a:pt x="219" y="207"/>
                </a:cubicBezTo>
                <a:cubicBezTo>
                  <a:pt x="203" y="270"/>
                  <a:pt x="195" y="303"/>
                  <a:pt x="195" y="306"/>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434" name=""/>
          <p:cNvSpPr/>
          <p:nvPr/>
        </p:nvSpPr>
        <p:spPr>
          <a:xfrm>
            <a:off x="3403800" y="4950720"/>
            <a:ext cx="77760" cy="323640"/>
          </a:xfrm>
          <a:custGeom>
            <a:avLst/>
            <a:gdLst/>
            <a:ahLst/>
            <a:rect l="0" t="0" r="r" b="b"/>
            <a:pathLst>
              <a:path w="216" h="899">
                <a:moveTo>
                  <a:pt x="0" y="450"/>
                </a:moveTo>
                <a:cubicBezTo>
                  <a:pt x="0" y="409"/>
                  <a:pt x="3" y="369"/>
                  <a:pt x="9" y="332"/>
                </a:cubicBezTo>
                <a:cubicBezTo>
                  <a:pt x="15" y="295"/>
                  <a:pt x="22" y="263"/>
                  <a:pt x="30" y="236"/>
                </a:cubicBezTo>
                <a:cubicBezTo>
                  <a:pt x="38" y="209"/>
                  <a:pt x="49" y="183"/>
                  <a:pt x="63" y="157"/>
                </a:cubicBezTo>
                <a:cubicBezTo>
                  <a:pt x="78" y="131"/>
                  <a:pt x="90" y="110"/>
                  <a:pt x="98" y="96"/>
                </a:cubicBezTo>
                <a:cubicBezTo>
                  <a:pt x="107" y="82"/>
                  <a:pt x="119" y="66"/>
                  <a:pt x="136" y="49"/>
                </a:cubicBezTo>
                <a:cubicBezTo>
                  <a:pt x="153" y="33"/>
                  <a:pt x="163" y="23"/>
                  <a:pt x="166" y="19"/>
                </a:cubicBezTo>
                <a:cubicBezTo>
                  <a:pt x="169" y="15"/>
                  <a:pt x="176" y="9"/>
                  <a:pt x="188" y="0"/>
                </a:cubicBezTo>
                <a:lnTo>
                  <a:pt x="200" y="0"/>
                </a:lnTo>
                <a:lnTo>
                  <a:pt x="203" y="0"/>
                </a:lnTo>
                <a:cubicBezTo>
                  <a:pt x="212" y="0"/>
                  <a:pt x="216" y="3"/>
                  <a:pt x="216" y="8"/>
                </a:cubicBezTo>
                <a:cubicBezTo>
                  <a:pt x="216" y="10"/>
                  <a:pt x="211" y="16"/>
                  <a:pt x="201" y="27"/>
                </a:cubicBezTo>
                <a:cubicBezTo>
                  <a:pt x="190" y="38"/>
                  <a:pt x="178" y="54"/>
                  <a:pt x="164" y="75"/>
                </a:cubicBezTo>
                <a:cubicBezTo>
                  <a:pt x="149" y="96"/>
                  <a:pt x="135" y="121"/>
                  <a:pt x="120" y="153"/>
                </a:cubicBezTo>
                <a:cubicBezTo>
                  <a:pt x="105" y="183"/>
                  <a:pt x="92" y="225"/>
                  <a:pt x="82" y="277"/>
                </a:cubicBezTo>
                <a:cubicBezTo>
                  <a:pt x="72" y="329"/>
                  <a:pt x="66" y="386"/>
                  <a:pt x="66" y="450"/>
                </a:cubicBezTo>
                <a:cubicBezTo>
                  <a:pt x="66" y="513"/>
                  <a:pt x="72" y="571"/>
                  <a:pt x="82" y="622"/>
                </a:cubicBezTo>
                <a:cubicBezTo>
                  <a:pt x="92" y="674"/>
                  <a:pt x="105" y="715"/>
                  <a:pt x="119" y="747"/>
                </a:cubicBezTo>
                <a:cubicBezTo>
                  <a:pt x="133" y="779"/>
                  <a:pt x="148" y="804"/>
                  <a:pt x="163" y="824"/>
                </a:cubicBezTo>
                <a:cubicBezTo>
                  <a:pt x="178" y="844"/>
                  <a:pt x="190" y="860"/>
                  <a:pt x="201" y="872"/>
                </a:cubicBezTo>
                <a:cubicBezTo>
                  <a:pt x="211" y="884"/>
                  <a:pt x="216" y="890"/>
                  <a:pt x="216" y="890"/>
                </a:cubicBezTo>
                <a:cubicBezTo>
                  <a:pt x="216" y="896"/>
                  <a:pt x="211" y="899"/>
                  <a:pt x="202" y="899"/>
                </a:cubicBezTo>
                <a:lnTo>
                  <a:pt x="200" y="899"/>
                </a:lnTo>
                <a:lnTo>
                  <a:pt x="188" y="899"/>
                </a:lnTo>
                <a:lnTo>
                  <a:pt x="163" y="877"/>
                </a:lnTo>
                <a:cubicBezTo>
                  <a:pt x="107" y="826"/>
                  <a:pt x="65" y="763"/>
                  <a:pt x="39" y="687"/>
                </a:cubicBezTo>
                <a:cubicBezTo>
                  <a:pt x="13" y="611"/>
                  <a:pt x="0" y="532"/>
                  <a:pt x="0" y="450"/>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435" name=""/>
          <p:cNvSpPr/>
          <p:nvPr/>
        </p:nvSpPr>
        <p:spPr>
          <a:xfrm>
            <a:off x="3506040" y="5049720"/>
            <a:ext cx="182880" cy="143640"/>
          </a:xfrm>
          <a:custGeom>
            <a:avLst/>
            <a:gdLst/>
            <a:ahLst/>
            <a:rect l="0" t="0" r="r" b="b"/>
            <a:pathLst>
              <a:path w="508" h="399">
                <a:moveTo>
                  <a:pt x="186" y="399"/>
                </a:moveTo>
                <a:cubicBezTo>
                  <a:pt x="177" y="397"/>
                  <a:pt x="144" y="396"/>
                  <a:pt x="90" y="396"/>
                </a:cubicBezTo>
                <a:cubicBezTo>
                  <a:pt x="41" y="396"/>
                  <a:pt x="13" y="397"/>
                  <a:pt x="6" y="399"/>
                </a:cubicBezTo>
                <a:lnTo>
                  <a:pt x="0" y="399"/>
                </a:lnTo>
                <a:lnTo>
                  <a:pt x="0" y="344"/>
                </a:lnTo>
                <a:lnTo>
                  <a:pt x="86" y="344"/>
                </a:lnTo>
                <a:lnTo>
                  <a:pt x="202" y="208"/>
                </a:lnTo>
                <a:lnTo>
                  <a:pt x="79" y="55"/>
                </a:lnTo>
                <a:lnTo>
                  <a:pt x="4" y="55"/>
                </a:lnTo>
                <a:lnTo>
                  <a:pt x="4" y="0"/>
                </a:lnTo>
                <a:lnTo>
                  <a:pt x="12" y="0"/>
                </a:lnTo>
                <a:cubicBezTo>
                  <a:pt x="21" y="2"/>
                  <a:pt x="53" y="2"/>
                  <a:pt x="109" y="2"/>
                </a:cubicBezTo>
                <a:cubicBezTo>
                  <a:pt x="173" y="2"/>
                  <a:pt x="209" y="2"/>
                  <a:pt x="220" y="0"/>
                </a:cubicBezTo>
                <a:lnTo>
                  <a:pt x="228" y="0"/>
                </a:lnTo>
                <a:lnTo>
                  <a:pt x="228" y="55"/>
                </a:lnTo>
                <a:lnTo>
                  <a:pt x="203" y="55"/>
                </a:lnTo>
                <a:lnTo>
                  <a:pt x="234" y="94"/>
                </a:lnTo>
                <a:cubicBezTo>
                  <a:pt x="255" y="120"/>
                  <a:pt x="265" y="133"/>
                  <a:pt x="266" y="133"/>
                </a:cubicBezTo>
                <a:cubicBezTo>
                  <a:pt x="268" y="133"/>
                  <a:pt x="279" y="119"/>
                  <a:pt x="300" y="92"/>
                </a:cubicBezTo>
                <a:lnTo>
                  <a:pt x="331" y="55"/>
                </a:lnTo>
                <a:lnTo>
                  <a:pt x="298" y="55"/>
                </a:lnTo>
                <a:lnTo>
                  <a:pt x="298" y="0"/>
                </a:lnTo>
                <a:lnTo>
                  <a:pt x="305" y="0"/>
                </a:lnTo>
                <a:cubicBezTo>
                  <a:pt x="314" y="2"/>
                  <a:pt x="346" y="2"/>
                  <a:pt x="400" y="2"/>
                </a:cubicBezTo>
                <a:cubicBezTo>
                  <a:pt x="449" y="2"/>
                  <a:pt x="477" y="2"/>
                  <a:pt x="484" y="0"/>
                </a:cubicBezTo>
                <a:lnTo>
                  <a:pt x="490" y="0"/>
                </a:lnTo>
                <a:lnTo>
                  <a:pt x="490" y="55"/>
                </a:lnTo>
                <a:lnTo>
                  <a:pt x="405" y="55"/>
                </a:lnTo>
                <a:lnTo>
                  <a:pt x="301" y="178"/>
                </a:lnTo>
                <a:lnTo>
                  <a:pt x="434" y="343"/>
                </a:lnTo>
                <a:lnTo>
                  <a:pt x="471" y="344"/>
                </a:lnTo>
                <a:lnTo>
                  <a:pt x="508" y="344"/>
                </a:lnTo>
                <a:lnTo>
                  <a:pt x="508" y="399"/>
                </a:lnTo>
                <a:lnTo>
                  <a:pt x="501" y="399"/>
                </a:lnTo>
                <a:cubicBezTo>
                  <a:pt x="492" y="397"/>
                  <a:pt x="459" y="396"/>
                  <a:pt x="403" y="396"/>
                </a:cubicBezTo>
                <a:cubicBezTo>
                  <a:pt x="341" y="396"/>
                  <a:pt x="304" y="397"/>
                  <a:pt x="293" y="399"/>
                </a:cubicBezTo>
                <a:lnTo>
                  <a:pt x="285" y="399"/>
                </a:lnTo>
                <a:lnTo>
                  <a:pt x="285" y="344"/>
                </a:lnTo>
                <a:lnTo>
                  <a:pt x="311" y="344"/>
                </a:lnTo>
                <a:cubicBezTo>
                  <a:pt x="311" y="343"/>
                  <a:pt x="299" y="328"/>
                  <a:pt x="275" y="299"/>
                </a:cubicBezTo>
                <a:cubicBezTo>
                  <a:pt x="251" y="269"/>
                  <a:pt x="238" y="254"/>
                  <a:pt x="238" y="253"/>
                </a:cubicBezTo>
                <a:lnTo>
                  <a:pt x="160" y="343"/>
                </a:lnTo>
                <a:lnTo>
                  <a:pt x="177" y="344"/>
                </a:lnTo>
                <a:lnTo>
                  <a:pt x="193" y="344"/>
                </a:lnTo>
                <a:lnTo>
                  <a:pt x="193" y="399"/>
                </a:lnTo>
                <a:lnTo>
                  <a:pt x="186" y="399"/>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436" name=""/>
          <p:cNvSpPr/>
          <p:nvPr/>
        </p:nvSpPr>
        <p:spPr>
          <a:xfrm>
            <a:off x="3710880" y="5086800"/>
            <a:ext cx="156240" cy="155160"/>
          </a:xfrm>
          <a:custGeom>
            <a:avLst/>
            <a:gdLst/>
            <a:ahLst/>
            <a:rect l="0" t="0" r="r" b="b"/>
            <a:pathLst>
              <a:path w="434" h="431">
                <a:moveTo>
                  <a:pt x="12" y="153"/>
                </a:moveTo>
                <a:cubicBezTo>
                  <a:pt x="4" y="153"/>
                  <a:pt x="0" y="151"/>
                  <a:pt x="0" y="147"/>
                </a:cubicBezTo>
                <a:cubicBezTo>
                  <a:pt x="0" y="145"/>
                  <a:pt x="3" y="133"/>
                  <a:pt x="10" y="112"/>
                </a:cubicBezTo>
                <a:cubicBezTo>
                  <a:pt x="17" y="90"/>
                  <a:pt x="24" y="69"/>
                  <a:pt x="31" y="48"/>
                </a:cubicBezTo>
                <a:lnTo>
                  <a:pt x="42" y="17"/>
                </a:lnTo>
                <a:cubicBezTo>
                  <a:pt x="44" y="9"/>
                  <a:pt x="47" y="4"/>
                  <a:pt x="50" y="0"/>
                </a:cubicBezTo>
                <a:lnTo>
                  <a:pt x="348" y="0"/>
                </a:lnTo>
                <a:lnTo>
                  <a:pt x="406" y="0"/>
                </a:lnTo>
                <a:cubicBezTo>
                  <a:pt x="419" y="0"/>
                  <a:pt x="427" y="0"/>
                  <a:pt x="430" y="1"/>
                </a:cubicBezTo>
                <a:cubicBezTo>
                  <a:pt x="432" y="1"/>
                  <a:pt x="434" y="3"/>
                  <a:pt x="434" y="7"/>
                </a:cubicBezTo>
                <a:cubicBezTo>
                  <a:pt x="434" y="9"/>
                  <a:pt x="430" y="33"/>
                  <a:pt x="423" y="79"/>
                </a:cubicBezTo>
                <a:cubicBezTo>
                  <a:pt x="416" y="125"/>
                  <a:pt x="412" y="148"/>
                  <a:pt x="411" y="148"/>
                </a:cubicBezTo>
                <a:cubicBezTo>
                  <a:pt x="411" y="151"/>
                  <a:pt x="407" y="153"/>
                  <a:pt x="399" y="153"/>
                </a:cubicBezTo>
                <a:cubicBezTo>
                  <a:pt x="395" y="153"/>
                  <a:pt x="393" y="153"/>
                  <a:pt x="392" y="153"/>
                </a:cubicBezTo>
                <a:cubicBezTo>
                  <a:pt x="390" y="153"/>
                  <a:pt x="389" y="151"/>
                  <a:pt x="388" y="149"/>
                </a:cubicBezTo>
                <a:lnTo>
                  <a:pt x="386" y="147"/>
                </a:lnTo>
                <a:cubicBezTo>
                  <a:pt x="386" y="145"/>
                  <a:pt x="388" y="135"/>
                  <a:pt x="390" y="119"/>
                </a:cubicBezTo>
                <a:cubicBezTo>
                  <a:pt x="393" y="102"/>
                  <a:pt x="394" y="89"/>
                  <a:pt x="394" y="80"/>
                </a:cubicBezTo>
                <a:cubicBezTo>
                  <a:pt x="394" y="65"/>
                  <a:pt x="391" y="54"/>
                  <a:pt x="386" y="47"/>
                </a:cubicBezTo>
                <a:cubicBezTo>
                  <a:pt x="380" y="39"/>
                  <a:pt x="369" y="34"/>
                  <a:pt x="351" y="31"/>
                </a:cubicBezTo>
                <a:cubicBezTo>
                  <a:pt x="349" y="30"/>
                  <a:pt x="337" y="30"/>
                  <a:pt x="314" y="29"/>
                </a:cubicBezTo>
                <a:cubicBezTo>
                  <a:pt x="294" y="29"/>
                  <a:pt x="281" y="30"/>
                  <a:pt x="276" y="30"/>
                </a:cubicBezTo>
                <a:cubicBezTo>
                  <a:pt x="271" y="30"/>
                  <a:pt x="267" y="32"/>
                  <a:pt x="265" y="35"/>
                </a:cubicBezTo>
                <a:cubicBezTo>
                  <a:pt x="265" y="36"/>
                  <a:pt x="250" y="95"/>
                  <a:pt x="220" y="212"/>
                </a:cubicBezTo>
                <a:cubicBezTo>
                  <a:pt x="190" y="331"/>
                  <a:pt x="175" y="391"/>
                  <a:pt x="175" y="393"/>
                </a:cubicBezTo>
                <a:cubicBezTo>
                  <a:pt x="175" y="398"/>
                  <a:pt x="194" y="401"/>
                  <a:pt x="231" y="402"/>
                </a:cubicBezTo>
                <a:cubicBezTo>
                  <a:pt x="245" y="402"/>
                  <a:pt x="254" y="402"/>
                  <a:pt x="257" y="402"/>
                </a:cubicBezTo>
                <a:cubicBezTo>
                  <a:pt x="261" y="403"/>
                  <a:pt x="263" y="405"/>
                  <a:pt x="263" y="408"/>
                </a:cubicBezTo>
                <a:cubicBezTo>
                  <a:pt x="263" y="410"/>
                  <a:pt x="262" y="413"/>
                  <a:pt x="261" y="417"/>
                </a:cubicBezTo>
                <a:cubicBezTo>
                  <a:pt x="259" y="424"/>
                  <a:pt x="258" y="429"/>
                  <a:pt x="255" y="430"/>
                </a:cubicBezTo>
                <a:lnTo>
                  <a:pt x="254" y="431"/>
                </a:lnTo>
                <a:cubicBezTo>
                  <a:pt x="253" y="431"/>
                  <a:pt x="251" y="431"/>
                  <a:pt x="250" y="431"/>
                </a:cubicBezTo>
                <a:cubicBezTo>
                  <a:pt x="248" y="431"/>
                  <a:pt x="237" y="431"/>
                  <a:pt x="217" y="430"/>
                </a:cubicBezTo>
                <a:cubicBezTo>
                  <a:pt x="197" y="430"/>
                  <a:pt x="168" y="430"/>
                  <a:pt x="131" y="430"/>
                </a:cubicBezTo>
                <a:cubicBezTo>
                  <a:pt x="77" y="430"/>
                  <a:pt x="42" y="430"/>
                  <a:pt x="27" y="431"/>
                </a:cubicBezTo>
                <a:lnTo>
                  <a:pt x="17" y="431"/>
                </a:lnTo>
                <a:cubicBezTo>
                  <a:pt x="15" y="428"/>
                  <a:pt x="14" y="426"/>
                  <a:pt x="14" y="425"/>
                </a:cubicBezTo>
                <a:cubicBezTo>
                  <a:pt x="14" y="424"/>
                  <a:pt x="14" y="420"/>
                  <a:pt x="15" y="414"/>
                </a:cubicBezTo>
                <a:cubicBezTo>
                  <a:pt x="17" y="408"/>
                  <a:pt x="19" y="404"/>
                  <a:pt x="21" y="402"/>
                </a:cubicBezTo>
                <a:lnTo>
                  <a:pt x="39" y="402"/>
                </a:lnTo>
                <a:lnTo>
                  <a:pt x="46" y="402"/>
                </a:lnTo>
                <a:cubicBezTo>
                  <a:pt x="80" y="402"/>
                  <a:pt x="100" y="400"/>
                  <a:pt x="106" y="396"/>
                </a:cubicBezTo>
                <a:cubicBezTo>
                  <a:pt x="107" y="395"/>
                  <a:pt x="107" y="395"/>
                  <a:pt x="108" y="395"/>
                </a:cubicBezTo>
                <a:cubicBezTo>
                  <a:pt x="110" y="394"/>
                  <a:pt x="112" y="390"/>
                  <a:pt x="114" y="383"/>
                </a:cubicBezTo>
                <a:cubicBezTo>
                  <a:pt x="116" y="375"/>
                  <a:pt x="125" y="342"/>
                  <a:pt x="139" y="283"/>
                </a:cubicBezTo>
                <a:cubicBezTo>
                  <a:pt x="147" y="254"/>
                  <a:pt x="152" y="230"/>
                  <a:pt x="157" y="212"/>
                </a:cubicBezTo>
                <a:cubicBezTo>
                  <a:pt x="187" y="95"/>
                  <a:pt x="201" y="36"/>
                  <a:pt x="201" y="33"/>
                </a:cubicBezTo>
                <a:cubicBezTo>
                  <a:pt x="201" y="31"/>
                  <a:pt x="195" y="30"/>
                  <a:pt x="183" y="30"/>
                </a:cubicBezTo>
                <a:lnTo>
                  <a:pt x="163" y="30"/>
                </a:lnTo>
                <a:cubicBezTo>
                  <a:pt x="135" y="30"/>
                  <a:pt x="116" y="31"/>
                  <a:pt x="108" y="34"/>
                </a:cubicBezTo>
                <a:cubicBezTo>
                  <a:pt x="89" y="38"/>
                  <a:pt x="74" y="47"/>
                  <a:pt x="63" y="60"/>
                </a:cubicBezTo>
                <a:cubicBezTo>
                  <a:pt x="53" y="73"/>
                  <a:pt x="41" y="98"/>
                  <a:pt x="29" y="133"/>
                </a:cubicBezTo>
                <a:cubicBezTo>
                  <a:pt x="26" y="143"/>
                  <a:pt x="24" y="148"/>
                  <a:pt x="23" y="150"/>
                </a:cubicBezTo>
                <a:cubicBezTo>
                  <a:pt x="21" y="152"/>
                  <a:pt x="18" y="153"/>
                  <a:pt x="14" y="153"/>
                </a:cubicBezTo>
                <a:lnTo>
                  <a:pt x="12" y="153"/>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437" name=""/>
          <p:cNvSpPr/>
          <p:nvPr/>
        </p:nvSpPr>
        <p:spPr>
          <a:xfrm>
            <a:off x="3900600" y="4950720"/>
            <a:ext cx="77760" cy="323640"/>
          </a:xfrm>
          <a:custGeom>
            <a:avLst/>
            <a:gdLst/>
            <a:ahLst/>
            <a:rect l="0" t="0" r="r" b="b"/>
            <a:pathLst>
              <a:path w="216" h="899">
                <a:moveTo>
                  <a:pt x="5" y="1"/>
                </a:moveTo>
                <a:lnTo>
                  <a:pt x="8" y="0"/>
                </a:lnTo>
                <a:cubicBezTo>
                  <a:pt x="11" y="0"/>
                  <a:pt x="14" y="0"/>
                  <a:pt x="17" y="0"/>
                </a:cubicBezTo>
                <a:lnTo>
                  <a:pt x="28" y="0"/>
                </a:lnTo>
                <a:lnTo>
                  <a:pt x="53" y="22"/>
                </a:lnTo>
                <a:cubicBezTo>
                  <a:pt x="110" y="73"/>
                  <a:pt x="151" y="136"/>
                  <a:pt x="176" y="213"/>
                </a:cubicBezTo>
                <a:cubicBezTo>
                  <a:pt x="203" y="289"/>
                  <a:pt x="216" y="368"/>
                  <a:pt x="216" y="450"/>
                </a:cubicBezTo>
                <a:cubicBezTo>
                  <a:pt x="216" y="491"/>
                  <a:pt x="213" y="530"/>
                  <a:pt x="207" y="567"/>
                </a:cubicBezTo>
                <a:cubicBezTo>
                  <a:pt x="201" y="605"/>
                  <a:pt x="194" y="637"/>
                  <a:pt x="185" y="663"/>
                </a:cubicBezTo>
                <a:cubicBezTo>
                  <a:pt x="177" y="690"/>
                  <a:pt x="166" y="716"/>
                  <a:pt x="152" y="742"/>
                </a:cubicBezTo>
                <a:cubicBezTo>
                  <a:pt x="138" y="769"/>
                  <a:pt x="126" y="789"/>
                  <a:pt x="118" y="803"/>
                </a:cubicBezTo>
                <a:cubicBezTo>
                  <a:pt x="110" y="816"/>
                  <a:pt x="97" y="832"/>
                  <a:pt x="81" y="848"/>
                </a:cubicBezTo>
                <a:cubicBezTo>
                  <a:pt x="65" y="865"/>
                  <a:pt x="55" y="875"/>
                  <a:pt x="52" y="878"/>
                </a:cubicBezTo>
                <a:cubicBezTo>
                  <a:pt x="49" y="881"/>
                  <a:pt x="43" y="887"/>
                  <a:pt x="32" y="895"/>
                </a:cubicBezTo>
                <a:cubicBezTo>
                  <a:pt x="30" y="897"/>
                  <a:pt x="29" y="898"/>
                  <a:pt x="28" y="899"/>
                </a:cubicBezTo>
                <a:lnTo>
                  <a:pt x="17" y="899"/>
                </a:lnTo>
                <a:cubicBezTo>
                  <a:pt x="13" y="899"/>
                  <a:pt x="9" y="899"/>
                  <a:pt x="8" y="899"/>
                </a:cubicBezTo>
                <a:cubicBezTo>
                  <a:pt x="6" y="899"/>
                  <a:pt x="4" y="898"/>
                  <a:pt x="3" y="896"/>
                </a:cubicBezTo>
                <a:cubicBezTo>
                  <a:pt x="2" y="894"/>
                  <a:pt x="1" y="891"/>
                  <a:pt x="0" y="888"/>
                </a:cubicBezTo>
                <a:cubicBezTo>
                  <a:pt x="1" y="887"/>
                  <a:pt x="4" y="883"/>
                  <a:pt x="10" y="876"/>
                </a:cubicBezTo>
                <a:cubicBezTo>
                  <a:pt x="103" y="780"/>
                  <a:pt x="149" y="638"/>
                  <a:pt x="149" y="450"/>
                </a:cubicBezTo>
                <a:cubicBezTo>
                  <a:pt x="149" y="262"/>
                  <a:pt x="103" y="119"/>
                  <a:pt x="10" y="23"/>
                </a:cubicBezTo>
                <a:cubicBezTo>
                  <a:pt x="4" y="15"/>
                  <a:pt x="1" y="11"/>
                  <a:pt x="0" y="11"/>
                </a:cubicBezTo>
                <a:cubicBezTo>
                  <a:pt x="0" y="6"/>
                  <a:pt x="2" y="3"/>
                  <a:pt x="5" y="1"/>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438" name=""/>
          <p:cNvSpPr/>
          <p:nvPr/>
        </p:nvSpPr>
        <p:spPr>
          <a:xfrm>
            <a:off x="4026240" y="4950720"/>
            <a:ext cx="77760" cy="323640"/>
          </a:xfrm>
          <a:custGeom>
            <a:avLst/>
            <a:gdLst/>
            <a:ahLst/>
            <a:rect l="0" t="0" r="r" b="b"/>
            <a:pathLst>
              <a:path w="216" h="899">
                <a:moveTo>
                  <a:pt x="5" y="1"/>
                </a:moveTo>
                <a:lnTo>
                  <a:pt x="9" y="0"/>
                </a:lnTo>
                <a:cubicBezTo>
                  <a:pt x="12" y="0"/>
                  <a:pt x="15" y="0"/>
                  <a:pt x="18" y="0"/>
                </a:cubicBezTo>
                <a:lnTo>
                  <a:pt x="28" y="0"/>
                </a:lnTo>
                <a:lnTo>
                  <a:pt x="54" y="22"/>
                </a:lnTo>
                <a:cubicBezTo>
                  <a:pt x="111" y="73"/>
                  <a:pt x="152" y="136"/>
                  <a:pt x="177" y="213"/>
                </a:cubicBezTo>
                <a:cubicBezTo>
                  <a:pt x="203" y="289"/>
                  <a:pt x="216" y="368"/>
                  <a:pt x="216" y="450"/>
                </a:cubicBezTo>
                <a:cubicBezTo>
                  <a:pt x="216" y="491"/>
                  <a:pt x="213" y="530"/>
                  <a:pt x="207" y="567"/>
                </a:cubicBezTo>
                <a:cubicBezTo>
                  <a:pt x="201" y="605"/>
                  <a:pt x="194" y="637"/>
                  <a:pt x="186" y="663"/>
                </a:cubicBezTo>
                <a:cubicBezTo>
                  <a:pt x="179" y="690"/>
                  <a:pt x="167" y="716"/>
                  <a:pt x="153" y="742"/>
                </a:cubicBezTo>
                <a:cubicBezTo>
                  <a:pt x="139" y="769"/>
                  <a:pt x="127" y="789"/>
                  <a:pt x="119" y="803"/>
                </a:cubicBezTo>
                <a:cubicBezTo>
                  <a:pt x="111" y="816"/>
                  <a:pt x="98" y="832"/>
                  <a:pt x="82" y="848"/>
                </a:cubicBezTo>
                <a:cubicBezTo>
                  <a:pt x="66" y="865"/>
                  <a:pt x="57" y="875"/>
                  <a:pt x="54" y="878"/>
                </a:cubicBezTo>
                <a:cubicBezTo>
                  <a:pt x="50" y="881"/>
                  <a:pt x="43" y="887"/>
                  <a:pt x="32" y="895"/>
                </a:cubicBezTo>
                <a:cubicBezTo>
                  <a:pt x="30" y="897"/>
                  <a:pt x="29" y="898"/>
                  <a:pt x="28" y="899"/>
                </a:cubicBezTo>
                <a:lnTo>
                  <a:pt x="18" y="899"/>
                </a:lnTo>
                <a:cubicBezTo>
                  <a:pt x="13" y="899"/>
                  <a:pt x="9" y="899"/>
                  <a:pt x="8" y="899"/>
                </a:cubicBezTo>
                <a:cubicBezTo>
                  <a:pt x="6" y="899"/>
                  <a:pt x="4" y="898"/>
                  <a:pt x="3" y="896"/>
                </a:cubicBezTo>
                <a:cubicBezTo>
                  <a:pt x="2" y="894"/>
                  <a:pt x="1" y="891"/>
                  <a:pt x="0" y="888"/>
                </a:cubicBezTo>
                <a:cubicBezTo>
                  <a:pt x="1" y="887"/>
                  <a:pt x="4" y="883"/>
                  <a:pt x="10" y="876"/>
                </a:cubicBezTo>
                <a:cubicBezTo>
                  <a:pt x="104" y="780"/>
                  <a:pt x="150" y="638"/>
                  <a:pt x="150" y="450"/>
                </a:cubicBezTo>
                <a:cubicBezTo>
                  <a:pt x="150" y="262"/>
                  <a:pt x="104" y="119"/>
                  <a:pt x="10" y="23"/>
                </a:cubicBezTo>
                <a:cubicBezTo>
                  <a:pt x="4" y="15"/>
                  <a:pt x="1" y="11"/>
                  <a:pt x="0" y="11"/>
                </a:cubicBezTo>
                <a:cubicBezTo>
                  <a:pt x="0" y="6"/>
                  <a:pt x="2" y="3"/>
                  <a:pt x="5" y="1"/>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439" name=""/>
          <p:cNvSpPr/>
          <p:nvPr/>
        </p:nvSpPr>
        <p:spPr>
          <a:xfrm>
            <a:off x="1461240" y="5303520"/>
            <a:ext cx="156600" cy="108000"/>
          </a:xfrm>
          <a:custGeom>
            <a:avLst/>
            <a:gdLst/>
            <a:ahLst/>
            <a:rect l="0" t="0" r="r" b="b"/>
            <a:pathLst>
              <a:path w="435" h="300">
                <a:moveTo>
                  <a:pt x="0" y="5"/>
                </a:moveTo>
                <a:lnTo>
                  <a:pt x="5" y="0"/>
                </a:lnTo>
                <a:lnTo>
                  <a:pt x="21" y="0"/>
                </a:lnTo>
                <a:cubicBezTo>
                  <a:pt x="28" y="0"/>
                  <a:pt x="33" y="0"/>
                  <a:pt x="35" y="0"/>
                </a:cubicBezTo>
                <a:cubicBezTo>
                  <a:pt x="38" y="0"/>
                  <a:pt x="40" y="1"/>
                  <a:pt x="41" y="4"/>
                </a:cubicBezTo>
                <a:cubicBezTo>
                  <a:pt x="43" y="6"/>
                  <a:pt x="45" y="8"/>
                  <a:pt x="46" y="10"/>
                </a:cubicBezTo>
                <a:cubicBezTo>
                  <a:pt x="47" y="12"/>
                  <a:pt x="49" y="16"/>
                  <a:pt x="53" y="24"/>
                </a:cubicBezTo>
                <a:cubicBezTo>
                  <a:pt x="57" y="30"/>
                  <a:pt x="62" y="37"/>
                  <a:pt x="71" y="45"/>
                </a:cubicBezTo>
                <a:cubicBezTo>
                  <a:pt x="108" y="94"/>
                  <a:pt x="159" y="130"/>
                  <a:pt x="225" y="155"/>
                </a:cubicBezTo>
                <a:cubicBezTo>
                  <a:pt x="290" y="179"/>
                  <a:pt x="355" y="192"/>
                  <a:pt x="418" y="192"/>
                </a:cubicBezTo>
                <a:cubicBezTo>
                  <a:pt x="426" y="192"/>
                  <a:pt x="431" y="193"/>
                  <a:pt x="433" y="195"/>
                </a:cubicBezTo>
                <a:cubicBezTo>
                  <a:pt x="435" y="197"/>
                  <a:pt x="435" y="203"/>
                  <a:pt x="435" y="215"/>
                </a:cubicBezTo>
                <a:lnTo>
                  <a:pt x="435" y="246"/>
                </a:lnTo>
                <a:lnTo>
                  <a:pt x="435" y="275"/>
                </a:lnTo>
                <a:cubicBezTo>
                  <a:pt x="435" y="287"/>
                  <a:pt x="435" y="294"/>
                  <a:pt x="433" y="296"/>
                </a:cubicBezTo>
                <a:cubicBezTo>
                  <a:pt x="431" y="299"/>
                  <a:pt x="426" y="300"/>
                  <a:pt x="419" y="300"/>
                </a:cubicBezTo>
                <a:cubicBezTo>
                  <a:pt x="367" y="300"/>
                  <a:pt x="313" y="289"/>
                  <a:pt x="256" y="268"/>
                </a:cubicBezTo>
                <a:cubicBezTo>
                  <a:pt x="145" y="219"/>
                  <a:pt x="62" y="146"/>
                  <a:pt x="7" y="50"/>
                </a:cubicBezTo>
                <a:lnTo>
                  <a:pt x="0" y="38"/>
                </a:lnTo>
                <a:lnTo>
                  <a:pt x="0" y="5"/>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440" name=""/>
          <p:cNvSpPr/>
          <p:nvPr/>
        </p:nvSpPr>
        <p:spPr>
          <a:xfrm>
            <a:off x="3985560" y="5303520"/>
            <a:ext cx="156960" cy="108000"/>
          </a:xfrm>
          <a:custGeom>
            <a:avLst/>
            <a:gdLst/>
            <a:ahLst/>
            <a:rect l="0" t="0" r="r" b="b"/>
            <a:pathLst>
              <a:path w="436" h="300">
                <a:moveTo>
                  <a:pt x="0" y="246"/>
                </a:moveTo>
                <a:lnTo>
                  <a:pt x="0" y="215"/>
                </a:lnTo>
                <a:cubicBezTo>
                  <a:pt x="0" y="204"/>
                  <a:pt x="1" y="198"/>
                  <a:pt x="3" y="196"/>
                </a:cubicBezTo>
                <a:cubicBezTo>
                  <a:pt x="5" y="194"/>
                  <a:pt x="10" y="193"/>
                  <a:pt x="17" y="192"/>
                </a:cubicBezTo>
                <a:cubicBezTo>
                  <a:pt x="102" y="192"/>
                  <a:pt x="174" y="177"/>
                  <a:pt x="234" y="146"/>
                </a:cubicBezTo>
                <a:cubicBezTo>
                  <a:pt x="293" y="116"/>
                  <a:pt x="337" y="82"/>
                  <a:pt x="365" y="45"/>
                </a:cubicBezTo>
                <a:cubicBezTo>
                  <a:pt x="370" y="40"/>
                  <a:pt x="374" y="33"/>
                  <a:pt x="379" y="26"/>
                </a:cubicBezTo>
                <a:cubicBezTo>
                  <a:pt x="384" y="18"/>
                  <a:pt x="387" y="12"/>
                  <a:pt x="390" y="8"/>
                </a:cubicBezTo>
                <a:cubicBezTo>
                  <a:pt x="392" y="4"/>
                  <a:pt x="394" y="2"/>
                  <a:pt x="396" y="2"/>
                </a:cubicBezTo>
                <a:cubicBezTo>
                  <a:pt x="397" y="1"/>
                  <a:pt x="403" y="0"/>
                  <a:pt x="414" y="0"/>
                </a:cubicBezTo>
                <a:lnTo>
                  <a:pt x="429" y="0"/>
                </a:lnTo>
                <a:lnTo>
                  <a:pt x="436" y="5"/>
                </a:lnTo>
                <a:lnTo>
                  <a:pt x="436" y="38"/>
                </a:lnTo>
                <a:lnTo>
                  <a:pt x="428" y="50"/>
                </a:lnTo>
                <a:cubicBezTo>
                  <a:pt x="373" y="146"/>
                  <a:pt x="291" y="219"/>
                  <a:pt x="180" y="268"/>
                </a:cubicBezTo>
                <a:cubicBezTo>
                  <a:pt x="123" y="289"/>
                  <a:pt x="69" y="300"/>
                  <a:pt x="17" y="300"/>
                </a:cubicBezTo>
                <a:cubicBezTo>
                  <a:pt x="9" y="300"/>
                  <a:pt x="4" y="299"/>
                  <a:pt x="3" y="297"/>
                </a:cubicBezTo>
                <a:cubicBezTo>
                  <a:pt x="2" y="295"/>
                  <a:pt x="1" y="289"/>
                  <a:pt x="0" y="278"/>
                </a:cubicBezTo>
                <a:lnTo>
                  <a:pt x="0" y="246"/>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441" name=""/>
          <p:cNvSpPr/>
          <p:nvPr/>
        </p:nvSpPr>
        <p:spPr>
          <a:xfrm>
            <a:off x="2653200" y="5372280"/>
            <a:ext cx="156600" cy="108000"/>
          </a:xfrm>
          <a:custGeom>
            <a:avLst/>
            <a:gdLst/>
            <a:ahLst/>
            <a:rect l="0" t="0" r="r" b="b"/>
            <a:pathLst>
              <a:path w="435" h="300">
                <a:moveTo>
                  <a:pt x="0" y="54"/>
                </a:moveTo>
                <a:cubicBezTo>
                  <a:pt x="0" y="28"/>
                  <a:pt x="0" y="13"/>
                  <a:pt x="0" y="8"/>
                </a:cubicBezTo>
                <a:cubicBezTo>
                  <a:pt x="0" y="4"/>
                  <a:pt x="1" y="2"/>
                  <a:pt x="4" y="2"/>
                </a:cubicBezTo>
                <a:cubicBezTo>
                  <a:pt x="6" y="1"/>
                  <a:pt x="11" y="0"/>
                  <a:pt x="18" y="0"/>
                </a:cubicBezTo>
                <a:cubicBezTo>
                  <a:pt x="69" y="0"/>
                  <a:pt x="123" y="11"/>
                  <a:pt x="179" y="33"/>
                </a:cubicBezTo>
                <a:cubicBezTo>
                  <a:pt x="291" y="82"/>
                  <a:pt x="373" y="155"/>
                  <a:pt x="428" y="251"/>
                </a:cubicBezTo>
                <a:lnTo>
                  <a:pt x="435" y="263"/>
                </a:lnTo>
                <a:lnTo>
                  <a:pt x="435" y="295"/>
                </a:lnTo>
                <a:lnTo>
                  <a:pt x="430" y="300"/>
                </a:lnTo>
                <a:lnTo>
                  <a:pt x="414" y="300"/>
                </a:lnTo>
                <a:lnTo>
                  <a:pt x="411" y="300"/>
                </a:lnTo>
                <a:cubicBezTo>
                  <a:pt x="405" y="300"/>
                  <a:pt x="401" y="300"/>
                  <a:pt x="399" y="300"/>
                </a:cubicBezTo>
                <a:cubicBezTo>
                  <a:pt x="397" y="300"/>
                  <a:pt x="395" y="299"/>
                  <a:pt x="394" y="296"/>
                </a:cubicBezTo>
                <a:cubicBezTo>
                  <a:pt x="392" y="294"/>
                  <a:pt x="390" y="292"/>
                  <a:pt x="389" y="290"/>
                </a:cubicBezTo>
                <a:cubicBezTo>
                  <a:pt x="388" y="288"/>
                  <a:pt x="385" y="284"/>
                  <a:pt x="381" y="277"/>
                </a:cubicBezTo>
                <a:cubicBezTo>
                  <a:pt x="377" y="270"/>
                  <a:pt x="372" y="262"/>
                  <a:pt x="365" y="255"/>
                </a:cubicBezTo>
                <a:cubicBezTo>
                  <a:pt x="326" y="207"/>
                  <a:pt x="275" y="170"/>
                  <a:pt x="210" y="146"/>
                </a:cubicBezTo>
                <a:cubicBezTo>
                  <a:pt x="146" y="120"/>
                  <a:pt x="81" y="108"/>
                  <a:pt x="17" y="108"/>
                </a:cubicBezTo>
                <a:cubicBezTo>
                  <a:pt x="9" y="108"/>
                  <a:pt x="4" y="107"/>
                  <a:pt x="2" y="105"/>
                </a:cubicBezTo>
                <a:cubicBezTo>
                  <a:pt x="1" y="103"/>
                  <a:pt x="0" y="97"/>
                  <a:pt x="0" y="86"/>
                </a:cubicBezTo>
                <a:lnTo>
                  <a:pt x="0" y="54"/>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442" name=""/>
          <p:cNvSpPr/>
          <p:nvPr/>
        </p:nvSpPr>
        <p:spPr>
          <a:xfrm>
            <a:off x="2793960" y="5372280"/>
            <a:ext cx="156600" cy="108000"/>
          </a:xfrm>
          <a:custGeom>
            <a:avLst/>
            <a:gdLst/>
            <a:ahLst/>
            <a:rect l="0" t="0" r="r" b="b"/>
            <a:pathLst>
              <a:path w="435" h="300">
                <a:moveTo>
                  <a:pt x="5" y="300"/>
                </a:moveTo>
                <a:lnTo>
                  <a:pt x="0" y="295"/>
                </a:lnTo>
                <a:lnTo>
                  <a:pt x="0" y="263"/>
                </a:lnTo>
                <a:lnTo>
                  <a:pt x="7" y="251"/>
                </a:lnTo>
                <a:cubicBezTo>
                  <a:pt x="62" y="155"/>
                  <a:pt x="144" y="82"/>
                  <a:pt x="255" y="33"/>
                </a:cubicBezTo>
                <a:cubicBezTo>
                  <a:pt x="300" y="15"/>
                  <a:pt x="346" y="5"/>
                  <a:pt x="395" y="1"/>
                </a:cubicBezTo>
                <a:cubicBezTo>
                  <a:pt x="397" y="1"/>
                  <a:pt x="400" y="1"/>
                  <a:pt x="406" y="1"/>
                </a:cubicBezTo>
                <a:cubicBezTo>
                  <a:pt x="411" y="1"/>
                  <a:pt x="415" y="1"/>
                  <a:pt x="417" y="0"/>
                </a:cubicBezTo>
                <a:cubicBezTo>
                  <a:pt x="426" y="0"/>
                  <a:pt x="431" y="1"/>
                  <a:pt x="433" y="3"/>
                </a:cubicBezTo>
                <a:cubicBezTo>
                  <a:pt x="434" y="5"/>
                  <a:pt x="435" y="10"/>
                  <a:pt x="435" y="20"/>
                </a:cubicBezTo>
                <a:lnTo>
                  <a:pt x="435" y="54"/>
                </a:lnTo>
                <a:lnTo>
                  <a:pt x="435" y="86"/>
                </a:lnTo>
                <a:cubicBezTo>
                  <a:pt x="435" y="96"/>
                  <a:pt x="434" y="103"/>
                  <a:pt x="433" y="104"/>
                </a:cubicBezTo>
                <a:cubicBezTo>
                  <a:pt x="431" y="106"/>
                  <a:pt x="426" y="107"/>
                  <a:pt x="418" y="108"/>
                </a:cubicBezTo>
                <a:cubicBezTo>
                  <a:pt x="339" y="108"/>
                  <a:pt x="263" y="124"/>
                  <a:pt x="195" y="158"/>
                </a:cubicBezTo>
                <a:cubicBezTo>
                  <a:pt x="126" y="191"/>
                  <a:pt x="76" y="236"/>
                  <a:pt x="44" y="293"/>
                </a:cubicBezTo>
                <a:cubicBezTo>
                  <a:pt x="41" y="296"/>
                  <a:pt x="39" y="299"/>
                  <a:pt x="38" y="299"/>
                </a:cubicBezTo>
                <a:cubicBezTo>
                  <a:pt x="36" y="300"/>
                  <a:pt x="30" y="300"/>
                  <a:pt x="21" y="300"/>
                </a:cubicBezTo>
                <a:lnTo>
                  <a:pt x="5" y="300"/>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443" name=""/>
          <p:cNvSpPr/>
          <p:nvPr/>
        </p:nvSpPr>
        <p:spPr>
          <a:xfrm>
            <a:off x="1582200" y="5372280"/>
            <a:ext cx="1106640" cy="39240"/>
          </a:xfrm>
          <a:custGeom>
            <a:avLst/>
            <a:gdLst/>
            <a:ahLst/>
            <a:rect l="0" t="0" r="r" b="b"/>
            <a:pathLst>
              <a:path w="3074" h="109">
                <a:moveTo>
                  <a:pt x="0" y="0"/>
                </a:moveTo>
                <a:lnTo>
                  <a:pt x="3074" y="0"/>
                </a:lnTo>
                <a:lnTo>
                  <a:pt x="3074" y="109"/>
                </a:lnTo>
                <a:lnTo>
                  <a:pt x="0" y="109"/>
                </a:lnTo>
                <a:lnTo>
                  <a:pt x="0" y="0"/>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444" name=""/>
          <p:cNvSpPr/>
          <p:nvPr/>
        </p:nvSpPr>
        <p:spPr>
          <a:xfrm>
            <a:off x="2914920" y="5372280"/>
            <a:ext cx="1106640" cy="39240"/>
          </a:xfrm>
          <a:custGeom>
            <a:avLst/>
            <a:gdLst/>
            <a:ahLst/>
            <a:rect l="0" t="0" r="r" b="b"/>
            <a:pathLst>
              <a:path w="3074" h="109">
                <a:moveTo>
                  <a:pt x="0" y="0"/>
                </a:moveTo>
                <a:lnTo>
                  <a:pt x="3074" y="0"/>
                </a:lnTo>
                <a:lnTo>
                  <a:pt x="3074" y="109"/>
                </a:lnTo>
                <a:lnTo>
                  <a:pt x="0" y="109"/>
                </a:lnTo>
                <a:lnTo>
                  <a:pt x="0" y="0"/>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445" name=""/>
          <p:cNvSpPr/>
          <p:nvPr/>
        </p:nvSpPr>
        <p:spPr>
          <a:xfrm>
            <a:off x="2664720" y="5528160"/>
            <a:ext cx="141120" cy="156600"/>
          </a:xfrm>
          <a:custGeom>
            <a:avLst/>
            <a:gdLst/>
            <a:ahLst/>
            <a:rect l="0" t="0" r="r" b="b"/>
            <a:pathLst>
              <a:path w="392" h="435">
                <a:moveTo>
                  <a:pt x="125" y="29"/>
                </a:moveTo>
                <a:cubicBezTo>
                  <a:pt x="110" y="29"/>
                  <a:pt x="103" y="28"/>
                  <a:pt x="102" y="27"/>
                </a:cubicBezTo>
                <a:cubicBezTo>
                  <a:pt x="101" y="26"/>
                  <a:pt x="101" y="24"/>
                  <a:pt x="101" y="21"/>
                </a:cubicBezTo>
                <a:cubicBezTo>
                  <a:pt x="101" y="11"/>
                  <a:pt x="104" y="4"/>
                  <a:pt x="108" y="1"/>
                </a:cubicBezTo>
                <a:cubicBezTo>
                  <a:pt x="109" y="0"/>
                  <a:pt x="112" y="0"/>
                  <a:pt x="118" y="0"/>
                </a:cubicBezTo>
                <a:cubicBezTo>
                  <a:pt x="141" y="1"/>
                  <a:pt x="167" y="2"/>
                  <a:pt x="198" y="2"/>
                </a:cubicBezTo>
                <a:cubicBezTo>
                  <a:pt x="259" y="2"/>
                  <a:pt x="293" y="1"/>
                  <a:pt x="302" y="0"/>
                </a:cubicBezTo>
                <a:lnTo>
                  <a:pt x="310" y="0"/>
                </a:lnTo>
                <a:cubicBezTo>
                  <a:pt x="312" y="2"/>
                  <a:pt x="314" y="4"/>
                  <a:pt x="314" y="6"/>
                </a:cubicBezTo>
                <a:cubicBezTo>
                  <a:pt x="314" y="7"/>
                  <a:pt x="313" y="11"/>
                  <a:pt x="312" y="17"/>
                </a:cubicBezTo>
                <a:cubicBezTo>
                  <a:pt x="310" y="23"/>
                  <a:pt x="308" y="27"/>
                  <a:pt x="307" y="29"/>
                </a:cubicBezTo>
                <a:lnTo>
                  <a:pt x="282" y="29"/>
                </a:lnTo>
                <a:cubicBezTo>
                  <a:pt x="253" y="30"/>
                  <a:pt x="236" y="31"/>
                  <a:pt x="231" y="35"/>
                </a:cubicBezTo>
                <a:cubicBezTo>
                  <a:pt x="228" y="37"/>
                  <a:pt x="225" y="42"/>
                  <a:pt x="222" y="54"/>
                </a:cubicBezTo>
                <a:cubicBezTo>
                  <a:pt x="219" y="64"/>
                  <a:pt x="205" y="120"/>
                  <a:pt x="179" y="221"/>
                </a:cubicBezTo>
                <a:cubicBezTo>
                  <a:pt x="172" y="249"/>
                  <a:pt x="165" y="278"/>
                  <a:pt x="157" y="309"/>
                </a:cubicBezTo>
                <a:cubicBezTo>
                  <a:pt x="149" y="340"/>
                  <a:pt x="144" y="363"/>
                  <a:pt x="140" y="378"/>
                </a:cubicBezTo>
                <a:lnTo>
                  <a:pt x="134" y="401"/>
                </a:lnTo>
                <a:cubicBezTo>
                  <a:pt x="134" y="403"/>
                  <a:pt x="136" y="404"/>
                  <a:pt x="140" y="404"/>
                </a:cubicBezTo>
                <a:cubicBezTo>
                  <a:pt x="144" y="404"/>
                  <a:pt x="156" y="404"/>
                  <a:pt x="177" y="405"/>
                </a:cubicBezTo>
                <a:lnTo>
                  <a:pt x="188" y="405"/>
                </a:lnTo>
                <a:cubicBezTo>
                  <a:pt x="202" y="405"/>
                  <a:pt x="214" y="405"/>
                  <a:pt x="222" y="404"/>
                </a:cubicBezTo>
                <a:cubicBezTo>
                  <a:pt x="230" y="404"/>
                  <a:pt x="240" y="403"/>
                  <a:pt x="253" y="400"/>
                </a:cubicBezTo>
                <a:cubicBezTo>
                  <a:pt x="265" y="397"/>
                  <a:pt x="276" y="394"/>
                  <a:pt x="284" y="389"/>
                </a:cubicBezTo>
                <a:cubicBezTo>
                  <a:pt x="293" y="384"/>
                  <a:pt x="302" y="376"/>
                  <a:pt x="312" y="367"/>
                </a:cubicBezTo>
                <a:cubicBezTo>
                  <a:pt x="322" y="358"/>
                  <a:pt x="331" y="346"/>
                  <a:pt x="339" y="332"/>
                </a:cubicBezTo>
                <a:cubicBezTo>
                  <a:pt x="346" y="319"/>
                  <a:pt x="352" y="305"/>
                  <a:pt x="358" y="290"/>
                </a:cubicBezTo>
                <a:cubicBezTo>
                  <a:pt x="364" y="274"/>
                  <a:pt x="367" y="265"/>
                  <a:pt x="369" y="263"/>
                </a:cubicBezTo>
                <a:cubicBezTo>
                  <a:pt x="371" y="262"/>
                  <a:pt x="374" y="261"/>
                  <a:pt x="380" y="261"/>
                </a:cubicBezTo>
                <a:lnTo>
                  <a:pt x="388" y="261"/>
                </a:lnTo>
                <a:cubicBezTo>
                  <a:pt x="390" y="265"/>
                  <a:pt x="392" y="267"/>
                  <a:pt x="392" y="268"/>
                </a:cubicBezTo>
                <a:cubicBezTo>
                  <a:pt x="392" y="269"/>
                  <a:pt x="387" y="281"/>
                  <a:pt x="379" y="305"/>
                </a:cubicBezTo>
                <a:cubicBezTo>
                  <a:pt x="370" y="330"/>
                  <a:pt x="361" y="355"/>
                  <a:pt x="351" y="382"/>
                </a:cubicBezTo>
                <a:cubicBezTo>
                  <a:pt x="341" y="408"/>
                  <a:pt x="335" y="424"/>
                  <a:pt x="334" y="429"/>
                </a:cubicBezTo>
                <a:cubicBezTo>
                  <a:pt x="334" y="431"/>
                  <a:pt x="333" y="432"/>
                  <a:pt x="332" y="432"/>
                </a:cubicBezTo>
                <a:cubicBezTo>
                  <a:pt x="331" y="433"/>
                  <a:pt x="328" y="433"/>
                  <a:pt x="322" y="434"/>
                </a:cubicBezTo>
                <a:cubicBezTo>
                  <a:pt x="316" y="435"/>
                  <a:pt x="307" y="435"/>
                  <a:pt x="295" y="435"/>
                </a:cubicBezTo>
                <a:cubicBezTo>
                  <a:pt x="290" y="435"/>
                  <a:pt x="274" y="435"/>
                  <a:pt x="246" y="435"/>
                </a:cubicBezTo>
                <a:cubicBezTo>
                  <a:pt x="219" y="435"/>
                  <a:pt x="192" y="435"/>
                  <a:pt x="167" y="434"/>
                </a:cubicBezTo>
                <a:lnTo>
                  <a:pt x="54" y="434"/>
                </a:lnTo>
                <a:cubicBezTo>
                  <a:pt x="18" y="434"/>
                  <a:pt x="0" y="432"/>
                  <a:pt x="0" y="428"/>
                </a:cubicBezTo>
                <a:cubicBezTo>
                  <a:pt x="0" y="425"/>
                  <a:pt x="1" y="422"/>
                  <a:pt x="2" y="419"/>
                </a:cubicBezTo>
                <a:cubicBezTo>
                  <a:pt x="4" y="411"/>
                  <a:pt x="6" y="407"/>
                  <a:pt x="8" y="406"/>
                </a:cubicBezTo>
                <a:cubicBezTo>
                  <a:pt x="10" y="405"/>
                  <a:pt x="13" y="405"/>
                  <a:pt x="18" y="405"/>
                </a:cubicBezTo>
                <a:lnTo>
                  <a:pt x="21" y="405"/>
                </a:lnTo>
                <a:cubicBezTo>
                  <a:pt x="33" y="405"/>
                  <a:pt x="45" y="404"/>
                  <a:pt x="59" y="403"/>
                </a:cubicBezTo>
                <a:cubicBezTo>
                  <a:pt x="65" y="402"/>
                  <a:pt x="69" y="399"/>
                  <a:pt x="71" y="396"/>
                </a:cubicBezTo>
                <a:cubicBezTo>
                  <a:pt x="73" y="394"/>
                  <a:pt x="88" y="335"/>
                  <a:pt x="117" y="219"/>
                </a:cubicBezTo>
                <a:cubicBezTo>
                  <a:pt x="146" y="103"/>
                  <a:pt x="161" y="41"/>
                  <a:pt x="161" y="35"/>
                </a:cubicBezTo>
                <a:cubicBezTo>
                  <a:pt x="161" y="32"/>
                  <a:pt x="149" y="30"/>
                  <a:pt x="125" y="29"/>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446" name=""/>
          <p:cNvSpPr/>
          <p:nvPr/>
        </p:nvSpPr>
        <p:spPr>
          <a:xfrm>
            <a:off x="2824200" y="5609160"/>
            <a:ext cx="110520" cy="109440"/>
          </a:xfrm>
          <a:custGeom>
            <a:avLst/>
            <a:gdLst/>
            <a:ahLst/>
            <a:rect l="0" t="0" r="r" b="b"/>
            <a:pathLst>
              <a:path w="307" h="304">
                <a:moveTo>
                  <a:pt x="8" y="108"/>
                </a:moveTo>
                <a:cubicBezTo>
                  <a:pt x="2" y="108"/>
                  <a:pt x="0" y="107"/>
                  <a:pt x="0" y="105"/>
                </a:cubicBezTo>
                <a:cubicBezTo>
                  <a:pt x="0" y="103"/>
                  <a:pt x="2" y="95"/>
                  <a:pt x="7" y="80"/>
                </a:cubicBezTo>
                <a:cubicBezTo>
                  <a:pt x="11" y="64"/>
                  <a:pt x="17" y="49"/>
                  <a:pt x="22" y="34"/>
                </a:cubicBezTo>
                <a:lnTo>
                  <a:pt x="30" y="11"/>
                </a:lnTo>
                <a:cubicBezTo>
                  <a:pt x="31" y="6"/>
                  <a:pt x="33" y="2"/>
                  <a:pt x="35" y="0"/>
                </a:cubicBezTo>
                <a:lnTo>
                  <a:pt x="245" y="0"/>
                </a:lnTo>
                <a:lnTo>
                  <a:pt x="287" y="0"/>
                </a:lnTo>
                <a:cubicBezTo>
                  <a:pt x="296" y="0"/>
                  <a:pt x="302" y="0"/>
                  <a:pt x="304" y="0"/>
                </a:cubicBezTo>
                <a:cubicBezTo>
                  <a:pt x="306" y="0"/>
                  <a:pt x="307" y="2"/>
                  <a:pt x="307" y="4"/>
                </a:cubicBezTo>
                <a:cubicBezTo>
                  <a:pt x="307" y="6"/>
                  <a:pt x="304" y="23"/>
                  <a:pt x="299" y="56"/>
                </a:cubicBezTo>
                <a:cubicBezTo>
                  <a:pt x="294" y="89"/>
                  <a:pt x="291" y="105"/>
                  <a:pt x="291" y="105"/>
                </a:cubicBezTo>
                <a:cubicBezTo>
                  <a:pt x="291" y="107"/>
                  <a:pt x="288" y="108"/>
                  <a:pt x="282" y="108"/>
                </a:cubicBezTo>
                <a:cubicBezTo>
                  <a:pt x="280" y="108"/>
                  <a:pt x="278" y="108"/>
                  <a:pt x="277" y="108"/>
                </a:cubicBezTo>
                <a:cubicBezTo>
                  <a:pt x="276" y="108"/>
                  <a:pt x="275" y="108"/>
                  <a:pt x="274" y="106"/>
                </a:cubicBezTo>
                <a:lnTo>
                  <a:pt x="273" y="105"/>
                </a:lnTo>
                <a:cubicBezTo>
                  <a:pt x="273" y="103"/>
                  <a:pt x="274" y="96"/>
                  <a:pt x="276" y="85"/>
                </a:cubicBezTo>
                <a:cubicBezTo>
                  <a:pt x="278" y="73"/>
                  <a:pt x="279" y="64"/>
                  <a:pt x="279" y="57"/>
                </a:cubicBezTo>
                <a:cubicBezTo>
                  <a:pt x="279" y="47"/>
                  <a:pt x="277" y="39"/>
                  <a:pt x="273" y="33"/>
                </a:cubicBezTo>
                <a:cubicBezTo>
                  <a:pt x="269" y="28"/>
                  <a:pt x="260" y="23"/>
                  <a:pt x="247" y="21"/>
                </a:cubicBezTo>
                <a:cubicBezTo>
                  <a:pt x="246" y="21"/>
                  <a:pt x="237" y="21"/>
                  <a:pt x="221" y="20"/>
                </a:cubicBezTo>
                <a:cubicBezTo>
                  <a:pt x="207" y="20"/>
                  <a:pt x="199" y="21"/>
                  <a:pt x="195" y="21"/>
                </a:cubicBezTo>
                <a:cubicBezTo>
                  <a:pt x="192" y="21"/>
                  <a:pt x="189" y="22"/>
                  <a:pt x="187" y="25"/>
                </a:cubicBezTo>
                <a:cubicBezTo>
                  <a:pt x="187" y="26"/>
                  <a:pt x="176" y="67"/>
                  <a:pt x="155" y="151"/>
                </a:cubicBezTo>
                <a:cubicBezTo>
                  <a:pt x="134" y="234"/>
                  <a:pt x="124" y="276"/>
                  <a:pt x="124" y="278"/>
                </a:cubicBezTo>
                <a:cubicBezTo>
                  <a:pt x="124" y="281"/>
                  <a:pt x="137" y="283"/>
                  <a:pt x="163" y="284"/>
                </a:cubicBezTo>
                <a:cubicBezTo>
                  <a:pt x="173" y="284"/>
                  <a:pt x="179" y="284"/>
                  <a:pt x="182" y="284"/>
                </a:cubicBezTo>
                <a:cubicBezTo>
                  <a:pt x="184" y="285"/>
                  <a:pt x="186" y="286"/>
                  <a:pt x="186" y="288"/>
                </a:cubicBezTo>
                <a:cubicBezTo>
                  <a:pt x="186" y="290"/>
                  <a:pt x="185" y="292"/>
                  <a:pt x="184" y="295"/>
                </a:cubicBezTo>
                <a:cubicBezTo>
                  <a:pt x="183" y="300"/>
                  <a:pt x="182" y="303"/>
                  <a:pt x="180" y="304"/>
                </a:cubicBezTo>
                <a:lnTo>
                  <a:pt x="179" y="304"/>
                </a:lnTo>
                <a:cubicBezTo>
                  <a:pt x="179" y="304"/>
                  <a:pt x="177" y="304"/>
                  <a:pt x="176" y="304"/>
                </a:cubicBezTo>
                <a:cubicBezTo>
                  <a:pt x="175" y="304"/>
                  <a:pt x="167" y="304"/>
                  <a:pt x="153" y="304"/>
                </a:cubicBezTo>
                <a:cubicBezTo>
                  <a:pt x="139" y="304"/>
                  <a:pt x="119" y="304"/>
                  <a:pt x="92" y="304"/>
                </a:cubicBezTo>
                <a:cubicBezTo>
                  <a:pt x="54" y="304"/>
                  <a:pt x="29" y="304"/>
                  <a:pt x="19" y="304"/>
                </a:cubicBezTo>
                <a:lnTo>
                  <a:pt x="12" y="304"/>
                </a:lnTo>
                <a:cubicBezTo>
                  <a:pt x="10" y="303"/>
                  <a:pt x="9" y="301"/>
                  <a:pt x="9" y="300"/>
                </a:cubicBezTo>
                <a:cubicBezTo>
                  <a:pt x="9" y="299"/>
                  <a:pt x="10" y="297"/>
                  <a:pt x="10" y="292"/>
                </a:cubicBezTo>
                <a:cubicBezTo>
                  <a:pt x="11" y="288"/>
                  <a:pt x="13" y="286"/>
                  <a:pt x="15" y="284"/>
                </a:cubicBezTo>
                <a:lnTo>
                  <a:pt x="27" y="284"/>
                </a:lnTo>
                <a:lnTo>
                  <a:pt x="32" y="284"/>
                </a:lnTo>
                <a:cubicBezTo>
                  <a:pt x="56" y="284"/>
                  <a:pt x="70" y="282"/>
                  <a:pt x="75" y="280"/>
                </a:cubicBezTo>
                <a:cubicBezTo>
                  <a:pt x="75" y="279"/>
                  <a:pt x="75" y="279"/>
                  <a:pt x="76" y="279"/>
                </a:cubicBezTo>
                <a:cubicBezTo>
                  <a:pt x="77" y="278"/>
                  <a:pt x="79" y="275"/>
                  <a:pt x="80" y="270"/>
                </a:cubicBezTo>
                <a:cubicBezTo>
                  <a:pt x="82" y="265"/>
                  <a:pt x="88" y="242"/>
                  <a:pt x="98" y="200"/>
                </a:cubicBezTo>
                <a:cubicBezTo>
                  <a:pt x="103" y="180"/>
                  <a:pt x="107" y="163"/>
                  <a:pt x="111" y="150"/>
                </a:cubicBezTo>
                <a:cubicBezTo>
                  <a:pt x="132" y="68"/>
                  <a:pt x="142" y="26"/>
                  <a:pt x="142" y="23"/>
                </a:cubicBezTo>
                <a:cubicBezTo>
                  <a:pt x="142" y="22"/>
                  <a:pt x="138" y="21"/>
                  <a:pt x="129" y="21"/>
                </a:cubicBezTo>
                <a:lnTo>
                  <a:pt x="115" y="21"/>
                </a:lnTo>
                <a:cubicBezTo>
                  <a:pt x="95" y="21"/>
                  <a:pt x="82" y="22"/>
                  <a:pt x="76" y="25"/>
                </a:cubicBezTo>
                <a:cubicBezTo>
                  <a:pt x="62" y="28"/>
                  <a:pt x="52" y="34"/>
                  <a:pt x="44" y="43"/>
                </a:cubicBezTo>
                <a:cubicBezTo>
                  <a:pt x="37" y="52"/>
                  <a:pt x="29" y="70"/>
                  <a:pt x="20" y="95"/>
                </a:cubicBezTo>
                <a:cubicBezTo>
                  <a:pt x="18" y="102"/>
                  <a:pt x="17" y="105"/>
                  <a:pt x="16" y="107"/>
                </a:cubicBezTo>
                <a:cubicBezTo>
                  <a:pt x="15" y="108"/>
                  <a:pt x="13" y="108"/>
                  <a:pt x="9" y="108"/>
                </a:cubicBezTo>
                <a:lnTo>
                  <a:pt x="8" y="108"/>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447" name=""/>
          <p:cNvSpPr/>
          <p:nvPr/>
        </p:nvSpPr>
        <p:spPr>
          <a:xfrm>
            <a:off x="4224240" y="5004720"/>
            <a:ext cx="215640" cy="215280"/>
          </a:xfrm>
          <a:custGeom>
            <a:avLst/>
            <a:gdLst/>
            <a:ahLst/>
            <a:rect l="0" t="0" r="r" b="b"/>
            <a:pathLst>
              <a:path w="599" h="598">
                <a:moveTo>
                  <a:pt x="12" y="282"/>
                </a:moveTo>
                <a:lnTo>
                  <a:pt x="281" y="282"/>
                </a:lnTo>
                <a:lnTo>
                  <a:pt x="281" y="147"/>
                </a:lnTo>
                <a:lnTo>
                  <a:pt x="282" y="12"/>
                </a:lnTo>
                <a:cubicBezTo>
                  <a:pt x="288" y="4"/>
                  <a:pt x="293" y="0"/>
                  <a:pt x="299" y="0"/>
                </a:cubicBezTo>
                <a:cubicBezTo>
                  <a:pt x="306" y="0"/>
                  <a:pt x="312" y="4"/>
                  <a:pt x="317" y="13"/>
                </a:cubicBezTo>
                <a:lnTo>
                  <a:pt x="317" y="282"/>
                </a:lnTo>
                <a:lnTo>
                  <a:pt x="585" y="282"/>
                </a:lnTo>
                <a:cubicBezTo>
                  <a:pt x="594" y="287"/>
                  <a:pt x="599" y="293"/>
                  <a:pt x="599" y="300"/>
                </a:cubicBezTo>
                <a:cubicBezTo>
                  <a:pt x="599" y="307"/>
                  <a:pt x="594" y="313"/>
                  <a:pt x="585" y="318"/>
                </a:cubicBezTo>
                <a:lnTo>
                  <a:pt x="317" y="318"/>
                </a:lnTo>
                <a:lnTo>
                  <a:pt x="317" y="585"/>
                </a:lnTo>
                <a:cubicBezTo>
                  <a:pt x="312" y="594"/>
                  <a:pt x="306" y="598"/>
                  <a:pt x="301" y="598"/>
                </a:cubicBezTo>
                <a:lnTo>
                  <a:pt x="299" y="598"/>
                </a:lnTo>
                <a:lnTo>
                  <a:pt x="297" y="598"/>
                </a:lnTo>
                <a:cubicBezTo>
                  <a:pt x="290" y="598"/>
                  <a:pt x="284" y="594"/>
                  <a:pt x="281" y="585"/>
                </a:cubicBezTo>
                <a:lnTo>
                  <a:pt x="281" y="318"/>
                </a:lnTo>
                <a:lnTo>
                  <a:pt x="12" y="318"/>
                </a:lnTo>
                <a:cubicBezTo>
                  <a:pt x="4" y="314"/>
                  <a:pt x="0" y="308"/>
                  <a:pt x="0" y="300"/>
                </a:cubicBezTo>
                <a:cubicBezTo>
                  <a:pt x="0" y="292"/>
                  <a:pt x="4" y="286"/>
                  <a:pt x="12" y="282"/>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448" name=""/>
          <p:cNvSpPr/>
          <p:nvPr/>
        </p:nvSpPr>
        <p:spPr>
          <a:xfrm>
            <a:off x="4547160" y="4886280"/>
            <a:ext cx="430920" cy="452520"/>
          </a:xfrm>
          <a:custGeom>
            <a:avLst/>
            <a:gdLst/>
            <a:ahLst/>
            <a:rect l="0" t="0" r="r" b="b"/>
            <a:pathLst>
              <a:path w="1197" h="1257">
                <a:moveTo>
                  <a:pt x="4" y="1"/>
                </a:moveTo>
                <a:cubicBezTo>
                  <a:pt x="6" y="0"/>
                  <a:pt x="187" y="0"/>
                  <a:pt x="547" y="0"/>
                </a:cubicBezTo>
                <a:lnTo>
                  <a:pt x="1087" y="0"/>
                </a:lnTo>
                <a:lnTo>
                  <a:pt x="1140" y="121"/>
                </a:lnTo>
                <a:cubicBezTo>
                  <a:pt x="1176" y="203"/>
                  <a:pt x="1194" y="247"/>
                  <a:pt x="1197" y="252"/>
                </a:cubicBezTo>
                <a:lnTo>
                  <a:pt x="1161" y="252"/>
                </a:lnTo>
                <a:lnTo>
                  <a:pt x="1155" y="239"/>
                </a:lnTo>
                <a:cubicBezTo>
                  <a:pt x="1142" y="215"/>
                  <a:pt x="1125" y="191"/>
                  <a:pt x="1103" y="169"/>
                </a:cubicBezTo>
                <a:cubicBezTo>
                  <a:pt x="1074" y="141"/>
                  <a:pt x="1040" y="117"/>
                  <a:pt x="1004" y="100"/>
                </a:cubicBezTo>
                <a:cubicBezTo>
                  <a:pt x="967" y="83"/>
                  <a:pt x="925" y="70"/>
                  <a:pt x="877" y="62"/>
                </a:cubicBezTo>
                <a:cubicBezTo>
                  <a:pt x="829" y="53"/>
                  <a:pt x="784" y="48"/>
                  <a:pt x="742" y="46"/>
                </a:cubicBezTo>
                <a:cubicBezTo>
                  <a:pt x="699" y="44"/>
                  <a:pt x="645" y="43"/>
                  <a:pt x="578" y="43"/>
                </a:cubicBezTo>
                <a:lnTo>
                  <a:pt x="465" y="43"/>
                </a:lnTo>
                <a:lnTo>
                  <a:pt x="438" y="43"/>
                </a:lnTo>
                <a:lnTo>
                  <a:pt x="175" y="43"/>
                </a:lnTo>
                <a:lnTo>
                  <a:pt x="183" y="53"/>
                </a:lnTo>
                <a:cubicBezTo>
                  <a:pt x="460" y="431"/>
                  <a:pt x="599" y="622"/>
                  <a:pt x="600" y="626"/>
                </a:cubicBezTo>
                <a:cubicBezTo>
                  <a:pt x="601" y="627"/>
                  <a:pt x="601" y="629"/>
                  <a:pt x="600" y="631"/>
                </a:cubicBezTo>
                <a:cubicBezTo>
                  <a:pt x="598" y="633"/>
                  <a:pt x="519" y="724"/>
                  <a:pt x="363" y="903"/>
                </a:cubicBezTo>
                <a:lnTo>
                  <a:pt x="126" y="1173"/>
                </a:lnTo>
                <a:cubicBezTo>
                  <a:pt x="126" y="1173"/>
                  <a:pt x="189" y="1174"/>
                  <a:pt x="315" y="1174"/>
                </a:cubicBezTo>
                <a:cubicBezTo>
                  <a:pt x="347" y="1174"/>
                  <a:pt x="389" y="1174"/>
                  <a:pt x="442" y="1174"/>
                </a:cubicBezTo>
                <a:cubicBezTo>
                  <a:pt x="495" y="1174"/>
                  <a:pt x="534" y="1174"/>
                  <a:pt x="557" y="1174"/>
                </a:cubicBezTo>
                <a:cubicBezTo>
                  <a:pt x="638" y="1174"/>
                  <a:pt x="704" y="1173"/>
                  <a:pt x="754" y="1170"/>
                </a:cubicBezTo>
                <a:cubicBezTo>
                  <a:pt x="805" y="1167"/>
                  <a:pt x="855" y="1161"/>
                  <a:pt x="904" y="1151"/>
                </a:cubicBezTo>
                <a:cubicBezTo>
                  <a:pt x="954" y="1142"/>
                  <a:pt x="996" y="1127"/>
                  <a:pt x="1031" y="1107"/>
                </a:cubicBezTo>
                <a:cubicBezTo>
                  <a:pt x="1065" y="1087"/>
                  <a:pt x="1096" y="1061"/>
                  <a:pt x="1124" y="1029"/>
                </a:cubicBezTo>
                <a:cubicBezTo>
                  <a:pt x="1137" y="1014"/>
                  <a:pt x="1149" y="992"/>
                  <a:pt x="1161" y="964"/>
                </a:cubicBezTo>
                <a:lnTo>
                  <a:pt x="1197" y="964"/>
                </a:lnTo>
                <a:cubicBezTo>
                  <a:pt x="1197" y="965"/>
                  <a:pt x="1195" y="971"/>
                  <a:pt x="1191" y="983"/>
                </a:cubicBezTo>
                <a:cubicBezTo>
                  <a:pt x="1186" y="995"/>
                  <a:pt x="1179" y="1015"/>
                  <a:pt x="1168" y="1042"/>
                </a:cubicBezTo>
                <a:cubicBezTo>
                  <a:pt x="1157" y="1069"/>
                  <a:pt x="1148" y="1094"/>
                  <a:pt x="1140" y="1117"/>
                </a:cubicBezTo>
                <a:lnTo>
                  <a:pt x="1087" y="1256"/>
                </a:lnTo>
                <a:lnTo>
                  <a:pt x="548" y="1257"/>
                </a:lnTo>
                <a:cubicBezTo>
                  <a:pt x="188" y="1257"/>
                  <a:pt x="7" y="1256"/>
                  <a:pt x="5" y="1255"/>
                </a:cubicBezTo>
                <a:cubicBezTo>
                  <a:pt x="1" y="1254"/>
                  <a:pt x="0" y="1251"/>
                  <a:pt x="0" y="1247"/>
                </a:cubicBezTo>
                <a:cubicBezTo>
                  <a:pt x="0" y="1246"/>
                  <a:pt x="0" y="1244"/>
                  <a:pt x="1" y="1242"/>
                </a:cubicBezTo>
                <a:lnTo>
                  <a:pt x="480" y="693"/>
                </a:lnTo>
                <a:cubicBezTo>
                  <a:pt x="480" y="693"/>
                  <a:pt x="470" y="679"/>
                  <a:pt x="450" y="653"/>
                </a:cubicBezTo>
                <a:cubicBezTo>
                  <a:pt x="430" y="627"/>
                  <a:pt x="399" y="584"/>
                  <a:pt x="356" y="524"/>
                </a:cubicBezTo>
                <a:cubicBezTo>
                  <a:pt x="313" y="464"/>
                  <a:pt x="274" y="411"/>
                  <a:pt x="239" y="364"/>
                </a:cubicBezTo>
                <a:lnTo>
                  <a:pt x="0" y="36"/>
                </a:lnTo>
                <a:lnTo>
                  <a:pt x="0" y="23"/>
                </a:lnTo>
                <a:cubicBezTo>
                  <a:pt x="0" y="10"/>
                  <a:pt x="1" y="3"/>
                  <a:pt x="4" y="1"/>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449" name=""/>
          <p:cNvSpPr/>
          <p:nvPr/>
        </p:nvSpPr>
        <p:spPr>
          <a:xfrm>
            <a:off x="4579560" y="5401440"/>
            <a:ext cx="71280" cy="145800"/>
          </a:xfrm>
          <a:custGeom>
            <a:avLst/>
            <a:gdLst/>
            <a:ahLst/>
            <a:rect l="0" t="0" r="r" b="b"/>
            <a:pathLst>
              <a:path w="198" h="405">
                <a:moveTo>
                  <a:pt x="5" y="154"/>
                </a:moveTo>
                <a:cubicBezTo>
                  <a:pt x="2" y="151"/>
                  <a:pt x="0" y="149"/>
                  <a:pt x="0" y="148"/>
                </a:cubicBezTo>
                <a:cubicBezTo>
                  <a:pt x="0" y="145"/>
                  <a:pt x="1" y="142"/>
                  <a:pt x="2" y="137"/>
                </a:cubicBezTo>
                <a:cubicBezTo>
                  <a:pt x="3" y="132"/>
                  <a:pt x="4" y="129"/>
                  <a:pt x="5" y="128"/>
                </a:cubicBezTo>
                <a:cubicBezTo>
                  <a:pt x="6" y="126"/>
                  <a:pt x="8" y="125"/>
                  <a:pt x="11" y="125"/>
                </a:cubicBezTo>
                <a:cubicBezTo>
                  <a:pt x="14" y="125"/>
                  <a:pt x="25" y="124"/>
                  <a:pt x="43" y="124"/>
                </a:cubicBezTo>
                <a:lnTo>
                  <a:pt x="77" y="124"/>
                </a:lnTo>
                <a:lnTo>
                  <a:pt x="89" y="73"/>
                </a:lnTo>
                <a:cubicBezTo>
                  <a:pt x="90" y="69"/>
                  <a:pt x="92" y="62"/>
                  <a:pt x="93" y="55"/>
                </a:cubicBezTo>
                <a:cubicBezTo>
                  <a:pt x="95" y="47"/>
                  <a:pt x="97" y="42"/>
                  <a:pt x="98" y="38"/>
                </a:cubicBezTo>
                <a:cubicBezTo>
                  <a:pt x="99" y="35"/>
                  <a:pt x="100" y="31"/>
                  <a:pt x="102" y="26"/>
                </a:cubicBezTo>
                <a:cubicBezTo>
                  <a:pt x="103" y="21"/>
                  <a:pt x="105" y="17"/>
                  <a:pt x="107" y="15"/>
                </a:cubicBezTo>
                <a:cubicBezTo>
                  <a:pt x="109" y="13"/>
                  <a:pt x="111" y="10"/>
                  <a:pt x="113" y="7"/>
                </a:cubicBezTo>
                <a:cubicBezTo>
                  <a:pt x="115" y="4"/>
                  <a:pt x="118" y="2"/>
                  <a:pt x="122" y="2"/>
                </a:cubicBezTo>
                <a:cubicBezTo>
                  <a:pt x="126" y="1"/>
                  <a:pt x="130" y="0"/>
                  <a:pt x="133" y="0"/>
                </a:cubicBezTo>
                <a:cubicBezTo>
                  <a:pt x="141" y="1"/>
                  <a:pt x="146" y="3"/>
                  <a:pt x="149" y="7"/>
                </a:cubicBezTo>
                <a:cubicBezTo>
                  <a:pt x="152" y="12"/>
                  <a:pt x="154" y="16"/>
                  <a:pt x="154" y="19"/>
                </a:cubicBezTo>
                <a:cubicBezTo>
                  <a:pt x="154" y="22"/>
                  <a:pt x="152" y="32"/>
                  <a:pt x="148" y="49"/>
                </a:cubicBezTo>
                <a:cubicBezTo>
                  <a:pt x="144" y="66"/>
                  <a:pt x="140" y="83"/>
                  <a:pt x="135" y="99"/>
                </a:cubicBezTo>
                <a:lnTo>
                  <a:pt x="129" y="123"/>
                </a:lnTo>
                <a:cubicBezTo>
                  <a:pt x="129" y="124"/>
                  <a:pt x="140" y="124"/>
                  <a:pt x="161" y="124"/>
                </a:cubicBezTo>
                <a:lnTo>
                  <a:pt x="194" y="124"/>
                </a:lnTo>
                <a:cubicBezTo>
                  <a:pt x="197" y="127"/>
                  <a:pt x="198" y="129"/>
                  <a:pt x="198" y="131"/>
                </a:cubicBezTo>
                <a:cubicBezTo>
                  <a:pt x="198" y="140"/>
                  <a:pt x="196" y="149"/>
                  <a:pt x="190" y="154"/>
                </a:cubicBezTo>
                <a:lnTo>
                  <a:pt x="121" y="154"/>
                </a:lnTo>
                <a:lnTo>
                  <a:pt x="99" y="246"/>
                </a:lnTo>
                <a:cubicBezTo>
                  <a:pt x="82" y="314"/>
                  <a:pt x="74" y="350"/>
                  <a:pt x="74" y="355"/>
                </a:cubicBezTo>
                <a:cubicBezTo>
                  <a:pt x="74" y="373"/>
                  <a:pt x="79" y="382"/>
                  <a:pt x="91" y="382"/>
                </a:cubicBezTo>
                <a:cubicBezTo>
                  <a:pt x="106" y="382"/>
                  <a:pt x="120" y="375"/>
                  <a:pt x="134" y="360"/>
                </a:cubicBezTo>
                <a:cubicBezTo>
                  <a:pt x="148" y="346"/>
                  <a:pt x="159" y="328"/>
                  <a:pt x="168" y="307"/>
                </a:cubicBezTo>
                <a:cubicBezTo>
                  <a:pt x="169" y="305"/>
                  <a:pt x="170" y="303"/>
                  <a:pt x="171" y="303"/>
                </a:cubicBezTo>
                <a:cubicBezTo>
                  <a:pt x="172" y="302"/>
                  <a:pt x="175" y="302"/>
                  <a:pt x="180" y="301"/>
                </a:cubicBezTo>
                <a:lnTo>
                  <a:pt x="184" y="301"/>
                </a:lnTo>
                <a:cubicBezTo>
                  <a:pt x="190" y="301"/>
                  <a:pt x="193" y="303"/>
                  <a:pt x="193" y="306"/>
                </a:cubicBezTo>
                <a:cubicBezTo>
                  <a:pt x="193" y="308"/>
                  <a:pt x="193" y="310"/>
                  <a:pt x="192" y="314"/>
                </a:cubicBezTo>
                <a:cubicBezTo>
                  <a:pt x="189" y="321"/>
                  <a:pt x="186" y="329"/>
                  <a:pt x="179" y="338"/>
                </a:cubicBezTo>
                <a:cubicBezTo>
                  <a:pt x="174" y="348"/>
                  <a:pt x="166" y="357"/>
                  <a:pt x="158" y="368"/>
                </a:cubicBezTo>
                <a:cubicBezTo>
                  <a:pt x="149" y="379"/>
                  <a:pt x="138" y="387"/>
                  <a:pt x="125" y="395"/>
                </a:cubicBezTo>
                <a:cubicBezTo>
                  <a:pt x="112" y="402"/>
                  <a:pt x="100" y="405"/>
                  <a:pt x="86" y="405"/>
                </a:cubicBezTo>
                <a:cubicBezTo>
                  <a:pt x="74" y="405"/>
                  <a:pt x="62" y="402"/>
                  <a:pt x="50" y="396"/>
                </a:cubicBezTo>
                <a:cubicBezTo>
                  <a:pt x="39" y="390"/>
                  <a:pt x="31" y="379"/>
                  <a:pt x="26" y="363"/>
                </a:cubicBezTo>
                <a:cubicBezTo>
                  <a:pt x="25" y="360"/>
                  <a:pt x="24" y="354"/>
                  <a:pt x="24" y="346"/>
                </a:cubicBezTo>
                <a:lnTo>
                  <a:pt x="24" y="334"/>
                </a:lnTo>
                <a:lnTo>
                  <a:pt x="46" y="246"/>
                </a:lnTo>
                <a:cubicBezTo>
                  <a:pt x="61" y="186"/>
                  <a:pt x="69" y="156"/>
                  <a:pt x="69" y="155"/>
                </a:cubicBezTo>
                <a:cubicBezTo>
                  <a:pt x="69" y="155"/>
                  <a:pt x="59" y="154"/>
                  <a:pt x="37" y="154"/>
                </a:cubicBezTo>
                <a:lnTo>
                  <a:pt x="5" y="154"/>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450" name=""/>
          <p:cNvSpPr/>
          <p:nvPr/>
        </p:nvSpPr>
        <p:spPr>
          <a:xfrm>
            <a:off x="4676760" y="5421240"/>
            <a:ext cx="139680" cy="132840"/>
          </a:xfrm>
          <a:custGeom>
            <a:avLst/>
            <a:gdLst/>
            <a:ahLst/>
            <a:rect l="0" t="0" r="r" b="b"/>
            <a:pathLst>
              <a:path w="388" h="369">
                <a:moveTo>
                  <a:pt x="0" y="13"/>
                </a:moveTo>
                <a:cubicBezTo>
                  <a:pt x="0" y="9"/>
                  <a:pt x="1" y="6"/>
                  <a:pt x="3" y="4"/>
                </a:cubicBezTo>
                <a:cubicBezTo>
                  <a:pt x="5" y="2"/>
                  <a:pt x="6" y="1"/>
                  <a:pt x="8" y="1"/>
                </a:cubicBezTo>
                <a:lnTo>
                  <a:pt x="10" y="0"/>
                </a:lnTo>
                <a:cubicBezTo>
                  <a:pt x="13" y="0"/>
                  <a:pt x="45" y="14"/>
                  <a:pt x="108" y="44"/>
                </a:cubicBezTo>
                <a:cubicBezTo>
                  <a:pt x="170" y="73"/>
                  <a:pt x="231" y="102"/>
                  <a:pt x="292" y="131"/>
                </a:cubicBezTo>
                <a:lnTo>
                  <a:pt x="384" y="175"/>
                </a:lnTo>
                <a:cubicBezTo>
                  <a:pt x="387" y="177"/>
                  <a:pt x="388" y="181"/>
                  <a:pt x="388" y="185"/>
                </a:cubicBezTo>
                <a:cubicBezTo>
                  <a:pt x="388" y="189"/>
                  <a:pt x="387" y="192"/>
                  <a:pt x="384" y="194"/>
                </a:cubicBezTo>
                <a:cubicBezTo>
                  <a:pt x="383" y="195"/>
                  <a:pt x="320" y="225"/>
                  <a:pt x="198" y="283"/>
                </a:cubicBezTo>
                <a:lnTo>
                  <a:pt x="15" y="369"/>
                </a:lnTo>
                <a:lnTo>
                  <a:pt x="11" y="369"/>
                </a:lnTo>
                <a:cubicBezTo>
                  <a:pt x="4" y="368"/>
                  <a:pt x="0" y="364"/>
                  <a:pt x="0" y="356"/>
                </a:cubicBezTo>
                <a:cubicBezTo>
                  <a:pt x="0" y="356"/>
                  <a:pt x="0" y="355"/>
                  <a:pt x="0" y="354"/>
                </a:cubicBezTo>
                <a:cubicBezTo>
                  <a:pt x="-1" y="351"/>
                  <a:pt x="3" y="348"/>
                  <a:pt x="9" y="344"/>
                </a:cubicBezTo>
                <a:cubicBezTo>
                  <a:pt x="17" y="340"/>
                  <a:pt x="49" y="325"/>
                  <a:pt x="105" y="298"/>
                </a:cubicBezTo>
                <a:cubicBezTo>
                  <a:pt x="137" y="283"/>
                  <a:pt x="165" y="270"/>
                  <a:pt x="187" y="260"/>
                </a:cubicBezTo>
                <a:lnTo>
                  <a:pt x="344" y="185"/>
                </a:lnTo>
                <a:lnTo>
                  <a:pt x="187" y="109"/>
                </a:lnTo>
                <a:cubicBezTo>
                  <a:pt x="65" y="51"/>
                  <a:pt x="3" y="22"/>
                  <a:pt x="2" y="20"/>
                </a:cubicBezTo>
                <a:cubicBezTo>
                  <a:pt x="1" y="18"/>
                  <a:pt x="0" y="16"/>
                  <a:pt x="0" y="13"/>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451" name=""/>
          <p:cNvSpPr/>
          <p:nvPr/>
        </p:nvSpPr>
        <p:spPr>
          <a:xfrm>
            <a:off x="4854240" y="5392440"/>
            <a:ext cx="79200" cy="152280"/>
          </a:xfrm>
          <a:custGeom>
            <a:avLst/>
            <a:gdLst/>
            <a:ahLst/>
            <a:rect l="0" t="0" r="r" b="b"/>
            <a:pathLst>
              <a:path w="220" h="423">
                <a:moveTo>
                  <a:pt x="83" y="57"/>
                </a:moveTo>
                <a:lnTo>
                  <a:pt x="75" y="60"/>
                </a:lnTo>
                <a:cubicBezTo>
                  <a:pt x="69" y="62"/>
                  <a:pt x="60" y="64"/>
                  <a:pt x="49" y="66"/>
                </a:cubicBezTo>
                <a:cubicBezTo>
                  <a:pt x="38" y="68"/>
                  <a:pt x="26" y="70"/>
                  <a:pt x="12" y="71"/>
                </a:cubicBezTo>
                <a:lnTo>
                  <a:pt x="0" y="71"/>
                </a:lnTo>
                <a:lnTo>
                  <a:pt x="0" y="42"/>
                </a:lnTo>
                <a:lnTo>
                  <a:pt x="12" y="42"/>
                </a:lnTo>
                <a:cubicBezTo>
                  <a:pt x="32" y="41"/>
                  <a:pt x="51" y="38"/>
                  <a:pt x="68" y="32"/>
                </a:cubicBezTo>
                <a:cubicBezTo>
                  <a:pt x="85" y="27"/>
                  <a:pt x="96" y="21"/>
                  <a:pt x="103" y="17"/>
                </a:cubicBezTo>
                <a:cubicBezTo>
                  <a:pt x="110" y="12"/>
                  <a:pt x="116" y="7"/>
                  <a:pt x="121" y="3"/>
                </a:cubicBezTo>
                <a:cubicBezTo>
                  <a:pt x="122" y="1"/>
                  <a:pt x="124" y="0"/>
                  <a:pt x="129" y="0"/>
                </a:cubicBezTo>
                <a:cubicBezTo>
                  <a:pt x="132" y="0"/>
                  <a:pt x="136" y="1"/>
                  <a:pt x="139" y="5"/>
                </a:cubicBezTo>
                <a:lnTo>
                  <a:pt x="139" y="194"/>
                </a:lnTo>
                <a:lnTo>
                  <a:pt x="140" y="385"/>
                </a:lnTo>
                <a:cubicBezTo>
                  <a:pt x="144" y="388"/>
                  <a:pt x="147" y="390"/>
                  <a:pt x="149" y="390"/>
                </a:cubicBezTo>
                <a:cubicBezTo>
                  <a:pt x="151" y="391"/>
                  <a:pt x="156" y="392"/>
                  <a:pt x="164" y="393"/>
                </a:cubicBezTo>
                <a:cubicBezTo>
                  <a:pt x="172" y="394"/>
                  <a:pt x="185" y="394"/>
                  <a:pt x="203" y="394"/>
                </a:cubicBezTo>
                <a:lnTo>
                  <a:pt x="220" y="394"/>
                </a:lnTo>
                <a:lnTo>
                  <a:pt x="220" y="423"/>
                </a:lnTo>
                <a:lnTo>
                  <a:pt x="213" y="423"/>
                </a:lnTo>
                <a:cubicBezTo>
                  <a:pt x="204" y="422"/>
                  <a:pt x="170" y="422"/>
                  <a:pt x="111" y="422"/>
                </a:cubicBezTo>
                <a:cubicBezTo>
                  <a:pt x="53" y="422"/>
                  <a:pt x="20" y="422"/>
                  <a:pt x="11" y="423"/>
                </a:cubicBezTo>
                <a:lnTo>
                  <a:pt x="4" y="423"/>
                </a:lnTo>
                <a:lnTo>
                  <a:pt x="4" y="394"/>
                </a:lnTo>
                <a:lnTo>
                  <a:pt x="20" y="394"/>
                </a:lnTo>
                <a:cubicBezTo>
                  <a:pt x="29" y="394"/>
                  <a:pt x="37" y="394"/>
                  <a:pt x="44" y="394"/>
                </a:cubicBezTo>
                <a:cubicBezTo>
                  <a:pt x="51" y="394"/>
                  <a:pt x="56" y="394"/>
                  <a:pt x="60" y="394"/>
                </a:cubicBezTo>
                <a:cubicBezTo>
                  <a:pt x="64" y="393"/>
                  <a:pt x="67" y="393"/>
                  <a:pt x="70" y="392"/>
                </a:cubicBezTo>
                <a:cubicBezTo>
                  <a:pt x="73" y="391"/>
                  <a:pt x="75" y="390"/>
                  <a:pt x="75" y="390"/>
                </a:cubicBezTo>
                <a:cubicBezTo>
                  <a:pt x="76" y="390"/>
                  <a:pt x="77" y="389"/>
                  <a:pt x="79" y="387"/>
                </a:cubicBezTo>
                <a:cubicBezTo>
                  <a:pt x="81" y="385"/>
                  <a:pt x="82" y="384"/>
                  <a:pt x="83" y="385"/>
                </a:cubicBezTo>
                <a:lnTo>
                  <a:pt x="83" y="57"/>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452" name=""/>
          <p:cNvSpPr/>
          <p:nvPr/>
        </p:nvSpPr>
        <p:spPr>
          <a:xfrm>
            <a:off x="5060160" y="4972320"/>
            <a:ext cx="249120" cy="221040"/>
          </a:xfrm>
          <a:custGeom>
            <a:avLst/>
            <a:gdLst/>
            <a:ahLst/>
            <a:rect l="0" t="0" r="r" b="b"/>
            <a:pathLst>
              <a:path w="692" h="614">
                <a:moveTo>
                  <a:pt x="229" y="50"/>
                </a:moveTo>
                <a:cubicBezTo>
                  <a:pt x="229" y="45"/>
                  <a:pt x="212" y="43"/>
                  <a:pt x="178" y="42"/>
                </a:cubicBezTo>
                <a:cubicBezTo>
                  <a:pt x="164" y="42"/>
                  <a:pt x="155" y="41"/>
                  <a:pt x="151" y="41"/>
                </a:cubicBezTo>
                <a:cubicBezTo>
                  <a:pt x="147" y="40"/>
                  <a:pt x="145" y="37"/>
                  <a:pt x="145" y="33"/>
                </a:cubicBezTo>
                <a:cubicBezTo>
                  <a:pt x="145" y="28"/>
                  <a:pt x="146" y="22"/>
                  <a:pt x="148" y="15"/>
                </a:cubicBezTo>
                <a:cubicBezTo>
                  <a:pt x="151" y="7"/>
                  <a:pt x="153" y="3"/>
                  <a:pt x="155" y="1"/>
                </a:cubicBezTo>
                <a:cubicBezTo>
                  <a:pt x="156" y="1"/>
                  <a:pt x="216" y="0"/>
                  <a:pt x="333" y="0"/>
                </a:cubicBezTo>
                <a:cubicBezTo>
                  <a:pt x="433" y="1"/>
                  <a:pt x="489" y="1"/>
                  <a:pt x="501" y="1"/>
                </a:cubicBezTo>
                <a:cubicBezTo>
                  <a:pt x="513" y="1"/>
                  <a:pt x="525" y="3"/>
                  <a:pt x="537" y="7"/>
                </a:cubicBezTo>
                <a:cubicBezTo>
                  <a:pt x="580" y="17"/>
                  <a:pt x="617" y="40"/>
                  <a:pt x="647" y="77"/>
                </a:cubicBezTo>
                <a:cubicBezTo>
                  <a:pt x="676" y="115"/>
                  <a:pt x="692" y="164"/>
                  <a:pt x="692" y="226"/>
                </a:cubicBezTo>
                <a:cubicBezTo>
                  <a:pt x="692" y="320"/>
                  <a:pt x="660" y="403"/>
                  <a:pt x="596" y="478"/>
                </a:cubicBezTo>
                <a:cubicBezTo>
                  <a:pt x="532" y="552"/>
                  <a:pt x="457" y="597"/>
                  <a:pt x="370" y="611"/>
                </a:cubicBezTo>
                <a:lnTo>
                  <a:pt x="358" y="613"/>
                </a:lnTo>
                <a:lnTo>
                  <a:pt x="183" y="614"/>
                </a:lnTo>
                <a:lnTo>
                  <a:pt x="83" y="614"/>
                </a:lnTo>
                <a:lnTo>
                  <a:pt x="35" y="614"/>
                </a:lnTo>
                <a:cubicBezTo>
                  <a:pt x="21" y="614"/>
                  <a:pt x="12" y="614"/>
                  <a:pt x="7" y="612"/>
                </a:cubicBezTo>
                <a:cubicBezTo>
                  <a:pt x="3" y="611"/>
                  <a:pt x="1" y="608"/>
                  <a:pt x="0" y="604"/>
                </a:cubicBezTo>
                <a:cubicBezTo>
                  <a:pt x="0" y="603"/>
                  <a:pt x="1" y="599"/>
                  <a:pt x="3" y="592"/>
                </a:cubicBezTo>
                <a:cubicBezTo>
                  <a:pt x="5" y="582"/>
                  <a:pt x="8" y="577"/>
                  <a:pt x="10" y="576"/>
                </a:cubicBezTo>
                <a:cubicBezTo>
                  <a:pt x="13" y="574"/>
                  <a:pt x="19" y="573"/>
                  <a:pt x="31" y="573"/>
                </a:cubicBezTo>
                <a:cubicBezTo>
                  <a:pt x="47" y="573"/>
                  <a:pt x="65" y="572"/>
                  <a:pt x="85" y="569"/>
                </a:cubicBezTo>
                <a:cubicBezTo>
                  <a:pt x="93" y="567"/>
                  <a:pt x="99" y="564"/>
                  <a:pt x="102" y="558"/>
                </a:cubicBezTo>
                <a:cubicBezTo>
                  <a:pt x="104" y="556"/>
                  <a:pt x="126" y="473"/>
                  <a:pt x="167" y="309"/>
                </a:cubicBezTo>
                <a:cubicBezTo>
                  <a:pt x="209" y="145"/>
                  <a:pt x="229" y="59"/>
                  <a:pt x="229" y="50"/>
                </a:cubicBezTo>
                <a:moveTo>
                  <a:pt x="603" y="192"/>
                </a:moveTo>
                <a:cubicBezTo>
                  <a:pt x="603" y="170"/>
                  <a:pt x="599" y="149"/>
                  <a:pt x="593" y="131"/>
                </a:cubicBezTo>
                <a:cubicBezTo>
                  <a:pt x="586" y="113"/>
                  <a:pt x="578" y="99"/>
                  <a:pt x="569" y="89"/>
                </a:cubicBezTo>
                <a:cubicBezTo>
                  <a:pt x="560" y="79"/>
                  <a:pt x="549" y="70"/>
                  <a:pt x="536" y="63"/>
                </a:cubicBezTo>
                <a:cubicBezTo>
                  <a:pt x="523" y="56"/>
                  <a:pt x="511" y="51"/>
                  <a:pt x="501" y="49"/>
                </a:cubicBezTo>
                <a:cubicBezTo>
                  <a:pt x="491" y="46"/>
                  <a:pt x="481" y="44"/>
                  <a:pt x="470" y="42"/>
                </a:cubicBezTo>
                <a:cubicBezTo>
                  <a:pt x="469" y="42"/>
                  <a:pt x="464" y="42"/>
                  <a:pt x="457" y="42"/>
                </a:cubicBezTo>
                <a:cubicBezTo>
                  <a:pt x="450" y="42"/>
                  <a:pt x="441" y="42"/>
                  <a:pt x="431" y="42"/>
                </a:cubicBezTo>
                <a:cubicBezTo>
                  <a:pt x="421" y="42"/>
                  <a:pt x="411" y="42"/>
                  <a:pt x="402" y="42"/>
                </a:cubicBezTo>
                <a:lnTo>
                  <a:pt x="363" y="42"/>
                </a:lnTo>
                <a:cubicBezTo>
                  <a:pt x="337" y="42"/>
                  <a:pt x="322" y="45"/>
                  <a:pt x="318" y="50"/>
                </a:cubicBezTo>
                <a:cubicBezTo>
                  <a:pt x="317" y="53"/>
                  <a:pt x="295" y="139"/>
                  <a:pt x="253" y="309"/>
                </a:cubicBezTo>
                <a:cubicBezTo>
                  <a:pt x="210" y="479"/>
                  <a:pt x="189" y="565"/>
                  <a:pt x="189" y="567"/>
                </a:cubicBezTo>
                <a:cubicBezTo>
                  <a:pt x="189" y="569"/>
                  <a:pt x="192" y="571"/>
                  <a:pt x="199" y="571"/>
                </a:cubicBezTo>
                <a:cubicBezTo>
                  <a:pt x="205" y="571"/>
                  <a:pt x="228" y="570"/>
                  <a:pt x="268" y="572"/>
                </a:cubicBezTo>
                <a:cubicBezTo>
                  <a:pt x="271" y="572"/>
                  <a:pt x="277" y="572"/>
                  <a:pt x="285" y="572"/>
                </a:cubicBezTo>
                <a:cubicBezTo>
                  <a:pt x="293" y="572"/>
                  <a:pt x="300" y="572"/>
                  <a:pt x="306" y="573"/>
                </a:cubicBezTo>
                <a:cubicBezTo>
                  <a:pt x="382" y="573"/>
                  <a:pt x="444" y="547"/>
                  <a:pt x="493" y="498"/>
                </a:cubicBezTo>
                <a:cubicBezTo>
                  <a:pt x="515" y="477"/>
                  <a:pt x="532" y="452"/>
                  <a:pt x="546" y="423"/>
                </a:cubicBezTo>
                <a:cubicBezTo>
                  <a:pt x="560" y="394"/>
                  <a:pt x="573" y="356"/>
                  <a:pt x="585" y="309"/>
                </a:cubicBezTo>
                <a:cubicBezTo>
                  <a:pt x="597" y="262"/>
                  <a:pt x="603" y="223"/>
                  <a:pt x="603" y="192"/>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453" name=""/>
          <p:cNvSpPr/>
          <p:nvPr/>
        </p:nvSpPr>
        <p:spPr>
          <a:xfrm>
            <a:off x="5334840" y="5085360"/>
            <a:ext cx="196200" cy="156600"/>
          </a:xfrm>
          <a:custGeom>
            <a:avLst/>
            <a:gdLst/>
            <a:ahLst/>
            <a:rect l="0" t="0" r="r" b="b"/>
            <a:pathLst>
              <a:path w="545" h="435">
                <a:moveTo>
                  <a:pt x="162" y="35"/>
                </a:moveTo>
                <a:cubicBezTo>
                  <a:pt x="162" y="32"/>
                  <a:pt x="150" y="30"/>
                  <a:pt x="125" y="30"/>
                </a:cubicBezTo>
                <a:cubicBezTo>
                  <a:pt x="115" y="30"/>
                  <a:pt x="109" y="29"/>
                  <a:pt x="106" y="29"/>
                </a:cubicBezTo>
                <a:cubicBezTo>
                  <a:pt x="103" y="29"/>
                  <a:pt x="102" y="27"/>
                  <a:pt x="102" y="23"/>
                </a:cubicBezTo>
                <a:cubicBezTo>
                  <a:pt x="102" y="22"/>
                  <a:pt x="102" y="19"/>
                  <a:pt x="103" y="14"/>
                </a:cubicBezTo>
                <a:cubicBezTo>
                  <a:pt x="105" y="6"/>
                  <a:pt x="107" y="1"/>
                  <a:pt x="109" y="1"/>
                </a:cubicBezTo>
                <a:cubicBezTo>
                  <a:pt x="110" y="1"/>
                  <a:pt x="112" y="0"/>
                  <a:pt x="116" y="0"/>
                </a:cubicBezTo>
                <a:lnTo>
                  <a:pt x="119" y="0"/>
                </a:lnTo>
                <a:cubicBezTo>
                  <a:pt x="137" y="1"/>
                  <a:pt x="166" y="2"/>
                  <a:pt x="207" y="2"/>
                </a:cubicBezTo>
                <a:cubicBezTo>
                  <a:pt x="221" y="2"/>
                  <a:pt x="234" y="2"/>
                  <a:pt x="247" y="2"/>
                </a:cubicBezTo>
                <a:cubicBezTo>
                  <a:pt x="259" y="2"/>
                  <a:pt x="268" y="1"/>
                  <a:pt x="275" y="1"/>
                </a:cubicBezTo>
                <a:cubicBezTo>
                  <a:pt x="282" y="1"/>
                  <a:pt x="286" y="1"/>
                  <a:pt x="288" y="1"/>
                </a:cubicBezTo>
                <a:cubicBezTo>
                  <a:pt x="295" y="1"/>
                  <a:pt x="299" y="3"/>
                  <a:pt x="299" y="6"/>
                </a:cubicBezTo>
                <a:cubicBezTo>
                  <a:pt x="299" y="8"/>
                  <a:pt x="298" y="11"/>
                  <a:pt x="297" y="15"/>
                </a:cubicBezTo>
                <a:cubicBezTo>
                  <a:pt x="296" y="16"/>
                  <a:pt x="296" y="17"/>
                  <a:pt x="296" y="19"/>
                </a:cubicBezTo>
                <a:cubicBezTo>
                  <a:pt x="296" y="21"/>
                  <a:pt x="296" y="22"/>
                  <a:pt x="295" y="23"/>
                </a:cubicBezTo>
                <a:cubicBezTo>
                  <a:pt x="295" y="23"/>
                  <a:pt x="295" y="24"/>
                  <a:pt x="294" y="25"/>
                </a:cubicBezTo>
                <a:cubicBezTo>
                  <a:pt x="294" y="26"/>
                  <a:pt x="293" y="27"/>
                  <a:pt x="292" y="27"/>
                </a:cubicBezTo>
                <a:cubicBezTo>
                  <a:pt x="291" y="28"/>
                  <a:pt x="291" y="28"/>
                  <a:pt x="290" y="28"/>
                </a:cubicBezTo>
                <a:cubicBezTo>
                  <a:pt x="289" y="29"/>
                  <a:pt x="287" y="29"/>
                  <a:pt x="285" y="29"/>
                </a:cubicBezTo>
                <a:cubicBezTo>
                  <a:pt x="283" y="29"/>
                  <a:pt x="281" y="29"/>
                  <a:pt x="280" y="30"/>
                </a:cubicBezTo>
                <a:cubicBezTo>
                  <a:pt x="278" y="30"/>
                  <a:pt x="275" y="30"/>
                  <a:pt x="271" y="30"/>
                </a:cubicBezTo>
                <a:cubicBezTo>
                  <a:pt x="254" y="30"/>
                  <a:pt x="243" y="31"/>
                  <a:pt x="238" y="32"/>
                </a:cubicBezTo>
                <a:cubicBezTo>
                  <a:pt x="234" y="32"/>
                  <a:pt x="230" y="35"/>
                  <a:pt x="227" y="39"/>
                </a:cubicBezTo>
                <a:lnTo>
                  <a:pt x="176" y="240"/>
                </a:lnTo>
                <a:cubicBezTo>
                  <a:pt x="176" y="240"/>
                  <a:pt x="215" y="210"/>
                  <a:pt x="292" y="149"/>
                </a:cubicBezTo>
                <a:cubicBezTo>
                  <a:pt x="370" y="88"/>
                  <a:pt x="409" y="57"/>
                  <a:pt x="412" y="55"/>
                </a:cubicBezTo>
                <a:cubicBezTo>
                  <a:pt x="417" y="49"/>
                  <a:pt x="420" y="44"/>
                  <a:pt x="420" y="40"/>
                </a:cubicBezTo>
                <a:cubicBezTo>
                  <a:pt x="420" y="34"/>
                  <a:pt x="415" y="30"/>
                  <a:pt x="405" y="30"/>
                </a:cubicBezTo>
                <a:cubicBezTo>
                  <a:pt x="398" y="30"/>
                  <a:pt x="394" y="27"/>
                  <a:pt x="394" y="23"/>
                </a:cubicBezTo>
                <a:cubicBezTo>
                  <a:pt x="394" y="22"/>
                  <a:pt x="395" y="19"/>
                  <a:pt x="396" y="14"/>
                </a:cubicBezTo>
                <a:cubicBezTo>
                  <a:pt x="398" y="9"/>
                  <a:pt x="399" y="6"/>
                  <a:pt x="400" y="4"/>
                </a:cubicBezTo>
                <a:cubicBezTo>
                  <a:pt x="401" y="2"/>
                  <a:pt x="404" y="1"/>
                  <a:pt x="410" y="1"/>
                </a:cubicBezTo>
                <a:cubicBezTo>
                  <a:pt x="412" y="1"/>
                  <a:pt x="419" y="1"/>
                  <a:pt x="433" y="2"/>
                </a:cubicBezTo>
                <a:cubicBezTo>
                  <a:pt x="446" y="2"/>
                  <a:pt x="463" y="2"/>
                  <a:pt x="483" y="2"/>
                </a:cubicBezTo>
                <a:cubicBezTo>
                  <a:pt x="493" y="2"/>
                  <a:pt x="503" y="2"/>
                  <a:pt x="514" y="2"/>
                </a:cubicBezTo>
                <a:cubicBezTo>
                  <a:pt x="524" y="1"/>
                  <a:pt x="531" y="1"/>
                  <a:pt x="533" y="1"/>
                </a:cubicBezTo>
                <a:cubicBezTo>
                  <a:pt x="541" y="1"/>
                  <a:pt x="545" y="3"/>
                  <a:pt x="545" y="7"/>
                </a:cubicBezTo>
                <a:cubicBezTo>
                  <a:pt x="545" y="17"/>
                  <a:pt x="544" y="23"/>
                  <a:pt x="540" y="26"/>
                </a:cubicBezTo>
                <a:cubicBezTo>
                  <a:pt x="539" y="29"/>
                  <a:pt x="535" y="30"/>
                  <a:pt x="528" y="30"/>
                </a:cubicBezTo>
                <a:cubicBezTo>
                  <a:pt x="497" y="32"/>
                  <a:pt x="468" y="43"/>
                  <a:pt x="442" y="62"/>
                </a:cubicBezTo>
                <a:cubicBezTo>
                  <a:pt x="435" y="66"/>
                  <a:pt x="420" y="77"/>
                  <a:pt x="398" y="95"/>
                </a:cubicBezTo>
                <a:cubicBezTo>
                  <a:pt x="375" y="113"/>
                  <a:pt x="354" y="129"/>
                  <a:pt x="334" y="145"/>
                </a:cubicBezTo>
                <a:lnTo>
                  <a:pt x="304" y="169"/>
                </a:lnTo>
                <a:lnTo>
                  <a:pt x="310" y="183"/>
                </a:lnTo>
                <a:cubicBezTo>
                  <a:pt x="314" y="192"/>
                  <a:pt x="320" y="206"/>
                  <a:pt x="328" y="225"/>
                </a:cubicBezTo>
                <a:cubicBezTo>
                  <a:pt x="336" y="244"/>
                  <a:pt x="343" y="262"/>
                  <a:pt x="350" y="279"/>
                </a:cubicBezTo>
                <a:cubicBezTo>
                  <a:pt x="382" y="354"/>
                  <a:pt x="399" y="394"/>
                  <a:pt x="401" y="396"/>
                </a:cubicBezTo>
                <a:cubicBezTo>
                  <a:pt x="402" y="397"/>
                  <a:pt x="403" y="398"/>
                  <a:pt x="404" y="399"/>
                </a:cubicBezTo>
                <a:cubicBezTo>
                  <a:pt x="410" y="403"/>
                  <a:pt x="421" y="405"/>
                  <a:pt x="436" y="406"/>
                </a:cubicBezTo>
                <a:lnTo>
                  <a:pt x="450" y="406"/>
                </a:lnTo>
                <a:cubicBezTo>
                  <a:pt x="452" y="409"/>
                  <a:pt x="453" y="411"/>
                  <a:pt x="453" y="411"/>
                </a:cubicBezTo>
                <a:cubicBezTo>
                  <a:pt x="453" y="412"/>
                  <a:pt x="453" y="416"/>
                  <a:pt x="452" y="423"/>
                </a:cubicBezTo>
                <a:cubicBezTo>
                  <a:pt x="450" y="428"/>
                  <a:pt x="448" y="432"/>
                  <a:pt x="445" y="435"/>
                </a:cubicBezTo>
                <a:lnTo>
                  <a:pt x="438" y="435"/>
                </a:lnTo>
                <a:cubicBezTo>
                  <a:pt x="421" y="434"/>
                  <a:pt x="401" y="433"/>
                  <a:pt x="378" y="433"/>
                </a:cubicBezTo>
                <a:cubicBezTo>
                  <a:pt x="326" y="433"/>
                  <a:pt x="297" y="434"/>
                  <a:pt x="291" y="435"/>
                </a:cubicBezTo>
                <a:lnTo>
                  <a:pt x="285" y="435"/>
                </a:lnTo>
                <a:cubicBezTo>
                  <a:pt x="282" y="432"/>
                  <a:pt x="281" y="430"/>
                  <a:pt x="281" y="429"/>
                </a:cubicBezTo>
                <a:cubicBezTo>
                  <a:pt x="281" y="428"/>
                  <a:pt x="281" y="424"/>
                  <a:pt x="282" y="418"/>
                </a:cubicBezTo>
                <a:cubicBezTo>
                  <a:pt x="284" y="412"/>
                  <a:pt x="285" y="409"/>
                  <a:pt x="286" y="408"/>
                </a:cubicBezTo>
                <a:cubicBezTo>
                  <a:pt x="287" y="406"/>
                  <a:pt x="289" y="406"/>
                  <a:pt x="293" y="406"/>
                </a:cubicBezTo>
                <a:lnTo>
                  <a:pt x="295" y="406"/>
                </a:lnTo>
                <a:cubicBezTo>
                  <a:pt x="316" y="406"/>
                  <a:pt x="327" y="400"/>
                  <a:pt x="327" y="390"/>
                </a:cubicBezTo>
                <a:cubicBezTo>
                  <a:pt x="327" y="388"/>
                  <a:pt x="321" y="372"/>
                  <a:pt x="309" y="344"/>
                </a:cubicBezTo>
                <a:cubicBezTo>
                  <a:pt x="298" y="316"/>
                  <a:pt x="291" y="301"/>
                  <a:pt x="289" y="297"/>
                </a:cubicBezTo>
                <a:lnTo>
                  <a:pt x="252" y="209"/>
                </a:lnTo>
                <a:lnTo>
                  <a:pt x="209" y="243"/>
                </a:lnTo>
                <a:lnTo>
                  <a:pt x="166" y="276"/>
                </a:lnTo>
                <a:lnTo>
                  <a:pt x="151" y="335"/>
                </a:lnTo>
                <a:cubicBezTo>
                  <a:pt x="142" y="374"/>
                  <a:pt x="136" y="396"/>
                  <a:pt x="136" y="398"/>
                </a:cubicBezTo>
                <a:cubicBezTo>
                  <a:pt x="136" y="401"/>
                  <a:pt x="138" y="403"/>
                  <a:pt x="142" y="404"/>
                </a:cubicBezTo>
                <a:cubicBezTo>
                  <a:pt x="145" y="405"/>
                  <a:pt x="156" y="405"/>
                  <a:pt x="174" y="406"/>
                </a:cubicBezTo>
                <a:lnTo>
                  <a:pt x="193" y="406"/>
                </a:lnTo>
                <a:cubicBezTo>
                  <a:pt x="196" y="409"/>
                  <a:pt x="197" y="412"/>
                  <a:pt x="197" y="413"/>
                </a:cubicBezTo>
                <a:cubicBezTo>
                  <a:pt x="197" y="419"/>
                  <a:pt x="196" y="426"/>
                  <a:pt x="193" y="432"/>
                </a:cubicBezTo>
                <a:cubicBezTo>
                  <a:pt x="191" y="434"/>
                  <a:pt x="187" y="435"/>
                  <a:pt x="183" y="435"/>
                </a:cubicBezTo>
                <a:cubicBezTo>
                  <a:pt x="181" y="435"/>
                  <a:pt x="173" y="435"/>
                  <a:pt x="159" y="434"/>
                </a:cubicBezTo>
                <a:cubicBezTo>
                  <a:pt x="145" y="434"/>
                  <a:pt x="123" y="434"/>
                  <a:pt x="95" y="434"/>
                </a:cubicBezTo>
                <a:cubicBezTo>
                  <a:pt x="68" y="434"/>
                  <a:pt x="48" y="434"/>
                  <a:pt x="34" y="434"/>
                </a:cubicBezTo>
                <a:cubicBezTo>
                  <a:pt x="20" y="434"/>
                  <a:pt x="13" y="434"/>
                  <a:pt x="11" y="434"/>
                </a:cubicBezTo>
                <a:cubicBezTo>
                  <a:pt x="4" y="434"/>
                  <a:pt x="0" y="432"/>
                  <a:pt x="0" y="428"/>
                </a:cubicBezTo>
                <a:cubicBezTo>
                  <a:pt x="0" y="427"/>
                  <a:pt x="1" y="424"/>
                  <a:pt x="2" y="419"/>
                </a:cubicBezTo>
                <a:cubicBezTo>
                  <a:pt x="4" y="412"/>
                  <a:pt x="5" y="408"/>
                  <a:pt x="7" y="408"/>
                </a:cubicBezTo>
                <a:cubicBezTo>
                  <a:pt x="9" y="407"/>
                  <a:pt x="14" y="406"/>
                  <a:pt x="22" y="406"/>
                </a:cubicBezTo>
                <a:cubicBezTo>
                  <a:pt x="33" y="406"/>
                  <a:pt x="46" y="405"/>
                  <a:pt x="60" y="404"/>
                </a:cubicBezTo>
                <a:cubicBezTo>
                  <a:pt x="66" y="402"/>
                  <a:pt x="70" y="400"/>
                  <a:pt x="72" y="396"/>
                </a:cubicBezTo>
                <a:cubicBezTo>
                  <a:pt x="73" y="394"/>
                  <a:pt x="88" y="335"/>
                  <a:pt x="117" y="219"/>
                </a:cubicBezTo>
                <a:cubicBezTo>
                  <a:pt x="148" y="103"/>
                  <a:pt x="162" y="42"/>
                  <a:pt x="162" y="35"/>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454" name=""/>
          <p:cNvSpPr/>
          <p:nvPr/>
        </p:nvSpPr>
        <p:spPr>
          <a:xfrm>
            <a:off x="5538240" y="5085360"/>
            <a:ext cx="140760" cy="156960"/>
          </a:xfrm>
          <a:custGeom>
            <a:avLst/>
            <a:gdLst/>
            <a:ahLst/>
            <a:rect l="0" t="0" r="r" b="b"/>
            <a:pathLst>
              <a:path w="391" h="436">
                <a:moveTo>
                  <a:pt x="125" y="30"/>
                </a:moveTo>
                <a:cubicBezTo>
                  <a:pt x="111" y="30"/>
                  <a:pt x="103" y="29"/>
                  <a:pt x="102" y="27"/>
                </a:cubicBezTo>
                <a:cubicBezTo>
                  <a:pt x="102" y="26"/>
                  <a:pt x="102" y="25"/>
                  <a:pt x="102" y="22"/>
                </a:cubicBezTo>
                <a:cubicBezTo>
                  <a:pt x="102" y="12"/>
                  <a:pt x="104" y="5"/>
                  <a:pt x="109" y="1"/>
                </a:cubicBezTo>
                <a:cubicBezTo>
                  <a:pt x="109" y="1"/>
                  <a:pt x="113" y="0"/>
                  <a:pt x="118" y="0"/>
                </a:cubicBezTo>
                <a:cubicBezTo>
                  <a:pt x="141" y="2"/>
                  <a:pt x="168" y="2"/>
                  <a:pt x="199" y="2"/>
                </a:cubicBezTo>
                <a:cubicBezTo>
                  <a:pt x="258" y="2"/>
                  <a:pt x="293" y="2"/>
                  <a:pt x="301" y="0"/>
                </a:cubicBezTo>
                <a:lnTo>
                  <a:pt x="309" y="0"/>
                </a:lnTo>
                <a:cubicBezTo>
                  <a:pt x="312" y="3"/>
                  <a:pt x="313" y="5"/>
                  <a:pt x="313" y="6"/>
                </a:cubicBezTo>
                <a:cubicBezTo>
                  <a:pt x="313" y="7"/>
                  <a:pt x="312" y="11"/>
                  <a:pt x="312" y="18"/>
                </a:cubicBezTo>
                <a:cubicBezTo>
                  <a:pt x="310" y="24"/>
                  <a:pt x="308" y="28"/>
                  <a:pt x="306" y="30"/>
                </a:cubicBezTo>
                <a:lnTo>
                  <a:pt x="282" y="30"/>
                </a:lnTo>
                <a:cubicBezTo>
                  <a:pt x="253" y="30"/>
                  <a:pt x="235" y="32"/>
                  <a:pt x="230" y="35"/>
                </a:cubicBezTo>
                <a:cubicBezTo>
                  <a:pt x="227" y="37"/>
                  <a:pt x="225" y="43"/>
                  <a:pt x="222" y="53"/>
                </a:cubicBezTo>
                <a:cubicBezTo>
                  <a:pt x="219" y="63"/>
                  <a:pt x="204" y="119"/>
                  <a:pt x="179" y="221"/>
                </a:cubicBezTo>
                <a:cubicBezTo>
                  <a:pt x="172" y="248"/>
                  <a:pt x="165" y="277"/>
                  <a:pt x="157" y="308"/>
                </a:cubicBezTo>
                <a:cubicBezTo>
                  <a:pt x="150" y="339"/>
                  <a:pt x="144" y="362"/>
                  <a:pt x="140" y="378"/>
                </a:cubicBezTo>
                <a:lnTo>
                  <a:pt x="135" y="401"/>
                </a:lnTo>
                <a:cubicBezTo>
                  <a:pt x="135" y="402"/>
                  <a:pt x="137" y="403"/>
                  <a:pt x="140" y="403"/>
                </a:cubicBezTo>
                <a:cubicBezTo>
                  <a:pt x="144" y="403"/>
                  <a:pt x="157" y="404"/>
                  <a:pt x="178" y="405"/>
                </a:cubicBezTo>
                <a:lnTo>
                  <a:pt x="189" y="405"/>
                </a:lnTo>
                <a:cubicBezTo>
                  <a:pt x="202" y="405"/>
                  <a:pt x="213" y="404"/>
                  <a:pt x="221" y="404"/>
                </a:cubicBezTo>
                <a:cubicBezTo>
                  <a:pt x="229" y="404"/>
                  <a:pt x="239" y="402"/>
                  <a:pt x="252" y="400"/>
                </a:cubicBezTo>
                <a:cubicBezTo>
                  <a:pt x="265" y="397"/>
                  <a:pt x="275" y="393"/>
                  <a:pt x="284" y="388"/>
                </a:cubicBezTo>
                <a:cubicBezTo>
                  <a:pt x="292" y="383"/>
                  <a:pt x="301" y="376"/>
                  <a:pt x="312" y="367"/>
                </a:cubicBezTo>
                <a:cubicBezTo>
                  <a:pt x="322" y="357"/>
                  <a:pt x="331" y="346"/>
                  <a:pt x="338" y="332"/>
                </a:cubicBezTo>
                <a:cubicBezTo>
                  <a:pt x="345" y="319"/>
                  <a:pt x="351" y="305"/>
                  <a:pt x="357" y="289"/>
                </a:cubicBezTo>
                <a:cubicBezTo>
                  <a:pt x="363" y="273"/>
                  <a:pt x="367" y="265"/>
                  <a:pt x="368" y="262"/>
                </a:cubicBezTo>
                <a:cubicBezTo>
                  <a:pt x="370" y="261"/>
                  <a:pt x="374" y="261"/>
                  <a:pt x="379" y="261"/>
                </a:cubicBezTo>
                <a:lnTo>
                  <a:pt x="387" y="261"/>
                </a:lnTo>
                <a:cubicBezTo>
                  <a:pt x="390" y="264"/>
                  <a:pt x="391" y="267"/>
                  <a:pt x="391" y="268"/>
                </a:cubicBezTo>
                <a:cubicBezTo>
                  <a:pt x="391" y="268"/>
                  <a:pt x="387" y="281"/>
                  <a:pt x="378" y="305"/>
                </a:cubicBezTo>
                <a:cubicBezTo>
                  <a:pt x="370" y="329"/>
                  <a:pt x="360" y="354"/>
                  <a:pt x="350" y="381"/>
                </a:cubicBezTo>
                <a:cubicBezTo>
                  <a:pt x="340" y="408"/>
                  <a:pt x="335" y="424"/>
                  <a:pt x="334" y="429"/>
                </a:cubicBezTo>
                <a:cubicBezTo>
                  <a:pt x="333" y="431"/>
                  <a:pt x="332" y="432"/>
                  <a:pt x="331" y="433"/>
                </a:cubicBezTo>
                <a:cubicBezTo>
                  <a:pt x="330" y="433"/>
                  <a:pt x="327" y="434"/>
                  <a:pt x="321" y="435"/>
                </a:cubicBezTo>
                <a:cubicBezTo>
                  <a:pt x="315" y="436"/>
                  <a:pt x="306" y="436"/>
                  <a:pt x="294" y="435"/>
                </a:cubicBezTo>
                <a:cubicBezTo>
                  <a:pt x="289" y="435"/>
                  <a:pt x="273" y="435"/>
                  <a:pt x="246" y="435"/>
                </a:cubicBezTo>
                <a:cubicBezTo>
                  <a:pt x="218" y="435"/>
                  <a:pt x="192" y="435"/>
                  <a:pt x="167" y="435"/>
                </a:cubicBezTo>
                <a:lnTo>
                  <a:pt x="54" y="435"/>
                </a:lnTo>
                <a:cubicBezTo>
                  <a:pt x="18" y="435"/>
                  <a:pt x="0" y="433"/>
                  <a:pt x="0" y="428"/>
                </a:cubicBezTo>
                <a:cubicBezTo>
                  <a:pt x="0" y="425"/>
                  <a:pt x="0" y="423"/>
                  <a:pt x="1" y="420"/>
                </a:cubicBezTo>
                <a:cubicBezTo>
                  <a:pt x="3" y="411"/>
                  <a:pt x="5" y="406"/>
                  <a:pt x="7" y="405"/>
                </a:cubicBezTo>
                <a:cubicBezTo>
                  <a:pt x="9" y="405"/>
                  <a:pt x="12" y="405"/>
                  <a:pt x="17" y="405"/>
                </a:cubicBezTo>
                <a:lnTo>
                  <a:pt x="22" y="405"/>
                </a:lnTo>
                <a:cubicBezTo>
                  <a:pt x="33" y="405"/>
                  <a:pt x="46" y="404"/>
                  <a:pt x="60" y="403"/>
                </a:cubicBezTo>
                <a:cubicBezTo>
                  <a:pt x="66" y="401"/>
                  <a:pt x="70" y="399"/>
                  <a:pt x="72" y="395"/>
                </a:cubicBezTo>
                <a:cubicBezTo>
                  <a:pt x="73" y="393"/>
                  <a:pt x="88" y="335"/>
                  <a:pt x="117" y="219"/>
                </a:cubicBezTo>
                <a:cubicBezTo>
                  <a:pt x="147" y="103"/>
                  <a:pt x="161" y="42"/>
                  <a:pt x="161" y="35"/>
                </a:cubicBezTo>
                <a:cubicBezTo>
                  <a:pt x="161" y="32"/>
                  <a:pt x="149" y="30"/>
                  <a:pt x="125" y="30"/>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455" name=""/>
          <p:cNvSpPr/>
          <p:nvPr/>
        </p:nvSpPr>
        <p:spPr>
          <a:xfrm>
            <a:off x="5733000" y="4950720"/>
            <a:ext cx="77400" cy="323640"/>
          </a:xfrm>
          <a:custGeom>
            <a:avLst/>
            <a:gdLst/>
            <a:ahLst/>
            <a:rect l="0" t="0" r="r" b="b"/>
            <a:pathLst>
              <a:path w="215" h="899">
                <a:moveTo>
                  <a:pt x="0" y="450"/>
                </a:moveTo>
                <a:cubicBezTo>
                  <a:pt x="0" y="409"/>
                  <a:pt x="3" y="369"/>
                  <a:pt x="9" y="332"/>
                </a:cubicBezTo>
                <a:cubicBezTo>
                  <a:pt x="15" y="295"/>
                  <a:pt x="23" y="263"/>
                  <a:pt x="31" y="236"/>
                </a:cubicBezTo>
                <a:cubicBezTo>
                  <a:pt x="38" y="209"/>
                  <a:pt x="49" y="183"/>
                  <a:pt x="64" y="157"/>
                </a:cubicBezTo>
                <a:cubicBezTo>
                  <a:pt x="78" y="131"/>
                  <a:pt x="89" y="110"/>
                  <a:pt x="98" y="96"/>
                </a:cubicBezTo>
                <a:cubicBezTo>
                  <a:pt x="106" y="82"/>
                  <a:pt x="119" y="66"/>
                  <a:pt x="136" y="49"/>
                </a:cubicBezTo>
                <a:cubicBezTo>
                  <a:pt x="152" y="33"/>
                  <a:pt x="162" y="23"/>
                  <a:pt x="165" y="19"/>
                </a:cubicBezTo>
                <a:cubicBezTo>
                  <a:pt x="168" y="15"/>
                  <a:pt x="176" y="9"/>
                  <a:pt x="188" y="0"/>
                </a:cubicBezTo>
                <a:lnTo>
                  <a:pt x="199" y="0"/>
                </a:lnTo>
                <a:lnTo>
                  <a:pt x="203" y="0"/>
                </a:lnTo>
                <a:cubicBezTo>
                  <a:pt x="211" y="0"/>
                  <a:pt x="215" y="3"/>
                  <a:pt x="215" y="8"/>
                </a:cubicBezTo>
                <a:cubicBezTo>
                  <a:pt x="215" y="10"/>
                  <a:pt x="210" y="16"/>
                  <a:pt x="200" y="27"/>
                </a:cubicBezTo>
                <a:cubicBezTo>
                  <a:pt x="190" y="38"/>
                  <a:pt x="178" y="54"/>
                  <a:pt x="163" y="75"/>
                </a:cubicBezTo>
                <a:cubicBezTo>
                  <a:pt x="149" y="96"/>
                  <a:pt x="134" y="121"/>
                  <a:pt x="119" y="153"/>
                </a:cubicBezTo>
                <a:cubicBezTo>
                  <a:pt x="104" y="183"/>
                  <a:pt x="92" y="225"/>
                  <a:pt x="82" y="277"/>
                </a:cubicBezTo>
                <a:cubicBezTo>
                  <a:pt x="72" y="329"/>
                  <a:pt x="66" y="386"/>
                  <a:pt x="66" y="450"/>
                </a:cubicBezTo>
                <a:cubicBezTo>
                  <a:pt x="66" y="513"/>
                  <a:pt x="72" y="571"/>
                  <a:pt x="82" y="622"/>
                </a:cubicBezTo>
                <a:cubicBezTo>
                  <a:pt x="92" y="674"/>
                  <a:pt x="104" y="715"/>
                  <a:pt x="118" y="747"/>
                </a:cubicBezTo>
                <a:cubicBezTo>
                  <a:pt x="133" y="779"/>
                  <a:pt x="148" y="804"/>
                  <a:pt x="162" y="824"/>
                </a:cubicBezTo>
                <a:cubicBezTo>
                  <a:pt x="177" y="844"/>
                  <a:pt x="190" y="860"/>
                  <a:pt x="200" y="872"/>
                </a:cubicBezTo>
                <a:cubicBezTo>
                  <a:pt x="210" y="884"/>
                  <a:pt x="215" y="890"/>
                  <a:pt x="215" y="890"/>
                </a:cubicBezTo>
                <a:cubicBezTo>
                  <a:pt x="215" y="896"/>
                  <a:pt x="211" y="899"/>
                  <a:pt x="202" y="899"/>
                </a:cubicBezTo>
                <a:lnTo>
                  <a:pt x="199" y="899"/>
                </a:lnTo>
                <a:lnTo>
                  <a:pt x="188" y="899"/>
                </a:lnTo>
                <a:lnTo>
                  <a:pt x="162" y="877"/>
                </a:lnTo>
                <a:cubicBezTo>
                  <a:pt x="106" y="826"/>
                  <a:pt x="65" y="763"/>
                  <a:pt x="40" y="687"/>
                </a:cubicBezTo>
                <a:cubicBezTo>
                  <a:pt x="13" y="611"/>
                  <a:pt x="0" y="532"/>
                  <a:pt x="0" y="450"/>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456" name=""/>
          <p:cNvSpPr/>
          <p:nvPr/>
        </p:nvSpPr>
        <p:spPr>
          <a:xfrm>
            <a:off x="5838840" y="5050440"/>
            <a:ext cx="138240" cy="205560"/>
          </a:xfrm>
          <a:custGeom>
            <a:avLst/>
            <a:gdLst/>
            <a:ahLst/>
            <a:rect l="0" t="0" r="r" b="b"/>
            <a:pathLst>
              <a:path w="384" h="571">
                <a:moveTo>
                  <a:pt x="0" y="255"/>
                </a:moveTo>
                <a:cubicBezTo>
                  <a:pt x="0" y="195"/>
                  <a:pt x="23" y="137"/>
                  <a:pt x="69" y="83"/>
                </a:cubicBezTo>
                <a:cubicBezTo>
                  <a:pt x="115" y="29"/>
                  <a:pt x="166" y="1"/>
                  <a:pt x="223" y="0"/>
                </a:cubicBezTo>
                <a:cubicBezTo>
                  <a:pt x="259" y="0"/>
                  <a:pt x="286" y="16"/>
                  <a:pt x="306" y="47"/>
                </a:cubicBezTo>
                <a:cubicBezTo>
                  <a:pt x="306" y="46"/>
                  <a:pt x="308" y="45"/>
                  <a:pt x="310" y="42"/>
                </a:cubicBezTo>
                <a:cubicBezTo>
                  <a:pt x="312" y="39"/>
                  <a:pt x="316" y="35"/>
                  <a:pt x="320" y="32"/>
                </a:cubicBezTo>
                <a:cubicBezTo>
                  <a:pt x="324" y="28"/>
                  <a:pt x="329" y="25"/>
                  <a:pt x="334" y="21"/>
                </a:cubicBezTo>
                <a:cubicBezTo>
                  <a:pt x="355" y="7"/>
                  <a:pt x="368" y="0"/>
                  <a:pt x="376" y="0"/>
                </a:cubicBezTo>
                <a:cubicBezTo>
                  <a:pt x="378" y="0"/>
                  <a:pt x="380" y="0"/>
                  <a:pt x="382" y="2"/>
                </a:cubicBezTo>
                <a:cubicBezTo>
                  <a:pt x="384" y="4"/>
                  <a:pt x="384" y="5"/>
                  <a:pt x="384" y="7"/>
                </a:cubicBezTo>
                <a:cubicBezTo>
                  <a:pt x="384" y="12"/>
                  <a:pt x="364" y="97"/>
                  <a:pt x="323" y="262"/>
                </a:cubicBezTo>
                <a:cubicBezTo>
                  <a:pt x="280" y="432"/>
                  <a:pt x="259" y="520"/>
                  <a:pt x="259" y="522"/>
                </a:cubicBezTo>
                <a:cubicBezTo>
                  <a:pt x="259" y="527"/>
                  <a:pt x="272" y="529"/>
                  <a:pt x="299" y="530"/>
                </a:cubicBezTo>
                <a:lnTo>
                  <a:pt x="322" y="530"/>
                </a:lnTo>
                <a:cubicBezTo>
                  <a:pt x="325" y="535"/>
                  <a:pt x="327" y="537"/>
                  <a:pt x="327" y="538"/>
                </a:cubicBezTo>
                <a:cubicBezTo>
                  <a:pt x="327" y="539"/>
                  <a:pt x="326" y="544"/>
                  <a:pt x="324" y="554"/>
                </a:cubicBezTo>
                <a:cubicBezTo>
                  <a:pt x="322" y="562"/>
                  <a:pt x="319" y="568"/>
                  <a:pt x="315" y="571"/>
                </a:cubicBezTo>
                <a:lnTo>
                  <a:pt x="304" y="571"/>
                </a:lnTo>
                <a:cubicBezTo>
                  <a:pt x="285" y="570"/>
                  <a:pt x="253" y="569"/>
                  <a:pt x="207" y="569"/>
                </a:cubicBezTo>
                <a:cubicBezTo>
                  <a:pt x="190" y="569"/>
                  <a:pt x="175" y="569"/>
                  <a:pt x="161" y="569"/>
                </a:cubicBezTo>
                <a:cubicBezTo>
                  <a:pt x="147" y="569"/>
                  <a:pt x="136" y="569"/>
                  <a:pt x="128" y="569"/>
                </a:cubicBezTo>
                <a:cubicBezTo>
                  <a:pt x="119" y="569"/>
                  <a:pt x="114" y="570"/>
                  <a:pt x="113" y="570"/>
                </a:cubicBezTo>
                <a:cubicBezTo>
                  <a:pt x="104" y="570"/>
                  <a:pt x="100" y="568"/>
                  <a:pt x="100" y="563"/>
                </a:cubicBezTo>
                <a:cubicBezTo>
                  <a:pt x="100" y="561"/>
                  <a:pt x="101" y="557"/>
                  <a:pt x="102" y="550"/>
                </a:cubicBezTo>
                <a:cubicBezTo>
                  <a:pt x="104" y="540"/>
                  <a:pt x="106" y="534"/>
                  <a:pt x="108" y="533"/>
                </a:cubicBezTo>
                <a:cubicBezTo>
                  <a:pt x="110" y="531"/>
                  <a:pt x="116" y="530"/>
                  <a:pt x="126" y="530"/>
                </a:cubicBezTo>
                <a:cubicBezTo>
                  <a:pt x="155" y="530"/>
                  <a:pt x="172" y="528"/>
                  <a:pt x="178" y="524"/>
                </a:cubicBezTo>
                <a:cubicBezTo>
                  <a:pt x="183" y="521"/>
                  <a:pt x="191" y="493"/>
                  <a:pt x="203" y="444"/>
                </a:cubicBezTo>
                <a:cubicBezTo>
                  <a:pt x="215" y="394"/>
                  <a:pt x="221" y="369"/>
                  <a:pt x="222" y="367"/>
                </a:cubicBezTo>
                <a:cubicBezTo>
                  <a:pt x="222" y="367"/>
                  <a:pt x="220" y="368"/>
                  <a:pt x="216" y="370"/>
                </a:cubicBezTo>
                <a:cubicBezTo>
                  <a:pt x="187" y="393"/>
                  <a:pt x="157" y="405"/>
                  <a:pt x="126" y="405"/>
                </a:cubicBezTo>
                <a:cubicBezTo>
                  <a:pt x="93" y="405"/>
                  <a:pt x="64" y="393"/>
                  <a:pt x="38" y="369"/>
                </a:cubicBezTo>
                <a:cubicBezTo>
                  <a:pt x="13" y="345"/>
                  <a:pt x="0" y="307"/>
                  <a:pt x="0" y="255"/>
                </a:cubicBezTo>
                <a:moveTo>
                  <a:pt x="288" y="104"/>
                </a:moveTo>
                <a:cubicBezTo>
                  <a:pt x="274" y="56"/>
                  <a:pt x="251" y="33"/>
                  <a:pt x="220" y="33"/>
                </a:cubicBezTo>
                <a:cubicBezTo>
                  <a:pt x="199" y="33"/>
                  <a:pt x="179" y="42"/>
                  <a:pt x="160" y="61"/>
                </a:cubicBezTo>
                <a:cubicBezTo>
                  <a:pt x="141" y="79"/>
                  <a:pt x="126" y="103"/>
                  <a:pt x="115" y="133"/>
                </a:cubicBezTo>
                <a:cubicBezTo>
                  <a:pt x="98" y="180"/>
                  <a:pt x="86" y="230"/>
                  <a:pt x="78" y="280"/>
                </a:cubicBezTo>
                <a:cubicBezTo>
                  <a:pt x="78" y="282"/>
                  <a:pt x="78" y="285"/>
                  <a:pt x="78" y="290"/>
                </a:cubicBezTo>
                <a:cubicBezTo>
                  <a:pt x="78" y="295"/>
                  <a:pt x="78" y="299"/>
                  <a:pt x="78" y="301"/>
                </a:cubicBezTo>
                <a:cubicBezTo>
                  <a:pt x="78" y="328"/>
                  <a:pt x="83" y="347"/>
                  <a:pt x="94" y="357"/>
                </a:cubicBezTo>
                <a:cubicBezTo>
                  <a:pt x="104" y="367"/>
                  <a:pt x="117" y="372"/>
                  <a:pt x="132" y="373"/>
                </a:cubicBezTo>
                <a:cubicBezTo>
                  <a:pt x="165" y="373"/>
                  <a:pt x="198" y="351"/>
                  <a:pt x="232" y="308"/>
                </a:cubicBezTo>
                <a:lnTo>
                  <a:pt x="239" y="298"/>
                </a:lnTo>
                <a:lnTo>
                  <a:pt x="288" y="104"/>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457" name=""/>
          <p:cNvSpPr/>
          <p:nvPr/>
        </p:nvSpPr>
        <p:spPr>
          <a:xfrm>
            <a:off x="6007320" y="4950720"/>
            <a:ext cx="77400" cy="323640"/>
          </a:xfrm>
          <a:custGeom>
            <a:avLst/>
            <a:gdLst/>
            <a:ahLst/>
            <a:rect l="0" t="0" r="r" b="b"/>
            <a:pathLst>
              <a:path w="215" h="899">
                <a:moveTo>
                  <a:pt x="0" y="450"/>
                </a:moveTo>
                <a:cubicBezTo>
                  <a:pt x="0" y="409"/>
                  <a:pt x="3" y="369"/>
                  <a:pt x="9" y="332"/>
                </a:cubicBezTo>
                <a:cubicBezTo>
                  <a:pt x="15" y="295"/>
                  <a:pt x="22" y="263"/>
                  <a:pt x="29" y="236"/>
                </a:cubicBezTo>
                <a:cubicBezTo>
                  <a:pt x="37" y="209"/>
                  <a:pt x="48" y="183"/>
                  <a:pt x="63" y="157"/>
                </a:cubicBezTo>
                <a:cubicBezTo>
                  <a:pt x="77" y="131"/>
                  <a:pt x="88" y="110"/>
                  <a:pt x="97" y="96"/>
                </a:cubicBezTo>
                <a:cubicBezTo>
                  <a:pt x="105" y="82"/>
                  <a:pt x="119" y="66"/>
                  <a:pt x="135" y="49"/>
                </a:cubicBezTo>
                <a:cubicBezTo>
                  <a:pt x="152" y="33"/>
                  <a:pt x="162" y="23"/>
                  <a:pt x="165" y="19"/>
                </a:cubicBezTo>
                <a:cubicBezTo>
                  <a:pt x="168" y="15"/>
                  <a:pt x="176" y="9"/>
                  <a:pt x="188" y="0"/>
                </a:cubicBezTo>
                <a:lnTo>
                  <a:pt x="199" y="0"/>
                </a:lnTo>
                <a:lnTo>
                  <a:pt x="203" y="0"/>
                </a:lnTo>
                <a:cubicBezTo>
                  <a:pt x="211" y="0"/>
                  <a:pt x="215" y="3"/>
                  <a:pt x="215" y="8"/>
                </a:cubicBezTo>
                <a:cubicBezTo>
                  <a:pt x="215" y="10"/>
                  <a:pt x="210" y="16"/>
                  <a:pt x="200" y="27"/>
                </a:cubicBezTo>
                <a:cubicBezTo>
                  <a:pt x="190" y="38"/>
                  <a:pt x="178" y="54"/>
                  <a:pt x="163" y="75"/>
                </a:cubicBezTo>
                <a:cubicBezTo>
                  <a:pt x="149" y="96"/>
                  <a:pt x="134" y="121"/>
                  <a:pt x="119" y="153"/>
                </a:cubicBezTo>
                <a:cubicBezTo>
                  <a:pt x="103" y="183"/>
                  <a:pt x="91" y="225"/>
                  <a:pt x="81" y="277"/>
                </a:cubicBezTo>
                <a:cubicBezTo>
                  <a:pt x="70" y="329"/>
                  <a:pt x="65" y="386"/>
                  <a:pt x="65" y="450"/>
                </a:cubicBezTo>
                <a:cubicBezTo>
                  <a:pt x="65" y="513"/>
                  <a:pt x="70" y="571"/>
                  <a:pt x="81" y="622"/>
                </a:cubicBezTo>
                <a:cubicBezTo>
                  <a:pt x="91" y="674"/>
                  <a:pt x="103" y="715"/>
                  <a:pt x="118" y="747"/>
                </a:cubicBezTo>
                <a:cubicBezTo>
                  <a:pt x="133" y="779"/>
                  <a:pt x="147" y="804"/>
                  <a:pt x="162" y="824"/>
                </a:cubicBezTo>
                <a:cubicBezTo>
                  <a:pt x="177" y="844"/>
                  <a:pt x="190" y="860"/>
                  <a:pt x="200" y="872"/>
                </a:cubicBezTo>
                <a:cubicBezTo>
                  <a:pt x="210" y="884"/>
                  <a:pt x="215" y="890"/>
                  <a:pt x="215" y="890"/>
                </a:cubicBezTo>
                <a:cubicBezTo>
                  <a:pt x="215" y="896"/>
                  <a:pt x="211" y="899"/>
                  <a:pt x="202" y="899"/>
                </a:cubicBezTo>
                <a:lnTo>
                  <a:pt x="199" y="899"/>
                </a:lnTo>
                <a:lnTo>
                  <a:pt x="188" y="899"/>
                </a:lnTo>
                <a:lnTo>
                  <a:pt x="162" y="877"/>
                </a:lnTo>
                <a:cubicBezTo>
                  <a:pt x="105" y="826"/>
                  <a:pt x="64" y="763"/>
                  <a:pt x="38" y="687"/>
                </a:cubicBezTo>
                <a:cubicBezTo>
                  <a:pt x="13" y="611"/>
                  <a:pt x="0" y="532"/>
                  <a:pt x="0" y="450"/>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458" name=""/>
          <p:cNvSpPr/>
          <p:nvPr/>
        </p:nvSpPr>
        <p:spPr>
          <a:xfrm>
            <a:off x="6109200" y="5049720"/>
            <a:ext cx="182880" cy="143640"/>
          </a:xfrm>
          <a:custGeom>
            <a:avLst/>
            <a:gdLst/>
            <a:ahLst/>
            <a:rect l="0" t="0" r="r" b="b"/>
            <a:pathLst>
              <a:path w="508" h="399">
                <a:moveTo>
                  <a:pt x="186" y="399"/>
                </a:moveTo>
                <a:cubicBezTo>
                  <a:pt x="177" y="397"/>
                  <a:pt x="146" y="396"/>
                  <a:pt x="91" y="396"/>
                </a:cubicBezTo>
                <a:cubicBezTo>
                  <a:pt x="43" y="396"/>
                  <a:pt x="14" y="397"/>
                  <a:pt x="7" y="399"/>
                </a:cubicBezTo>
                <a:lnTo>
                  <a:pt x="0" y="399"/>
                </a:lnTo>
                <a:lnTo>
                  <a:pt x="0" y="344"/>
                </a:lnTo>
                <a:lnTo>
                  <a:pt x="88" y="344"/>
                </a:lnTo>
                <a:lnTo>
                  <a:pt x="202" y="208"/>
                </a:lnTo>
                <a:lnTo>
                  <a:pt x="80" y="55"/>
                </a:lnTo>
                <a:lnTo>
                  <a:pt x="5" y="55"/>
                </a:lnTo>
                <a:lnTo>
                  <a:pt x="5" y="0"/>
                </a:lnTo>
                <a:lnTo>
                  <a:pt x="12" y="0"/>
                </a:lnTo>
                <a:cubicBezTo>
                  <a:pt x="22" y="2"/>
                  <a:pt x="55" y="2"/>
                  <a:pt x="111" y="2"/>
                </a:cubicBezTo>
                <a:cubicBezTo>
                  <a:pt x="173" y="2"/>
                  <a:pt x="210" y="2"/>
                  <a:pt x="220" y="0"/>
                </a:cubicBezTo>
                <a:lnTo>
                  <a:pt x="228" y="0"/>
                </a:lnTo>
                <a:lnTo>
                  <a:pt x="228" y="55"/>
                </a:lnTo>
                <a:lnTo>
                  <a:pt x="203" y="55"/>
                </a:lnTo>
                <a:lnTo>
                  <a:pt x="235" y="94"/>
                </a:lnTo>
                <a:cubicBezTo>
                  <a:pt x="255" y="120"/>
                  <a:pt x="266" y="133"/>
                  <a:pt x="266" y="133"/>
                </a:cubicBezTo>
                <a:cubicBezTo>
                  <a:pt x="269" y="133"/>
                  <a:pt x="280" y="119"/>
                  <a:pt x="300" y="92"/>
                </a:cubicBezTo>
                <a:lnTo>
                  <a:pt x="332" y="55"/>
                </a:lnTo>
                <a:lnTo>
                  <a:pt x="298" y="55"/>
                </a:lnTo>
                <a:lnTo>
                  <a:pt x="298" y="0"/>
                </a:lnTo>
                <a:lnTo>
                  <a:pt x="306" y="0"/>
                </a:lnTo>
                <a:cubicBezTo>
                  <a:pt x="315" y="2"/>
                  <a:pt x="346" y="2"/>
                  <a:pt x="401" y="2"/>
                </a:cubicBezTo>
                <a:cubicBezTo>
                  <a:pt x="449" y="2"/>
                  <a:pt x="477" y="2"/>
                  <a:pt x="484" y="0"/>
                </a:cubicBezTo>
                <a:lnTo>
                  <a:pt x="491" y="0"/>
                </a:lnTo>
                <a:lnTo>
                  <a:pt x="491" y="55"/>
                </a:lnTo>
                <a:lnTo>
                  <a:pt x="405" y="55"/>
                </a:lnTo>
                <a:lnTo>
                  <a:pt x="301" y="178"/>
                </a:lnTo>
                <a:lnTo>
                  <a:pt x="435" y="343"/>
                </a:lnTo>
                <a:lnTo>
                  <a:pt x="472" y="344"/>
                </a:lnTo>
                <a:lnTo>
                  <a:pt x="508" y="344"/>
                </a:lnTo>
                <a:lnTo>
                  <a:pt x="508" y="399"/>
                </a:lnTo>
                <a:lnTo>
                  <a:pt x="501" y="399"/>
                </a:lnTo>
                <a:cubicBezTo>
                  <a:pt x="492" y="397"/>
                  <a:pt x="460" y="396"/>
                  <a:pt x="403" y="396"/>
                </a:cubicBezTo>
                <a:cubicBezTo>
                  <a:pt x="341" y="396"/>
                  <a:pt x="305" y="397"/>
                  <a:pt x="294" y="399"/>
                </a:cubicBezTo>
                <a:lnTo>
                  <a:pt x="286" y="399"/>
                </a:lnTo>
                <a:lnTo>
                  <a:pt x="286" y="344"/>
                </a:lnTo>
                <a:lnTo>
                  <a:pt x="311" y="344"/>
                </a:lnTo>
                <a:cubicBezTo>
                  <a:pt x="311" y="343"/>
                  <a:pt x="299" y="328"/>
                  <a:pt x="275" y="299"/>
                </a:cubicBezTo>
                <a:cubicBezTo>
                  <a:pt x="251" y="269"/>
                  <a:pt x="239" y="254"/>
                  <a:pt x="238" y="253"/>
                </a:cubicBezTo>
                <a:lnTo>
                  <a:pt x="160" y="343"/>
                </a:lnTo>
                <a:lnTo>
                  <a:pt x="177" y="344"/>
                </a:lnTo>
                <a:lnTo>
                  <a:pt x="193" y="344"/>
                </a:lnTo>
                <a:lnTo>
                  <a:pt x="193" y="399"/>
                </a:lnTo>
                <a:lnTo>
                  <a:pt x="186" y="399"/>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459" name=""/>
          <p:cNvSpPr/>
          <p:nvPr/>
        </p:nvSpPr>
        <p:spPr>
          <a:xfrm>
            <a:off x="6313680" y="5098680"/>
            <a:ext cx="71280" cy="145800"/>
          </a:xfrm>
          <a:custGeom>
            <a:avLst/>
            <a:gdLst/>
            <a:ahLst/>
            <a:rect l="0" t="0" r="r" b="b"/>
            <a:pathLst>
              <a:path w="198" h="405">
                <a:moveTo>
                  <a:pt x="4" y="153"/>
                </a:moveTo>
                <a:cubicBezTo>
                  <a:pt x="1" y="150"/>
                  <a:pt x="0" y="147"/>
                  <a:pt x="0" y="146"/>
                </a:cubicBezTo>
                <a:cubicBezTo>
                  <a:pt x="0" y="144"/>
                  <a:pt x="1" y="141"/>
                  <a:pt x="2" y="136"/>
                </a:cubicBezTo>
                <a:cubicBezTo>
                  <a:pt x="3" y="131"/>
                  <a:pt x="4" y="128"/>
                  <a:pt x="5" y="127"/>
                </a:cubicBezTo>
                <a:cubicBezTo>
                  <a:pt x="6" y="125"/>
                  <a:pt x="8" y="124"/>
                  <a:pt x="11" y="124"/>
                </a:cubicBezTo>
                <a:cubicBezTo>
                  <a:pt x="14" y="124"/>
                  <a:pt x="25" y="124"/>
                  <a:pt x="43" y="123"/>
                </a:cubicBezTo>
                <a:lnTo>
                  <a:pt x="77" y="123"/>
                </a:lnTo>
                <a:lnTo>
                  <a:pt x="89" y="73"/>
                </a:lnTo>
                <a:cubicBezTo>
                  <a:pt x="90" y="68"/>
                  <a:pt x="92" y="62"/>
                  <a:pt x="93" y="54"/>
                </a:cubicBezTo>
                <a:cubicBezTo>
                  <a:pt x="96" y="47"/>
                  <a:pt x="97" y="41"/>
                  <a:pt x="99" y="38"/>
                </a:cubicBezTo>
                <a:cubicBezTo>
                  <a:pt x="100" y="34"/>
                  <a:pt x="101" y="30"/>
                  <a:pt x="103" y="25"/>
                </a:cubicBezTo>
                <a:cubicBezTo>
                  <a:pt x="104" y="20"/>
                  <a:pt x="105" y="16"/>
                  <a:pt x="108" y="14"/>
                </a:cubicBezTo>
                <a:cubicBezTo>
                  <a:pt x="110" y="12"/>
                  <a:pt x="112" y="10"/>
                  <a:pt x="114" y="7"/>
                </a:cubicBezTo>
                <a:cubicBezTo>
                  <a:pt x="116" y="4"/>
                  <a:pt x="119" y="2"/>
                  <a:pt x="123" y="1"/>
                </a:cubicBezTo>
                <a:cubicBezTo>
                  <a:pt x="127" y="0"/>
                  <a:pt x="130" y="0"/>
                  <a:pt x="134" y="0"/>
                </a:cubicBezTo>
                <a:cubicBezTo>
                  <a:pt x="142" y="0"/>
                  <a:pt x="147" y="2"/>
                  <a:pt x="150" y="7"/>
                </a:cubicBezTo>
                <a:cubicBezTo>
                  <a:pt x="153" y="11"/>
                  <a:pt x="155" y="15"/>
                  <a:pt x="155" y="19"/>
                </a:cubicBezTo>
                <a:cubicBezTo>
                  <a:pt x="155" y="22"/>
                  <a:pt x="153" y="32"/>
                  <a:pt x="149" y="48"/>
                </a:cubicBezTo>
                <a:cubicBezTo>
                  <a:pt x="145" y="65"/>
                  <a:pt x="141" y="82"/>
                  <a:pt x="136" y="99"/>
                </a:cubicBezTo>
                <a:lnTo>
                  <a:pt x="130" y="122"/>
                </a:lnTo>
                <a:cubicBezTo>
                  <a:pt x="130" y="123"/>
                  <a:pt x="140" y="123"/>
                  <a:pt x="162" y="123"/>
                </a:cubicBezTo>
                <a:lnTo>
                  <a:pt x="194" y="123"/>
                </a:lnTo>
                <a:cubicBezTo>
                  <a:pt x="197" y="126"/>
                  <a:pt x="198" y="129"/>
                  <a:pt x="198" y="130"/>
                </a:cubicBezTo>
                <a:cubicBezTo>
                  <a:pt x="198" y="140"/>
                  <a:pt x="196" y="147"/>
                  <a:pt x="190" y="153"/>
                </a:cubicBezTo>
                <a:lnTo>
                  <a:pt x="122" y="153"/>
                </a:lnTo>
                <a:lnTo>
                  <a:pt x="99" y="246"/>
                </a:lnTo>
                <a:cubicBezTo>
                  <a:pt x="82" y="313"/>
                  <a:pt x="74" y="350"/>
                  <a:pt x="74" y="355"/>
                </a:cubicBezTo>
                <a:cubicBezTo>
                  <a:pt x="74" y="372"/>
                  <a:pt x="79" y="381"/>
                  <a:pt x="91" y="381"/>
                </a:cubicBezTo>
                <a:cubicBezTo>
                  <a:pt x="107" y="381"/>
                  <a:pt x="121" y="374"/>
                  <a:pt x="135" y="360"/>
                </a:cubicBezTo>
                <a:cubicBezTo>
                  <a:pt x="149" y="345"/>
                  <a:pt x="160" y="328"/>
                  <a:pt x="168" y="306"/>
                </a:cubicBezTo>
                <a:cubicBezTo>
                  <a:pt x="169" y="304"/>
                  <a:pt x="170" y="302"/>
                  <a:pt x="172" y="302"/>
                </a:cubicBezTo>
                <a:cubicBezTo>
                  <a:pt x="173" y="302"/>
                  <a:pt x="176" y="301"/>
                  <a:pt x="181" y="301"/>
                </a:cubicBezTo>
                <a:lnTo>
                  <a:pt x="184" y="301"/>
                </a:lnTo>
                <a:cubicBezTo>
                  <a:pt x="190" y="301"/>
                  <a:pt x="193" y="302"/>
                  <a:pt x="193" y="306"/>
                </a:cubicBezTo>
                <a:cubicBezTo>
                  <a:pt x="193" y="307"/>
                  <a:pt x="193" y="310"/>
                  <a:pt x="191" y="313"/>
                </a:cubicBezTo>
                <a:cubicBezTo>
                  <a:pt x="189" y="320"/>
                  <a:pt x="185" y="328"/>
                  <a:pt x="180" y="338"/>
                </a:cubicBezTo>
                <a:cubicBezTo>
                  <a:pt x="174" y="347"/>
                  <a:pt x="167" y="357"/>
                  <a:pt x="158" y="367"/>
                </a:cubicBezTo>
                <a:cubicBezTo>
                  <a:pt x="149" y="378"/>
                  <a:pt x="139" y="387"/>
                  <a:pt x="126" y="394"/>
                </a:cubicBezTo>
                <a:cubicBezTo>
                  <a:pt x="113" y="401"/>
                  <a:pt x="100" y="405"/>
                  <a:pt x="86" y="405"/>
                </a:cubicBezTo>
                <a:cubicBezTo>
                  <a:pt x="74" y="405"/>
                  <a:pt x="62" y="402"/>
                  <a:pt x="50" y="395"/>
                </a:cubicBezTo>
                <a:cubicBezTo>
                  <a:pt x="39" y="389"/>
                  <a:pt x="30" y="378"/>
                  <a:pt x="25" y="362"/>
                </a:cubicBezTo>
                <a:cubicBezTo>
                  <a:pt x="25" y="359"/>
                  <a:pt x="24" y="353"/>
                  <a:pt x="24" y="345"/>
                </a:cubicBezTo>
                <a:lnTo>
                  <a:pt x="24" y="334"/>
                </a:lnTo>
                <a:lnTo>
                  <a:pt x="46" y="245"/>
                </a:lnTo>
                <a:cubicBezTo>
                  <a:pt x="61" y="185"/>
                  <a:pt x="69" y="154"/>
                  <a:pt x="69" y="154"/>
                </a:cubicBezTo>
                <a:cubicBezTo>
                  <a:pt x="69" y="153"/>
                  <a:pt x="58" y="153"/>
                  <a:pt x="37" y="153"/>
                </a:cubicBezTo>
                <a:lnTo>
                  <a:pt x="4" y="153"/>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460" name=""/>
          <p:cNvSpPr/>
          <p:nvPr/>
        </p:nvSpPr>
        <p:spPr>
          <a:xfrm>
            <a:off x="6410880" y="5179680"/>
            <a:ext cx="139680" cy="9720"/>
          </a:xfrm>
          <a:custGeom>
            <a:avLst/>
            <a:gdLst/>
            <a:ahLst/>
            <a:rect l="0" t="0" r="r" b="b"/>
            <a:pathLst>
              <a:path w="388" h="27">
                <a:moveTo>
                  <a:pt x="9" y="0"/>
                </a:moveTo>
                <a:lnTo>
                  <a:pt x="379" y="0"/>
                </a:lnTo>
                <a:cubicBezTo>
                  <a:pt x="385" y="4"/>
                  <a:pt x="388" y="8"/>
                  <a:pt x="388" y="13"/>
                </a:cubicBezTo>
                <a:cubicBezTo>
                  <a:pt x="388" y="18"/>
                  <a:pt x="385" y="22"/>
                  <a:pt x="379" y="27"/>
                </a:cubicBezTo>
                <a:lnTo>
                  <a:pt x="9" y="27"/>
                </a:lnTo>
                <a:cubicBezTo>
                  <a:pt x="3" y="23"/>
                  <a:pt x="0" y="19"/>
                  <a:pt x="0" y="13"/>
                </a:cubicBezTo>
                <a:cubicBezTo>
                  <a:pt x="0" y="8"/>
                  <a:pt x="3" y="3"/>
                  <a:pt x="9" y="0"/>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461" name=""/>
          <p:cNvSpPr/>
          <p:nvPr/>
        </p:nvSpPr>
        <p:spPr>
          <a:xfrm>
            <a:off x="6588360" y="5089320"/>
            <a:ext cx="79200" cy="152640"/>
          </a:xfrm>
          <a:custGeom>
            <a:avLst/>
            <a:gdLst/>
            <a:ahLst/>
            <a:rect l="0" t="0" r="r" b="b"/>
            <a:pathLst>
              <a:path w="220" h="424">
                <a:moveTo>
                  <a:pt x="83" y="56"/>
                </a:moveTo>
                <a:lnTo>
                  <a:pt x="75" y="59"/>
                </a:lnTo>
                <a:cubicBezTo>
                  <a:pt x="69" y="61"/>
                  <a:pt x="60" y="63"/>
                  <a:pt x="49" y="66"/>
                </a:cubicBezTo>
                <a:cubicBezTo>
                  <a:pt x="38" y="68"/>
                  <a:pt x="26" y="69"/>
                  <a:pt x="12" y="70"/>
                </a:cubicBezTo>
                <a:lnTo>
                  <a:pt x="0" y="70"/>
                </a:lnTo>
                <a:lnTo>
                  <a:pt x="0" y="41"/>
                </a:lnTo>
                <a:lnTo>
                  <a:pt x="12" y="41"/>
                </a:lnTo>
                <a:cubicBezTo>
                  <a:pt x="32" y="40"/>
                  <a:pt x="51" y="37"/>
                  <a:pt x="68" y="31"/>
                </a:cubicBezTo>
                <a:cubicBezTo>
                  <a:pt x="84" y="26"/>
                  <a:pt x="96" y="21"/>
                  <a:pt x="103" y="16"/>
                </a:cubicBezTo>
                <a:cubicBezTo>
                  <a:pt x="110" y="11"/>
                  <a:pt x="116" y="7"/>
                  <a:pt x="122" y="2"/>
                </a:cubicBezTo>
                <a:cubicBezTo>
                  <a:pt x="123" y="1"/>
                  <a:pt x="125" y="0"/>
                  <a:pt x="129" y="0"/>
                </a:cubicBezTo>
                <a:cubicBezTo>
                  <a:pt x="133" y="0"/>
                  <a:pt x="137" y="1"/>
                  <a:pt x="140" y="4"/>
                </a:cubicBezTo>
                <a:lnTo>
                  <a:pt x="140" y="194"/>
                </a:lnTo>
                <a:lnTo>
                  <a:pt x="141" y="384"/>
                </a:lnTo>
                <a:cubicBezTo>
                  <a:pt x="144" y="387"/>
                  <a:pt x="146" y="389"/>
                  <a:pt x="148" y="390"/>
                </a:cubicBezTo>
                <a:cubicBezTo>
                  <a:pt x="151" y="391"/>
                  <a:pt x="156" y="391"/>
                  <a:pt x="164" y="392"/>
                </a:cubicBezTo>
                <a:cubicBezTo>
                  <a:pt x="172" y="393"/>
                  <a:pt x="185" y="394"/>
                  <a:pt x="203" y="394"/>
                </a:cubicBezTo>
                <a:lnTo>
                  <a:pt x="220" y="394"/>
                </a:lnTo>
                <a:lnTo>
                  <a:pt x="220" y="424"/>
                </a:lnTo>
                <a:lnTo>
                  <a:pt x="213" y="424"/>
                </a:lnTo>
                <a:cubicBezTo>
                  <a:pt x="204" y="423"/>
                  <a:pt x="170" y="421"/>
                  <a:pt x="111" y="421"/>
                </a:cubicBezTo>
                <a:cubicBezTo>
                  <a:pt x="53" y="421"/>
                  <a:pt x="20" y="423"/>
                  <a:pt x="11" y="424"/>
                </a:cubicBezTo>
                <a:lnTo>
                  <a:pt x="3" y="424"/>
                </a:lnTo>
                <a:lnTo>
                  <a:pt x="3" y="394"/>
                </a:lnTo>
                <a:lnTo>
                  <a:pt x="20" y="394"/>
                </a:lnTo>
                <a:cubicBezTo>
                  <a:pt x="29" y="394"/>
                  <a:pt x="37" y="394"/>
                  <a:pt x="44" y="394"/>
                </a:cubicBezTo>
                <a:cubicBezTo>
                  <a:pt x="51" y="394"/>
                  <a:pt x="56" y="393"/>
                  <a:pt x="60" y="393"/>
                </a:cubicBezTo>
                <a:cubicBezTo>
                  <a:pt x="64" y="393"/>
                  <a:pt x="67" y="392"/>
                  <a:pt x="70" y="391"/>
                </a:cubicBezTo>
                <a:cubicBezTo>
                  <a:pt x="73" y="390"/>
                  <a:pt x="75" y="390"/>
                  <a:pt x="75" y="390"/>
                </a:cubicBezTo>
                <a:cubicBezTo>
                  <a:pt x="76" y="390"/>
                  <a:pt x="77" y="389"/>
                  <a:pt x="79" y="387"/>
                </a:cubicBezTo>
                <a:cubicBezTo>
                  <a:pt x="81" y="385"/>
                  <a:pt x="82" y="384"/>
                  <a:pt x="83" y="384"/>
                </a:cubicBezTo>
                <a:lnTo>
                  <a:pt x="83" y="56"/>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462" name=""/>
          <p:cNvSpPr/>
          <p:nvPr/>
        </p:nvSpPr>
        <p:spPr>
          <a:xfrm>
            <a:off x="6738480" y="4951080"/>
            <a:ext cx="13320" cy="322920"/>
          </a:xfrm>
          <a:custGeom>
            <a:avLst/>
            <a:gdLst/>
            <a:ahLst/>
            <a:rect l="0" t="0" r="r" b="b"/>
            <a:pathLst>
              <a:path w="37" h="897">
                <a:moveTo>
                  <a:pt x="18" y="897"/>
                </a:moveTo>
                <a:lnTo>
                  <a:pt x="16" y="897"/>
                </a:lnTo>
                <a:cubicBezTo>
                  <a:pt x="9" y="897"/>
                  <a:pt x="3" y="893"/>
                  <a:pt x="0" y="885"/>
                </a:cubicBezTo>
                <a:lnTo>
                  <a:pt x="0" y="448"/>
                </a:lnTo>
                <a:lnTo>
                  <a:pt x="1" y="11"/>
                </a:lnTo>
                <a:cubicBezTo>
                  <a:pt x="7" y="3"/>
                  <a:pt x="12" y="0"/>
                  <a:pt x="18" y="0"/>
                </a:cubicBezTo>
                <a:cubicBezTo>
                  <a:pt x="26" y="0"/>
                  <a:pt x="32" y="4"/>
                  <a:pt x="37" y="13"/>
                </a:cubicBezTo>
                <a:lnTo>
                  <a:pt x="37" y="885"/>
                </a:lnTo>
                <a:cubicBezTo>
                  <a:pt x="32" y="893"/>
                  <a:pt x="26" y="897"/>
                  <a:pt x="19" y="897"/>
                </a:cubicBezTo>
                <a:lnTo>
                  <a:pt x="18" y="897"/>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463" name=""/>
          <p:cNvSpPr/>
          <p:nvPr/>
        </p:nvSpPr>
        <p:spPr>
          <a:xfrm>
            <a:off x="6796440" y="5049720"/>
            <a:ext cx="182880" cy="143640"/>
          </a:xfrm>
          <a:custGeom>
            <a:avLst/>
            <a:gdLst/>
            <a:ahLst/>
            <a:rect l="0" t="0" r="r" b="b"/>
            <a:pathLst>
              <a:path w="508" h="399">
                <a:moveTo>
                  <a:pt x="186" y="399"/>
                </a:moveTo>
                <a:cubicBezTo>
                  <a:pt x="177" y="397"/>
                  <a:pt x="145" y="396"/>
                  <a:pt x="90" y="396"/>
                </a:cubicBezTo>
                <a:cubicBezTo>
                  <a:pt x="41" y="396"/>
                  <a:pt x="14" y="397"/>
                  <a:pt x="6" y="399"/>
                </a:cubicBezTo>
                <a:lnTo>
                  <a:pt x="0" y="399"/>
                </a:lnTo>
                <a:lnTo>
                  <a:pt x="0" y="344"/>
                </a:lnTo>
                <a:lnTo>
                  <a:pt x="86" y="344"/>
                </a:lnTo>
                <a:lnTo>
                  <a:pt x="202" y="208"/>
                </a:lnTo>
                <a:lnTo>
                  <a:pt x="79" y="55"/>
                </a:lnTo>
                <a:lnTo>
                  <a:pt x="5" y="55"/>
                </a:lnTo>
                <a:lnTo>
                  <a:pt x="5" y="0"/>
                </a:lnTo>
                <a:lnTo>
                  <a:pt x="12" y="0"/>
                </a:lnTo>
                <a:cubicBezTo>
                  <a:pt x="21" y="2"/>
                  <a:pt x="53" y="2"/>
                  <a:pt x="110" y="2"/>
                </a:cubicBezTo>
                <a:cubicBezTo>
                  <a:pt x="173" y="2"/>
                  <a:pt x="209" y="2"/>
                  <a:pt x="220" y="0"/>
                </a:cubicBezTo>
                <a:lnTo>
                  <a:pt x="228" y="0"/>
                </a:lnTo>
                <a:lnTo>
                  <a:pt x="228" y="55"/>
                </a:lnTo>
                <a:lnTo>
                  <a:pt x="203" y="55"/>
                </a:lnTo>
                <a:lnTo>
                  <a:pt x="234" y="94"/>
                </a:lnTo>
                <a:cubicBezTo>
                  <a:pt x="255" y="120"/>
                  <a:pt x="265" y="133"/>
                  <a:pt x="266" y="133"/>
                </a:cubicBezTo>
                <a:cubicBezTo>
                  <a:pt x="268" y="133"/>
                  <a:pt x="280" y="119"/>
                  <a:pt x="300" y="92"/>
                </a:cubicBezTo>
                <a:lnTo>
                  <a:pt x="331" y="55"/>
                </a:lnTo>
                <a:lnTo>
                  <a:pt x="298" y="55"/>
                </a:lnTo>
                <a:lnTo>
                  <a:pt x="298" y="0"/>
                </a:lnTo>
                <a:lnTo>
                  <a:pt x="305" y="0"/>
                </a:lnTo>
                <a:cubicBezTo>
                  <a:pt x="314" y="2"/>
                  <a:pt x="346" y="2"/>
                  <a:pt x="401" y="2"/>
                </a:cubicBezTo>
                <a:cubicBezTo>
                  <a:pt x="449" y="2"/>
                  <a:pt x="477" y="2"/>
                  <a:pt x="484" y="0"/>
                </a:cubicBezTo>
                <a:lnTo>
                  <a:pt x="490" y="0"/>
                </a:lnTo>
                <a:lnTo>
                  <a:pt x="490" y="55"/>
                </a:lnTo>
                <a:lnTo>
                  <a:pt x="405" y="55"/>
                </a:lnTo>
                <a:lnTo>
                  <a:pt x="301" y="178"/>
                </a:lnTo>
                <a:lnTo>
                  <a:pt x="435" y="343"/>
                </a:lnTo>
                <a:lnTo>
                  <a:pt x="471" y="344"/>
                </a:lnTo>
                <a:lnTo>
                  <a:pt x="508" y="344"/>
                </a:lnTo>
                <a:lnTo>
                  <a:pt x="508" y="399"/>
                </a:lnTo>
                <a:lnTo>
                  <a:pt x="501" y="399"/>
                </a:lnTo>
                <a:cubicBezTo>
                  <a:pt x="492" y="397"/>
                  <a:pt x="459" y="396"/>
                  <a:pt x="403" y="396"/>
                </a:cubicBezTo>
                <a:cubicBezTo>
                  <a:pt x="341" y="396"/>
                  <a:pt x="304" y="397"/>
                  <a:pt x="294" y="399"/>
                </a:cubicBezTo>
                <a:lnTo>
                  <a:pt x="286" y="399"/>
                </a:lnTo>
                <a:lnTo>
                  <a:pt x="286" y="344"/>
                </a:lnTo>
                <a:lnTo>
                  <a:pt x="311" y="344"/>
                </a:lnTo>
                <a:cubicBezTo>
                  <a:pt x="311" y="343"/>
                  <a:pt x="299" y="328"/>
                  <a:pt x="275" y="299"/>
                </a:cubicBezTo>
                <a:cubicBezTo>
                  <a:pt x="251" y="269"/>
                  <a:pt x="239" y="254"/>
                  <a:pt x="238" y="253"/>
                </a:cubicBezTo>
                <a:lnTo>
                  <a:pt x="160" y="343"/>
                </a:lnTo>
                <a:lnTo>
                  <a:pt x="177" y="344"/>
                </a:lnTo>
                <a:lnTo>
                  <a:pt x="193" y="344"/>
                </a:lnTo>
                <a:lnTo>
                  <a:pt x="193" y="399"/>
                </a:lnTo>
                <a:lnTo>
                  <a:pt x="186" y="399"/>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464" name=""/>
          <p:cNvSpPr/>
          <p:nvPr/>
        </p:nvSpPr>
        <p:spPr>
          <a:xfrm>
            <a:off x="7000920" y="5098680"/>
            <a:ext cx="71280" cy="145800"/>
          </a:xfrm>
          <a:custGeom>
            <a:avLst/>
            <a:gdLst/>
            <a:ahLst/>
            <a:rect l="0" t="0" r="r" b="b"/>
            <a:pathLst>
              <a:path w="198" h="405">
                <a:moveTo>
                  <a:pt x="4" y="153"/>
                </a:moveTo>
                <a:cubicBezTo>
                  <a:pt x="1" y="150"/>
                  <a:pt x="0" y="147"/>
                  <a:pt x="0" y="146"/>
                </a:cubicBezTo>
                <a:cubicBezTo>
                  <a:pt x="0" y="144"/>
                  <a:pt x="0" y="141"/>
                  <a:pt x="2" y="136"/>
                </a:cubicBezTo>
                <a:cubicBezTo>
                  <a:pt x="3" y="131"/>
                  <a:pt x="4" y="128"/>
                  <a:pt x="5" y="127"/>
                </a:cubicBezTo>
                <a:cubicBezTo>
                  <a:pt x="6" y="125"/>
                  <a:pt x="8" y="124"/>
                  <a:pt x="11" y="124"/>
                </a:cubicBezTo>
                <a:cubicBezTo>
                  <a:pt x="13" y="124"/>
                  <a:pt x="24" y="124"/>
                  <a:pt x="43" y="123"/>
                </a:cubicBezTo>
                <a:lnTo>
                  <a:pt x="76" y="123"/>
                </a:lnTo>
                <a:lnTo>
                  <a:pt x="89" y="73"/>
                </a:lnTo>
                <a:cubicBezTo>
                  <a:pt x="90" y="68"/>
                  <a:pt x="91" y="62"/>
                  <a:pt x="93" y="54"/>
                </a:cubicBezTo>
                <a:cubicBezTo>
                  <a:pt x="95" y="47"/>
                  <a:pt x="96" y="41"/>
                  <a:pt x="97" y="38"/>
                </a:cubicBezTo>
                <a:cubicBezTo>
                  <a:pt x="99" y="34"/>
                  <a:pt x="100" y="30"/>
                  <a:pt x="101" y="25"/>
                </a:cubicBezTo>
                <a:cubicBezTo>
                  <a:pt x="103" y="20"/>
                  <a:pt x="104" y="16"/>
                  <a:pt x="106" y="14"/>
                </a:cubicBezTo>
                <a:cubicBezTo>
                  <a:pt x="108" y="12"/>
                  <a:pt x="111" y="10"/>
                  <a:pt x="113" y="7"/>
                </a:cubicBezTo>
                <a:cubicBezTo>
                  <a:pt x="115" y="4"/>
                  <a:pt x="118" y="2"/>
                  <a:pt x="122" y="1"/>
                </a:cubicBezTo>
                <a:cubicBezTo>
                  <a:pt x="125" y="0"/>
                  <a:pt x="129" y="0"/>
                  <a:pt x="133" y="0"/>
                </a:cubicBezTo>
                <a:cubicBezTo>
                  <a:pt x="141" y="0"/>
                  <a:pt x="146" y="2"/>
                  <a:pt x="149" y="7"/>
                </a:cubicBezTo>
                <a:cubicBezTo>
                  <a:pt x="152" y="11"/>
                  <a:pt x="153" y="15"/>
                  <a:pt x="153" y="19"/>
                </a:cubicBezTo>
                <a:cubicBezTo>
                  <a:pt x="153" y="22"/>
                  <a:pt x="151" y="32"/>
                  <a:pt x="148" y="48"/>
                </a:cubicBezTo>
                <a:cubicBezTo>
                  <a:pt x="144" y="65"/>
                  <a:pt x="140" y="82"/>
                  <a:pt x="135" y="99"/>
                </a:cubicBezTo>
                <a:lnTo>
                  <a:pt x="129" y="122"/>
                </a:lnTo>
                <a:cubicBezTo>
                  <a:pt x="129" y="123"/>
                  <a:pt x="139" y="123"/>
                  <a:pt x="161" y="123"/>
                </a:cubicBezTo>
                <a:lnTo>
                  <a:pt x="194" y="123"/>
                </a:lnTo>
                <a:cubicBezTo>
                  <a:pt x="197" y="126"/>
                  <a:pt x="198" y="129"/>
                  <a:pt x="198" y="130"/>
                </a:cubicBezTo>
                <a:cubicBezTo>
                  <a:pt x="198" y="140"/>
                  <a:pt x="195" y="147"/>
                  <a:pt x="190" y="153"/>
                </a:cubicBezTo>
                <a:lnTo>
                  <a:pt x="121" y="153"/>
                </a:lnTo>
                <a:lnTo>
                  <a:pt x="98" y="246"/>
                </a:lnTo>
                <a:cubicBezTo>
                  <a:pt x="82" y="313"/>
                  <a:pt x="73" y="350"/>
                  <a:pt x="73" y="355"/>
                </a:cubicBezTo>
                <a:cubicBezTo>
                  <a:pt x="73" y="372"/>
                  <a:pt x="79" y="381"/>
                  <a:pt x="90" y="381"/>
                </a:cubicBezTo>
                <a:cubicBezTo>
                  <a:pt x="105" y="381"/>
                  <a:pt x="120" y="374"/>
                  <a:pt x="134" y="360"/>
                </a:cubicBezTo>
                <a:cubicBezTo>
                  <a:pt x="148" y="345"/>
                  <a:pt x="160" y="328"/>
                  <a:pt x="168" y="306"/>
                </a:cubicBezTo>
                <a:cubicBezTo>
                  <a:pt x="169" y="304"/>
                  <a:pt x="170" y="302"/>
                  <a:pt x="171" y="302"/>
                </a:cubicBezTo>
                <a:cubicBezTo>
                  <a:pt x="173" y="302"/>
                  <a:pt x="176" y="301"/>
                  <a:pt x="181" y="301"/>
                </a:cubicBezTo>
                <a:lnTo>
                  <a:pt x="183" y="301"/>
                </a:lnTo>
                <a:cubicBezTo>
                  <a:pt x="190" y="301"/>
                  <a:pt x="193" y="302"/>
                  <a:pt x="193" y="306"/>
                </a:cubicBezTo>
                <a:cubicBezTo>
                  <a:pt x="193" y="307"/>
                  <a:pt x="192" y="310"/>
                  <a:pt x="191" y="313"/>
                </a:cubicBezTo>
                <a:cubicBezTo>
                  <a:pt x="189" y="320"/>
                  <a:pt x="185" y="328"/>
                  <a:pt x="180" y="338"/>
                </a:cubicBezTo>
                <a:cubicBezTo>
                  <a:pt x="174" y="347"/>
                  <a:pt x="167" y="357"/>
                  <a:pt x="158" y="367"/>
                </a:cubicBezTo>
                <a:cubicBezTo>
                  <a:pt x="148" y="378"/>
                  <a:pt x="137" y="387"/>
                  <a:pt x="125" y="394"/>
                </a:cubicBezTo>
                <a:cubicBezTo>
                  <a:pt x="112" y="401"/>
                  <a:pt x="99" y="405"/>
                  <a:pt x="86" y="405"/>
                </a:cubicBezTo>
                <a:cubicBezTo>
                  <a:pt x="73" y="405"/>
                  <a:pt x="61" y="402"/>
                  <a:pt x="50" y="395"/>
                </a:cubicBezTo>
                <a:cubicBezTo>
                  <a:pt x="38" y="389"/>
                  <a:pt x="30" y="378"/>
                  <a:pt x="25" y="362"/>
                </a:cubicBezTo>
                <a:cubicBezTo>
                  <a:pt x="24" y="359"/>
                  <a:pt x="24" y="353"/>
                  <a:pt x="24" y="345"/>
                </a:cubicBezTo>
                <a:lnTo>
                  <a:pt x="24" y="334"/>
                </a:lnTo>
                <a:lnTo>
                  <a:pt x="46" y="245"/>
                </a:lnTo>
                <a:cubicBezTo>
                  <a:pt x="61" y="185"/>
                  <a:pt x="68" y="154"/>
                  <a:pt x="69" y="154"/>
                </a:cubicBezTo>
                <a:cubicBezTo>
                  <a:pt x="69" y="153"/>
                  <a:pt x="58" y="153"/>
                  <a:pt x="37" y="153"/>
                </a:cubicBezTo>
                <a:lnTo>
                  <a:pt x="4" y="153"/>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465" name=""/>
          <p:cNvSpPr/>
          <p:nvPr/>
        </p:nvSpPr>
        <p:spPr>
          <a:xfrm>
            <a:off x="7120440" y="5154120"/>
            <a:ext cx="42840" cy="101880"/>
          </a:xfrm>
          <a:custGeom>
            <a:avLst/>
            <a:gdLst/>
            <a:ahLst/>
            <a:rect l="0" t="0" r="r" b="b"/>
            <a:pathLst>
              <a:path w="119" h="283">
                <a:moveTo>
                  <a:pt x="0" y="77"/>
                </a:moveTo>
                <a:cubicBezTo>
                  <a:pt x="0" y="77"/>
                  <a:pt x="0" y="69"/>
                  <a:pt x="0" y="54"/>
                </a:cubicBezTo>
                <a:cubicBezTo>
                  <a:pt x="0" y="39"/>
                  <a:pt x="4" y="27"/>
                  <a:pt x="14" y="16"/>
                </a:cubicBezTo>
                <a:cubicBezTo>
                  <a:pt x="24" y="5"/>
                  <a:pt x="36" y="0"/>
                  <a:pt x="53" y="0"/>
                </a:cubicBezTo>
                <a:cubicBezTo>
                  <a:pt x="69" y="0"/>
                  <a:pt x="84" y="7"/>
                  <a:pt x="97" y="22"/>
                </a:cubicBezTo>
                <a:cubicBezTo>
                  <a:pt x="112" y="37"/>
                  <a:pt x="119" y="63"/>
                  <a:pt x="119" y="101"/>
                </a:cubicBezTo>
                <a:cubicBezTo>
                  <a:pt x="119" y="122"/>
                  <a:pt x="116" y="142"/>
                  <a:pt x="111" y="162"/>
                </a:cubicBezTo>
                <a:cubicBezTo>
                  <a:pt x="106" y="182"/>
                  <a:pt x="98" y="199"/>
                  <a:pt x="91" y="214"/>
                </a:cubicBezTo>
                <a:cubicBezTo>
                  <a:pt x="84" y="229"/>
                  <a:pt x="76" y="241"/>
                  <a:pt x="68" y="251"/>
                </a:cubicBezTo>
                <a:cubicBezTo>
                  <a:pt x="59" y="261"/>
                  <a:pt x="52" y="269"/>
                  <a:pt x="46" y="275"/>
                </a:cubicBezTo>
                <a:cubicBezTo>
                  <a:pt x="40" y="281"/>
                  <a:pt x="36" y="284"/>
                  <a:pt x="35" y="283"/>
                </a:cubicBezTo>
                <a:cubicBezTo>
                  <a:pt x="32" y="283"/>
                  <a:pt x="28" y="281"/>
                  <a:pt x="23" y="275"/>
                </a:cubicBezTo>
                <a:cubicBezTo>
                  <a:pt x="18" y="270"/>
                  <a:pt x="15" y="266"/>
                  <a:pt x="15" y="264"/>
                </a:cubicBezTo>
                <a:cubicBezTo>
                  <a:pt x="15" y="261"/>
                  <a:pt x="18" y="256"/>
                  <a:pt x="25" y="249"/>
                </a:cubicBezTo>
                <a:cubicBezTo>
                  <a:pt x="31" y="242"/>
                  <a:pt x="39" y="233"/>
                  <a:pt x="47" y="222"/>
                </a:cubicBezTo>
                <a:cubicBezTo>
                  <a:pt x="56" y="211"/>
                  <a:pt x="63" y="196"/>
                  <a:pt x="71" y="176"/>
                </a:cubicBezTo>
                <a:cubicBezTo>
                  <a:pt x="78" y="157"/>
                  <a:pt x="83" y="135"/>
                  <a:pt x="85" y="111"/>
                </a:cubicBezTo>
                <a:lnTo>
                  <a:pt x="85" y="100"/>
                </a:lnTo>
                <a:lnTo>
                  <a:pt x="84" y="101"/>
                </a:lnTo>
                <a:cubicBezTo>
                  <a:pt x="83" y="102"/>
                  <a:pt x="81" y="102"/>
                  <a:pt x="80" y="103"/>
                </a:cubicBezTo>
                <a:cubicBezTo>
                  <a:pt x="78" y="103"/>
                  <a:pt x="76" y="104"/>
                  <a:pt x="74" y="105"/>
                </a:cubicBezTo>
                <a:cubicBezTo>
                  <a:pt x="72" y="107"/>
                  <a:pt x="70" y="107"/>
                  <a:pt x="66" y="107"/>
                </a:cubicBezTo>
                <a:cubicBezTo>
                  <a:pt x="62" y="107"/>
                  <a:pt x="59" y="108"/>
                  <a:pt x="55" y="108"/>
                </a:cubicBezTo>
                <a:cubicBezTo>
                  <a:pt x="39" y="108"/>
                  <a:pt x="26" y="103"/>
                  <a:pt x="16" y="93"/>
                </a:cubicBezTo>
                <a:lnTo>
                  <a:pt x="0" y="77"/>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466" name=""/>
          <p:cNvSpPr/>
          <p:nvPr/>
        </p:nvSpPr>
        <p:spPr>
          <a:xfrm>
            <a:off x="7245360" y="5049720"/>
            <a:ext cx="183240" cy="143640"/>
          </a:xfrm>
          <a:custGeom>
            <a:avLst/>
            <a:gdLst/>
            <a:ahLst/>
            <a:rect l="0" t="0" r="r" b="b"/>
            <a:pathLst>
              <a:path w="509" h="399">
                <a:moveTo>
                  <a:pt x="185" y="399"/>
                </a:moveTo>
                <a:cubicBezTo>
                  <a:pt x="176" y="397"/>
                  <a:pt x="145" y="396"/>
                  <a:pt x="90" y="396"/>
                </a:cubicBezTo>
                <a:cubicBezTo>
                  <a:pt x="42" y="396"/>
                  <a:pt x="14" y="397"/>
                  <a:pt x="7" y="399"/>
                </a:cubicBezTo>
                <a:lnTo>
                  <a:pt x="0" y="399"/>
                </a:lnTo>
                <a:lnTo>
                  <a:pt x="0" y="344"/>
                </a:lnTo>
                <a:lnTo>
                  <a:pt x="87" y="344"/>
                </a:lnTo>
                <a:lnTo>
                  <a:pt x="202" y="208"/>
                </a:lnTo>
                <a:lnTo>
                  <a:pt x="79" y="55"/>
                </a:lnTo>
                <a:lnTo>
                  <a:pt x="5" y="55"/>
                </a:lnTo>
                <a:lnTo>
                  <a:pt x="5" y="0"/>
                </a:lnTo>
                <a:lnTo>
                  <a:pt x="12" y="0"/>
                </a:lnTo>
                <a:cubicBezTo>
                  <a:pt x="21" y="2"/>
                  <a:pt x="54" y="2"/>
                  <a:pt x="110" y="2"/>
                </a:cubicBezTo>
                <a:cubicBezTo>
                  <a:pt x="172" y="2"/>
                  <a:pt x="209" y="2"/>
                  <a:pt x="219" y="0"/>
                </a:cubicBezTo>
                <a:lnTo>
                  <a:pt x="228" y="0"/>
                </a:lnTo>
                <a:lnTo>
                  <a:pt x="228" y="55"/>
                </a:lnTo>
                <a:lnTo>
                  <a:pt x="202" y="55"/>
                </a:lnTo>
                <a:lnTo>
                  <a:pt x="234" y="94"/>
                </a:lnTo>
                <a:cubicBezTo>
                  <a:pt x="254" y="120"/>
                  <a:pt x="265" y="133"/>
                  <a:pt x="265" y="133"/>
                </a:cubicBezTo>
                <a:cubicBezTo>
                  <a:pt x="268" y="133"/>
                  <a:pt x="279" y="119"/>
                  <a:pt x="299" y="92"/>
                </a:cubicBezTo>
                <a:lnTo>
                  <a:pt x="331" y="55"/>
                </a:lnTo>
                <a:lnTo>
                  <a:pt x="298" y="55"/>
                </a:lnTo>
                <a:lnTo>
                  <a:pt x="298" y="0"/>
                </a:lnTo>
                <a:lnTo>
                  <a:pt x="305" y="0"/>
                </a:lnTo>
                <a:cubicBezTo>
                  <a:pt x="314" y="2"/>
                  <a:pt x="345" y="2"/>
                  <a:pt x="400" y="2"/>
                </a:cubicBezTo>
                <a:cubicBezTo>
                  <a:pt x="449" y="2"/>
                  <a:pt x="477" y="2"/>
                  <a:pt x="484" y="0"/>
                </a:cubicBezTo>
                <a:lnTo>
                  <a:pt x="491" y="0"/>
                </a:lnTo>
                <a:lnTo>
                  <a:pt x="491" y="55"/>
                </a:lnTo>
                <a:lnTo>
                  <a:pt x="404" y="55"/>
                </a:lnTo>
                <a:lnTo>
                  <a:pt x="300" y="178"/>
                </a:lnTo>
                <a:lnTo>
                  <a:pt x="435" y="343"/>
                </a:lnTo>
                <a:lnTo>
                  <a:pt x="472" y="344"/>
                </a:lnTo>
                <a:lnTo>
                  <a:pt x="509" y="344"/>
                </a:lnTo>
                <a:lnTo>
                  <a:pt x="509" y="399"/>
                </a:lnTo>
                <a:lnTo>
                  <a:pt x="501" y="399"/>
                </a:lnTo>
                <a:cubicBezTo>
                  <a:pt x="492" y="397"/>
                  <a:pt x="460" y="396"/>
                  <a:pt x="403" y="396"/>
                </a:cubicBezTo>
                <a:cubicBezTo>
                  <a:pt x="340" y="396"/>
                  <a:pt x="304" y="397"/>
                  <a:pt x="293" y="399"/>
                </a:cubicBezTo>
                <a:lnTo>
                  <a:pt x="285" y="399"/>
                </a:lnTo>
                <a:lnTo>
                  <a:pt x="285" y="344"/>
                </a:lnTo>
                <a:lnTo>
                  <a:pt x="310" y="344"/>
                </a:lnTo>
                <a:cubicBezTo>
                  <a:pt x="310" y="343"/>
                  <a:pt x="298" y="328"/>
                  <a:pt x="274" y="299"/>
                </a:cubicBezTo>
                <a:cubicBezTo>
                  <a:pt x="250" y="269"/>
                  <a:pt x="238" y="254"/>
                  <a:pt x="237" y="253"/>
                </a:cubicBezTo>
                <a:lnTo>
                  <a:pt x="159" y="343"/>
                </a:lnTo>
                <a:lnTo>
                  <a:pt x="176" y="344"/>
                </a:lnTo>
                <a:lnTo>
                  <a:pt x="193" y="344"/>
                </a:lnTo>
                <a:lnTo>
                  <a:pt x="193" y="399"/>
                </a:lnTo>
                <a:lnTo>
                  <a:pt x="185" y="399"/>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467" name=""/>
          <p:cNvSpPr/>
          <p:nvPr/>
        </p:nvSpPr>
        <p:spPr>
          <a:xfrm>
            <a:off x="7454520" y="5089320"/>
            <a:ext cx="96480" cy="157680"/>
          </a:xfrm>
          <a:custGeom>
            <a:avLst/>
            <a:gdLst/>
            <a:ahLst/>
            <a:rect l="0" t="0" r="r" b="b"/>
            <a:pathLst>
              <a:path w="268" h="438">
                <a:moveTo>
                  <a:pt x="36" y="53"/>
                </a:moveTo>
                <a:cubicBezTo>
                  <a:pt x="60" y="17"/>
                  <a:pt x="92" y="0"/>
                  <a:pt x="133" y="0"/>
                </a:cubicBezTo>
                <a:cubicBezTo>
                  <a:pt x="153" y="0"/>
                  <a:pt x="174" y="6"/>
                  <a:pt x="194" y="17"/>
                </a:cubicBezTo>
                <a:cubicBezTo>
                  <a:pt x="214" y="28"/>
                  <a:pt x="231" y="48"/>
                  <a:pt x="243" y="76"/>
                </a:cubicBezTo>
                <a:cubicBezTo>
                  <a:pt x="260" y="111"/>
                  <a:pt x="268" y="159"/>
                  <a:pt x="268" y="221"/>
                </a:cubicBezTo>
                <a:cubicBezTo>
                  <a:pt x="268" y="286"/>
                  <a:pt x="259" y="336"/>
                  <a:pt x="240" y="371"/>
                </a:cubicBezTo>
                <a:cubicBezTo>
                  <a:pt x="231" y="389"/>
                  <a:pt x="219" y="403"/>
                  <a:pt x="205" y="414"/>
                </a:cubicBezTo>
                <a:cubicBezTo>
                  <a:pt x="190" y="424"/>
                  <a:pt x="177" y="431"/>
                  <a:pt x="166" y="433"/>
                </a:cubicBezTo>
                <a:cubicBezTo>
                  <a:pt x="155" y="436"/>
                  <a:pt x="144" y="437"/>
                  <a:pt x="134" y="438"/>
                </a:cubicBezTo>
                <a:cubicBezTo>
                  <a:pt x="123" y="438"/>
                  <a:pt x="112" y="436"/>
                  <a:pt x="101" y="434"/>
                </a:cubicBezTo>
                <a:cubicBezTo>
                  <a:pt x="90" y="431"/>
                  <a:pt x="77" y="425"/>
                  <a:pt x="62" y="414"/>
                </a:cubicBezTo>
                <a:cubicBezTo>
                  <a:pt x="47" y="403"/>
                  <a:pt x="35" y="388"/>
                  <a:pt x="27" y="371"/>
                </a:cubicBezTo>
                <a:cubicBezTo>
                  <a:pt x="9" y="336"/>
                  <a:pt x="0" y="286"/>
                  <a:pt x="0" y="221"/>
                </a:cubicBezTo>
                <a:cubicBezTo>
                  <a:pt x="0" y="147"/>
                  <a:pt x="12" y="91"/>
                  <a:pt x="36" y="53"/>
                </a:cubicBezTo>
                <a:moveTo>
                  <a:pt x="179" y="45"/>
                </a:moveTo>
                <a:cubicBezTo>
                  <a:pt x="166" y="30"/>
                  <a:pt x="151" y="24"/>
                  <a:pt x="134" y="24"/>
                </a:cubicBezTo>
                <a:cubicBezTo>
                  <a:pt x="116" y="24"/>
                  <a:pt x="101" y="30"/>
                  <a:pt x="88" y="45"/>
                </a:cubicBezTo>
                <a:cubicBezTo>
                  <a:pt x="77" y="56"/>
                  <a:pt x="70" y="71"/>
                  <a:pt x="67" y="91"/>
                </a:cubicBezTo>
                <a:cubicBezTo>
                  <a:pt x="64" y="110"/>
                  <a:pt x="62" y="151"/>
                  <a:pt x="62" y="213"/>
                </a:cubicBezTo>
                <a:cubicBezTo>
                  <a:pt x="62" y="279"/>
                  <a:pt x="64" y="323"/>
                  <a:pt x="67" y="344"/>
                </a:cubicBezTo>
                <a:cubicBezTo>
                  <a:pt x="70" y="366"/>
                  <a:pt x="78" y="382"/>
                  <a:pt x="90" y="395"/>
                </a:cubicBezTo>
                <a:cubicBezTo>
                  <a:pt x="102" y="407"/>
                  <a:pt x="116" y="414"/>
                  <a:pt x="134" y="414"/>
                </a:cubicBezTo>
                <a:cubicBezTo>
                  <a:pt x="151" y="414"/>
                  <a:pt x="165" y="407"/>
                  <a:pt x="177" y="395"/>
                </a:cubicBezTo>
                <a:cubicBezTo>
                  <a:pt x="189" y="382"/>
                  <a:pt x="197" y="364"/>
                  <a:pt x="200" y="341"/>
                </a:cubicBezTo>
                <a:cubicBezTo>
                  <a:pt x="203" y="318"/>
                  <a:pt x="204" y="276"/>
                  <a:pt x="205" y="213"/>
                </a:cubicBezTo>
                <a:cubicBezTo>
                  <a:pt x="205" y="151"/>
                  <a:pt x="203" y="111"/>
                  <a:pt x="200" y="91"/>
                </a:cubicBezTo>
                <a:cubicBezTo>
                  <a:pt x="196" y="72"/>
                  <a:pt x="189" y="56"/>
                  <a:pt x="179" y="45"/>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468" name=""/>
          <p:cNvSpPr/>
          <p:nvPr/>
        </p:nvSpPr>
        <p:spPr>
          <a:xfrm>
            <a:off x="7593840" y="4950720"/>
            <a:ext cx="77400" cy="323640"/>
          </a:xfrm>
          <a:custGeom>
            <a:avLst/>
            <a:gdLst/>
            <a:ahLst/>
            <a:rect l="0" t="0" r="r" b="b"/>
            <a:pathLst>
              <a:path w="215" h="899">
                <a:moveTo>
                  <a:pt x="4" y="1"/>
                </a:moveTo>
                <a:lnTo>
                  <a:pt x="8" y="0"/>
                </a:lnTo>
                <a:cubicBezTo>
                  <a:pt x="11" y="0"/>
                  <a:pt x="14" y="0"/>
                  <a:pt x="17" y="0"/>
                </a:cubicBezTo>
                <a:lnTo>
                  <a:pt x="27" y="0"/>
                </a:lnTo>
                <a:lnTo>
                  <a:pt x="53" y="22"/>
                </a:lnTo>
                <a:cubicBezTo>
                  <a:pt x="109" y="73"/>
                  <a:pt x="150" y="136"/>
                  <a:pt x="175" y="213"/>
                </a:cubicBezTo>
                <a:cubicBezTo>
                  <a:pt x="202" y="289"/>
                  <a:pt x="215" y="368"/>
                  <a:pt x="215" y="450"/>
                </a:cubicBezTo>
                <a:cubicBezTo>
                  <a:pt x="215" y="491"/>
                  <a:pt x="212" y="530"/>
                  <a:pt x="206" y="567"/>
                </a:cubicBezTo>
                <a:cubicBezTo>
                  <a:pt x="200" y="605"/>
                  <a:pt x="192" y="637"/>
                  <a:pt x="184" y="663"/>
                </a:cubicBezTo>
                <a:cubicBezTo>
                  <a:pt x="177" y="690"/>
                  <a:pt x="166" y="716"/>
                  <a:pt x="151" y="742"/>
                </a:cubicBezTo>
                <a:cubicBezTo>
                  <a:pt x="137" y="769"/>
                  <a:pt x="125" y="789"/>
                  <a:pt x="117" y="803"/>
                </a:cubicBezTo>
                <a:cubicBezTo>
                  <a:pt x="109" y="816"/>
                  <a:pt x="96" y="832"/>
                  <a:pt x="80" y="848"/>
                </a:cubicBezTo>
                <a:cubicBezTo>
                  <a:pt x="64" y="865"/>
                  <a:pt x="55" y="875"/>
                  <a:pt x="52" y="878"/>
                </a:cubicBezTo>
                <a:cubicBezTo>
                  <a:pt x="49" y="881"/>
                  <a:pt x="42" y="887"/>
                  <a:pt x="31" y="895"/>
                </a:cubicBezTo>
                <a:cubicBezTo>
                  <a:pt x="29" y="897"/>
                  <a:pt x="28" y="898"/>
                  <a:pt x="27" y="899"/>
                </a:cubicBezTo>
                <a:lnTo>
                  <a:pt x="17" y="899"/>
                </a:lnTo>
                <a:cubicBezTo>
                  <a:pt x="12" y="899"/>
                  <a:pt x="9" y="899"/>
                  <a:pt x="7" y="899"/>
                </a:cubicBezTo>
                <a:cubicBezTo>
                  <a:pt x="5" y="899"/>
                  <a:pt x="3" y="898"/>
                  <a:pt x="2" y="896"/>
                </a:cubicBezTo>
                <a:cubicBezTo>
                  <a:pt x="1" y="894"/>
                  <a:pt x="0" y="891"/>
                  <a:pt x="0" y="888"/>
                </a:cubicBezTo>
                <a:cubicBezTo>
                  <a:pt x="0" y="887"/>
                  <a:pt x="3" y="883"/>
                  <a:pt x="9" y="876"/>
                </a:cubicBezTo>
                <a:cubicBezTo>
                  <a:pt x="102" y="780"/>
                  <a:pt x="149" y="638"/>
                  <a:pt x="149" y="450"/>
                </a:cubicBezTo>
                <a:cubicBezTo>
                  <a:pt x="149" y="262"/>
                  <a:pt x="102" y="119"/>
                  <a:pt x="9" y="23"/>
                </a:cubicBezTo>
                <a:cubicBezTo>
                  <a:pt x="3" y="15"/>
                  <a:pt x="0" y="11"/>
                  <a:pt x="0" y="11"/>
                </a:cubicBezTo>
                <a:cubicBezTo>
                  <a:pt x="0" y="6"/>
                  <a:pt x="1" y="3"/>
                  <a:pt x="4" y="1"/>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469" name=""/>
          <p:cNvSpPr/>
          <p:nvPr/>
        </p:nvSpPr>
        <p:spPr>
          <a:xfrm>
            <a:off x="7740000" y="4951080"/>
            <a:ext cx="13320" cy="322920"/>
          </a:xfrm>
          <a:custGeom>
            <a:avLst/>
            <a:gdLst/>
            <a:ahLst/>
            <a:rect l="0" t="0" r="r" b="b"/>
            <a:pathLst>
              <a:path w="37" h="897">
                <a:moveTo>
                  <a:pt x="19" y="897"/>
                </a:moveTo>
                <a:lnTo>
                  <a:pt x="17" y="897"/>
                </a:lnTo>
                <a:cubicBezTo>
                  <a:pt x="10" y="897"/>
                  <a:pt x="4" y="893"/>
                  <a:pt x="0" y="885"/>
                </a:cubicBezTo>
                <a:lnTo>
                  <a:pt x="0" y="448"/>
                </a:lnTo>
                <a:lnTo>
                  <a:pt x="1" y="11"/>
                </a:lnTo>
                <a:cubicBezTo>
                  <a:pt x="7" y="3"/>
                  <a:pt x="14" y="0"/>
                  <a:pt x="19" y="0"/>
                </a:cubicBezTo>
                <a:cubicBezTo>
                  <a:pt x="27" y="0"/>
                  <a:pt x="33" y="4"/>
                  <a:pt x="37" y="13"/>
                </a:cubicBezTo>
                <a:lnTo>
                  <a:pt x="37" y="885"/>
                </a:lnTo>
                <a:cubicBezTo>
                  <a:pt x="32" y="893"/>
                  <a:pt x="27" y="897"/>
                  <a:pt x="21" y="897"/>
                </a:cubicBezTo>
                <a:lnTo>
                  <a:pt x="19" y="897"/>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470" name=""/>
          <p:cNvSpPr/>
          <p:nvPr/>
        </p:nvSpPr>
        <p:spPr>
          <a:xfrm>
            <a:off x="7830000" y="4951080"/>
            <a:ext cx="12960" cy="322920"/>
          </a:xfrm>
          <a:custGeom>
            <a:avLst/>
            <a:gdLst/>
            <a:ahLst/>
            <a:rect l="0" t="0" r="r" b="b"/>
            <a:pathLst>
              <a:path w="36" h="897">
                <a:moveTo>
                  <a:pt x="19" y="897"/>
                </a:moveTo>
                <a:lnTo>
                  <a:pt x="17" y="897"/>
                </a:lnTo>
                <a:cubicBezTo>
                  <a:pt x="10" y="897"/>
                  <a:pt x="4" y="893"/>
                  <a:pt x="0" y="885"/>
                </a:cubicBezTo>
                <a:lnTo>
                  <a:pt x="0" y="448"/>
                </a:lnTo>
                <a:lnTo>
                  <a:pt x="0" y="11"/>
                </a:lnTo>
                <a:cubicBezTo>
                  <a:pt x="7" y="3"/>
                  <a:pt x="13" y="0"/>
                  <a:pt x="19" y="0"/>
                </a:cubicBezTo>
                <a:cubicBezTo>
                  <a:pt x="26" y="0"/>
                  <a:pt x="32" y="4"/>
                  <a:pt x="36" y="13"/>
                </a:cubicBezTo>
                <a:lnTo>
                  <a:pt x="36" y="885"/>
                </a:lnTo>
                <a:cubicBezTo>
                  <a:pt x="32" y="893"/>
                  <a:pt x="26" y="897"/>
                  <a:pt x="20" y="897"/>
                </a:cubicBezTo>
                <a:lnTo>
                  <a:pt x="19" y="897"/>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471" name=""/>
          <p:cNvSpPr/>
          <p:nvPr/>
        </p:nvSpPr>
        <p:spPr>
          <a:xfrm>
            <a:off x="7868520" y="5050080"/>
            <a:ext cx="173520" cy="205920"/>
          </a:xfrm>
          <a:custGeom>
            <a:avLst/>
            <a:gdLst/>
            <a:ahLst/>
            <a:rect l="0" t="0" r="r" b="b"/>
            <a:pathLst>
              <a:path w="482" h="572">
                <a:moveTo>
                  <a:pt x="57" y="140"/>
                </a:moveTo>
                <a:cubicBezTo>
                  <a:pt x="58" y="138"/>
                  <a:pt x="58" y="135"/>
                  <a:pt x="59" y="132"/>
                </a:cubicBezTo>
                <a:cubicBezTo>
                  <a:pt x="59" y="129"/>
                  <a:pt x="61" y="123"/>
                  <a:pt x="63" y="113"/>
                </a:cubicBezTo>
                <a:cubicBezTo>
                  <a:pt x="66" y="103"/>
                  <a:pt x="69" y="93"/>
                  <a:pt x="72" y="85"/>
                </a:cubicBezTo>
                <a:cubicBezTo>
                  <a:pt x="76" y="76"/>
                  <a:pt x="80" y="67"/>
                  <a:pt x="86" y="55"/>
                </a:cubicBezTo>
                <a:cubicBezTo>
                  <a:pt x="91" y="44"/>
                  <a:pt x="97" y="35"/>
                  <a:pt x="104" y="28"/>
                </a:cubicBezTo>
                <a:cubicBezTo>
                  <a:pt x="110" y="22"/>
                  <a:pt x="118" y="15"/>
                  <a:pt x="127" y="9"/>
                </a:cubicBezTo>
                <a:cubicBezTo>
                  <a:pt x="136" y="2"/>
                  <a:pt x="146" y="-1"/>
                  <a:pt x="157" y="1"/>
                </a:cubicBezTo>
                <a:cubicBezTo>
                  <a:pt x="201" y="1"/>
                  <a:pt x="230" y="20"/>
                  <a:pt x="243" y="58"/>
                </a:cubicBezTo>
                <a:lnTo>
                  <a:pt x="252" y="50"/>
                </a:lnTo>
                <a:cubicBezTo>
                  <a:pt x="289" y="17"/>
                  <a:pt x="324" y="1"/>
                  <a:pt x="358" y="1"/>
                </a:cubicBezTo>
                <a:cubicBezTo>
                  <a:pt x="396" y="1"/>
                  <a:pt x="427" y="15"/>
                  <a:pt x="449" y="43"/>
                </a:cubicBezTo>
                <a:cubicBezTo>
                  <a:pt x="471" y="71"/>
                  <a:pt x="482" y="105"/>
                  <a:pt x="482" y="145"/>
                </a:cubicBezTo>
                <a:cubicBezTo>
                  <a:pt x="482" y="210"/>
                  <a:pt x="460" y="269"/>
                  <a:pt x="414" y="324"/>
                </a:cubicBezTo>
                <a:cubicBezTo>
                  <a:pt x="369" y="378"/>
                  <a:pt x="317" y="406"/>
                  <a:pt x="260" y="406"/>
                </a:cubicBezTo>
                <a:cubicBezTo>
                  <a:pt x="247" y="406"/>
                  <a:pt x="235" y="404"/>
                  <a:pt x="225" y="401"/>
                </a:cubicBezTo>
                <a:cubicBezTo>
                  <a:pt x="218" y="398"/>
                  <a:pt x="211" y="393"/>
                  <a:pt x="204" y="387"/>
                </a:cubicBezTo>
                <a:cubicBezTo>
                  <a:pt x="197" y="381"/>
                  <a:pt x="191" y="376"/>
                  <a:pt x="187" y="372"/>
                </a:cubicBezTo>
                <a:lnTo>
                  <a:pt x="181" y="365"/>
                </a:lnTo>
                <a:cubicBezTo>
                  <a:pt x="180" y="365"/>
                  <a:pt x="174" y="391"/>
                  <a:pt x="161" y="443"/>
                </a:cubicBezTo>
                <a:cubicBezTo>
                  <a:pt x="148" y="494"/>
                  <a:pt x="142" y="520"/>
                  <a:pt x="142" y="521"/>
                </a:cubicBezTo>
                <a:cubicBezTo>
                  <a:pt x="142" y="525"/>
                  <a:pt x="145" y="527"/>
                  <a:pt x="149" y="527"/>
                </a:cubicBezTo>
                <a:cubicBezTo>
                  <a:pt x="154" y="528"/>
                  <a:pt x="165" y="529"/>
                  <a:pt x="183" y="530"/>
                </a:cubicBezTo>
                <a:lnTo>
                  <a:pt x="205" y="530"/>
                </a:lnTo>
                <a:cubicBezTo>
                  <a:pt x="209" y="535"/>
                  <a:pt x="210" y="538"/>
                  <a:pt x="210" y="539"/>
                </a:cubicBezTo>
                <a:cubicBezTo>
                  <a:pt x="210" y="540"/>
                  <a:pt x="209" y="546"/>
                  <a:pt x="208" y="555"/>
                </a:cubicBezTo>
                <a:cubicBezTo>
                  <a:pt x="206" y="562"/>
                  <a:pt x="204" y="567"/>
                  <a:pt x="202" y="569"/>
                </a:cubicBezTo>
                <a:cubicBezTo>
                  <a:pt x="200" y="570"/>
                  <a:pt x="197" y="572"/>
                  <a:pt x="191" y="572"/>
                </a:cubicBezTo>
                <a:cubicBezTo>
                  <a:pt x="189" y="572"/>
                  <a:pt x="186" y="572"/>
                  <a:pt x="181" y="572"/>
                </a:cubicBezTo>
                <a:cubicBezTo>
                  <a:pt x="175" y="572"/>
                  <a:pt x="165" y="572"/>
                  <a:pt x="150" y="571"/>
                </a:cubicBezTo>
                <a:cubicBezTo>
                  <a:pt x="135" y="571"/>
                  <a:pt x="117" y="570"/>
                  <a:pt x="95" y="570"/>
                </a:cubicBezTo>
                <a:cubicBezTo>
                  <a:pt x="53" y="570"/>
                  <a:pt x="25" y="571"/>
                  <a:pt x="14" y="572"/>
                </a:cubicBezTo>
                <a:lnTo>
                  <a:pt x="7" y="572"/>
                </a:lnTo>
                <a:cubicBezTo>
                  <a:pt x="2" y="568"/>
                  <a:pt x="0" y="565"/>
                  <a:pt x="0" y="562"/>
                </a:cubicBezTo>
                <a:cubicBezTo>
                  <a:pt x="1" y="546"/>
                  <a:pt x="5" y="536"/>
                  <a:pt x="12" y="530"/>
                </a:cubicBezTo>
                <a:lnTo>
                  <a:pt x="31" y="530"/>
                </a:lnTo>
                <a:cubicBezTo>
                  <a:pt x="51" y="529"/>
                  <a:pt x="63" y="526"/>
                  <a:pt x="66" y="519"/>
                </a:cubicBezTo>
                <a:cubicBezTo>
                  <a:pt x="68" y="516"/>
                  <a:pt x="86" y="444"/>
                  <a:pt x="121" y="305"/>
                </a:cubicBezTo>
                <a:cubicBezTo>
                  <a:pt x="155" y="165"/>
                  <a:pt x="174" y="91"/>
                  <a:pt x="175" y="83"/>
                </a:cubicBezTo>
                <a:cubicBezTo>
                  <a:pt x="176" y="80"/>
                  <a:pt x="176" y="76"/>
                  <a:pt x="176" y="71"/>
                </a:cubicBezTo>
                <a:cubicBezTo>
                  <a:pt x="176" y="46"/>
                  <a:pt x="169" y="34"/>
                  <a:pt x="154" y="34"/>
                </a:cubicBezTo>
                <a:cubicBezTo>
                  <a:pt x="141" y="34"/>
                  <a:pt x="130" y="42"/>
                  <a:pt x="121" y="59"/>
                </a:cubicBezTo>
                <a:cubicBezTo>
                  <a:pt x="112" y="76"/>
                  <a:pt x="105" y="94"/>
                  <a:pt x="100" y="114"/>
                </a:cubicBezTo>
                <a:cubicBezTo>
                  <a:pt x="95" y="133"/>
                  <a:pt x="92" y="144"/>
                  <a:pt x="89" y="146"/>
                </a:cubicBezTo>
                <a:cubicBezTo>
                  <a:pt x="88" y="147"/>
                  <a:pt x="83" y="148"/>
                  <a:pt x="75" y="148"/>
                </a:cubicBezTo>
                <a:lnTo>
                  <a:pt x="62" y="148"/>
                </a:lnTo>
                <a:cubicBezTo>
                  <a:pt x="59" y="144"/>
                  <a:pt x="57" y="141"/>
                  <a:pt x="57" y="140"/>
                </a:cubicBezTo>
                <a:moveTo>
                  <a:pt x="196" y="306"/>
                </a:moveTo>
                <a:cubicBezTo>
                  <a:pt x="209" y="351"/>
                  <a:pt x="231" y="374"/>
                  <a:pt x="262" y="374"/>
                </a:cubicBezTo>
                <a:cubicBezTo>
                  <a:pt x="280" y="374"/>
                  <a:pt x="298" y="367"/>
                  <a:pt x="314" y="353"/>
                </a:cubicBezTo>
                <a:cubicBezTo>
                  <a:pt x="331" y="339"/>
                  <a:pt x="345" y="322"/>
                  <a:pt x="356" y="301"/>
                </a:cubicBezTo>
                <a:cubicBezTo>
                  <a:pt x="367" y="281"/>
                  <a:pt x="377" y="249"/>
                  <a:pt x="388" y="204"/>
                </a:cubicBezTo>
                <a:cubicBezTo>
                  <a:pt x="399" y="160"/>
                  <a:pt x="405" y="127"/>
                  <a:pt x="405" y="106"/>
                </a:cubicBezTo>
                <a:lnTo>
                  <a:pt x="405" y="100"/>
                </a:lnTo>
                <a:cubicBezTo>
                  <a:pt x="405" y="56"/>
                  <a:pt x="387" y="34"/>
                  <a:pt x="350" y="34"/>
                </a:cubicBezTo>
                <a:cubicBezTo>
                  <a:pt x="344" y="34"/>
                  <a:pt x="337" y="35"/>
                  <a:pt x="331" y="36"/>
                </a:cubicBezTo>
                <a:cubicBezTo>
                  <a:pt x="324" y="38"/>
                  <a:pt x="317" y="41"/>
                  <a:pt x="311" y="44"/>
                </a:cubicBezTo>
                <a:cubicBezTo>
                  <a:pt x="304" y="48"/>
                  <a:pt x="298" y="52"/>
                  <a:pt x="293" y="56"/>
                </a:cubicBezTo>
                <a:cubicBezTo>
                  <a:pt x="288" y="60"/>
                  <a:pt x="282" y="65"/>
                  <a:pt x="278" y="70"/>
                </a:cubicBezTo>
                <a:cubicBezTo>
                  <a:pt x="273" y="74"/>
                  <a:pt x="268" y="79"/>
                  <a:pt x="264" y="83"/>
                </a:cubicBezTo>
                <a:cubicBezTo>
                  <a:pt x="260" y="87"/>
                  <a:pt x="257" y="91"/>
                  <a:pt x="254" y="96"/>
                </a:cubicBezTo>
                <a:cubicBezTo>
                  <a:pt x="252" y="100"/>
                  <a:pt x="250" y="103"/>
                  <a:pt x="247" y="105"/>
                </a:cubicBezTo>
                <a:lnTo>
                  <a:pt x="244" y="108"/>
                </a:lnTo>
                <a:cubicBezTo>
                  <a:pt x="244" y="109"/>
                  <a:pt x="244" y="113"/>
                  <a:pt x="242" y="121"/>
                </a:cubicBezTo>
                <a:cubicBezTo>
                  <a:pt x="240" y="129"/>
                  <a:pt x="237" y="142"/>
                  <a:pt x="232" y="160"/>
                </a:cubicBezTo>
                <a:cubicBezTo>
                  <a:pt x="227" y="179"/>
                  <a:pt x="223" y="194"/>
                  <a:pt x="219" y="207"/>
                </a:cubicBezTo>
                <a:cubicBezTo>
                  <a:pt x="204" y="270"/>
                  <a:pt x="196" y="303"/>
                  <a:pt x="196" y="306"/>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472" name=""/>
          <p:cNvSpPr/>
          <p:nvPr/>
        </p:nvSpPr>
        <p:spPr>
          <a:xfrm>
            <a:off x="8062200" y="5080320"/>
            <a:ext cx="97920" cy="163800"/>
          </a:xfrm>
          <a:custGeom>
            <a:avLst/>
            <a:gdLst/>
            <a:ahLst/>
            <a:rect l="0" t="0" r="r" b="b"/>
            <a:pathLst>
              <a:path w="272" h="455">
                <a:moveTo>
                  <a:pt x="0" y="322"/>
                </a:moveTo>
                <a:cubicBezTo>
                  <a:pt x="0" y="279"/>
                  <a:pt x="9" y="233"/>
                  <a:pt x="25" y="185"/>
                </a:cubicBezTo>
                <a:cubicBezTo>
                  <a:pt x="42" y="137"/>
                  <a:pt x="64" y="95"/>
                  <a:pt x="92" y="61"/>
                </a:cubicBezTo>
                <a:cubicBezTo>
                  <a:pt x="121" y="26"/>
                  <a:pt x="151" y="6"/>
                  <a:pt x="182" y="1"/>
                </a:cubicBezTo>
                <a:cubicBezTo>
                  <a:pt x="182" y="1"/>
                  <a:pt x="184" y="1"/>
                  <a:pt x="187" y="1"/>
                </a:cubicBezTo>
                <a:cubicBezTo>
                  <a:pt x="190" y="1"/>
                  <a:pt x="192" y="1"/>
                  <a:pt x="194" y="0"/>
                </a:cubicBezTo>
                <a:cubicBezTo>
                  <a:pt x="217" y="2"/>
                  <a:pt x="235" y="13"/>
                  <a:pt x="248" y="32"/>
                </a:cubicBezTo>
                <a:cubicBezTo>
                  <a:pt x="264" y="57"/>
                  <a:pt x="272" y="91"/>
                  <a:pt x="272" y="134"/>
                </a:cubicBezTo>
                <a:cubicBezTo>
                  <a:pt x="272" y="183"/>
                  <a:pt x="263" y="233"/>
                  <a:pt x="244" y="283"/>
                </a:cubicBezTo>
                <a:cubicBezTo>
                  <a:pt x="225" y="334"/>
                  <a:pt x="201" y="375"/>
                  <a:pt x="171" y="407"/>
                </a:cubicBezTo>
                <a:cubicBezTo>
                  <a:pt x="140" y="439"/>
                  <a:pt x="112" y="455"/>
                  <a:pt x="85" y="455"/>
                </a:cubicBezTo>
                <a:lnTo>
                  <a:pt x="80" y="455"/>
                </a:lnTo>
                <a:cubicBezTo>
                  <a:pt x="65" y="455"/>
                  <a:pt x="52" y="451"/>
                  <a:pt x="41" y="442"/>
                </a:cubicBezTo>
                <a:cubicBezTo>
                  <a:pt x="30" y="434"/>
                  <a:pt x="22" y="423"/>
                  <a:pt x="16" y="409"/>
                </a:cubicBezTo>
                <a:cubicBezTo>
                  <a:pt x="11" y="395"/>
                  <a:pt x="7" y="381"/>
                  <a:pt x="4" y="366"/>
                </a:cubicBezTo>
                <a:cubicBezTo>
                  <a:pt x="2" y="352"/>
                  <a:pt x="0" y="337"/>
                  <a:pt x="0" y="322"/>
                </a:cubicBezTo>
                <a:moveTo>
                  <a:pt x="222" y="89"/>
                </a:moveTo>
                <a:cubicBezTo>
                  <a:pt x="222" y="46"/>
                  <a:pt x="211" y="24"/>
                  <a:pt x="189" y="24"/>
                </a:cubicBezTo>
                <a:cubicBezTo>
                  <a:pt x="173" y="24"/>
                  <a:pt x="159" y="33"/>
                  <a:pt x="143" y="53"/>
                </a:cubicBezTo>
                <a:cubicBezTo>
                  <a:pt x="129" y="72"/>
                  <a:pt x="117" y="93"/>
                  <a:pt x="108" y="117"/>
                </a:cubicBezTo>
                <a:cubicBezTo>
                  <a:pt x="98" y="141"/>
                  <a:pt x="91" y="163"/>
                  <a:pt x="86" y="182"/>
                </a:cubicBezTo>
                <a:cubicBezTo>
                  <a:pt x="81" y="200"/>
                  <a:pt x="78" y="210"/>
                  <a:pt x="78" y="213"/>
                </a:cubicBezTo>
                <a:cubicBezTo>
                  <a:pt x="99" y="214"/>
                  <a:pt x="119" y="214"/>
                  <a:pt x="139" y="214"/>
                </a:cubicBezTo>
                <a:lnTo>
                  <a:pt x="202" y="213"/>
                </a:lnTo>
                <a:cubicBezTo>
                  <a:pt x="202" y="213"/>
                  <a:pt x="204" y="206"/>
                  <a:pt x="207" y="192"/>
                </a:cubicBezTo>
                <a:cubicBezTo>
                  <a:pt x="210" y="179"/>
                  <a:pt x="213" y="162"/>
                  <a:pt x="217" y="141"/>
                </a:cubicBezTo>
                <a:cubicBezTo>
                  <a:pt x="221" y="120"/>
                  <a:pt x="223" y="103"/>
                  <a:pt x="222" y="89"/>
                </a:cubicBezTo>
                <a:moveTo>
                  <a:pt x="50" y="365"/>
                </a:moveTo>
                <a:cubicBezTo>
                  <a:pt x="50" y="410"/>
                  <a:pt x="61" y="432"/>
                  <a:pt x="84" y="432"/>
                </a:cubicBezTo>
                <a:cubicBezTo>
                  <a:pt x="90" y="432"/>
                  <a:pt x="97" y="430"/>
                  <a:pt x="104" y="426"/>
                </a:cubicBezTo>
                <a:cubicBezTo>
                  <a:pt x="111" y="422"/>
                  <a:pt x="120" y="414"/>
                  <a:pt x="130" y="402"/>
                </a:cubicBezTo>
                <a:cubicBezTo>
                  <a:pt x="140" y="390"/>
                  <a:pt x="151" y="372"/>
                  <a:pt x="161" y="347"/>
                </a:cubicBezTo>
                <a:cubicBezTo>
                  <a:pt x="172" y="322"/>
                  <a:pt x="182" y="291"/>
                  <a:pt x="192" y="254"/>
                </a:cubicBezTo>
                <a:lnTo>
                  <a:pt x="195" y="243"/>
                </a:lnTo>
                <a:lnTo>
                  <a:pt x="70" y="243"/>
                </a:lnTo>
                <a:cubicBezTo>
                  <a:pt x="70" y="244"/>
                  <a:pt x="68" y="253"/>
                  <a:pt x="65" y="267"/>
                </a:cubicBezTo>
                <a:cubicBezTo>
                  <a:pt x="61" y="282"/>
                  <a:pt x="57" y="299"/>
                  <a:pt x="54" y="317"/>
                </a:cubicBezTo>
                <a:cubicBezTo>
                  <a:pt x="51" y="335"/>
                  <a:pt x="50" y="351"/>
                  <a:pt x="50" y="365"/>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473" name=""/>
          <p:cNvSpPr/>
          <p:nvPr/>
        </p:nvSpPr>
        <p:spPr>
          <a:xfrm>
            <a:off x="8208000" y="4950720"/>
            <a:ext cx="77760" cy="323640"/>
          </a:xfrm>
          <a:custGeom>
            <a:avLst/>
            <a:gdLst/>
            <a:ahLst/>
            <a:rect l="0" t="0" r="r" b="b"/>
            <a:pathLst>
              <a:path w="216" h="899">
                <a:moveTo>
                  <a:pt x="0" y="450"/>
                </a:moveTo>
                <a:cubicBezTo>
                  <a:pt x="0" y="409"/>
                  <a:pt x="3" y="369"/>
                  <a:pt x="9" y="332"/>
                </a:cubicBezTo>
                <a:cubicBezTo>
                  <a:pt x="15" y="295"/>
                  <a:pt x="22" y="263"/>
                  <a:pt x="30" y="236"/>
                </a:cubicBezTo>
                <a:cubicBezTo>
                  <a:pt x="37" y="209"/>
                  <a:pt x="49" y="183"/>
                  <a:pt x="63" y="157"/>
                </a:cubicBezTo>
                <a:cubicBezTo>
                  <a:pt x="77" y="131"/>
                  <a:pt x="89" y="110"/>
                  <a:pt x="97" y="96"/>
                </a:cubicBezTo>
                <a:cubicBezTo>
                  <a:pt x="105" y="82"/>
                  <a:pt x="118" y="66"/>
                  <a:pt x="135" y="49"/>
                </a:cubicBezTo>
                <a:cubicBezTo>
                  <a:pt x="151" y="33"/>
                  <a:pt x="161" y="23"/>
                  <a:pt x="164" y="19"/>
                </a:cubicBezTo>
                <a:cubicBezTo>
                  <a:pt x="167" y="15"/>
                  <a:pt x="175" y="9"/>
                  <a:pt x="187" y="0"/>
                </a:cubicBezTo>
                <a:lnTo>
                  <a:pt x="198" y="0"/>
                </a:lnTo>
                <a:lnTo>
                  <a:pt x="202" y="0"/>
                </a:lnTo>
                <a:cubicBezTo>
                  <a:pt x="211" y="0"/>
                  <a:pt x="216" y="3"/>
                  <a:pt x="216" y="8"/>
                </a:cubicBezTo>
                <a:cubicBezTo>
                  <a:pt x="216" y="10"/>
                  <a:pt x="211" y="16"/>
                  <a:pt x="199" y="27"/>
                </a:cubicBezTo>
                <a:cubicBezTo>
                  <a:pt x="189" y="38"/>
                  <a:pt x="177" y="54"/>
                  <a:pt x="163" y="75"/>
                </a:cubicBezTo>
                <a:cubicBezTo>
                  <a:pt x="148" y="96"/>
                  <a:pt x="134" y="121"/>
                  <a:pt x="119" y="153"/>
                </a:cubicBezTo>
                <a:cubicBezTo>
                  <a:pt x="104" y="183"/>
                  <a:pt x="91" y="225"/>
                  <a:pt x="81" y="277"/>
                </a:cubicBezTo>
                <a:cubicBezTo>
                  <a:pt x="71" y="329"/>
                  <a:pt x="66" y="386"/>
                  <a:pt x="66" y="450"/>
                </a:cubicBezTo>
                <a:cubicBezTo>
                  <a:pt x="66" y="513"/>
                  <a:pt x="71" y="571"/>
                  <a:pt x="81" y="622"/>
                </a:cubicBezTo>
                <a:cubicBezTo>
                  <a:pt x="91" y="674"/>
                  <a:pt x="103" y="715"/>
                  <a:pt x="118" y="747"/>
                </a:cubicBezTo>
                <a:cubicBezTo>
                  <a:pt x="132" y="779"/>
                  <a:pt x="147" y="804"/>
                  <a:pt x="162" y="824"/>
                </a:cubicBezTo>
                <a:cubicBezTo>
                  <a:pt x="177" y="844"/>
                  <a:pt x="189" y="860"/>
                  <a:pt x="199" y="872"/>
                </a:cubicBezTo>
                <a:cubicBezTo>
                  <a:pt x="211" y="884"/>
                  <a:pt x="216" y="890"/>
                  <a:pt x="216" y="890"/>
                </a:cubicBezTo>
                <a:cubicBezTo>
                  <a:pt x="216" y="896"/>
                  <a:pt x="211" y="899"/>
                  <a:pt x="201" y="899"/>
                </a:cubicBezTo>
                <a:lnTo>
                  <a:pt x="198" y="899"/>
                </a:lnTo>
                <a:lnTo>
                  <a:pt x="187" y="899"/>
                </a:lnTo>
                <a:lnTo>
                  <a:pt x="162" y="877"/>
                </a:lnTo>
                <a:cubicBezTo>
                  <a:pt x="105" y="826"/>
                  <a:pt x="64" y="763"/>
                  <a:pt x="39" y="687"/>
                </a:cubicBezTo>
                <a:cubicBezTo>
                  <a:pt x="13" y="611"/>
                  <a:pt x="0" y="532"/>
                  <a:pt x="0" y="450"/>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474" name=""/>
          <p:cNvSpPr/>
          <p:nvPr/>
        </p:nvSpPr>
        <p:spPr>
          <a:xfrm>
            <a:off x="8310240" y="5049720"/>
            <a:ext cx="182880" cy="143640"/>
          </a:xfrm>
          <a:custGeom>
            <a:avLst/>
            <a:gdLst/>
            <a:ahLst/>
            <a:rect l="0" t="0" r="r" b="b"/>
            <a:pathLst>
              <a:path w="508" h="399">
                <a:moveTo>
                  <a:pt x="185" y="399"/>
                </a:moveTo>
                <a:cubicBezTo>
                  <a:pt x="176" y="397"/>
                  <a:pt x="144" y="396"/>
                  <a:pt x="89" y="396"/>
                </a:cubicBezTo>
                <a:cubicBezTo>
                  <a:pt x="41" y="396"/>
                  <a:pt x="13" y="397"/>
                  <a:pt x="6" y="399"/>
                </a:cubicBezTo>
                <a:lnTo>
                  <a:pt x="0" y="399"/>
                </a:lnTo>
                <a:lnTo>
                  <a:pt x="0" y="344"/>
                </a:lnTo>
                <a:lnTo>
                  <a:pt x="86" y="344"/>
                </a:lnTo>
                <a:lnTo>
                  <a:pt x="201" y="208"/>
                </a:lnTo>
                <a:lnTo>
                  <a:pt x="79" y="55"/>
                </a:lnTo>
                <a:lnTo>
                  <a:pt x="4" y="55"/>
                </a:lnTo>
                <a:lnTo>
                  <a:pt x="4" y="0"/>
                </a:lnTo>
                <a:lnTo>
                  <a:pt x="11" y="0"/>
                </a:lnTo>
                <a:cubicBezTo>
                  <a:pt x="20" y="2"/>
                  <a:pt x="53" y="2"/>
                  <a:pt x="109" y="2"/>
                </a:cubicBezTo>
                <a:cubicBezTo>
                  <a:pt x="171" y="2"/>
                  <a:pt x="208" y="2"/>
                  <a:pt x="219" y="0"/>
                </a:cubicBezTo>
                <a:lnTo>
                  <a:pt x="227" y="0"/>
                </a:lnTo>
                <a:lnTo>
                  <a:pt x="227" y="55"/>
                </a:lnTo>
                <a:lnTo>
                  <a:pt x="202" y="55"/>
                </a:lnTo>
                <a:lnTo>
                  <a:pt x="233" y="94"/>
                </a:lnTo>
                <a:cubicBezTo>
                  <a:pt x="253" y="120"/>
                  <a:pt x="264" y="133"/>
                  <a:pt x="264" y="133"/>
                </a:cubicBezTo>
                <a:cubicBezTo>
                  <a:pt x="267" y="133"/>
                  <a:pt x="278" y="119"/>
                  <a:pt x="299" y="92"/>
                </a:cubicBezTo>
                <a:lnTo>
                  <a:pt x="330" y="55"/>
                </a:lnTo>
                <a:lnTo>
                  <a:pt x="297" y="55"/>
                </a:lnTo>
                <a:lnTo>
                  <a:pt x="297" y="0"/>
                </a:lnTo>
                <a:lnTo>
                  <a:pt x="304" y="0"/>
                </a:lnTo>
                <a:cubicBezTo>
                  <a:pt x="313" y="2"/>
                  <a:pt x="345" y="2"/>
                  <a:pt x="399" y="2"/>
                </a:cubicBezTo>
                <a:cubicBezTo>
                  <a:pt x="448" y="2"/>
                  <a:pt x="475" y="2"/>
                  <a:pt x="483" y="0"/>
                </a:cubicBezTo>
                <a:lnTo>
                  <a:pt x="489" y="0"/>
                </a:lnTo>
                <a:lnTo>
                  <a:pt x="489" y="55"/>
                </a:lnTo>
                <a:lnTo>
                  <a:pt x="404" y="55"/>
                </a:lnTo>
                <a:lnTo>
                  <a:pt x="299" y="178"/>
                </a:lnTo>
                <a:lnTo>
                  <a:pt x="433" y="343"/>
                </a:lnTo>
                <a:lnTo>
                  <a:pt x="470" y="344"/>
                </a:lnTo>
                <a:lnTo>
                  <a:pt x="508" y="344"/>
                </a:lnTo>
                <a:lnTo>
                  <a:pt x="508" y="399"/>
                </a:lnTo>
                <a:lnTo>
                  <a:pt x="501" y="399"/>
                </a:lnTo>
                <a:cubicBezTo>
                  <a:pt x="491" y="397"/>
                  <a:pt x="458" y="396"/>
                  <a:pt x="402" y="396"/>
                </a:cubicBezTo>
                <a:cubicBezTo>
                  <a:pt x="340" y="396"/>
                  <a:pt x="303" y="397"/>
                  <a:pt x="292" y="399"/>
                </a:cubicBezTo>
                <a:lnTo>
                  <a:pt x="284" y="399"/>
                </a:lnTo>
                <a:lnTo>
                  <a:pt x="284" y="344"/>
                </a:lnTo>
                <a:lnTo>
                  <a:pt x="309" y="344"/>
                </a:lnTo>
                <a:cubicBezTo>
                  <a:pt x="309" y="343"/>
                  <a:pt x="297" y="328"/>
                  <a:pt x="273" y="299"/>
                </a:cubicBezTo>
                <a:cubicBezTo>
                  <a:pt x="249" y="269"/>
                  <a:pt x="237" y="254"/>
                  <a:pt x="237" y="253"/>
                </a:cubicBezTo>
                <a:lnTo>
                  <a:pt x="159" y="343"/>
                </a:lnTo>
                <a:lnTo>
                  <a:pt x="176" y="344"/>
                </a:lnTo>
                <a:lnTo>
                  <a:pt x="192" y="344"/>
                </a:lnTo>
                <a:lnTo>
                  <a:pt x="192" y="399"/>
                </a:lnTo>
                <a:lnTo>
                  <a:pt x="185" y="399"/>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475" name=""/>
          <p:cNvSpPr/>
          <p:nvPr/>
        </p:nvSpPr>
        <p:spPr>
          <a:xfrm>
            <a:off x="8514360" y="5098680"/>
            <a:ext cx="71640" cy="145800"/>
          </a:xfrm>
          <a:custGeom>
            <a:avLst/>
            <a:gdLst/>
            <a:ahLst/>
            <a:rect l="0" t="0" r="r" b="b"/>
            <a:pathLst>
              <a:path w="199" h="405">
                <a:moveTo>
                  <a:pt x="5" y="153"/>
                </a:moveTo>
                <a:cubicBezTo>
                  <a:pt x="2" y="150"/>
                  <a:pt x="0" y="147"/>
                  <a:pt x="0" y="146"/>
                </a:cubicBezTo>
                <a:cubicBezTo>
                  <a:pt x="0" y="144"/>
                  <a:pt x="1" y="141"/>
                  <a:pt x="2" y="136"/>
                </a:cubicBezTo>
                <a:cubicBezTo>
                  <a:pt x="3" y="131"/>
                  <a:pt x="4" y="128"/>
                  <a:pt x="5" y="127"/>
                </a:cubicBezTo>
                <a:cubicBezTo>
                  <a:pt x="6" y="125"/>
                  <a:pt x="8" y="124"/>
                  <a:pt x="11" y="124"/>
                </a:cubicBezTo>
                <a:cubicBezTo>
                  <a:pt x="14" y="124"/>
                  <a:pt x="25" y="124"/>
                  <a:pt x="43" y="123"/>
                </a:cubicBezTo>
                <a:lnTo>
                  <a:pt x="77" y="123"/>
                </a:lnTo>
                <a:lnTo>
                  <a:pt x="90" y="73"/>
                </a:lnTo>
                <a:cubicBezTo>
                  <a:pt x="91" y="68"/>
                  <a:pt x="93" y="62"/>
                  <a:pt x="95" y="54"/>
                </a:cubicBezTo>
                <a:cubicBezTo>
                  <a:pt x="96" y="47"/>
                  <a:pt x="98" y="41"/>
                  <a:pt x="99" y="38"/>
                </a:cubicBezTo>
                <a:cubicBezTo>
                  <a:pt x="100" y="34"/>
                  <a:pt x="101" y="30"/>
                  <a:pt x="103" y="25"/>
                </a:cubicBezTo>
                <a:cubicBezTo>
                  <a:pt x="104" y="20"/>
                  <a:pt x="106" y="16"/>
                  <a:pt x="108" y="14"/>
                </a:cubicBezTo>
                <a:cubicBezTo>
                  <a:pt x="110" y="12"/>
                  <a:pt x="112" y="10"/>
                  <a:pt x="114" y="7"/>
                </a:cubicBezTo>
                <a:cubicBezTo>
                  <a:pt x="116" y="4"/>
                  <a:pt x="119" y="2"/>
                  <a:pt x="123" y="1"/>
                </a:cubicBezTo>
                <a:cubicBezTo>
                  <a:pt x="127" y="0"/>
                  <a:pt x="131" y="0"/>
                  <a:pt x="134" y="0"/>
                </a:cubicBezTo>
                <a:cubicBezTo>
                  <a:pt x="142" y="0"/>
                  <a:pt x="147" y="2"/>
                  <a:pt x="150" y="7"/>
                </a:cubicBezTo>
                <a:cubicBezTo>
                  <a:pt x="153" y="11"/>
                  <a:pt x="155" y="15"/>
                  <a:pt x="155" y="19"/>
                </a:cubicBezTo>
                <a:cubicBezTo>
                  <a:pt x="155" y="22"/>
                  <a:pt x="153" y="32"/>
                  <a:pt x="149" y="48"/>
                </a:cubicBezTo>
                <a:cubicBezTo>
                  <a:pt x="145" y="65"/>
                  <a:pt x="141" y="82"/>
                  <a:pt x="136" y="99"/>
                </a:cubicBezTo>
                <a:lnTo>
                  <a:pt x="130" y="122"/>
                </a:lnTo>
                <a:cubicBezTo>
                  <a:pt x="130" y="123"/>
                  <a:pt x="141" y="123"/>
                  <a:pt x="162" y="123"/>
                </a:cubicBezTo>
                <a:lnTo>
                  <a:pt x="194" y="123"/>
                </a:lnTo>
                <a:cubicBezTo>
                  <a:pt x="197" y="126"/>
                  <a:pt x="199" y="129"/>
                  <a:pt x="199" y="130"/>
                </a:cubicBezTo>
                <a:cubicBezTo>
                  <a:pt x="199" y="140"/>
                  <a:pt x="196" y="147"/>
                  <a:pt x="190" y="153"/>
                </a:cubicBezTo>
                <a:lnTo>
                  <a:pt x="122" y="153"/>
                </a:lnTo>
                <a:lnTo>
                  <a:pt x="100" y="246"/>
                </a:lnTo>
                <a:cubicBezTo>
                  <a:pt x="82" y="313"/>
                  <a:pt x="74" y="350"/>
                  <a:pt x="74" y="355"/>
                </a:cubicBezTo>
                <a:cubicBezTo>
                  <a:pt x="74" y="372"/>
                  <a:pt x="80" y="381"/>
                  <a:pt x="92" y="381"/>
                </a:cubicBezTo>
                <a:cubicBezTo>
                  <a:pt x="107" y="381"/>
                  <a:pt x="121" y="374"/>
                  <a:pt x="135" y="360"/>
                </a:cubicBezTo>
                <a:cubicBezTo>
                  <a:pt x="149" y="345"/>
                  <a:pt x="160" y="328"/>
                  <a:pt x="169" y="306"/>
                </a:cubicBezTo>
                <a:cubicBezTo>
                  <a:pt x="170" y="304"/>
                  <a:pt x="171" y="302"/>
                  <a:pt x="172" y="302"/>
                </a:cubicBezTo>
                <a:cubicBezTo>
                  <a:pt x="173" y="302"/>
                  <a:pt x="176" y="301"/>
                  <a:pt x="181" y="301"/>
                </a:cubicBezTo>
                <a:lnTo>
                  <a:pt x="184" y="301"/>
                </a:lnTo>
                <a:cubicBezTo>
                  <a:pt x="190" y="301"/>
                  <a:pt x="193" y="302"/>
                  <a:pt x="193" y="306"/>
                </a:cubicBezTo>
                <a:cubicBezTo>
                  <a:pt x="193" y="307"/>
                  <a:pt x="193" y="310"/>
                  <a:pt x="192" y="313"/>
                </a:cubicBezTo>
                <a:cubicBezTo>
                  <a:pt x="189" y="320"/>
                  <a:pt x="186" y="328"/>
                  <a:pt x="180" y="338"/>
                </a:cubicBezTo>
                <a:cubicBezTo>
                  <a:pt x="175" y="347"/>
                  <a:pt x="167" y="357"/>
                  <a:pt x="159" y="367"/>
                </a:cubicBezTo>
                <a:cubicBezTo>
                  <a:pt x="150" y="378"/>
                  <a:pt x="139" y="387"/>
                  <a:pt x="126" y="394"/>
                </a:cubicBezTo>
                <a:cubicBezTo>
                  <a:pt x="114" y="401"/>
                  <a:pt x="101" y="405"/>
                  <a:pt x="87" y="405"/>
                </a:cubicBezTo>
                <a:cubicBezTo>
                  <a:pt x="74" y="405"/>
                  <a:pt x="62" y="402"/>
                  <a:pt x="50" y="395"/>
                </a:cubicBezTo>
                <a:cubicBezTo>
                  <a:pt x="39" y="389"/>
                  <a:pt x="31" y="378"/>
                  <a:pt x="26" y="362"/>
                </a:cubicBezTo>
                <a:cubicBezTo>
                  <a:pt x="25" y="359"/>
                  <a:pt x="24" y="353"/>
                  <a:pt x="24" y="345"/>
                </a:cubicBezTo>
                <a:lnTo>
                  <a:pt x="24" y="334"/>
                </a:lnTo>
                <a:lnTo>
                  <a:pt x="47" y="245"/>
                </a:lnTo>
                <a:cubicBezTo>
                  <a:pt x="61" y="185"/>
                  <a:pt x="69" y="154"/>
                  <a:pt x="69" y="154"/>
                </a:cubicBezTo>
                <a:cubicBezTo>
                  <a:pt x="69" y="153"/>
                  <a:pt x="59" y="153"/>
                  <a:pt x="37" y="153"/>
                </a:cubicBezTo>
                <a:lnTo>
                  <a:pt x="5" y="153"/>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476" name=""/>
          <p:cNvSpPr/>
          <p:nvPr/>
        </p:nvSpPr>
        <p:spPr>
          <a:xfrm>
            <a:off x="8611920" y="5179680"/>
            <a:ext cx="139680" cy="9720"/>
          </a:xfrm>
          <a:custGeom>
            <a:avLst/>
            <a:gdLst/>
            <a:ahLst/>
            <a:rect l="0" t="0" r="r" b="b"/>
            <a:pathLst>
              <a:path w="388" h="27">
                <a:moveTo>
                  <a:pt x="8" y="0"/>
                </a:moveTo>
                <a:lnTo>
                  <a:pt x="378" y="0"/>
                </a:lnTo>
                <a:cubicBezTo>
                  <a:pt x="384" y="4"/>
                  <a:pt x="388" y="8"/>
                  <a:pt x="388" y="13"/>
                </a:cubicBezTo>
                <a:cubicBezTo>
                  <a:pt x="388" y="18"/>
                  <a:pt x="384" y="22"/>
                  <a:pt x="378" y="27"/>
                </a:cubicBezTo>
                <a:lnTo>
                  <a:pt x="8" y="27"/>
                </a:lnTo>
                <a:cubicBezTo>
                  <a:pt x="2" y="23"/>
                  <a:pt x="0" y="19"/>
                  <a:pt x="0" y="13"/>
                </a:cubicBezTo>
                <a:cubicBezTo>
                  <a:pt x="0" y="8"/>
                  <a:pt x="2" y="3"/>
                  <a:pt x="8" y="0"/>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477" name=""/>
          <p:cNvSpPr/>
          <p:nvPr/>
        </p:nvSpPr>
        <p:spPr>
          <a:xfrm>
            <a:off x="8789400" y="5089320"/>
            <a:ext cx="78840" cy="152640"/>
          </a:xfrm>
          <a:custGeom>
            <a:avLst/>
            <a:gdLst/>
            <a:ahLst/>
            <a:rect l="0" t="0" r="r" b="b"/>
            <a:pathLst>
              <a:path w="219" h="424">
                <a:moveTo>
                  <a:pt x="82" y="56"/>
                </a:moveTo>
                <a:lnTo>
                  <a:pt x="74" y="59"/>
                </a:lnTo>
                <a:cubicBezTo>
                  <a:pt x="68" y="61"/>
                  <a:pt x="59" y="63"/>
                  <a:pt x="48" y="66"/>
                </a:cubicBezTo>
                <a:cubicBezTo>
                  <a:pt x="37" y="68"/>
                  <a:pt x="25" y="69"/>
                  <a:pt x="12" y="70"/>
                </a:cubicBezTo>
                <a:lnTo>
                  <a:pt x="0" y="70"/>
                </a:lnTo>
                <a:lnTo>
                  <a:pt x="0" y="41"/>
                </a:lnTo>
                <a:lnTo>
                  <a:pt x="12" y="41"/>
                </a:lnTo>
                <a:cubicBezTo>
                  <a:pt x="31" y="40"/>
                  <a:pt x="50" y="37"/>
                  <a:pt x="67" y="31"/>
                </a:cubicBezTo>
                <a:cubicBezTo>
                  <a:pt x="84" y="26"/>
                  <a:pt x="96" y="21"/>
                  <a:pt x="102" y="16"/>
                </a:cubicBezTo>
                <a:cubicBezTo>
                  <a:pt x="109" y="11"/>
                  <a:pt x="116" y="7"/>
                  <a:pt x="121" y="2"/>
                </a:cubicBezTo>
                <a:cubicBezTo>
                  <a:pt x="122" y="1"/>
                  <a:pt x="124" y="0"/>
                  <a:pt x="129" y="0"/>
                </a:cubicBezTo>
                <a:cubicBezTo>
                  <a:pt x="132" y="0"/>
                  <a:pt x="136" y="1"/>
                  <a:pt x="139" y="4"/>
                </a:cubicBezTo>
                <a:lnTo>
                  <a:pt x="139" y="194"/>
                </a:lnTo>
                <a:lnTo>
                  <a:pt x="140" y="384"/>
                </a:lnTo>
                <a:cubicBezTo>
                  <a:pt x="143" y="387"/>
                  <a:pt x="146" y="389"/>
                  <a:pt x="148" y="390"/>
                </a:cubicBezTo>
                <a:cubicBezTo>
                  <a:pt x="150" y="391"/>
                  <a:pt x="155" y="391"/>
                  <a:pt x="163" y="392"/>
                </a:cubicBezTo>
                <a:cubicBezTo>
                  <a:pt x="171" y="393"/>
                  <a:pt x="184" y="394"/>
                  <a:pt x="202" y="394"/>
                </a:cubicBezTo>
                <a:lnTo>
                  <a:pt x="219" y="394"/>
                </a:lnTo>
                <a:lnTo>
                  <a:pt x="219" y="424"/>
                </a:lnTo>
                <a:lnTo>
                  <a:pt x="212" y="424"/>
                </a:lnTo>
                <a:cubicBezTo>
                  <a:pt x="203" y="423"/>
                  <a:pt x="169" y="421"/>
                  <a:pt x="111" y="421"/>
                </a:cubicBezTo>
                <a:cubicBezTo>
                  <a:pt x="52" y="421"/>
                  <a:pt x="19" y="423"/>
                  <a:pt x="10" y="424"/>
                </a:cubicBezTo>
                <a:lnTo>
                  <a:pt x="3" y="424"/>
                </a:lnTo>
                <a:lnTo>
                  <a:pt x="3" y="394"/>
                </a:lnTo>
                <a:lnTo>
                  <a:pt x="19" y="394"/>
                </a:lnTo>
                <a:cubicBezTo>
                  <a:pt x="28" y="394"/>
                  <a:pt x="37" y="394"/>
                  <a:pt x="43" y="394"/>
                </a:cubicBezTo>
                <a:cubicBezTo>
                  <a:pt x="50" y="394"/>
                  <a:pt x="55" y="393"/>
                  <a:pt x="59" y="393"/>
                </a:cubicBezTo>
                <a:cubicBezTo>
                  <a:pt x="63" y="393"/>
                  <a:pt x="66" y="392"/>
                  <a:pt x="69" y="391"/>
                </a:cubicBezTo>
                <a:cubicBezTo>
                  <a:pt x="72" y="390"/>
                  <a:pt x="74" y="390"/>
                  <a:pt x="74" y="390"/>
                </a:cubicBezTo>
                <a:cubicBezTo>
                  <a:pt x="75" y="390"/>
                  <a:pt x="76" y="389"/>
                  <a:pt x="78" y="387"/>
                </a:cubicBezTo>
                <a:cubicBezTo>
                  <a:pt x="80" y="385"/>
                  <a:pt x="82" y="384"/>
                  <a:pt x="82" y="384"/>
                </a:cubicBezTo>
                <a:lnTo>
                  <a:pt x="82" y="56"/>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478" name=""/>
          <p:cNvSpPr/>
          <p:nvPr/>
        </p:nvSpPr>
        <p:spPr>
          <a:xfrm>
            <a:off x="8939160" y="4951080"/>
            <a:ext cx="13320" cy="322920"/>
          </a:xfrm>
          <a:custGeom>
            <a:avLst/>
            <a:gdLst/>
            <a:ahLst/>
            <a:rect l="0" t="0" r="r" b="b"/>
            <a:pathLst>
              <a:path w="37" h="897">
                <a:moveTo>
                  <a:pt x="19" y="897"/>
                </a:moveTo>
                <a:lnTo>
                  <a:pt x="17" y="897"/>
                </a:lnTo>
                <a:cubicBezTo>
                  <a:pt x="10" y="897"/>
                  <a:pt x="5" y="893"/>
                  <a:pt x="0" y="885"/>
                </a:cubicBezTo>
                <a:lnTo>
                  <a:pt x="0" y="448"/>
                </a:lnTo>
                <a:lnTo>
                  <a:pt x="1" y="11"/>
                </a:lnTo>
                <a:cubicBezTo>
                  <a:pt x="8" y="3"/>
                  <a:pt x="14" y="0"/>
                  <a:pt x="19" y="0"/>
                </a:cubicBezTo>
                <a:cubicBezTo>
                  <a:pt x="27" y="0"/>
                  <a:pt x="33" y="4"/>
                  <a:pt x="37" y="13"/>
                </a:cubicBezTo>
                <a:lnTo>
                  <a:pt x="37" y="885"/>
                </a:lnTo>
                <a:cubicBezTo>
                  <a:pt x="32" y="893"/>
                  <a:pt x="27" y="897"/>
                  <a:pt x="21" y="897"/>
                </a:cubicBezTo>
                <a:lnTo>
                  <a:pt x="19" y="897"/>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479" name=""/>
          <p:cNvSpPr/>
          <p:nvPr/>
        </p:nvSpPr>
        <p:spPr>
          <a:xfrm>
            <a:off x="8997480" y="5049720"/>
            <a:ext cx="182880" cy="143640"/>
          </a:xfrm>
          <a:custGeom>
            <a:avLst/>
            <a:gdLst/>
            <a:ahLst/>
            <a:rect l="0" t="0" r="r" b="b"/>
            <a:pathLst>
              <a:path w="508" h="399">
                <a:moveTo>
                  <a:pt x="185" y="399"/>
                </a:moveTo>
                <a:cubicBezTo>
                  <a:pt x="176" y="397"/>
                  <a:pt x="145" y="396"/>
                  <a:pt x="89" y="396"/>
                </a:cubicBezTo>
                <a:cubicBezTo>
                  <a:pt x="41" y="396"/>
                  <a:pt x="13" y="397"/>
                  <a:pt x="6" y="399"/>
                </a:cubicBezTo>
                <a:lnTo>
                  <a:pt x="0" y="399"/>
                </a:lnTo>
                <a:lnTo>
                  <a:pt x="0" y="344"/>
                </a:lnTo>
                <a:lnTo>
                  <a:pt x="86" y="344"/>
                </a:lnTo>
                <a:lnTo>
                  <a:pt x="202" y="208"/>
                </a:lnTo>
                <a:lnTo>
                  <a:pt x="78" y="55"/>
                </a:lnTo>
                <a:lnTo>
                  <a:pt x="4" y="55"/>
                </a:lnTo>
                <a:lnTo>
                  <a:pt x="4" y="0"/>
                </a:lnTo>
                <a:lnTo>
                  <a:pt x="11" y="0"/>
                </a:lnTo>
                <a:cubicBezTo>
                  <a:pt x="20" y="2"/>
                  <a:pt x="53" y="2"/>
                  <a:pt x="110" y="2"/>
                </a:cubicBezTo>
                <a:cubicBezTo>
                  <a:pt x="172" y="2"/>
                  <a:pt x="209" y="2"/>
                  <a:pt x="219" y="0"/>
                </a:cubicBezTo>
                <a:lnTo>
                  <a:pt x="228" y="0"/>
                </a:lnTo>
                <a:lnTo>
                  <a:pt x="228" y="55"/>
                </a:lnTo>
                <a:lnTo>
                  <a:pt x="202" y="55"/>
                </a:lnTo>
                <a:lnTo>
                  <a:pt x="234" y="94"/>
                </a:lnTo>
                <a:cubicBezTo>
                  <a:pt x="254" y="120"/>
                  <a:pt x="265" y="133"/>
                  <a:pt x="265" y="133"/>
                </a:cubicBezTo>
                <a:cubicBezTo>
                  <a:pt x="268" y="133"/>
                  <a:pt x="279" y="119"/>
                  <a:pt x="299" y="92"/>
                </a:cubicBezTo>
                <a:lnTo>
                  <a:pt x="331" y="55"/>
                </a:lnTo>
                <a:lnTo>
                  <a:pt x="298" y="55"/>
                </a:lnTo>
                <a:lnTo>
                  <a:pt x="298" y="0"/>
                </a:lnTo>
                <a:lnTo>
                  <a:pt x="305" y="0"/>
                </a:lnTo>
                <a:cubicBezTo>
                  <a:pt x="314" y="2"/>
                  <a:pt x="345" y="2"/>
                  <a:pt x="400" y="2"/>
                </a:cubicBezTo>
                <a:cubicBezTo>
                  <a:pt x="448" y="2"/>
                  <a:pt x="476" y="2"/>
                  <a:pt x="483" y="0"/>
                </a:cubicBezTo>
                <a:lnTo>
                  <a:pt x="490" y="0"/>
                </a:lnTo>
                <a:lnTo>
                  <a:pt x="490" y="55"/>
                </a:lnTo>
                <a:lnTo>
                  <a:pt x="404" y="55"/>
                </a:lnTo>
                <a:lnTo>
                  <a:pt x="300" y="178"/>
                </a:lnTo>
                <a:lnTo>
                  <a:pt x="434" y="343"/>
                </a:lnTo>
                <a:lnTo>
                  <a:pt x="471" y="344"/>
                </a:lnTo>
                <a:lnTo>
                  <a:pt x="508" y="344"/>
                </a:lnTo>
                <a:lnTo>
                  <a:pt x="508" y="399"/>
                </a:lnTo>
                <a:lnTo>
                  <a:pt x="500" y="399"/>
                </a:lnTo>
                <a:cubicBezTo>
                  <a:pt x="491" y="397"/>
                  <a:pt x="459" y="396"/>
                  <a:pt x="403" y="396"/>
                </a:cubicBezTo>
                <a:cubicBezTo>
                  <a:pt x="340" y="396"/>
                  <a:pt x="304" y="397"/>
                  <a:pt x="293" y="399"/>
                </a:cubicBezTo>
                <a:lnTo>
                  <a:pt x="285" y="399"/>
                </a:lnTo>
                <a:lnTo>
                  <a:pt x="285" y="344"/>
                </a:lnTo>
                <a:lnTo>
                  <a:pt x="310" y="344"/>
                </a:lnTo>
                <a:cubicBezTo>
                  <a:pt x="310" y="343"/>
                  <a:pt x="298" y="328"/>
                  <a:pt x="274" y="299"/>
                </a:cubicBezTo>
                <a:cubicBezTo>
                  <a:pt x="250" y="269"/>
                  <a:pt x="238" y="254"/>
                  <a:pt x="237" y="253"/>
                </a:cubicBezTo>
                <a:lnTo>
                  <a:pt x="159" y="343"/>
                </a:lnTo>
                <a:lnTo>
                  <a:pt x="176" y="344"/>
                </a:lnTo>
                <a:lnTo>
                  <a:pt x="193" y="344"/>
                </a:lnTo>
                <a:lnTo>
                  <a:pt x="193" y="399"/>
                </a:lnTo>
                <a:lnTo>
                  <a:pt x="185" y="399"/>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480" name=""/>
          <p:cNvSpPr/>
          <p:nvPr/>
        </p:nvSpPr>
        <p:spPr>
          <a:xfrm>
            <a:off x="9201600" y="5098680"/>
            <a:ext cx="71280" cy="145800"/>
          </a:xfrm>
          <a:custGeom>
            <a:avLst/>
            <a:gdLst/>
            <a:ahLst/>
            <a:rect l="0" t="0" r="r" b="b"/>
            <a:pathLst>
              <a:path w="198" h="405">
                <a:moveTo>
                  <a:pt x="5" y="153"/>
                </a:moveTo>
                <a:cubicBezTo>
                  <a:pt x="2" y="150"/>
                  <a:pt x="0" y="147"/>
                  <a:pt x="0" y="146"/>
                </a:cubicBezTo>
                <a:cubicBezTo>
                  <a:pt x="0" y="144"/>
                  <a:pt x="1" y="141"/>
                  <a:pt x="2" y="136"/>
                </a:cubicBezTo>
                <a:cubicBezTo>
                  <a:pt x="3" y="131"/>
                  <a:pt x="4" y="128"/>
                  <a:pt x="5" y="127"/>
                </a:cubicBezTo>
                <a:cubicBezTo>
                  <a:pt x="6" y="125"/>
                  <a:pt x="8" y="124"/>
                  <a:pt x="11" y="124"/>
                </a:cubicBezTo>
                <a:cubicBezTo>
                  <a:pt x="14" y="124"/>
                  <a:pt x="25" y="124"/>
                  <a:pt x="43" y="123"/>
                </a:cubicBezTo>
                <a:lnTo>
                  <a:pt x="77" y="123"/>
                </a:lnTo>
                <a:lnTo>
                  <a:pt x="89" y="73"/>
                </a:lnTo>
                <a:cubicBezTo>
                  <a:pt x="90" y="68"/>
                  <a:pt x="92" y="62"/>
                  <a:pt x="93" y="54"/>
                </a:cubicBezTo>
                <a:cubicBezTo>
                  <a:pt x="95" y="47"/>
                  <a:pt x="97" y="41"/>
                  <a:pt x="98" y="38"/>
                </a:cubicBezTo>
                <a:cubicBezTo>
                  <a:pt x="99" y="34"/>
                  <a:pt x="100" y="30"/>
                  <a:pt x="102" y="25"/>
                </a:cubicBezTo>
                <a:cubicBezTo>
                  <a:pt x="103" y="20"/>
                  <a:pt x="105" y="16"/>
                  <a:pt x="107" y="14"/>
                </a:cubicBezTo>
                <a:cubicBezTo>
                  <a:pt x="109" y="12"/>
                  <a:pt x="111" y="10"/>
                  <a:pt x="113" y="7"/>
                </a:cubicBezTo>
                <a:cubicBezTo>
                  <a:pt x="115" y="4"/>
                  <a:pt x="118" y="2"/>
                  <a:pt x="122" y="1"/>
                </a:cubicBezTo>
                <a:cubicBezTo>
                  <a:pt x="126" y="0"/>
                  <a:pt x="130" y="0"/>
                  <a:pt x="133" y="0"/>
                </a:cubicBezTo>
                <a:cubicBezTo>
                  <a:pt x="141" y="0"/>
                  <a:pt x="146" y="2"/>
                  <a:pt x="150" y="7"/>
                </a:cubicBezTo>
                <a:cubicBezTo>
                  <a:pt x="153" y="11"/>
                  <a:pt x="155" y="15"/>
                  <a:pt x="155" y="19"/>
                </a:cubicBezTo>
                <a:cubicBezTo>
                  <a:pt x="155" y="22"/>
                  <a:pt x="153" y="32"/>
                  <a:pt x="148" y="48"/>
                </a:cubicBezTo>
                <a:cubicBezTo>
                  <a:pt x="144" y="65"/>
                  <a:pt x="140" y="82"/>
                  <a:pt x="135" y="99"/>
                </a:cubicBezTo>
                <a:lnTo>
                  <a:pt x="129" y="122"/>
                </a:lnTo>
                <a:cubicBezTo>
                  <a:pt x="129" y="123"/>
                  <a:pt x="139" y="123"/>
                  <a:pt x="162" y="123"/>
                </a:cubicBezTo>
                <a:lnTo>
                  <a:pt x="194" y="123"/>
                </a:lnTo>
                <a:cubicBezTo>
                  <a:pt x="197" y="126"/>
                  <a:pt x="198" y="129"/>
                  <a:pt x="198" y="130"/>
                </a:cubicBezTo>
                <a:cubicBezTo>
                  <a:pt x="198" y="140"/>
                  <a:pt x="196" y="147"/>
                  <a:pt x="190" y="153"/>
                </a:cubicBezTo>
                <a:lnTo>
                  <a:pt x="121" y="153"/>
                </a:lnTo>
                <a:lnTo>
                  <a:pt x="98" y="246"/>
                </a:lnTo>
                <a:cubicBezTo>
                  <a:pt x="82" y="313"/>
                  <a:pt x="74" y="350"/>
                  <a:pt x="74" y="355"/>
                </a:cubicBezTo>
                <a:cubicBezTo>
                  <a:pt x="74" y="372"/>
                  <a:pt x="79" y="381"/>
                  <a:pt x="91" y="381"/>
                </a:cubicBezTo>
                <a:cubicBezTo>
                  <a:pt x="106" y="381"/>
                  <a:pt x="120" y="374"/>
                  <a:pt x="134" y="360"/>
                </a:cubicBezTo>
                <a:cubicBezTo>
                  <a:pt x="148" y="345"/>
                  <a:pt x="160" y="328"/>
                  <a:pt x="169" y="306"/>
                </a:cubicBezTo>
                <a:cubicBezTo>
                  <a:pt x="169" y="304"/>
                  <a:pt x="170" y="302"/>
                  <a:pt x="172" y="302"/>
                </a:cubicBezTo>
                <a:cubicBezTo>
                  <a:pt x="173" y="302"/>
                  <a:pt x="176" y="301"/>
                  <a:pt x="181" y="301"/>
                </a:cubicBezTo>
                <a:lnTo>
                  <a:pt x="184" y="301"/>
                </a:lnTo>
                <a:cubicBezTo>
                  <a:pt x="190" y="301"/>
                  <a:pt x="193" y="302"/>
                  <a:pt x="193" y="306"/>
                </a:cubicBezTo>
                <a:cubicBezTo>
                  <a:pt x="193" y="307"/>
                  <a:pt x="193" y="310"/>
                  <a:pt x="191" y="313"/>
                </a:cubicBezTo>
                <a:cubicBezTo>
                  <a:pt x="189" y="320"/>
                  <a:pt x="185" y="328"/>
                  <a:pt x="180" y="338"/>
                </a:cubicBezTo>
                <a:cubicBezTo>
                  <a:pt x="174" y="347"/>
                  <a:pt x="167" y="357"/>
                  <a:pt x="158" y="367"/>
                </a:cubicBezTo>
                <a:cubicBezTo>
                  <a:pt x="150" y="378"/>
                  <a:pt x="138" y="387"/>
                  <a:pt x="125" y="394"/>
                </a:cubicBezTo>
                <a:cubicBezTo>
                  <a:pt x="112" y="401"/>
                  <a:pt x="99" y="405"/>
                  <a:pt x="86" y="405"/>
                </a:cubicBezTo>
                <a:cubicBezTo>
                  <a:pt x="74" y="405"/>
                  <a:pt x="62" y="402"/>
                  <a:pt x="50" y="395"/>
                </a:cubicBezTo>
                <a:cubicBezTo>
                  <a:pt x="39" y="389"/>
                  <a:pt x="31" y="378"/>
                  <a:pt x="25" y="362"/>
                </a:cubicBezTo>
                <a:cubicBezTo>
                  <a:pt x="25" y="359"/>
                  <a:pt x="24" y="353"/>
                  <a:pt x="24" y="345"/>
                </a:cubicBezTo>
                <a:lnTo>
                  <a:pt x="24" y="334"/>
                </a:lnTo>
                <a:lnTo>
                  <a:pt x="46" y="245"/>
                </a:lnTo>
                <a:cubicBezTo>
                  <a:pt x="61" y="185"/>
                  <a:pt x="69" y="154"/>
                  <a:pt x="69" y="154"/>
                </a:cubicBezTo>
                <a:cubicBezTo>
                  <a:pt x="69" y="153"/>
                  <a:pt x="58" y="153"/>
                  <a:pt x="37" y="153"/>
                </a:cubicBezTo>
                <a:lnTo>
                  <a:pt x="5" y="153"/>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481" name=""/>
          <p:cNvSpPr/>
          <p:nvPr/>
        </p:nvSpPr>
        <p:spPr>
          <a:xfrm>
            <a:off x="9313560" y="4950720"/>
            <a:ext cx="77760" cy="323640"/>
          </a:xfrm>
          <a:custGeom>
            <a:avLst/>
            <a:gdLst/>
            <a:ahLst/>
            <a:rect l="0" t="0" r="r" b="b"/>
            <a:pathLst>
              <a:path w="216" h="899">
                <a:moveTo>
                  <a:pt x="5" y="1"/>
                </a:moveTo>
                <a:lnTo>
                  <a:pt x="8" y="0"/>
                </a:lnTo>
                <a:cubicBezTo>
                  <a:pt x="11" y="0"/>
                  <a:pt x="14" y="0"/>
                  <a:pt x="17" y="0"/>
                </a:cubicBezTo>
                <a:lnTo>
                  <a:pt x="28" y="0"/>
                </a:lnTo>
                <a:lnTo>
                  <a:pt x="53" y="22"/>
                </a:lnTo>
                <a:cubicBezTo>
                  <a:pt x="109" y="73"/>
                  <a:pt x="151" y="136"/>
                  <a:pt x="177" y="213"/>
                </a:cubicBezTo>
                <a:cubicBezTo>
                  <a:pt x="203" y="289"/>
                  <a:pt x="216" y="368"/>
                  <a:pt x="216" y="450"/>
                </a:cubicBezTo>
                <a:cubicBezTo>
                  <a:pt x="216" y="491"/>
                  <a:pt x="213" y="530"/>
                  <a:pt x="207" y="567"/>
                </a:cubicBezTo>
                <a:cubicBezTo>
                  <a:pt x="201" y="605"/>
                  <a:pt x="194" y="637"/>
                  <a:pt x="186" y="663"/>
                </a:cubicBezTo>
                <a:cubicBezTo>
                  <a:pt x="178" y="690"/>
                  <a:pt x="167" y="716"/>
                  <a:pt x="153" y="742"/>
                </a:cubicBezTo>
                <a:cubicBezTo>
                  <a:pt x="139" y="769"/>
                  <a:pt x="126" y="789"/>
                  <a:pt x="118" y="803"/>
                </a:cubicBezTo>
                <a:cubicBezTo>
                  <a:pt x="109" y="816"/>
                  <a:pt x="97" y="832"/>
                  <a:pt x="81" y="848"/>
                </a:cubicBezTo>
                <a:cubicBezTo>
                  <a:pt x="65" y="865"/>
                  <a:pt x="55" y="875"/>
                  <a:pt x="52" y="878"/>
                </a:cubicBezTo>
                <a:cubicBezTo>
                  <a:pt x="49" y="881"/>
                  <a:pt x="42" y="887"/>
                  <a:pt x="32" y="895"/>
                </a:cubicBezTo>
                <a:cubicBezTo>
                  <a:pt x="30" y="897"/>
                  <a:pt x="29" y="898"/>
                  <a:pt x="28" y="899"/>
                </a:cubicBezTo>
                <a:lnTo>
                  <a:pt x="17" y="899"/>
                </a:lnTo>
                <a:cubicBezTo>
                  <a:pt x="13" y="899"/>
                  <a:pt x="9" y="899"/>
                  <a:pt x="7" y="899"/>
                </a:cubicBezTo>
                <a:cubicBezTo>
                  <a:pt x="6" y="899"/>
                  <a:pt x="4" y="898"/>
                  <a:pt x="3" y="896"/>
                </a:cubicBezTo>
                <a:cubicBezTo>
                  <a:pt x="2" y="894"/>
                  <a:pt x="1" y="891"/>
                  <a:pt x="0" y="888"/>
                </a:cubicBezTo>
                <a:cubicBezTo>
                  <a:pt x="1" y="887"/>
                  <a:pt x="4" y="883"/>
                  <a:pt x="10" y="876"/>
                </a:cubicBezTo>
                <a:cubicBezTo>
                  <a:pt x="103" y="780"/>
                  <a:pt x="150" y="638"/>
                  <a:pt x="150" y="450"/>
                </a:cubicBezTo>
                <a:cubicBezTo>
                  <a:pt x="150" y="262"/>
                  <a:pt x="103" y="119"/>
                  <a:pt x="10" y="23"/>
                </a:cubicBezTo>
                <a:cubicBezTo>
                  <a:pt x="4" y="15"/>
                  <a:pt x="1" y="11"/>
                  <a:pt x="0" y="11"/>
                </a:cubicBezTo>
                <a:cubicBezTo>
                  <a:pt x="0" y="6"/>
                  <a:pt x="2" y="3"/>
                  <a:pt x="5" y="1"/>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482" name=""/>
          <p:cNvSpPr/>
          <p:nvPr/>
        </p:nvSpPr>
        <p:spPr>
          <a:xfrm>
            <a:off x="9439200" y="4950720"/>
            <a:ext cx="77760" cy="323640"/>
          </a:xfrm>
          <a:custGeom>
            <a:avLst/>
            <a:gdLst/>
            <a:ahLst/>
            <a:rect l="0" t="0" r="r" b="b"/>
            <a:pathLst>
              <a:path w="216" h="899">
                <a:moveTo>
                  <a:pt x="5" y="1"/>
                </a:moveTo>
                <a:lnTo>
                  <a:pt x="8" y="0"/>
                </a:lnTo>
                <a:cubicBezTo>
                  <a:pt x="11" y="0"/>
                  <a:pt x="14" y="0"/>
                  <a:pt x="17" y="0"/>
                </a:cubicBezTo>
                <a:lnTo>
                  <a:pt x="28" y="0"/>
                </a:lnTo>
                <a:lnTo>
                  <a:pt x="53" y="22"/>
                </a:lnTo>
                <a:cubicBezTo>
                  <a:pt x="110" y="73"/>
                  <a:pt x="151" y="136"/>
                  <a:pt x="176" y="213"/>
                </a:cubicBezTo>
                <a:cubicBezTo>
                  <a:pt x="202" y="289"/>
                  <a:pt x="216" y="368"/>
                  <a:pt x="216" y="450"/>
                </a:cubicBezTo>
                <a:cubicBezTo>
                  <a:pt x="216" y="491"/>
                  <a:pt x="213" y="530"/>
                  <a:pt x="206" y="567"/>
                </a:cubicBezTo>
                <a:cubicBezTo>
                  <a:pt x="200" y="605"/>
                  <a:pt x="193" y="637"/>
                  <a:pt x="185" y="663"/>
                </a:cubicBezTo>
                <a:cubicBezTo>
                  <a:pt x="177" y="690"/>
                  <a:pt x="166" y="716"/>
                  <a:pt x="152" y="742"/>
                </a:cubicBezTo>
                <a:cubicBezTo>
                  <a:pt x="138" y="769"/>
                  <a:pt x="126" y="789"/>
                  <a:pt x="118" y="803"/>
                </a:cubicBezTo>
                <a:cubicBezTo>
                  <a:pt x="110" y="816"/>
                  <a:pt x="97" y="832"/>
                  <a:pt x="81" y="848"/>
                </a:cubicBezTo>
                <a:cubicBezTo>
                  <a:pt x="65" y="865"/>
                  <a:pt x="55" y="875"/>
                  <a:pt x="52" y="878"/>
                </a:cubicBezTo>
                <a:cubicBezTo>
                  <a:pt x="49" y="881"/>
                  <a:pt x="43" y="887"/>
                  <a:pt x="32" y="895"/>
                </a:cubicBezTo>
                <a:cubicBezTo>
                  <a:pt x="30" y="897"/>
                  <a:pt x="29" y="898"/>
                  <a:pt x="28" y="899"/>
                </a:cubicBezTo>
                <a:lnTo>
                  <a:pt x="17" y="899"/>
                </a:lnTo>
                <a:cubicBezTo>
                  <a:pt x="13" y="899"/>
                  <a:pt x="9" y="899"/>
                  <a:pt x="8" y="899"/>
                </a:cubicBezTo>
                <a:cubicBezTo>
                  <a:pt x="6" y="899"/>
                  <a:pt x="4" y="898"/>
                  <a:pt x="3" y="896"/>
                </a:cubicBezTo>
                <a:cubicBezTo>
                  <a:pt x="2" y="894"/>
                  <a:pt x="1" y="891"/>
                  <a:pt x="0" y="888"/>
                </a:cubicBezTo>
                <a:cubicBezTo>
                  <a:pt x="1" y="887"/>
                  <a:pt x="4" y="883"/>
                  <a:pt x="10" y="876"/>
                </a:cubicBezTo>
                <a:cubicBezTo>
                  <a:pt x="103" y="780"/>
                  <a:pt x="149" y="638"/>
                  <a:pt x="149" y="450"/>
                </a:cubicBezTo>
                <a:cubicBezTo>
                  <a:pt x="149" y="262"/>
                  <a:pt x="103" y="119"/>
                  <a:pt x="10" y="23"/>
                </a:cubicBezTo>
                <a:cubicBezTo>
                  <a:pt x="4" y="15"/>
                  <a:pt x="1" y="11"/>
                  <a:pt x="0" y="11"/>
                </a:cubicBezTo>
                <a:cubicBezTo>
                  <a:pt x="0" y="6"/>
                  <a:pt x="2" y="3"/>
                  <a:pt x="5" y="1"/>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483" name=""/>
          <p:cNvSpPr/>
          <p:nvPr/>
        </p:nvSpPr>
        <p:spPr>
          <a:xfrm>
            <a:off x="5041800" y="5303520"/>
            <a:ext cx="156960" cy="108000"/>
          </a:xfrm>
          <a:custGeom>
            <a:avLst/>
            <a:gdLst/>
            <a:ahLst/>
            <a:rect l="0" t="0" r="r" b="b"/>
            <a:pathLst>
              <a:path w="436" h="300">
                <a:moveTo>
                  <a:pt x="0" y="5"/>
                </a:moveTo>
                <a:lnTo>
                  <a:pt x="6" y="0"/>
                </a:lnTo>
                <a:lnTo>
                  <a:pt x="21" y="0"/>
                </a:lnTo>
                <a:cubicBezTo>
                  <a:pt x="28" y="0"/>
                  <a:pt x="33" y="0"/>
                  <a:pt x="35" y="0"/>
                </a:cubicBezTo>
                <a:cubicBezTo>
                  <a:pt x="38" y="0"/>
                  <a:pt x="40" y="1"/>
                  <a:pt x="41" y="4"/>
                </a:cubicBezTo>
                <a:cubicBezTo>
                  <a:pt x="43" y="6"/>
                  <a:pt x="45" y="8"/>
                  <a:pt x="46" y="10"/>
                </a:cubicBezTo>
                <a:cubicBezTo>
                  <a:pt x="47" y="12"/>
                  <a:pt x="50" y="16"/>
                  <a:pt x="53" y="24"/>
                </a:cubicBezTo>
                <a:cubicBezTo>
                  <a:pt x="57" y="30"/>
                  <a:pt x="62" y="37"/>
                  <a:pt x="70" y="45"/>
                </a:cubicBezTo>
                <a:cubicBezTo>
                  <a:pt x="108" y="94"/>
                  <a:pt x="159" y="130"/>
                  <a:pt x="225" y="155"/>
                </a:cubicBezTo>
                <a:cubicBezTo>
                  <a:pt x="290" y="179"/>
                  <a:pt x="355" y="192"/>
                  <a:pt x="418" y="192"/>
                </a:cubicBezTo>
                <a:cubicBezTo>
                  <a:pt x="426" y="192"/>
                  <a:pt x="431" y="193"/>
                  <a:pt x="433" y="195"/>
                </a:cubicBezTo>
                <a:cubicBezTo>
                  <a:pt x="435" y="197"/>
                  <a:pt x="436" y="203"/>
                  <a:pt x="436" y="215"/>
                </a:cubicBezTo>
                <a:lnTo>
                  <a:pt x="436" y="246"/>
                </a:lnTo>
                <a:lnTo>
                  <a:pt x="436" y="275"/>
                </a:lnTo>
                <a:cubicBezTo>
                  <a:pt x="436" y="287"/>
                  <a:pt x="435" y="294"/>
                  <a:pt x="433" y="296"/>
                </a:cubicBezTo>
                <a:cubicBezTo>
                  <a:pt x="431" y="299"/>
                  <a:pt x="427" y="300"/>
                  <a:pt x="419" y="300"/>
                </a:cubicBezTo>
                <a:cubicBezTo>
                  <a:pt x="367" y="300"/>
                  <a:pt x="313" y="289"/>
                  <a:pt x="256" y="268"/>
                </a:cubicBezTo>
                <a:cubicBezTo>
                  <a:pt x="145" y="219"/>
                  <a:pt x="62" y="146"/>
                  <a:pt x="7" y="50"/>
                </a:cubicBezTo>
                <a:lnTo>
                  <a:pt x="0" y="38"/>
                </a:lnTo>
                <a:lnTo>
                  <a:pt x="0" y="5"/>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484" name=""/>
          <p:cNvSpPr/>
          <p:nvPr/>
        </p:nvSpPr>
        <p:spPr>
          <a:xfrm>
            <a:off x="9398520" y="5303520"/>
            <a:ext cx="156960" cy="108000"/>
          </a:xfrm>
          <a:custGeom>
            <a:avLst/>
            <a:gdLst/>
            <a:ahLst/>
            <a:rect l="0" t="0" r="r" b="b"/>
            <a:pathLst>
              <a:path w="436" h="300">
                <a:moveTo>
                  <a:pt x="0" y="246"/>
                </a:moveTo>
                <a:lnTo>
                  <a:pt x="0" y="215"/>
                </a:lnTo>
                <a:cubicBezTo>
                  <a:pt x="0" y="204"/>
                  <a:pt x="1" y="198"/>
                  <a:pt x="3" y="196"/>
                </a:cubicBezTo>
                <a:cubicBezTo>
                  <a:pt x="5" y="194"/>
                  <a:pt x="10" y="193"/>
                  <a:pt x="17" y="192"/>
                </a:cubicBezTo>
                <a:cubicBezTo>
                  <a:pt x="102" y="192"/>
                  <a:pt x="175" y="177"/>
                  <a:pt x="235" y="146"/>
                </a:cubicBezTo>
                <a:cubicBezTo>
                  <a:pt x="294" y="116"/>
                  <a:pt x="338" y="82"/>
                  <a:pt x="366" y="45"/>
                </a:cubicBezTo>
                <a:cubicBezTo>
                  <a:pt x="370" y="40"/>
                  <a:pt x="375" y="33"/>
                  <a:pt x="380" y="26"/>
                </a:cubicBezTo>
                <a:cubicBezTo>
                  <a:pt x="385" y="18"/>
                  <a:pt x="388" y="12"/>
                  <a:pt x="391" y="8"/>
                </a:cubicBezTo>
                <a:cubicBezTo>
                  <a:pt x="393" y="4"/>
                  <a:pt x="395" y="2"/>
                  <a:pt x="397" y="2"/>
                </a:cubicBezTo>
                <a:cubicBezTo>
                  <a:pt x="398" y="1"/>
                  <a:pt x="404" y="0"/>
                  <a:pt x="415" y="0"/>
                </a:cubicBezTo>
                <a:lnTo>
                  <a:pt x="430" y="0"/>
                </a:lnTo>
                <a:lnTo>
                  <a:pt x="436" y="5"/>
                </a:lnTo>
                <a:lnTo>
                  <a:pt x="436" y="38"/>
                </a:lnTo>
                <a:lnTo>
                  <a:pt x="428" y="50"/>
                </a:lnTo>
                <a:cubicBezTo>
                  <a:pt x="374" y="146"/>
                  <a:pt x="291" y="219"/>
                  <a:pt x="181" y="268"/>
                </a:cubicBezTo>
                <a:cubicBezTo>
                  <a:pt x="123" y="289"/>
                  <a:pt x="68" y="300"/>
                  <a:pt x="16" y="300"/>
                </a:cubicBezTo>
                <a:cubicBezTo>
                  <a:pt x="9" y="300"/>
                  <a:pt x="4" y="299"/>
                  <a:pt x="3" y="297"/>
                </a:cubicBezTo>
                <a:cubicBezTo>
                  <a:pt x="2" y="295"/>
                  <a:pt x="1" y="289"/>
                  <a:pt x="0" y="278"/>
                </a:cubicBezTo>
                <a:lnTo>
                  <a:pt x="0" y="246"/>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485" name=""/>
          <p:cNvSpPr/>
          <p:nvPr/>
        </p:nvSpPr>
        <p:spPr>
          <a:xfrm>
            <a:off x="7149960" y="5372280"/>
            <a:ext cx="156600" cy="108000"/>
          </a:xfrm>
          <a:custGeom>
            <a:avLst/>
            <a:gdLst/>
            <a:ahLst/>
            <a:rect l="0" t="0" r="r" b="b"/>
            <a:pathLst>
              <a:path w="435" h="300">
                <a:moveTo>
                  <a:pt x="0" y="54"/>
                </a:moveTo>
                <a:cubicBezTo>
                  <a:pt x="0" y="28"/>
                  <a:pt x="0" y="13"/>
                  <a:pt x="0" y="8"/>
                </a:cubicBezTo>
                <a:cubicBezTo>
                  <a:pt x="0" y="4"/>
                  <a:pt x="1" y="2"/>
                  <a:pt x="4" y="2"/>
                </a:cubicBezTo>
                <a:cubicBezTo>
                  <a:pt x="6" y="1"/>
                  <a:pt x="11" y="0"/>
                  <a:pt x="18" y="0"/>
                </a:cubicBezTo>
                <a:cubicBezTo>
                  <a:pt x="69" y="0"/>
                  <a:pt x="123" y="11"/>
                  <a:pt x="179" y="33"/>
                </a:cubicBezTo>
                <a:cubicBezTo>
                  <a:pt x="290" y="82"/>
                  <a:pt x="373" y="155"/>
                  <a:pt x="428" y="251"/>
                </a:cubicBezTo>
                <a:lnTo>
                  <a:pt x="435" y="263"/>
                </a:lnTo>
                <a:lnTo>
                  <a:pt x="435" y="295"/>
                </a:lnTo>
                <a:lnTo>
                  <a:pt x="430" y="300"/>
                </a:lnTo>
                <a:lnTo>
                  <a:pt x="414" y="300"/>
                </a:lnTo>
                <a:lnTo>
                  <a:pt x="411" y="300"/>
                </a:lnTo>
                <a:cubicBezTo>
                  <a:pt x="405" y="300"/>
                  <a:pt x="401" y="300"/>
                  <a:pt x="399" y="300"/>
                </a:cubicBezTo>
                <a:cubicBezTo>
                  <a:pt x="397" y="300"/>
                  <a:pt x="395" y="299"/>
                  <a:pt x="394" y="296"/>
                </a:cubicBezTo>
                <a:cubicBezTo>
                  <a:pt x="392" y="294"/>
                  <a:pt x="390" y="292"/>
                  <a:pt x="389" y="290"/>
                </a:cubicBezTo>
                <a:cubicBezTo>
                  <a:pt x="388" y="288"/>
                  <a:pt x="385" y="284"/>
                  <a:pt x="381" y="277"/>
                </a:cubicBezTo>
                <a:cubicBezTo>
                  <a:pt x="377" y="270"/>
                  <a:pt x="372" y="262"/>
                  <a:pt x="365" y="255"/>
                </a:cubicBezTo>
                <a:cubicBezTo>
                  <a:pt x="326" y="207"/>
                  <a:pt x="274" y="170"/>
                  <a:pt x="210" y="146"/>
                </a:cubicBezTo>
                <a:cubicBezTo>
                  <a:pt x="146" y="120"/>
                  <a:pt x="81" y="108"/>
                  <a:pt x="17" y="108"/>
                </a:cubicBezTo>
                <a:cubicBezTo>
                  <a:pt x="9" y="108"/>
                  <a:pt x="4" y="107"/>
                  <a:pt x="2" y="105"/>
                </a:cubicBezTo>
                <a:cubicBezTo>
                  <a:pt x="0" y="103"/>
                  <a:pt x="0" y="97"/>
                  <a:pt x="0" y="86"/>
                </a:cubicBezTo>
                <a:lnTo>
                  <a:pt x="0" y="54"/>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486" name=""/>
          <p:cNvSpPr/>
          <p:nvPr/>
        </p:nvSpPr>
        <p:spPr>
          <a:xfrm>
            <a:off x="7290720" y="5372280"/>
            <a:ext cx="156600" cy="108000"/>
          </a:xfrm>
          <a:custGeom>
            <a:avLst/>
            <a:gdLst/>
            <a:ahLst/>
            <a:rect l="0" t="0" r="r" b="b"/>
            <a:pathLst>
              <a:path w="435" h="300">
                <a:moveTo>
                  <a:pt x="5" y="300"/>
                </a:moveTo>
                <a:lnTo>
                  <a:pt x="0" y="295"/>
                </a:lnTo>
                <a:lnTo>
                  <a:pt x="0" y="263"/>
                </a:lnTo>
                <a:lnTo>
                  <a:pt x="7" y="251"/>
                </a:lnTo>
                <a:cubicBezTo>
                  <a:pt x="61" y="155"/>
                  <a:pt x="144" y="82"/>
                  <a:pt x="255" y="33"/>
                </a:cubicBezTo>
                <a:cubicBezTo>
                  <a:pt x="299" y="15"/>
                  <a:pt x="345" y="5"/>
                  <a:pt x="395" y="1"/>
                </a:cubicBezTo>
                <a:cubicBezTo>
                  <a:pt x="397" y="1"/>
                  <a:pt x="400" y="1"/>
                  <a:pt x="406" y="1"/>
                </a:cubicBezTo>
                <a:cubicBezTo>
                  <a:pt x="411" y="1"/>
                  <a:pt x="415" y="1"/>
                  <a:pt x="417" y="0"/>
                </a:cubicBezTo>
                <a:cubicBezTo>
                  <a:pt x="426" y="0"/>
                  <a:pt x="431" y="1"/>
                  <a:pt x="433" y="3"/>
                </a:cubicBezTo>
                <a:cubicBezTo>
                  <a:pt x="434" y="5"/>
                  <a:pt x="435" y="10"/>
                  <a:pt x="435" y="20"/>
                </a:cubicBezTo>
                <a:lnTo>
                  <a:pt x="435" y="54"/>
                </a:lnTo>
                <a:lnTo>
                  <a:pt x="435" y="86"/>
                </a:lnTo>
                <a:cubicBezTo>
                  <a:pt x="435" y="96"/>
                  <a:pt x="434" y="103"/>
                  <a:pt x="433" y="104"/>
                </a:cubicBezTo>
                <a:cubicBezTo>
                  <a:pt x="431" y="106"/>
                  <a:pt x="426" y="107"/>
                  <a:pt x="418" y="108"/>
                </a:cubicBezTo>
                <a:cubicBezTo>
                  <a:pt x="338" y="108"/>
                  <a:pt x="263" y="124"/>
                  <a:pt x="195" y="158"/>
                </a:cubicBezTo>
                <a:cubicBezTo>
                  <a:pt x="126" y="191"/>
                  <a:pt x="76" y="236"/>
                  <a:pt x="44" y="293"/>
                </a:cubicBezTo>
                <a:cubicBezTo>
                  <a:pt x="41" y="296"/>
                  <a:pt x="39" y="299"/>
                  <a:pt x="38" y="299"/>
                </a:cubicBezTo>
                <a:cubicBezTo>
                  <a:pt x="36" y="300"/>
                  <a:pt x="30" y="300"/>
                  <a:pt x="21" y="300"/>
                </a:cubicBezTo>
                <a:lnTo>
                  <a:pt x="5" y="300"/>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487" name=""/>
          <p:cNvSpPr/>
          <p:nvPr/>
        </p:nvSpPr>
        <p:spPr>
          <a:xfrm>
            <a:off x="5162760" y="5372280"/>
            <a:ext cx="2022840" cy="39240"/>
          </a:xfrm>
          <a:custGeom>
            <a:avLst/>
            <a:gdLst/>
            <a:ahLst/>
            <a:rect l="0" t="0" r="r" b="b"/>
            <a:pathLst>
              <a:path w="5619" h="109">
                <a:moveTo>
                  <a:pt x="0" y="0"/>
                </a:moveTo>
                <a:lnTo>
                  <a:pt x="5619" y="0"/>
                </a:lnTo>
                <a:lnTo>
                  <a:pt x="5619" y="109"/>
                </a:lnTo>
                <a:lnTo>
                  <a:pt x="0" y="109"/>
                </a:lnTo>
                <a:lnTo>
                  <a:pt x="0" y="0"/>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488" name=""/>
          <p:cNvSpPr/>
          <p:nvPr/>
        </p:nvSpPr>
        <p:spPr>
          <a:xfrm>
            <a:off x="7411680" y="5372280"/>
            <a:ext cx="2022840" cy="39240"/>
          </a:xfrm>
          <a:custGeom>
            <a:avLst/>
            <a:gdLst/>
            <a:ahLst/>
            <a:rect l="0" t="0" r="r" b="b"/>
            <a:pathLst>
              <a:path w="5619" h="109">
                <a:moveTo>
                  <a:pt x="0" y="0"/>
                </a:moveTo>
                <a:lnTo>
                  <a:pt x="5619" y="0"/>
                </a:lnTo>
                <a:lnTo>
                  <a:pt x="5619" y="109"/>
                </a:lnTo>
                <a:lnTo>
                  <a:pt x="0" y="109"/>
                </a:lnTo>
                <a:lnTo>
                  <a:pt x="0" y="0"/>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489" name=""/>
          <p:cNvSpPr/>
          <p:nvPr/>
        </p:nvSpPr>
        <p:spPr>
          <a:xfrm>
            <a:off x="7086240" y="5528160"/>
            <a:ext cx="140760" cy="156600"/>
          </a:xfrm>
          <a:custGeom>
            <a:avLst/>
            <a:gdLst/>
            <a:ahLst/>
            <a:rect l="0" t="0" r="r" b="b"/>
            <a:pathLst>
              <a:path w="391" h="435">
                <a:moveTo>
                  <a:pt x="125" y="29"/>
                </a:moveTo>
                <a:cubicBezTo>
                  <a:pt x="111" y="29"/>
                  <a:pt x="103" y="28"/>
                  <a:pt x="102" y="27"/>
                </a:cubicBezTo>
                <a:cubicBezTo>
                  <a:pt x="102" y="26"/>
                  <a:pt x="102" y="24"/>
                  <a:pt x="102" y="21"/>
                </a:cubicBezTo>
                <a:cubicBezTo>
                  <a:pt x="102" y="11"/>
                  <a:pt x="104" y="4"/>
                  <a:pt x="108" y="1"/>
                </a:cubicBezTo>
                <a:cubicBezTo>
                  <a:pt x="109" y="0"/>
                  <a:pt x="113" y="0"/>
                  <a:pt x="118" y="0"/>
                </a:cubicBezTo>
                <a:cubicBezTo>
                  <a:pt x="141" y="1"/>
                  <a:pt x="168" y="2"/>
                  <a:pt x="199" y="2"/>
                </a:cubicBezTo>
                <a:cubicBezTo>
                  <a:pt x="258" y="2"/>
                  <a:pt x="292" y="1"/>
                  <a:pt x="301" y="0"/>
                </a:cubicBezTo>
                <a:lnTo>
                  <a:pt x="309" y="0"/>
                </a:lnTo>
                <a:cubicBezTo>
                  <a:pt x="312" y="2"/>
                  <a:pt x="313" y="4"/>
                  <a:pt x="313" y="6"/>
                </a:cubicBezTo>
                <a:cubicBezTo>
                  <a:pt x="313" y="7"/>
                  <a:pt x="312" y="11"/>
                  <a:pt x="312" y="17"/>
                </a:cubicBezTo>
                <a:cubicBezTo>
                  <a:pt x="309" y="23"/>
                  <a:pt x="308" y="27"/>
                  <a:pt x="306" y="29"/>
                </a:cubicBezTo>
                <a:lnTo>
                  <a:pt x="282" y="29"/>
                </a:lnTo>
                <a:cubicBezTo>
                  <a:pt x="253" y="30"/>
                  <a:pt x="235" y="31"/>
                  <a:pt x="230" y="35"/>
                </a:cubicBezTo>
                <a:cubicBezTo>
                  <a:pt x="227" y="37"/>
                  <a:pt x="224" y="42"/>
                  <a:pt x="221" y="54"/>
                </a:cubicBezTo>
                <a:cubicBezTo>
                  <a:pt x="218" y="64"/>
                  <a:pt x="204" y="120"/>
                  <a:pt x="179" y="221"/>
                </a:cubicBezTo>
                <a:cubicBezTo>
                  <a:pt x="172" y="249"/>
                  <a:pt x="165" y="278"/>
                  <a:pt x="157" y="309"/>
                </a:cubicBezTo>
                <a:cubicBezTo>
                  <a:pt x="150" y="340"/>
                  <a:pt x="144" y="363"/>
                  <a:pt x="140" y="378"/>
                </a:cubicBezTo>
                <a:lnTo>
                  <a:pt x="135" y="401"/>
                </a:lnTo>
                <a:cubicBezTo>
                  <a:pt x="135" y="403"/>
                  <a:pt x="136" y="404"/>
                  <a:pt x="140" y="404"/>
                </a:cubicBezTo>
                <a:cubicBezTo>
                  <a:pt x="144" y="404"/>
                  <a:pt x="157" y="404"/>
                  <a:pt x="178" y="405"/>
                </a:cubicBezTo>
                <a:lnTo>
                  <a:pt x="188" y="405"/>
                </a:lnTo>
                <a:cubicBezTo>
                  <a:pt x="202" y="405"/>
                  <a:pt x="213" y="405"/>
                  <a:pt x="221" y="404"/>
                </a:cubicBezTo>
                <a:cubicBezTo>
                  <a:pt x="229" y="404"/>
                  <a:pt x="239" y="403"/>
                  <a:pt x="252" y="400"/>
                </a:cubicBezTo>
                <a:cubicBezTo>
                  <a:pt x="265" y="397"/>
                  <a:pt x="275" y="394"/>
                  <a:pt x="284" y="389"/>
                </a:cubicBezTo>
                <a:cubicBezTo>
                  <a:pt x="292" y="384"/>
                  <a:pt x="301" y="376"/>
                  <a:pt x="312" y="367"/>
                </a:cubicBezTo>
                <a:cubicBezTo>
                  <a:pt x="322" y="358"/>
                  <a:pt x="331" y="346"/>
                  <a:pt x="338" y="332"/>
                </a:cubicBezTo>
                <a:cubicBezTo>
                  <a:pt x="345" y="319"/>
                  <a:pt x="351" y="305"/>
                  <a:pt x="357" y="290"/>
                </a:cubicBezTo>
                <a:cubicBezTo>
                  <a:pt x="363" y="274"/>
                  <a:pt x="367" y="265"/>
                  <a:pt x="368" y="263"/>
                </a:cubicBezTo>
                <a:cubicBezTo>
                  <a:pt x="370" y="262"/>
                  <a:pt x="374" y="261"/>
                  <a:pt x="379" y="261"/>
                </a:cubicBezTo>
                <a:lnTo>
                  <a:pt x="387" y="261"/>
                </a:lnTo>
                <a:cubicBezTo>
                  <a:pt x="390" y="265"/>
                  <a:pt x="391" y="267"/>
                  <a:pt x="391" y="268"/>
                </a:cubicBezTo>
                <a:cubicBezTo>
                  <a:pt x="391" y="269"/>
                  <a:pt x="387" y="281"/>
                  <a:pt x="378" y="305"/>
                </a:cubicBezTo>
                <a:cubicBezTo>
                  <a:pt x="370" y="330"/>
                  <a:pt x="360" y="355"/>
                  <a:pt x="350" y="382"/>
                </a:cubicBezTo>
                <a:cubicBezTo>
                  <a:pt x="340" y="408"/>
                  <a:pt x="335" y="424"/>
                  <a:pt x="334" y="429"/>
                </a:cubicBezTo>
                <a:cubicBezTo>
                  <a:pt x="333" y="431"/>
                  <a:pt x="332" y="432"/>
                  <a:pt x="331" y="432"/>
                </a:cubicBezTo>
                <a:cubicBezTo>
                  <a:pt x="330" y="433"/>
                  <a:pt x="327" y="433"/>
                  <a:pt x="321" y="434"/>
                </a:cubicBezTo>
                <a:cubicBezTo>
                  <a:pt x="315" y="435"/>
                  <a:pt x="306" y="435"/>
                  <a:pt x="294" y="435"/>
                </a:cubicBezTo>
                <a:cubicBezTo>
                  <a:pt x="289" y="435"/>
                  <a:pt x="273" y="435"/>
                  <a:pt x="246" y="435"/>
                </a:cubicBezTo>
                <a:cubicBezTo>
                  <a:pt x="218" y="435"/>
                  <a:pt x="192" y="435"/>
                  <a:pt x="167" y="434"/>
                </a:cubicBezTo>
                <a:lnTo>
                  <a:pt x="54" y="434"/>
                </a:lnTo>
                <a:cubicBezTo>
                  <a:pt x="18" y="434"/>
                  <a:pt x="0" y="432"/>
                  <a:pt x="0" y="428"/>
                </a:cubicBezTo>
                <a:cubicBezTo>
                  <a:pt x="0" y="425"/>
                  <a:pt x="0" y="422"/>
                  <a:pt x="1" y="419"/>
                </a:cubicBezTo>
                <a:cubicBezTo>
                  <a:pt x="3" y="411"/>
                  <a:pt x="5" y="407"/>
                  <a:pt x="7" y="406"/>
                </a:cubicBezTo>
                <a:cubicBezTo>
                  <a:pt x="9" y="405"/>
                  <a:pt x="13" y="405"/>
                  <a:pt x="18" y="405"/>
                </a:cubicBezTo>
                <a:lnTo>
                  <a:pt x="22" y="405"/>
                </a:lnTo>
                <a:cubicBezTo>
                  <a:pt x="33" y="405"/>
                  <a:pt x="46" y="404"/>
                  <a:pt x="60" y="403"/>
                </a:cubicBezTo>
                <a:cubicBezTo>
                  <a:pt x="66" y="402"/>
                  <a:pt x="70" y="399"/>
                  <a:pt x="72" y="396"/>
                </a:cubicBezTo>
                <a:cubicBezTo>
                  <a:pt x="73" y="394"/>
                  <a:pt x="88" y="335"/>
                  <a:pt x="117" y="219"/>
                </a:cubicBezTo>
                <a:cubicBezTo>
                  <a:pt x="147" y="103"/>
                  <a:pt x="161" y="41"/>
                  <a:pt x="161" y="35"/>
                </a:cubicBezTo>
                <a:cubicBezTo>
                  <a:pt x="161" y="32"/>
                  <a:pt x="149" y="30"/>
                  <a:pt x="125" y="29"/>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490" name=""/>
          <p:cNvSpPr/>
          <p:nvPr/>
        </p:nvSpPr>
        <p:spPr>
          <a:xfrm>
            <a:off x="7245000" y="5617440"/>
            <a:ext cx="50400" cy="102960"/>
          </a:xfrm>
          <a:custGeom>
            <a:avLst/>
            <a:gdLst/>
            <a:ahLst/>
            <a:rect l="0" t="0" r="r" b="b"/>
            <a:pathLst>
              <a:path w="140" h="286">
                <a:moveTo>
                  <a:pt x="3" y="108"/>
                </a:moveTo>
                <a:cubicBezTo>
                  <a:pt x="1" y="106"/>
                  <a:pt x="0" y="104"/>
                  <a:pt x="0" y="103"/>
                </a:cubicBezTo>
                <a:cubicBezTo>
                  <a:pt x="0" y="102"/>
                  <a:pt x="0" y="100"/>
                  <a:pt x="1" y="96"/>
                </a:cubicBezTo>
                <a:cubicBezTo>
                  <a:pt x="2" y="92"/>
                  <a:pt x="3" y="90"/>
                  <a:pt x="3" y="90"/>
                </a:cubicBezTo>
                <a:cubicBezTo>
                  <a:pt x="4" y="88"/>
                  <a:pt x="5" y="88"/>
                  <a:pt x="8" y="88"/>
                </a:cubicBezTo>
                <a:cubicBezTo>
                  <a:pt x="10" y="88"/>
                  <a:pt x="17" y="87"/>
                  <a:pt x="30" y="87"/>
                </a:cubicBezTo>
                <a:lnTo>
                  <a:pt x="54" y="87"/>
                </a:lnTo>
                <a:lnTo>
                  <a:pt x="63" y="51"/>
                </a:lnTo>
                <a:cubicBezTo>
                  <a:pt x="64" y="48"/>
                  <a:pt x="65" y="44"/>
                  <a:pt x="66" y="38"/>
                </a:cubicBezTo>
                <a:cubicBezTo>
                  <a:pt x="67" y="33"/>
                  <a:pt x="68" y="29"/>
                  <a:pt x="69" y="27"/>
                </a:cubicBezTo>
                <a:cubicBezTo>
                  <a:pt x="70" y="24"/>
                  <a:pt x="71" y="21"/>
                  <a:pt x="72" y="18"/>
                </a:cubicBezTo>
                <a:cubicBezTo>
                  <a:pt x="73" y="14"/>
                  <a:pt x="74" y="11"/>
                  <a:pt x="75" y="10"/>
                </a:cubicBezTo>
                <a:cubicBezTo>
                  <a:pt x="77" y="8"/>
                  <a:pt x="78" y="7"/>
                  <a:pt x="80" y="5"/>
                </a:cubicBezTo>
                <a:cubicBezTo>
                  <a:pt x="81" y="2"/>
                  <a:pt x="83" y="1"/>
                  <a:pt x="86" y="1"/>
                </a:cubicBezTo>
                <a:cubicBezTo>
                  <a:pt x="89" y="0"/>
                  <a:pt x="91" y="0"/>
                  <a:pt x="94" y="0"/>
                </a:cubicBezTo>
                <a:cubicBezTo>
                  <a:pt x="99" y="0"/>
                  <a:pt x="104" y="2"/>
                  <a:pt x="106" y="5"/>
                </a:cubicBezTo>
                <a:cubicBezTo>
                  <a:pt x="108" y="8"/>
                  <a:pt x="109" y="10"/>
                  <a:pt x="109" y="13"/>
                </a:cubicBezTo>
                <a:cubicBezTo>
                  <a:pt x="109" y="15"/>
                  <a:pt x="108" y="22"/>
                  <a:pt x="105" y="34"/>
                </a:cubicBezTo>
                <a:cubicBezTo>
                  <a:pt x="103" y="46"/>
                  <a:pt x="99" y="58"/>
                  <a:pt x="95" y="70"/>
                </a:cubicBezTo>
                <a:lnTo>
                  <a:pt x="91" y="86"/>
                </a:lnTo>
                <a:cubicBezTo>
                  <a:pt x="91" y="87"/>
                  <a:pt x="98" y="87"/>
                  <a:pt x="114" y="87"/>
                </a:cubicBezTo>
                <a:lnTo>
                  <a:pt x="137" y="87"/>
                </a:lnTo>
                <a:cubicBezTo>
                  <a:pt x="139" y="89"/>
                  <a:pt x="140" y="91"/>
                  <a:pt x="140" y="92"/>
                </a:cubicBezTo>
                <a:cubicBezTo>
                  <a:pt x="140" y="99"/>
                  <a:pt x="138" y="104"/>
                  <a:pt x="135" y="108"/>
                </a:cubicBezTo>
                <a:lnTo>
                  <a:pt x="86" y="108"/>
                </a:lnTo>
                <a:lnTo>
                  <a:pt x="69" y="173"/>
                </a:lnTo>
                <a:cubicBezTo>
                  <a:pt x="58" y="222"/>
                  <a:pt x="52" y="247"/>
                  <a:pt x="52" y="251"/>
                </a:cubicBezTo>
                <a:cubicBezTo>
                  <a:pt x="52" y="263"/>
                  <a:pt x="56" y="270"/>
                  <a:pt x="64" y="270"/>
                </a:cubicBezTo>
                <a:cubicBezTo>
                  <a:pt x="74" y="270"/>
                  <a:pt x="85" y="265"/>
                  <a:pt x="95" y="255"/>
                </a:cubicBezTo>
                <a:cubicBezTo>
                  <a:pt x="105" y="244"/>
                  <a:pt x="113" y="232"/>
                  <a:pt x="119" y="217"/>
                </a:cubicBezTo>
                <a:cubicBezTo>
                  <a:pt x="120" y="215"/>
                  <a:pt x="121" y="213"/>
                  <a:pt x="122" y="213"/>
                </a:cubicBezTo>
                <a:cubicBezTo>
                  <a:pt x="122" y="212"/>
                  <a:pt x="125" y="212"/>
                  <a:pt x="128" y="212"/>
                </a:cubicBezTo>
                <a:lnTo>
                  <a:pt x="130" y="212"/>
                </a:lnTo>
                <a:cubicBezTo>
                  <a:pt x="135" y="212"/>
                  <a:pt x="137" y="213"/>
                  <a:pt x="137" y="216"/>
                </a:cubicBezTo>
                <a:cubicBezTo>
                  <a:pt x="137" y="217"/>
                  <a:pt x="136" y="219"/>
                  <a:pt x="135" y="222"/>
                </a:cubicBezTo>
                <a:cubicBezTo>
                  <a:pt x="134" y="227"/>
                  <a:pt x="131" y="232"/>
                  <a:pt x="127" y="239"/>
                </a:cubicBezTo>
                <a:cubicBezTo>
                  <a:pt x="123" y="245"/>
                  <a:pt x="118" y="252"/>
                  <a:pt x="112" y="260"/>
                </a:cubicBezTo>
                <a:cubicBezTo>
                  <a:pt x="106" y="267"/>
                  <a:pt x="97" y="274"/>
                  <a:pt x="88" y="279"/>
                </a:cubicBezTo>
                <a:cubicBezTo>
                  <a:pt x="79" y="284"/>
                  <a:pt x="70" y="286"/>
                  <a:pt x="61" y="286"/>
                </a:cubicBezTo>
                <a:cubicBezTo>
                  <a:pt x="52" y="286"/>
                  <a:pt x="43" y="284"/>
                  <a:pt x="35" y="280"/>
                </a:cubicBezTo>
                <a:cubicBezTo>
                  <a:pt x="27" y="275"/>
                  <a:pt x="21" y="267"/>
                  <a:pt x="18" y="256"/>
                </a:cubicBezTo>
                <a:cubicBezTo>
                  <a:pt x="17" y="254"/>
                  <a:pt x="17" y="250"/>
                  <a:pt x="17" y="244"/>
                </a:cubicBezTo>
                <a:lnTo>
                  <a:pt x="17" y="236"/>
                </a:lnTo>
                <a:lnTo>
                  <a:pt x="33" y="172"/>
                </a:lnTo>
                <a:cubicBezTo>
                  <a:pt x="43" y="130"/>
                  <a:pt x="48" y="109"/>
                  <a:pt x="49" y="109"/>
                </a:cubicBezTo>
                <a:cubicBezTo>
                  <a:pt x="49" y="108"/>
                  <a:pt x="41" y="108"/>
                  <a:pt x="26" y="108"/>
                </a:cubicBezTo>
                <a:lnTo>
                  <a:pt x="3" y="108"/>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491" name=""/>
          <p:cNvSpPr/>
          <p:nvPr/>
        </p:nvSpPr>
        <p:spPr>
          <a:xfrm>
            <a:off x="7313760" y="5674680"/>
            <a:ext cx="99000" cy="6840"/>
          </a:xfrm>
          <a:custGeom>
            <a:avLst/>
            <a:gdLst/>
            <a:ahLst/>
            <a:rect l="0" t="0" r="r" b="b"/>
            <a:pathLst>
              <a:path w="275" h="19">
                <a:moveTo>
                  <a:pt x="6" y="0"/>
                </a:moveTo>
                <a:lnTo>
                  <a:pt x="268" y="0"/>
                </a:lnTo>
                <a:cubicBezTo>
                  <a:pt x="272" y="3"/>
                  <a:pt x="275" y="7"/>
                  <a:pt x="275" y="10"/>
                </a:cubicBezTo>
                <a:cubicBezTo>
                  <a:pt x="275" y="14"/>
                  <a:pt x="272" y="17"/>
                  <a:pt x="268" y="19"/>
                </a:cubicBezTo>
                <a:lnTo>
                  <a:pt x="6" y="19"/>
                </a:lnTo>
                <a:cubicBezTo>
                  <a:pt x="2" y="17"/>
                  <a:pt x="0" y="14"/>
                  <a:pt x="0" y="10"/>
                </a:cubicBezTo>
                <a:cubicBezTo>
                  <a:pt x="0" y="6"/>
                  <a:pt x="2" y="2"/>
                  <a:pt x="6" y="0"/>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492" name=""/>
          <p:cNvSpPr/>
          <p:nvPr/>
        </p:nvSpPr>
        <p:spPr>
          <a:xfrm>
            <a:off x="7439400" y="5610960"/>
            <a:ext cx="55800" cy="107640"/>
          </a:xfrm>
          <a:custGeom>
            <a:avLst/>
            <a:gdLst/>
            <a:ahLst/>
            <a:rect l="0" t="0" r="r" b="b"/>
            <a:pathLst>
              <a:path w="155" h="299">
                <a:moveTo>
                  <a:pt x="59" y="39"/>
                </a:moveTo>
                <a:lnTo>
                  <a:pt x="53" y="41"/>
                </a:lnTo>
                <a:cubicBezTo>
                  <a:pt x="49" y="43"/>
                  <a:pt x="42" y="44"/>
                  <a:pt x="34" y="46"/>
                </a:cubicBezTo>
                <a:cubicBezTo>
                  <a:pt x="26" y="47"/>
                  <a:pt x="18" y="48"/>
                  <a:pt x="8" y="49"/>
                </a:cubicBezTo>
                <a:lnTo>
                  <a:pt x="0" y="49"/>
                </a:lnTo>
                <a:lnTo>
                  <a:pt x="0" y="28"/>
                </a:lnTo>
                <a:lnTo>
                  <a:pt x="8" y="28"/>
                </a:lnTo>
                <a:cubicBezTo>
                  <a:pt x="22" y="28"/>
                  <a:pt x="35" y="26"/>
                  <a:pt x="47" y="22"/>
                </a:cubicBezTo>
                <a:cubicBezTo>
                  <a:pt x="60" y="18"/>
                  <a:pt x="68" y="14"/>
                  <a:pt x="73" y="11"/>
                </a:cubicBezTo>
                <a:cubicBezTo>
                  <a:pt x="78" y="8"/>
                  <a:pt x="82" y="4"/>
                  <a:pt x="86" y="1"/>
                </a:cubicBezTo>
                <a:cubicBezTo>
                  <a:pt x="86" y="0"/>
                  <a:pt x="88" y="0"/>
                  <a:pt x="91" y="0"/>
                </a:cubicBezTo>
                <a:cubicBezTo>
                  <a:pt x="94" y="0"/>
                  <a:pt x="96" y="1"/>
                  <a:pt x="99" y="2"/>
                </a:cubicBezTo>
                <a:lnTo>
                  <a:pt x="99" y="137"/>
                </a:lnTo>
                <a:lnTo>
                  <a:pt x="99" y="272"/>
                </a:lnTo>
                <a:cubicBezTo>
                  <a:pt x="101" y="274"/>
                  <a:pt x="103" y="276"/>
                  <a:pt x="105" y="276"/>
                </a:cubicBezTo>
                <a:cubicBezTo>
                  <a:pt x="106" y="277"/>
                  <a:pt x="110" y="277"/>
                  <a:pt x="115" y="278"/>
                </a:cubicBezTo>
                <a:cubicBezTo>
                  <a:pt x="121" y="278"/>
                  <a:pt x="130" y="279"/>
                  <a:pt x="143" y="279"/>
                </a:cubicBezTo>
                <a:lnTo>
                  <a:pt x="155" y="279"/>
                </a:lnTo>
                <a:lnTo>
                  <a:pt x="155" y="299"/>
                </a:lnTo>
                <a:lnTo>
                  <a:pt x="150" y="299"/>
                </a:lnTo>
                <a:cubicBezTo>
                  <a:pt x="144" y="299"/>
                  <a:pt x="120" y="298"/>
                  <a:pt x="79" y="298"/>
                </a:cubicBezTo>
                <a:cubicBezTo>
                  <a:pt x="37" y="298"/>
                  <a:pt x="13" y="299"/>
                  <a:pt x="7" y="299"/>
                </a:cubicBezTo>
                <a:lnTo>
                  <a:pt x="2" y="299"/>
                </a:lnTo>
                <a:lnTo>
                  <a:pt x="2" y="279"/>
                </a:lnTo>
                <a:lnTo>
                  <a:pt x="13" y="279"/>
                </a:lnTo>
                <a:cubicBezTo>
                  <a:pt x="20" y="279"/>
                  <a:pt x="26" y="279"/>
                  <a:pt x="30" y="279"/>
                </a:cubicBezTo>
                <a:cubicBezTo>
                  <a:pt x="35" y="279"/>
                  <a:pt x="39" y="279"/>
                  <a:pt x="42" y="278"/>
                </a:cubicBezTo>
                <a:cubicBezTo>
                  <a:pt x="44" y="278"/>
                  <a:pt x="47" y="278"/>
                  <a:pt x="50" y="277"/>
                </a:cubicBezTo>
                <a:cubicBezTo>
                  <a:pt x="52" y="276"/>
                  <a:pt x="53" y="276"/>
                  <a:pt x="53" y="276"/>
                </a:cubicBezTo>
                <a:cubicBezTo>
                  <a:pt x="54" y="276"/>
                  <a:pt x="55" y="275"/>
                  <a:pt x="56" y="274"/>
                </a:cubicBezTo>
                <a:cubicBezTo>
                  <a:pt x="58" y="272"/>
                  <a:pt x="59" y="272"/>
                  <a:pt x="59" y="272"/>
                </a:cubicBezTo>
                <a:lnTo>
                  <a:pt x="59" y="39"/>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493" name=""/>
          <p:cNvSpPr/>
          <p:nvPr/>
        </p:nvSpPr>
        <p:spPr>
          <a:xfrm>
            <a:off x="9646200" y="5105880"/>
            <a:ext cx="197280" cy="13320"/>
          </a:xfrm>
          <a:custGeom>
            <a:avLst/>
            <a:gdLst/>
            <a:ahLst/>
            <a:rect l="0" t="0" r="r" b="b"/>
            <a:pathLst>
              <a:path w="548" h="37">
                <a:moveTo>
                  <a:pt x="13" y="0"/>
                </a:moveTo>
                <a:lnTo>
                  <a:pt x="535" y="0"/>
                </a:lnTo>
                <a:cubicBezTo>
                  <a:pt x="544" y="5"/>
                  <a:pt x="548" y="12"/>
                  <a:pt x="548" y="19"/>
                </a:cubicBezTo>
                <a:cubicBezTo>
                  <a:pt x="548" y="26"/>
                  <a:pt x="544" y="32"/>
                  <a:pt x="535" y="37"/>
                </a:cubicBezTo>
                <a:lnTo>
                  <a:pt x="13" y="37"/>
                </a:lnTo>
                <a:cubicBezTo>
                  <a:pt x="4" y="33"/>
                  <a:pt x="0" y="27"/>
                  <a:pt x="0" y="19"/>
                </a:cubicBezTo>
                <a:cubicBezTo>
                  <a:pt x="0" y="11"/>
                  <a:pt x="4" y="4"/>
                  <a:pt x="13" y="0"/>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494" name=""/>
          <p:cNvSpPr/>
          <p:nvPr/>
        </p:nvSpPr>
        <p:spPr>
          <a:xfrm>
            <a:off x="9950760" y="4968720"/>
            <a:ext cx="76680" cy="224640"/>
          </a:xfrm>
          <a:custGeom>
            <a:avLst/>
            <a:gdLst/>
            <a:ahLst/>
            <a:rect l="0" t="0" r="r" b="b"/>
            <a:pathLst>
              <a:path w="213" h="624">
                <a:moveTo>
                  <a:pt x="14" y="583"/>
                </a:moveTo>
                <a:lnTo>
                  <a:pt x="27" y="583"/>
                </a:lnTo>
                <a:cubicBezTo>
                  <a:pt x="51" y="583"/>
                  <a:pt x="65" y="579"/>
                  <a:pt x="70" y="570"/>
                </a:cubicBezTo>
                <a:lnTo>
                  <a:pt x="70" y="563"/>
                </a:lnTo>
                <a:cubicBezTo>
                  <a:pt x="70" y="558"/>
                  <a:pt x="70" y="551"/>
                  <a:pt x="70" y="543"/>
                </a:cubicBezTo>
                <a:cubicBezTo>
                  <a:pt x="70" y="534"/>
                  <a:pt x="70" y="524"/>
                  <a:pt x="70" y="513"/>
                </a:cubicBezTo>
                <a:cubicBezTo>
                  <a:pt x="70" y="502"/>
                  <a:pt x="70" y="489"/>
                  <a:pt x="71" y="474"/>
                </a:cubicBezTo>
                <a:cubicBezTo>
                  <a:pt x="71" y="460"/>
                  <a:pt x="71" y="445"/>
                  <a:pt x="71" y="429"/>
                </a:cubicBezTo>
                <a:cubicBezTo>
                  <a:pt x="70" y="414"/>
                  <a:pt x="70" y="397"/>
                  <a:pt x="71" y="380"/>
                </a:cubicBezTo>
                <a:cubicBezTo>
                  <a:pt x="71" y="363"/>
                  <a:pt x="71" y="346"/>
                  <a:pt x="71" y="329"/>
                </a:cubicBezTo>
                <a:cubicBezTo>
                  <a:pt x="71" y="307"/>
                  <a:pt x="71" y="283"/>
                  <a:pt x="71" y="259"/>
                </a:cubicBezTo>
                <a:cubicBezTo>
                  <a:pt x="71" y="234"/>
                  <a:pt x="71" y="211"/>
                  <a:pt x="71" y="191"/>
                </a:cubicBezTo>
                <a:cubicBezTo>
                  <a:pt x="71" y="170"/>
                  <a:pt x="71" y="152"/>
                  <a:pt x="71" y="137"/>
                </a:cubicBezTo>
                <a:cubicBezTo>
                  <a:pt x="71" y="121"/>
                  <a:pt x="70" y="108"/>
                  <a:pt x="70" y="97"/>
                </a:cubicBezTo>
                <a:cubicBezTo>
                  <a:pt x="69" y="87"/>
                  <a:pt x="69" y="81"/>
                  <a:pt x="70" y="82"/>
                </a:cubicBezTo>
                <a:cubicBezTo>
                  <a:pt x="68" y="71"/>
                  <a:pt x="64" y="63"/>
                  <a:pt x="57" y="60"/>
                </a:cubicBezTo>
                <a:cubicBezTo>
                  <a:pt x="50" y="56"/>
                  <a:pt x="37" y="53"/>
                  <a:pt x="16" y="52"/>
                </a:cubicBezTo>
                <a:lnTo>
                  <a:pt x="0" y="52"/>
                </a:lnTo>
                <a:lnTo>
                  <a:pt x="0" y="31"/>
                </a:lnTo>
                <a:cubicBezTo>
                  <a:pt x="0" y="17"/>
                  <a:pt x="0" y="10"/>
                  <a:pt x="1" y="10"/>
                </a:cubicBezTo>
                <a:lnTo>
                  <a:pt x="10" y="9"/>
                </a:lnTo>
                <a:cubicBezTo>
                  <a:pt x="16" y="9"/>
                  <a:pt x="26" y="8"/>
                  <a:pt x="37" y="8"/>
                </a:cubicBezTo>
                <a:cubicBezTo>
                  <a:pt x="49" y="7"/>
                  <a:pt x="60" y="6"/>
                  <a:pt x="71" y="6"/>
                </a:cubicBezTo>
                <a:cubicBezTo>
                  <a:pt x="81" y="5"/>
                  <a:pt x="92" y="5"/>
                  <a:pt x="104" y="4"/>
                </a:cubicBezTo>
                <a:cubicBezTo>
                  <a:pt x="116" y="3"/>
                  <a:pt x="125" y="2"/>
                  <a:pt x="131" y="1"/>
                </a:cubicBezTo>
                <a:cubicBezTo>
                  <a:pt x="137" y="0"/>
                  <a:pt x="140" y="0"/>
                  <a:pt x="141" y="0"/>
                </a:cubicBezTo>
                <a:lnTo>
                  <a:pt x="143" y="0"/>
                </a:lnTo>
                <a:lnTo>
                  <a:pt x="143" y="284"/>
                </a:lnTo>
                <a:cubicBezTo>
                  <a:pt x="143" y="474"/>
                  <a:pt x="144" y="569"/>
                  <a:pt x="144" y="570"/>
                </a:cubicBezTo>
                <a:cubicBezTo>
                  <a:pt x="147" y="575"/>
                  <a:pt x="150" y="578"/>
                  <a:pt x="155" y="580"/>
                </a:cubicBezTo>
                <a:cubicBezTo>
                  <a:pt x="167" y="582"/>
                  <a:pt x="182" y="583"/>
                  <a:pt x="199" y="583"/>
                </a:cubicBezTo>
                <a:lnTo>
                  <a:pt x="213" y="583"/>
                </a:lnTo>
                <a:lnTo>
                  <a:pt x="213" y="624"/>
                </a:lnTo>
                <a:lnTo>
                  <a:pt x="206" y="624"/>
                </a:lnTo>
                <a:lnTo>
                  <a:pt x="185" y="623"/>
                </a:lnTo>
                <a:cubicBezTo>
                  <a:pt x="172" y="623"/>
                  <a:pt x="157" y="622"/>
                  <a:pt x="141" y="622"/>
                </a:cubicBezTo>
                <a:cubicBezTo>
                  <a:pt x="126" y="622"/>
                  <a:pt x="115" y="622"/>
                  <a:pt x="107" y="621"/>
                </a:cubicBezTo>
                <a:cubicBezTo>
                  <a:pt x="100" y="621"/>
                  <a:pt x="89" y="621"/>
                  <a:pt x="73" y="621"/>
                </a:cubicBezTo>
                <a:cubicBezTo>
                  <a:pt x="58" y="622"/>
                  <a:pt x="43" y="623"/>
                  <a:pt x="28" y="623"/>
                </a:cubicBezTo>
                <a:lnTo>
                  <a:pt x="7" y="624"/>
                </a:lnTo>
                <a:lnTo>
                  <a:pt x="0" y="624"/>
                </a:lnTo>
                <a:lnTo>
                  <a:pt x="0" y="583"/>
                </a:lnTo>
                <a:lnTo>
                  <a:pt x="14" y="583"/>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495" name=""/>
          <p:cNvSpPr/>
          <p:nvPr/>
        </p:nvSpPr>
        <p:spPr>
          <a:xfrm>
            <a:off x="10041120" y="5048280"/>
            <a:ext cx="143280" cy="148320"/>
          </a:xfrm>
          <a:custGeom>
            <a:avLst/>
            <a:gdLst/>
            <a:ahLst/>
            <a:rect l="0" t="0" r="r" b="b"/>
            <a:pathLst>
              <a:path w="398" h="412">
                <a:moveTo>
                  <a:pt x="0" y="211"/>
                </a:moveTo>
                <a:cubicBezTo>
                  <a:pt x="0" y="153"/>
                  <a:pt x="19" y="104"/>
                  <a:pt x="58" y="63"/>
                </a:cubicBezTo>
                <a:cubicBezTo>
                  <a:pt x="98" y="22"/>
                  <a:pt x="145" y="1"/>
                  <a:pt x="200" y="0"/>
                </a:cubicBezTo>
                <a:cubicBezTo>
                  <a:pt x="254" y="0"/>
                  <a:pt x="300" y="20"/>
                  <a:pt x="339" y="61"/>
                </a:cubicBezTo>
                <a:cubicBezTo>
                  <a:pt x="378" y="102"/>
                  <a:pt x="398" y="151"/>
                  <a:pt x="398" y="210"/>
                </a:cubicBezTo>
                <a:cubicBezTo>
                  <a:pt x="398" y="267"/>
                  <a:pt x="379" y="315"/>
                  <a:pt x="341" y="354"/>
                </a:cubicBezTo>
                <a:cubicBezTo>
                  <a:pt x="303" y="393"/>
                  <a:pt x="256" y="412"/>
                  <a:pt x="200" y="412"/>
                </a:cubicBezTo>
                <a:cubicBezTo>
                  <a:pt x="142" y="412"/>
                  <a:pt x="93" y="392"/>
                  <a:pt x="56" y="352"/>
                </a:cubicBezTo>
                <a:cubicBezTo>
                  <a:pt x="19" y="312"/>
                  <a:pt x="0" y="265"/>
                  <a:pt x="0" y="211"/>
                </a:cubicBezTo>
                <a:moveTo>
                  <a:pt x="200" y="376"/>
                </a:moveTo>
                <a:cubicBezTo>
                  <a:pt x="273" y="376"/>
                  <a:pt x="310" y="327"/>
                  <a:pt x="310" y="230"/>
                </a:cubicBezTo>
                <a:lnTo>
                  <a:pt x="310" y="201"/>
                </a:lnTo>
                <a:lnTo>
                  <a:pt x="310" y="179"/>
                </a:lnTo>
                <a:cubicBezTo>
                  <a:pt x="310" y="166"/>
                  <a:pt x="309" y="153"/>
                  <a:pt x="309" y="144"/>
                </a:cubicBezTo>
                <a:cubicBezTo>
                  <a:pt x="308" y="134"/>
                  <a:pt x="306" y="123"/>
                  <a:pt x="302" y="110"/>
                </a:cubicBezTo>
                <a:cubicBezTo>
                  <a:pt x="299" y="96"/>
                  <a:pt x="294" y="86"/>
                  <a:pt x="288" y="77"/>
                </a:cubicBezTo>
                <a:cubicBezTo>
                  <a:pt x="282" y="69"/>
                  <a:pt x="273" y="61"/>
                  <a:pt x="260" y="52"/>
                </a:cubicBezTo>
                <a:cubicBezTo>
                  <a:pt x="248" y="44"/>
                  <a:pt x="233" y="38"/>
                  <a:pt x="216" y="34"/>
                </a:cubicBezTo>
                <a:cubicBezTo>
                  <a:pt x="213" y="34"/>
                  <a:pt x="208" y="33"/>
                  <a:pt x="202" y="33"/>
                </a:cubicBezTo>
                <a:cubicBezTo>
                  <a:pt x="184" y="33"/>
                  <a:pt x="167" y="37"/>
                  <a:pt x="151" y="44"/>
                </a:cubicBezTo>
                <a:cubicBezTo>
                  <a:pt x="125" y="57"/>
                  <a:pt x="108" y="76"/>
                  <a:pt x="100" y="99"/>
                </a:cubicBezTo>
                <a:cubicBezTo>
                  <a:pt x="92" y="122"/>
                  <a:pt x="88" y="150"/>
                  <a:pt x="88" y="182"/>
                </a:cubicBezTo>
                <a:lnTo>
                  <a:pt x="88" y="200"/>
                </a:lnTo>
                <a:cubicBezTo>
                  <a:pt x="88" y="258"/>
                  <a:pt x="93" y="298"/>
                  <a:pt x="106" y="322"/>
                </a:cubicBezTo>
                <a:cubicBezTo>
                  <a:pt x="125" y="358"/>
                  <a:pt x="156" y="376"/>
                  <a:pt x="200" y="376"/>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496" name=""/>
          <p:cNvSpPr/>
          <p:nvPr/>
        </p:nvSpPr>
        <p:spPr>
          <a:xfrm>
            <a:off x="10202760" y="5046840"/>
            <a:ext cx="147960" cy="213120"/>
          </a:xfrm>
          <a:custGeom>
            <a:avLst/>
            <a:gdLst/>
            <a:ahLst/>
            <a:rect l="0" t="0" r="r" b="b"/>
            <a:pathLst>
              <a:path w="411" h="592">
                <a:moveTo>
                  <a:pt x="271" y="39"/>
                </a:moveTo>
                <a:cubicBezTo>
                  <a:pt x="297" y="13"/>
                  <a:pt x="327" y="0"/>
                  <a:pt x="360" y="0"/>
                </a:cubicBezTo>
                <a:cubicBezTo>
                  <a:pt x="378" y="0"/>
                  <a:pt x="391" y="5"/>
                  <a:pt x="399" y="17"/>
                </a:cubicBezTo>
                <a:cubicBezTo>
                  <a:pt x="407" y="28"/>
                  <a:pt x="411" y="39"/>
                  <a:pt x="411" y="51"/>
                </a:cubicBezTo>
                <a:cubicBezTo>
                  <a:pt x="411" y="59"/>
                  <a:pt x="408" y="67"/>
                  <a:pt x="403" y="73"/>
                </a:cubicBezTo>
                <a:cubicBezTo>
                  <a:pt x="397" y="80"/>
                  <a:pt x="389" y="83"/>
                  <a:pt x="378" y="83"/>
                </a:cubicBezTo>
                <a:cubicBezTo>
                  <a:pt x="359" y="83"/>
                  <a:pt x="348" y="74"/>
                  <a:pt x="345" y="56"/>
                </a:cubicBezTo>
                <a:cubicBezTo>
                  <a:pt x="344" y="48"/>
                  <a:pt x="345" y="42"/>
                  <a:pt x="348" y="37"/>
                </a:cubicBezTo>
                <a:cubicBezTo>
                  <a:pt x="348" y="37"/>
                  <a:pt x="348" y="36"/>
                  <a:pt x="349" y="35"/>
                </a:cubicBezTo>
                <a:lnTo>
                  <a:pt x="349" y="34"/>
                </a:lnTo>
                <a:cubicBezTo>
                  <a:pt x="332" y="36"/>
                  <a:pt x="316" y="42"/>
                  <a:pt x="301" y="53"/>
                </a:cubicBezTo>
                <a:cubicBezTo>
                  <a:pt x="296" y="56"/>
                  <a:pt x="294" y="59"/>
                  <a:pt x="294" y="60"/>
                </a:cubicBezTo>
                <a:cubicBezTo>
                  <a:pt x="294" y="60"/>
                  <a:pt x="295" y="62"/>
                  <a:pt x="298" y="64"/>
                </a:cubicBezTo>
                <a:cubicBezTo>
                  <a:pt x="300" y="67"/>
                  <a:pt x="303" y="70"/>
                  <a:pt x="306" y="75"/>
                </a:cubicBezTo>
                <a:cubicBezTo>
                  <a:pt x="309" y="80"/>
                  <a:pt x="312" y="85"/>
                  <a:pt x="316" y="91"/>
                </a:cubicBezTo>
                <a:cubicBezTo>
                  <a:pt x="319" y="97"/>
                  <a:pt x="322" y="105"/>
                  <a:pt x="324" y="115"/>
                </a:cubicBezTo>
                <a:cubicBezTo>
                  <a:pt x="325" y="124"/>
                  <a:pt x="327" y="134"/>
                  <a:pt x="327" y="144"/>
                </a:cubicBezTo>
                <a:cubicBezTo>
                  <a:pt x="327" y="181"/>
                  <a:pt x="313" y="213"/>
                  <a:pt x="283" y="238"/>
                </a:cubicBezTo>
                <a:cubicBezTo>
                  <a:pt x="254" y="264"/>
                  <a:pt x="218" y="277"/>
                  <a:pt x="175" y="278"/>
                </a:cubicBezTo>
                <a:cubicBezTo>
                  <a:pt x="145" y="278"/>
                  <a:pt x="115" y="269"/>
                  <a:pt x="86" y="253"/>
                </a:cubicBezTo>
                <a:cubicBezTo>
                  <a:pt x="78" y="263"/>
                  <a:pt x="75" y="275"/>
                  <a:pt x="75" y="287"/>
                </a:cubicBezTo>
                <a:cubicBezTo>
                  <a:pt x="75" y="308"/>
                  <a:pt x="83" y="323"/>
                  <a:pt x="99" y="333"/>
                </a:cubicBezTo>
                <a:cubicBezTo>
                  <a:pt x="105" y="337"/>
                  <a:pt x="110" y="339"/>
                  <a:pt x="114" y="339"/>
                </a:cubicBezTo>
                <a:cubicBezTo>
                  <a:pt x="119" y="339"/>
                  <a:pt x="141" y="339"/>
                  <a:pt x="179" y="341"/>
                </a:cubicBezTo>
                <a:cubicBezTo>
                  <a:pt x="229" y="341"/>
                  <a:pt x="262" y="343"/>
                  <a:pt x="276" y="346"/>
                </a:cubicBezTo>
                <a:cubicBezTo>
                  <a:pt x="313" y="351"/>
                  <a:pt x="341" y="364"/>
                  <a:pt x="362" y="383"/>
                </a:cubicBezTo>
                <a:cubicBezTo>
                  <a:pt x="386" y="406"/>
                  <a:pt x="397" y="435"/>
                  <a:pt x="397" y="472"/>
                </a:cubicBezTo>
                <a:cubicBezTo>
                  <a:pt x="397" y="512"/>
                  <a:pt x="374" y="543"/>
                  <a:pt x="327" y="564"/>
                </a:cubicBezTo>
                <a:cubicBezTo>
                  <a:pt x="291" y="583"/>
                  <a:pt x="249" y="592"/>
                  <a:pt x="200" y="592"/>
                </a:cubicBezTo>
                <a:cubicBezTo>
                  <a:pt x="150" y="592"/>
                  <a:pt x="107" y="583"/>
                  <a:pt x="70" y="564"/>
                </a:cubicBezTo>
                <a:cubicBezTo>
                  <a:pt x="24" y="543"/>
                  <a:pt x="0" y="513"/>
                  <a:pt x="0" y="474"/>
                </a:cubicBezTo>
                <a:cubicBezTo>
                  <a:pt x="0" y="452"/>
                  <a:pt x="7" y="434"/>
                  <a:pt x="19" y="420"/>
                </a:cubicBezTo>
                <a:cubicBezTo>
                  <a:pt x="32" y="405"/>
                  <a:pt x="44" y="395"/>
                  <a:pt x="57" y="390"/>
                </a:cubicBezTo>
                <a:lnTo>
                  <a:pt x="67" y="385"/>
                </a:lnTo>
                <a:cubicBezTo>
                  <a:pt x="45" y="366"/>
                  <a:pt x="35" y="341"/>
                  <a:pt x="35" y="309"/>
                </a:cubicBezTo>
                <a:cubicBezTo>
                  <a:pt x="35" y="281"/>
                  <a:pt x="43" y="256"/>
                  <a:pt x="61" y="233"/>
                </a:cubicBezTo>
                <a:cubicBezTo>
                  <a:pt x="34" y="207"/>
                  <a:pt x="21" y="177"/>
                  <a:pt x="21" y="144"/>
                </a:cubicBezTo>
                <a:cubicBezTo>
                  <a:pt x="21" y="106"/>
                  <a:pt x="36" y="75"/>
                  <a:pt x="66" y="49"/>
                </a:cubicBezTo>
                <a:cubicBezTo>
                  <a:pt x="97" y="23"/>
                  <a:pt x="133" y="10"/>
                  <a:pt x="176" y="10"/>
                </a:cubicBezTo>
                <a:cubicBezTo>
                  <a:pt x="206" y="10"/>
                  <a:pt x="234" y="17"/>
                  <a:pt x="261" y="33"/>
                </a:cubicBezTo>
                <a:lnTo>
                  <a:pt x="271" y="39"/>
                </a:lnTo>
                <a:moveTo>
                  <a:pt x="244" y="98"/>
                </a:moveTo>
                <a:cubicBezTo>
                  <a:pt x="241" y="82"/>
                  <a:pt x="233" y="68"/>
                  <a:pt x="220" y="59"/>
                </a:cubicBezTo>
                <a:cubicBezTo>
                  <a:pt x="208" y="49"/>
                  <a:pt x="192" y="44"/>
                  <a:pt x="174" y="44"/>
                </a:cubicBezTo>
                <a:cubicBezTo>
                  <a:pt x="156" y="44"/>
                  <a:pt x="141" y="48"/>
                  <a:pt x="129" y="58"/>
                </a:cubicBezTo>
                <a:cubicBezTo>
                  <a:pt x="116" y="68"/>
                  <a:pt x="109" y="81"/>
                  <a:pt x="106" y="98"/>
                </a:cubicBezTo>
                <a:cubicBezTo>
                  <a:pt x="104" y="109"/>
                  <a:pt x="103" y="124"/>
                  <a:pt x="103" y="144"/>
                </a:cubicBezTo>
                <a:cubicBezTo>
                  <a:pt x="103" y="170"/>
                  <a:pt x="105" y="190"/>
                  <a:pt x="109" y="202"/>
                </a:cubicBezTo>
                <a:cubicBezTo>
                  <a:pt x="113" y="215"/>
                  <a:pt x="122" y="225"/>
                  <a:pt x="136" y="234"/>
                </a:cubicBezTo>
                <a:cubicBezTo>
                  <a:pt x="146" y="240"/>
                  <a:pt x="159" y="243"/>
                  <a:pt x="175" y="243"/>
                </a:cubicBezTo>
                <a:cubicBezTo>
                  <a:pt x="188" y="243"/>
                  <a:pt x="199" y="241"/>
                  <a:pt x="209" y="237"/>
                </a:cubicBezTo>
                <a:cubicBezTo>
                  <a:pt x="218" y="232"/>
                  <a:pt x="225" y="227"/>
                  <a:pt x="229" y="220"/>
                </a:cubicBezTo>
                <a:cubicBezTo>
                  <a:pt x="234" y="214"/>
                  <a:pt x="237" y="208"/>
                  <a:pt x="239" y="202"/>
                </a:cubicBezTo>
                <a:cubicBezTo>
                  <a:pt x="242" y="197"/>
                  <a:pt x="243" y="193"/>
                  <a:pt x="244" y="189"/>
                </a:cubicBezTo>
                <a:cubicBezTo>
                  <a:pt x="246" y="179"/>
                  <a:pt x="246" y="164"/>
                  <a:pt x="246" y="144"/>
                </a:cubicBezTo>
                <a:cubicBezTo>
                  <a:pt x="246" y="124"/>
                  <a:pt x="246" y="109"/>
                  <a:pt x="244" y="98"/>
                </a:cubicBezTo>
                <a:moveTo>
                  <a:pt x="337" y="474"/>
                </a:moveTo>
                <a:cubicBezTo>
                  <a:pt x="337" y="459"/>
                  <a:pt x="333" y="446"/>
                  <a:pt x="324" y="437"/>
                </a:cubicBezTo>
                <a:cubicBezTo>
                  <a:pt x="316" y="427"/>
                  <a:pt x="304" y="420"/>
                  <a:pt x="288" y="416"/>
                </a:cubicBezTo>
                <a:cubicBezTo>
                  <a:pt x="272" y="412"/>
                  <a:pt x="257" y="409"/>
                  <a:pt x="244" y="408"/>
                </a:cubicBezTo>
                <a:cubicBezTo>
                  <a:pt x="231" y="407"/>
                  <a:pt x="214" y="406"/>
                  <a:pt x="195" y="406"/>
                </a:cubicBezTo>
                <a:lnTo>
                  <a:pt x="171" y="406"/>
                </a:lnTo>
                <a:cubicBezTo>
                  <a:pt x="131" y="406"/>
                  <a:pt x="107" y="408"/>
                  <a:pt x="99" y="412"/>
                </a:cubicBezTo>
                <a:cubicBezTo>
                  <a:pt x="87" y="417"/>
                  <a:pt x="77" y="425"/>
                  <a:pt x="70" y="437"/>
                </a:cubicBezTo>
                <a:cubicBezTo>
                  <a:pt x="64" y="448"/>
                  <a:pt x="60" y="460"/>
                  <a:pt x="60" y="474"/>
                </a:cubicBezTo>
                <a:cubicBezTo>
                  <a:pt x="60" y="480"/>
                  <a:pt x="61" y="486"/>
                  <a:pt x="65" y="494"/>
                </a:cubicBezTo>
                <a:cubicBezTo>
                  <a:pt x="69" y="502"/>
                  <a:pt x="75" y="511"/>
                  <a:pt x="84" y="521"/>
                </a:cubicBezTo>
                <a:cubicBezTo>
                  <a:pt x="94" y="531"/>
                  <a:pt x="108" y="540"/>
                  <a:pt x="128" y="546"/>
                </a:cubicBezTo>
                <a:cubicBezTo>
                  <a:pt x="148" y="553"/>
                  <a:pt x="172" y="556"/>
                  <a:pt x="200" y="557"/>
                </a:cubicBezTo>
                <a:cubicBezTo>
                  <a:pt x="241" y="557"/>
                  <a:pt x="274" y="549"/>
                  <a:pt x="299" y="532"/>
                </a:cubicBezTo>
                <a:cubicBezTo>
                  <a:pt x="324" y="515"/>
                  <a:pt x="337" y="496"/>
                  <a:pt x="337" y="474"/>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497" name=""/>
          <p:cNvSpPr/>
          <p:nvPr/>
        </p:nvSpPr>
        <p:spPr>
          <a:xfrm>
            <a:off x="10396440" y="5050080"/>
            <a:ext cx="173520" cy="205920"/>
          </a:xfrm>
          <a:custGeom>
            <a:avLst/>
            <a:gdLst/>
            <a:ahLst/>
            <a:rect l="0" t="0" r="r" b="b"/>
            <a:pathLst>
              <a:path w="482" h="572">
                <a:moveTo>
                  <a:pt x="55" y="140"/>
                </a:moveTo>
                <a:cubicBezTo>
                  <a:pt x="56" y="138"/>
                  <a:pt x="57" y="135"/>
                  <a:pt x="57" y="132"/>
                </a:cubicBezTo>
                <a:cubicBezTo>
                  <a:pt x="58" y="129"/>
                  <a:pt x="59" y="123"/>
                  <a:pt x="62" y="113"/>
                </a:cubicBezTo>
                <a:cubicBezTo>
                  <a:pt x="64" y="103"/>
                  <a:pt x="67" y="93"/>
                  <a:pt x="71" y="85"/>
                </a:cubicBezTo>
                <a:cubicBezTo>
                  <a:pt x="74" y="76"/>
                  <a:pt x="79" y="67"/>
                  <a:pt x="84" y="55"/>
                </a:cubicBezTo>
                <a:cubicBezTo>
                  <a:pt x="89" y="44"/>
                  <a:pt x="95" y="35"/>
                  <a:pt x="102" y="28"/>
                </a:cubicBezTo>
                <a:cubicBezTo>
                  <a:pt x="109" y="22"/>
                  <a:pt x="116" y="15"/>
                  <a:pt x="125" y="9"/>
                </a:cubicBezTo>
                <a:cubicBezTo>
                  <a:pt x="134" y="2"/>
                  <a:pt x="144" y="-1"/>
                  <a:pt x="155" y="1"/>
                </a:cubicBezTo>
                <a:cubicBezTo>
                  <a:pt x="200" y="1"/>
                  <a:pt x="230" y="20"/>
                  <a:pt x="242" y="58"/>
                </a:cubicBezTo>
                <a:lnTo>
                  <a:pt x="251" y="50"/>
                </a:lnTo>
                <a:cubicBezTo>
                  <a:pt x="288" y="17"/>
                  <a:pt x="323" y="1"/>
                  <a:pt x="357" y="1"/>
                </a:cubicBezTo>
                <a:cubicBezTo>
                  <a:pt x="396" y="1"/>
                  <a:pt x="426" y="15"/>
                  <a:pt x="449" y="43"/>
                </a:cubicBezTo>
                <a:cubicBezTo>
                  <a:pt x="471" y="71"/>
                  <a:pt x="482" y="105"/>
                  <a:pt x="482" y="145"/>
                </a:cubicBezTo>
                <a:cubicBezTo>
                  <a:pt x="482" y="210"/>
                  <a:pt x="459" y="269"/>
                  <a:pt x="414" y="324"/>
                </a:cubicBezTo>
                <a:cubicBezTo>
                  <a:pt x="368" y="378"/>
                  <a:pt x="317" y="406"/>
                  <a:pt x="259" y="406"/>
                </a:cubicBezTo>
                <a:cubicBezTo>
                  <a:pt x="246" y="406"/>
                  <a:pt x="234" y="404"/>
                  <a:pt x="224" y="401"/>
                </a:cubicBezTo>
                <a:cubicBezTo>
                  <a:pt x="217" y="398"/>
                  <a:pt x="210" y="393"/>
                  <a:pt x="203" y="387"/>
                </a:cubicBezTo>
                <a:cubicBezTo>
                  <a:pt x="195" y="381"/>
                  <a:pt x="190" y="376"/>
                  <a:pt x="185" y="372"/>
                </a:cubicBezTo>
                <a:lnTo>
                  <a:pt x="179" y="365"/>
                </a:lnTo>
                <a:cubicBezTo>
                  <a:pt x="179" y="365"/>
                  <a:pt x="172" y="391"/>
                  <a:pt x="159" y="443"/>
                </a:cubicBezTo>
                <a:cubicBezTo>
                  <a:pt x="147" y="494"/>
                  <a:pt x="141" y="520"/>
                  <a:pt x="141" y="521"/>
                </a:cubicBezTo>
                <a:cubicBezTo>
                  <a:pt x="141" y="525"/>
                  <a:pt x="143" y="527"/>
                  <a:pt x="148" y="527"/>
                </a:cubicBezTo>
                <a:cubicBezTo>
                  <a:pt x="153" y="528"/>
                  <a:pt x="164" y="529"/>
                  <a:pt x="181" y="530"/>
                </a:cubicBezTo>
                <a:lnTo>
                  <a:pt x="203" y="530"/>
                </a:lnTo>
                <a:cubicBezTo>
                  <a:pt x="207" y="535"/>
                  <a:pt x="209" y="538"/>
                  <a:pt x="209" y="539"/>
                </a:cubicBezTo>
                <a:cubicBezTo>
                  <a:pt x="209" y="540"/>
                  <a:pt x="208" y="546"/>
                  <a:pt x="206" y="555"/>
                </a:cubicBezTo>
                <a:cubicBezTo>
                  <a:pt x="204" y="562"/>
                  <a:pt x="203" y="567"/>
                  <a:pt x="201" y="569"/>
                </a:cubicBezTo>
                <a:cubicBezTo>
                  <a:pt x="199" y="570"/>
                  <a:pt x="195" y="572"/>
                  <a:pt x="189" y="572"/>
                </a:cubicBezTo>
                <a:cubicBezTo>
                  <a:pt x="188" y="572"/>
                  <a:pt x="185" y="572"/>
                  <a:pt x="179" y="572"/>
                </a:cubicBezTo>
                <a:cubicBezTo>
                  <a:pt x="174" y="572"/>
                  <a:pt x="164" y="572"/>
                  <a:pt x="149" y="571"/>
                </a:cubicBezTo>
                <a:cubicBezTo>
                  <a:pt x="134" y="571"/>
                  <a:pt x="115" y="570"/>
                  <a:pt x="93" y="570"/>
                </a:cubicBezTo>
                <a:cubicBezTo>
                  <a:pt x="51" y="570"/>
                  <a:pt x="25" y="571"/>
                  <a:pt x="13" y="572"/>
                </a:cubicBezTo>
                <a:lnTo>
                  <a:pt x="6" y="572"/>
                </a:lnTo>
                <a:cubicBezTo>
                  <a:pt x="2" y="568"/>
                  <a:pt x="0" y="565"/>
                  <a:pt x="0" y="562"/>
                </a:cubicBezTo>
                <a:cubicBezTo>
                  <a:pt x="1" y="546"/>
                  <a:pt x="5" y="536"/>
                  <a:pt x="11" y="530"/>
                </a:cubicBezTo>
                <a:lnTo>
                  <a:pt x="29" y="530"/>
                </a:lnTo>
                <a:cubicBezTo>
                  <a:pt x="50" y="529"/>
                  <a:pt x="61" y="526"/>
                  <a:pt x="64" y="519"/>
                </a:cubicBezTo>
                <a:cubicBezTo>
                  <a:pt x="66" y="516"/>
                  <a:pt x="84" y="444"/>
                  <a:pt x="119" y="305"/>
                </a:cubicBezTo>
                <a:cubicBezTo>
                  <a:pt x="154" y="165"/>
                  <a:pt x="172" y="91"/>
                  <a:pt x="174" y="83"/>
                </a:cubicBezTo>
                <a:cubicBezTo>
                  <a:pt x="174" y="80"/>
                  <a:pt x="175" y="76"/>
                  <a:pt x="175" y="71"/>
                </a:cubicBezTo>
                <a:cubicBezTo>
                  <a:pt x="175" y="46"/>
                  <a:pt x="167" y="34"/>
                  <a:pt x="152" y="34"/>
                </a:cubicBezTo>
                <a:cubicBezTo>
                  <a:pt x="139" y="34"/>
                  <a:pt x="128" y="42"/>
                  <a:pt x="119" y="59"/>
                </a:cubicBezTo>
                <a:cubicBezTo>
                  <a:pt x="110" y="76"/>
                  <a:pt x="103" y="94"/>
                  <a:pt x="98" y="114"/>
                </a:cubicBezTo>
                <a:cubicBezTo>
                  <a:pt x="94" y="133"/>
                  <a:pt x="90" y="144"/>
                  <a:pt x="88" y="146"/>
                </a:cubicBezTo>
                <a:cubicBezTo>
                  <a:pt x="86" y="147"/>
                  <a:pt x="82" y="148"/>
                  <a:pt x="73" y="148"/>
                </a:cubicBezTo>
                <a:lnTo>
                  <a:pt x="61" y="148"/>
                </a:lnTo>
                <a:cubicBezTo>
                  <a:pt x="57" y="144"/>
                  <a:pt x="55" y="141"/>
                  <a:pt x="55" y="140"/>
                </a:cubicBezTo>
                <a:moveTo>
                  <a:pt x="194" y="306"/>
                </a:moveTo>
                <a:cubicBezTo>
                  <a:pt x="208" y="351"/>
                  <a:pt x="231" y="374"/>
                  <a:pt x="262" y="374"/>
                </a:cubicBezTo>
                <a:cubicBezTo>
                  <a:pt x="280" y="374"/>
                  <a:pt x="297" y="367"/>
                  <a:pt x="314" y="353"/>
                </a:cubicBezTo>
                <a:cubicBezTo>
                  <a:pt x="331" y="339"/>
                  <a:pt x="344" y="322"/>
                  <a:pt x="355" y="301"/>
                </a:cubicBezTo>
                <a:cubicBezTo>
                  <a:pt x="366" y="281"/>
                  <a:pt x="377" y="249"/>
                  <a:pt x="387" y="204"/>
                </a:cubicBezTo>
                <a:cubicBezTo>
                  <a:pt x="398" y="160"/>
                  <a:pt x="404" y="127"/>
                  <a:pt x="405" y="106"/>
                </a:cubicBezTo>
                <a:lnTo>
                  <a:pt x="405" y="100"/>
                </a:lnTo>
                <a:cubicBezTo>
                  <a:pt x="405" y="56"/>
                  <a:pt x="386" y="34"/>
                  <a:pt x="350" y="34"/>
                </a:cubicBezTo>
                <a:cubicBezTo>
                  <a:pt x="343" y="34"/>
                  <a:pt x="337" y="35"/>
                  <a:pt x="330" y="36"/>
                </a:cubicBezTo>
                <a:cubicBezTo>
                  <a:pt x="323" y="38"/>
                  <a:pt x="317" y="41"/>
                  <a:pt x="310" y="44"/>
                </a:cubicBezTo>
                <a:cubicBezTo>
                  <a:pt x="304" y="48"/>
                  <a:pt x="298" y="52"/>
                  <a:pt x="292" y="56"/>
                </a:cubicBezTo>
                <a:cubicBezTo>
                  <a:pt x="287" y="60"/>
                  <a:pt x="282" y="65"/>
                  <a:pt x="277" y="70"/>
                </a:cubicBezTo>
                <a:cubicBezTo>
                  <a:pt x="272" y="74"/>
                  <a:pt x="268" y="79"/>
                  <a:pt x="264" y="83"/>
                </a:cubicBezTo>
                <a:cubicBezTo>
                  <a:pt x="259" y="87"/>
                  <a:pt x="256" y="91"/>
                  <a:pt x="254" y="96"/>
                </a:cubicBezTo>
                <a:cubicBezTo>
                  <a:pt x="251" y="100"/>
                  <a:pt x="249" y="103"/>
                  <a:pt x="247" y="105"/>
                </a:cubicBezTo>
                <a:lnTo>
                  <a:pt x="244" y="108"/>
                </a:lnTo>
                <a:cubicBezTo>
                  <a:pt x="244" y="109"/>
                  <a:pt x="243" y="113"/>
                  <a:pt x="241" y="121"/>
                </a:cubicBezTo>
                <a:cubicBezTo>
                  <a:pt x="239" y="129"/>
                  <a:pt x="236" y="142"/>
                  <a:pt x="231" y="160"/>
                </a:cubicBezTo>
                <a:cubicBezTo>
                  <a:pt x="227" y="179"/>
                  <a:pt x="221" y="194"/>
                  <a:pt x="218" y="207"/>
                </a:cubicBezTo>
                <a:cubicBezTo>
                  <a:pt x="202" y="270"/>
                  <a:pt x="194" y="303"/>
                  <a:pt x="194" y="306"/>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498" name=""/>
          <p:cNvSpPr/>
          <p:nvPr/>
        </p:nvSpPr>
        <p:spPr>
          <a:xfrm>
            <a:off x="10590120" y="5080320"/>
            <a:ext cx="97920" cy="163800"/>
          </a:xfrm>
          <a:custGeom>
            <a:avLst/>
            <a:gdLst/>
            <a:ahLst/>
            <a:rect l="0" t="0" r="r" b="b"/>
            <a:pathLst>
              <a:path w="272" h="455">
                <a:moveTo>
                  <a:pt x="0" y="322"/>
                </a:moveTo>
                <a:cubicBezTo>
                  <a:pt x="0" y="279"/>
                  <a:pt x="8" y="233"/>
                  <a:pt x="25" y="185"/>
                </a:cubicBezTo>
                <a:cubicBezTo>
                  <a:pt x="41" y="137"/>
                  <a:pt x="64" y="95"/>
                  <a:pt x="92" y="61"/>
                </a:cubicBezTo>
                <a:cubicBezTo>
                  <a:pt x="120" y="26"/>
                  <a:pt x="151" y="6"/>
                  <a:pt x="181" y="1"/>
                </a:cubicBezTo>
                <a:cubicBezTo>
                  <a:pt x="182" y="1"/>
                  <a:pt x="183" y="1"/>
                  <a:pt x="186" y="1"/>
                </a:cubicBezTo>
                <a:cubicBezTo>
                  <a:pt x="189" y="1"/>
                  <a:pt x="192" y="1"/>
                  <a:pt x="194" y="0"/>
                </a:cubicBezTo>
                <a:cubicBezTo>
                  <a:pt x="217" y="2"/>
                  <a:pt x="234" y="13"/>
                  <a:pt x="247" y="32"/>
                </a:cubicBezTo>
                <a:cubicBezTo>
                  <a:pt x="264" y="57"/>
                  <a:pt x="272" y="91"/>
                  <a:pt x="272" y="134"/>
                </a:cubicBezTo>
                <a:cubicBezTo>
                  <a:pt x="272" y="183"/>
                  <a:pt x="262" y="233"/>
                  <a:pt x="243" y="283"/>
                </a:cubicBezTo>
                <a:cubicBezTo>
                  <a:pt x="224" y="334"/>
                  <a:pt x="200" y="375"/>
                  <a:pt x="170" y="407"/>
                </a:cubicBezTo>
                <a:cubicBezTo>
                  <a:pt x="140" y="439"/>
                  <a:pt x="111" y="455"/>
                  <a:pt x="84" y="455"/>
                </a:cubicBezTo>
                <a:lnTo>
                  <a:pt x="80" y="455"/>
                </a:lnTo>
                <a:cubicBezTo>
                  <a:pt x="65" y="455"/>
                  <a:pt x="52" y="451"/>
                  <a:pt x="41" y="442"/>
                </a:cubicBezTo>
                <a:cubicBezTo>
                  <a:pt x="30" y="434"/>
                  <a:pt x="21" y="423"/>
                  <a:pt x="16" y="409"/>
                </a:cubicBezTo>
                <a:cubicBezTo>
                  <a:pt x="10" y="395"/>
                  <a:pt x="6" y="381"/>
                  <a:pt x="4" y="366"/>
                </a:cubicBezTo>
                <a:cubicBezTo>
                  <a:pt x="1" y="352"/>
                  <a:pt x="0" y="337"/>
                  <a:pt x="0" y="322"/>
                </a:cubicBezTo>
                <a:moveTo>
                  <a:pt x="222" y="89"/>
                </a:moveTo>
                <a:cubicBezTo>
                  <a:pt x="222" y="46"/>
                  <a:pt x="211" y="24"/>
                  <a:pt x="188" y="24"/>
                </a:cubicBezTo>
                <a:cubicBezTo>
                  <a:pt x="173" y="24"/>
                  <a:pt x="158" y="33"/>
                  <a:pt x="143" y="53"/>
                </a:cubicBezTo>
                <a:cubicBezTo>
                  <a:pt x="128" y="72"/>
                  <a:pt x="116" y="93"/>
                  <a:pt x="107" y="117"/>
                </a:cubicBezTo>
                <a:cubicBezTo>
                  <a:pt x="98" y="141"/>
                  <a:pt x="91" y="163"/>
                  <a:pt x="86" y="182"/>
                </a:cubicBezTo>
                <a:cubicBezTo>
                  <a:pt x="81" y="200"/>
                  <a:pt x="78" y="210"/>
                  <a:pt x="77" y="213"/>
                </a:cubicBezTo>
                <a:cubicBezTo>
                  <a:pt x="98" y="214"/>
                  <a:pt x="119" y="214"/>
                  <a:pt x="139" y="214"/>
                </a:cubicBezTo>
                <a:lnTo>
                  <a:pt x="201" y="213"/>
                </a:lnTo>
                <a:cubicBezTo>
                  <a:pt x="202" y="213"/>
                  <a:pt x="204" y="206"/>
                  <a:pt x="207" y="192"/>
                </a:cubicBezTo>
                <a:cubicBezTo>
                  <a:pt x="209" y="179"/>
                  <a:pt x="213" y="162"/>
                  <a:pt x="217" y="141"/>
                </a:cubicBezTo>
                <a:cubicBezTo>
                  <a:pt x="220" y="120"/>
                  <a:pt x="222" y="103"/>
                  <a:pt x="222" y="89"/>
                </a:cubicBezTo>
                <a:moveTo>
                  <a:pt x="49" y="365"/>
                </a:moveTo>
                <a:cubicBezTo>
                  <a:pt x="49" y="410"/>
                  <a:pt x="61" y="432"/>
                  <a:pt x="83" y="432"/>
                </a:cubicBezTo>
                <a:cubicBezTo>
                  <a:pt x="89" y="432"/>
                  <a:pt x="96" y="430"/>
                  <a:pt x="103" y="426"/>
                </a:cubicBezTo>
                <a:cubicBezTo>
                  <a:pt x="111" y="422"/>
                  <a:pt x="119" y="414"/>
                  <a:pt x="129" y="402"/>
                </a:cubicBezTo>
                <a:cubicBezTo>
                  <a:pt x="140" y="390"/>
                  <a:pt x="151" y="372"/>
                  <a:pt x="161" y="347"/>
                </a:cubicBezTo>
                <a:cubicBezTo>
                  <a:pt x="171" y="322"/>
                  <a:pt x="181" y="291"/>
                  <a:pt x="191" y="254"/>
                </a:cubicBezTo>
                <a:lnTo>
                  <a:pt x="194" y="243"/>
                </a:lnTo>
                <a:lnTo>
                  <a:pt x="70" y="243"/>
                </a:lnTo>
                <a:cubicBezTo>
                  <a:pt x="70" y="244"/>
                  <a:pt x="68" y="253"/>
                  <a:pt x="64" y="267"/>
                </a:cubicBezTo>
                <a:cubicBezTo>
                  <a:pt x="60" y="282"/>
                  <a:pt x="57" y="299"/>
                  <a:pt x="54" y="317"/>
                </a:cubicBezTo>
                <a:cubicBezTo>
                  <a:pt x="51" y="335"/>
                  <a:pt x="49" y="351"/>
                  <a:pt x="49" y="365"/>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499" name=""/>
          <p:cNvSpPr/>
          <p:nvPr/>
        </p:nvSpPr>
        <p:spPr>
          <a:xfrm>
            <a:off x="10735920" y="4950720"/>
            <a:ext cx="77400" cy="323640"/>
          </a:xfrm>
          <a:custGeom>
            <a:avLst/>
            <a:gdLst/>
            <a:ahLst/>
            <a:rect l="0" t="0" r="r" b="b"/>
            <a:pathLst>
              <a:path w="215" h="899">
                <a:moveTo>
                  <a:pt x="0" y="450"/>
                </a:moveTo>
                <a:cubicBezTo>
                  <a:pt x="0" y="409"/>
                  <a:pt x="3" y="369"/>
                  <a:pt x="9" y="332"/>
                </a:cubicBezTo>
                <a:cubicBezTo>
                  <a:pt x="15" y="295"/>
                  <a:pt x="21" y="263"/>
                  <a:pt x="29" y="236"/>
                </a:cubicBezTo>
                <a:cubicBezTo>
                  <a:pt x="38" y="209"/>
                  <a:pt x="49" y="183"/>
                  <a:pt x="63" y="157"/>
                </a:cubicBezTo>
                <a:cubicBezTo>
                  <a:pt x="78" y="131"/>
                  <a:pt x="89" y="110"/>
                  <a:pt x="97" y="96"/>
                </a:cubicBezTo>
                <a:cubicBezTo>
                  <a:pt x="106" y="82"/>
                  <a:pt x="118" y="66"/>
                  <a:pt x="135" y="49"/>
                </a:cubicBezTo>
                <a:cubicBezTo>
                  <a:pt x="152" y="33"/>
                  <a:pt x="162" y="23"/>
                  <a:pt x="165" y="19"/>
                </a:cubicBezTo>
                <a:cubicBezTo>
                  <a:pt x="168" y="15"/>
                  <a:pt x="175" y="9"/>
                  <a:pt x="187" y="0"/>
                </a:cubicBezTo>
                <a:lnTo>
                  <a:pt x="199" y="0"/>
                </a:lnTo>
                <a:lnTo>
                  <a:pt x="202" y="0"/>
                </a:lnTo>
                <a:cubicBezTo>
                  <a:pt x="211" y="0"/>
                  <a:pt x="215" y="3"/>
                  <a:pt x="215" y="8"/>
                </a:cubicBezTo>
                <a:cubicBezTo>
                  <a:pt x="215" y="10"/>
                  <a:pt x="210" y="16"/>
                  <a:pt x="200" y="27"/>
                </a:cubicBezTo>
                <a:cubicBezTo>
                  <a:pt x="190" y="38"/>
                  <a:pt x="177" y="54"/>
                  <a:pt x="163" y="75"/>
                </a:cubicBezTo>
                <a:cubicBezTo>
                  <a:pt x="149" y="96"/>
                  <a:pt x="134" y="121"/>
                  <a:pt x="119" y="153"/>
                </a:cubicBezTo>
                <a:cubicBezTo>
                  <a:pt x="104" y="183"/>
                  <a:pt x="91" y="225"/>
                  <a:pt x="81" y="277"/>
                </a:cubicBezTo>
                <a:cubicBezTo>
                  <a:pt x="71" y="329"/>
                  <a:pt x="66" y="386"/>
                  <a:pt x="66" y="450"/>
                </a:cubicBezTo>
                <a:cubicBezTo>
                  <a:pt x="66" y="513"/>
                  <a:pt x="71" y="571"/>
                  <a:pt x="81" y="622"/>
                </a:cubicBezTo>
                <a:cubicBezTo>
                  <a:pt x="91" y="674"/>
                  <a:pt x="104" y="715"/>
                  <a:pt x="118" y="747"/>
                </a:cubicBezTo>
                <a:cubicBezTo>
                  <a:pt x="132" y="779"/>
                  <a:pt x="147" y="804"/>
                  <a:pt x="162" y="824"/>
                </a:cubicBezTo>
                <a:cubicBezTo>
                  <a:pt x="177" y="844"/>
                  <a:pt x="190" y="860"/>
                  <a:pt x="200" y="872"/>
                </a:cubicBezTo>
                <a:cubicBezTo>
                  <a:pt x="210" y="884"/>
                  <a:pt x="215" y="890"/>
                  <a:pt x="215" y="890"/>
                </a:cubicBezTo>
                <a:cubicBezTo>
                  <a:pt x="215" y="896"/>
                  <a:pt x="211" y="899"/>
                  <a:pt x="202" y="899"/>
                </a:cubicBezTo>
                <a:lnTo>
                  <a:pt x="199" y="899"/>
                </a:lnTo>
                <a:lnTo>
                  <a:pt x="187" y="899"/>
                </a:lnTo>
                <a:lnTo>
                  <a:pt x="162" y="877"/>
                </a:lnTo>
                <a:cubicBezTo>
                  <a:pt x="106" y="826"/>
                  <a:pt x="65" y="763"/>
                  <a:pt x="39" y="687"/>
                </a:cubicBezTo>
                <a:cubicBezTo>
                  <a:pt x="12" y="611"/>
                  <a:pt x="0" y="532"/>
                  <a:pt x="0" y="450"/>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500" name=""/>
          <p:cNvSpPr/>
          <p:nvPr/>
        </p:nvSpPr>
        <p:spPr>
          <a:xfrm>
            <a:off x="10837800" y="5049720"/>
            <a:ext cx="182880" cy="143640"/>
          </a:xfrm>
          <a:custGeom>
            <a:avLst/>
            <a:gdLst/>
            <a:ahLst/>
            <a:rect l="0" t="0" r="r" b="b"/>
            <a:pathLst>
              <a:path w="508" h="399">
                <a:moveTo>
                  <a:pt x="186" y="399"/>
                </a:moveTo>
                <a:cubicBezTo>
                  <a:pt x="177" y="397"/>
                  <a:pt x="145" y="396"/>
                  <a:pt x="91" y="396"/>
                </a:cubicBezTo>
                <a:cubicBezTo>
                  <a:pt x="41" y="396"/>
                  <a:pt x="14" y="397"/>
                  <a:pt x="6" y="399"/>
                </a:cubicBezTo>
                <a:lnTo>
                  <a:pt x="0" y="399"/>
                </a:lnTo>
                <a:lnTo>
                  <a:pt x="0" y="344"/>
                </a:lnTo>
                <a:lnTo>
                  <a:pt x="87" y="344"/>
                </a:lnTo>
                <a:lnTo>
                  <a:pt x="202" y="208"/>
                </a:lnTo>
                <a:lnTo>
                  <a:pt x="80" y="55"/>
                </a:lnTo>
                <a:lnTo>
                  <a:pt x="5" y="55"/>
                </a:lnTo>
                <a:lnTo>
                  <a:pt x="5" y="0"/>
                </a:lnTo>
                <a:lnTo>
                  <a:pt x="12" y="0"/>
                </a:lnTo>
                <a:cubicBezTo>
                  <a:pt x="21" y="2"/>
                  <a:pt x="53" y="2"/>
                  <a:pt x="111" y="2"/>
                </a:cubicBezTo>
                <a:cubicBezTo>
                  <a:pt x="173" y="2"/>
                  <a:pt x="209" y="2"/>
                  <a:pt x="220" y="0"/>
                </a:cubicBezTo>
                <a:lnTo>
                  <a:pt x="228" y="0"/>
                </a:lnTo>
                <a:lnTo>
                  <a:pt x="228" y="55"/>
                </a:lnTo>
                <a:lnTo>
                  <a:pt x="203" y="55"/>
                </a:lnTo>
                <a:lnTo>
                  <a:pt x="234" y="94"/>
                </a:lnTo>
                <a:cubicBezTo>
                  <a:pt x="255" y="120"/>
                  <a:pt x="265" y="133"/>
                  <a:pt x="266" y="133"/>
                </a:cubicBezTo>
                <a:cubicBezTo>
                  <a:pt x="268" y="133"/>
                  <a:pt x="280" y="119"/>
                  <a:pt x="300" y="92"/>
                </a:cubicBezTo>
                <a:lnTo>
                  <a:pt x="331" y="55"/>
                </a:lnTo>
                <a:lnTo>
                  <a:pt x="298" y="55"/>
                </a:lnTo>
                <a:lnTo>
                  <a:pt x="298" y="0"/>
                </a:lnTo>
                <a:lnTo>
                  <a:pt x="305" y="0"/>
                </a:lnTo>
                <a:cubicBezTo>
                  <a:pt x="314" y="2"/>
                  <a:pt x="346" y="2"/>
                  <a:pt x="400" y="2"/>
                </a:cubicBezTo>
                <a:cubicBezTo>
                  <a:pt x="449" y="2"/>
                  <a:pt x="477" y="2"/>
                  <a:pt x="484" y="0"/>
                </a:cubicBezTo>
                <a:lnTo>
                  <a:pt x="490" y="0"/>
                </a:lnTo>
                <a:lnTo>
                  <a:pt x="490" y="55"/>
                </a:lnTo>
                <a:lnTo>
                  <a:pt x="405" y="55"/>
                </a:lnTo>
                <a:lnTo>
                  <a:pt x="301" y="178"/>
                </a:lnTo>
                <a:lnTo>
                  <a:pt x="435" y="343"/>
                </a:lnTo>
                <a:lnTo>
                  <a:pt x="471" y="344"/>
                </a:lnTo>
                <a:lnTo>
                  <a:pt x="508" y="344"/>
                </a:lnTo>
                <a:lnTo>
                  <a:pt x="508" y="399"/>
                </a:lnTo>
                <a:lnTo>
                  <a:pt x="501" y="399"/>
                </a:lnTo>
                <a:cubicBezTo>
                  <a:pt x="492" y="397"/>
                  <a:pt x="459" y="396"/>
                  <a:pt x="403" y="396"/>
                </a:cubicBezTo>
                <a:cubicBezTo>
                  <a:pt x="341" y="396"/>
                  <a:pt x="304" y="397"/>
                  <a:pt x="294" y="399"/>
                </a:cubicBezTo>
                <a:lnTo>
                  <a:pt x="286" y="399"/>
                </a:lnTo>
                <a:lnTo>
                  <a:pt x="286" y="344"/>
                </a:lnTo>
                <a:lnTo>
                  <a:pt x="311" y="344"/>
                </a:lnTo>
                <a:cubicBezTo>
                  <a:pt x="311" y="343"/>
                  <a:pt x="299" y="328"/>
                  <a:pt x="275" y="299"/>
                </a:cubicBezTo>
                <a:cubicBezTo>
                  <a:pt x="251" y="269"/>
                  <a:pt x="239" y="254"/>
                  <a:pt x="238" y="253"/>
                </a:cubicBezTo>
                <a:lnTo>
                  <a:pt x="160" y="343"/>
                </a:lnTo>
                <a:lnTo>
                  <a:pt x="177" y="344"/>
                </a:lnTo>
                <a:lnTo>
                  <a:pt x="193" y="344"/>
                </a:lnTo>
                <a:lnTo>
                  <a:pt x="193" y="399"/>
                </a:lnTo>
                <a:lnTo>
                  <a:pt x="186" y="399"/>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501" name=""/>
          <p:cNvSpPr/>
          <p:nvPr/>
        </p:nvSpPr>
        <p:spPr>
          <a:xfrm>
            <a:off x="11046600" y="5089320"/>
            <a:ext cx="96480" cy="157680"/>
          </a:xfrm>
          <a:custGeom>
            <a:avLst/>
            <a:gdLst/>
            <a:ahLst/>
            <a:rect l="0" t="0" r="r" b="b"/>
            <a:pathLst>
              <a:path w="268" h="438">
                <a:moveTo>
                  <a:pt x="37" y="53"/>
                </a:moveTo>
                <a:cubicBezTo>
                  <a:pt x="60" y="17"/>
                  <a:pt x="93" y="0"/>
                  <a:pt x="134" y="0"/>
                </a:cubicBezTo>
                <a:cubicBezTo>
                  <a:pt x="155" y="0"/>
                  <a:pt x="175" y="6"/>
                  <a:pt x="196" y="17"/>
                </a:cubicBezTo>
                <a:cubicBezTo>
                  <a:pt x="216" y="28"/>
                  <a:pt x="232" y="48"/>
                  <a:pt x="245" y="76"/>
                </a:cubicBezTo>
                <a:cubicBezTo>
                  <a:pt x="261" y="111"/>
                  <a:pt x="268" y="159"/>
                  <a:pt x="268" y="221"/>
                </a:cubicBezTo>
                <a:cubicBezTo>
                  <a:pt x="268" y="286"/>
                  <a:pt x="259" y="336"/>
                  <a:pt x="241" y="371"/>
                </a:cubicBezTo>
                <a:cubicBezTo>
                  <a:pt x="233" y="389"/>
                  <a:pt x="221" y="403"/>
                  <a:pt x="206" y="414"/>
                </a:cubicBezTo>
                <a:cubicBezTo>
                  <a:pt x="192" y="424"/>
                  <a:pt x="179" y="431"/>
                  <a:pt x="168" y="433"/>
                </a:cubicBezTo>
                <a:cubicBezTo>
                  <a:pt x="157" y="436"/>
                  <a:pt x="145" y="437"/>
                  <a:pt x="134" y="438"/>
                </a:cubicBezTo>
                <a:cubicBezTo>
                  <a:pt x="123" y="438"/>
                  <a:pt x="112" y="436"/>
                  <a:pt x="101" y="434"/>
                </a:cubicBezTo>
                <a:cubicBezTo>
                  <a:pt x="90" y="431"/>
                  <a:pt x="77" y="425"/>
                  <a:pt x="63" y="414"/>
                </a:cubicBezTo>
                <a:cubicBezTo>
                  <a:pt x="48" y="403"/>
                  <a:pt x="36" y="388"/>
                  <a:pt x="28" y="371"/>
                </a:cubicBezTo>
                <a:cubicBezTo>
                  <a:pt x="9" y="336"/>
                  <a:pt x="0" y="286"/>
                  <a:pt x="0" y="221"/>
                </a:cubicBezTo>
                <a:cubicBezTo>
                  <a:pt x="0" y="147"/>
                  <a:pt x="12" y="91"/>
                  <a:pt x="37" y="53"/>
                </a:cubicBezTo>
                <a:moveTo>
                  <a:pt x="180" y="45"/>
                </a:moveTo>
                <a:cubicBezTo>
                  <a:pt x="168" y="30"/>
                  <a:pt x="152" y="24"/>
                  <a:pt x="134" y="24"/>
                </a:cubicBezTo>
                <a:cubicBezTo>
                  <a:pt x="116" y="24"/>
                  <a:pt x="101" y="30"/>
                  <a:pt x="89" y="45"/>
                </a:cubicBezTo>
                <a:cubicBezTo>
                  <a:pt x="78" y="56"/>
                  <a:pt x="71" y="71"/>
                  <a:pt x="68" y="91"/>
                </a:cubicBezTo>
                <a:cubicBezTo>
                  <a:pt x="64" y="110"/>
                  <a:pt x="63" y="151"/>
                  <a:pt x="63" y="213"/>
                </a:cubicBezTo>
                <a:cubicBezTo>
                  <a:pt x="63" y="279"/>
                  <a:pt x="64" y="323"/>
                  <a:pt x="68" y="344"/>
                </a:cubicBezTo>
                <a:cubicBezTo>
                  <a:pt x="71" y="366"/>
                  <a:pt x="79" y="382"/>
                  <a:pt x="90" y="395"/>
                </a:cubicBezTo>
                <a:cubicBezTo>
                  <a:pt x="102" y="407"/>
                  <a:pt x="117" y="414"/>
                  <a:pt x="134" y="414"/>
                </a:cubicBezTo>
                <a:cubicBezTo>
                  <a:pt x="151" y="414"/>
                  <a:pt x="167" y="407"/>
                  <a:pt x="178" y="395"/>
                </a:cubicBezTo>
                <a:cubicBezTo>
                  <a:pt x="191" y="382"/>
                  <a:pt x="198" y="364"/>
                  <a:pt x="201" y="341"/>
                </a:cubicBezTo>
                <a:cubicBezTo>
                  <a:pt x="204" y="318"/>
                  <a:pt x="206" y="276"/>
                  <a:pt x="206" y="213"/>
                </a:cubicBezTo>
                <a:cubicBezTo>
                  <a:pt x="206" y="151"/>
                  <a:pt x="205" y="111"/>
                  <a:pt x="201" y="91"/>
                </a:cubicBezTo>
                <a:cubicBezTo>
                  <a:pt x="198" y="72"/>
                  <a:pt x="191" y="56"/>
                  <a:pt x="180" y="45"/>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502" name=""/>
          <p:cNvSpPr/>
          <p:nvPr/>
        </p:nvSpPr>
        <p:spPr>
          <a:xfrm>
            <a:off x="11206800" y="4951080"/>
            <a:ext cx="13320" cy="322920"/>
          </a:xfrm>
          <a:custGeom>
            <a:avLst/>
            <a:gdLst/>
            <a:ahLst/>
            <a:rect l="0" t="0" r="r" b="b"/>
            <a:pathLst>
              <a:path w="37" h="897">
                <a:moveTo>
                  <a:pt x="19" y="897"/>
                </a:moveTo>
                <a:lnTo>
                  <a:pt x="17" y="897"/>
                </a:lnTo>
                <a:cubicBezTo>
                  <a:pt x="10" y="897"/>
                  <a:pt x="4" y="893"/>
                  <a:pt x="0" y="885"/>
                </a:cubicBezTo>
                <a:lnTo>
                  <a:pt x="0" y="448"/>
                </a:lnTo>
                <a:lnTo>
                  <a:pt x="1" y="11"/>
                </a:lnTo>
                <a:cubicBezTo>
                  <a:pt x="8" y="3"/>
                  <a:pt x="13" y="0"/>
                  <a:pt x="19" y="0"/>
                </a:cubicBezTo>
                <a:cubicBezTo>
                  <a:pt x="26" y="0"/>
                  <a:pt x="32" y="4"/>
                  <a:pt x="37" y="13"/>
                </a:cubicBezTo>
                <a:lnTo>
                  <a:pt x="37" y="885"/>
                </a:lnTo>
                <a:cubicBezTo>
                  <a:pt x="32" y="893"/>
                  <a:pt x="26" y="897"/>
                  <a:pt x="20" y="897"/>
                </a:cubicBezTo>
                <a:lnTo>
                  <a:pt x="19" y="897"/>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503" name=""/>
          <p:cNvSpPr/>
          <p:nvPr/>
        </p:nvSpPr>
        <p:spPr>
          <a:xfrm>
            <a:off x="11264760" y="5049720"/>
            <a:ext cx="182880" cy="143640"/>
          </a:xfrm>
          <a:custGeom>
            <a:avLst/>
            <a:gdLst/>
            <a:ahLst/>
            <a:rect l="0" t="0" r="r" b="b"/>
            <a:pathLst>
              <a:path w="508" h="399">
                <a:moveTo>
                  <a:pt x="185" y="399"/>
                </a:moveTo>
                <a:cubicBezTo>
                  <a:pt x="176" y="397"/>
                  <a:pt x="144" y="396"/>
                  <a:pt x="90" y="396"/>
                </a:cubicBezTo>
                <a:cubicBezTo>
                  <a:pt x="41" y="396"/>
                  <a:pt x="14" y="397"/>
                  <a:pt x="6" y="399"/>
                </a:cubicBezTo>
                <a:lnTo>
                  <a:pt x="0" y="399"/>
                </a:lnTo>
                <a:lnTo>
                  <a:pt x="0" y="344"/>
                </a:lnTo>
                <a:lnTo>
                  <a:pt x="86" y="344"/>
                </a:lnTo>
                <a:lnTo>
                  <a:pt x="201" y="208"/>
                </a:lnTo>
                <a:lnTo>
                  <a:pt x="79" y="55"/>
                </a:lnTo>
                <a:lnTo>
                  <a:pt x="5" y="55"/>
                </a:lnTo>
                <a:lnTo>
                  <a:pt x="5" y="0"/>
                </a:lnTo>
                <a:lnTo>
                  <a:pt x="12" y="0"/>
                </a:lnTo>
                <a:cubicBezTo>
                  <a:pt x="21" y="2"/>
                  <a:pt x="53" y="2"/>
                  <a:pt x="110" y="2"/>
                </a:cubicBezTo>
                <a:cubicBezTo>
                  <a:pt x="172" y="2"/>
                  <a:pt x="208" y="2"/>
                  <a:pt x="219" y="0"/>
                </a:cubicBezTo>
                <a:lnTo>
                  <a:pt x="227" y="0"/>
                </a:lnTo>
                <a:lnTo>
                  <a:pt x="227" y="55"/>
                </a:lnTo>
                <a:lnTo>
                  <a:pt x="202" y="55"/>
                </a:lnTo>
                <a:lnTo>
                  <a:pt x="233" y="94"/>
                </a:lnTo>
                <a:cubicBezTo>
                  <a:pt x="254" y="120"/>
                  <a:pt x="264" y="133"/>
                  <a:pt x="265" y="133"/>
                </a:cubicBezTo>
                <a:cubicBezTo>
                  <a:pt x="267" y="133"/>
                  <a:pt x="279" y="119"/>
                  <a:pt x="299" y="92"/>
                </a:cubicBezTo>
                <a:lnTo>
                  <a:pt x="330" y="55"/>
                </a:lnTo>
                <a:lnTo>
                  <a:pt x="297" y="55"/>
                </a:lnTo>
                <a:lnTo>
                  <a:pt x="297" y="0"/>
                </a:lnTo>
                <a:lnTo>
                  <a:pt x="304" y="0"/>
                </a:lnTo>
                <a:cubicBezTo>
                  <a:pt x="313" y="2"/>
                  <a:pt x="345" y="2"/>
                  <a:pt x="401" y="2"/>
                </a:cubicBezTo>
                <a:cubicBezTo>
                  <a:pt x="449" y="2"/>
                  <a:pt x="477" y="2"/>
                  <a:pt x="484" y="0"/>
                </a:cubicBezTo>
                <a:lnTo>
                  <a:pt x="490" y="0"/>
                </a:lnTo>
                <a:lnTo>
                  <a:pt x="490" y="55"/>
                </a:lnTo>
                <a:lnTo>
                  <a:pt x="405" y="55"/>
                </a:lnTo>
                <a:lnTo>
                  <a:pt x="300" y="178"/>
                </a:lnTo>
                <a:lnTo>
                  <a:pt x="435" y="343"/>
                </a:lnTo>
                <a:lnTo>
                  <a:pt x="471" y="344"/>
                </a:lnTo>
                <a:lnTo>
                  <a:pt x="508" y="344"/>
                </a:lnTo>
                <a:lnTo>
                  <a:pt x="508" y="399"/>
                </a:lnTo>
                <a:lnTo>
                  <a:pt x="501" y="399"/>
                </a:lnTo>
                <a:cubicBezTo>
                  <a:pt x="492" y="397"/>
                  <a:pt x="459" y="396"/>
                  <a:pt x="403" y="396"/>
                </a:cubicBezTo>
                <a:cubicBezTo>
                  <a:pt x="340" y="396"/>
                  <a:pt x="303" y="397"/>
                  <a:pt x="293" y="399"/>
                </a:cubicBezTo>
                <a:lnTo>
                  <a:pt x="285" y="399"/>
                </a:lnTo>
                <a:lnTo>
                  <a:pt x="285" y="344"/>
                </a:lnTo>
                <a:lnTo>
                  <a:pt x="310" y="344"/>
                </a:lnTo>
                <a:cubicBezTo>
                  <a:pt x="310" y="343"/>
                  <a:pt x="298" y="328"/>
                  <a:pt x="274" y="299"/>
                </a:cubicBezTo>
                <a:cubicBezTo>
                  <a:pt x="250" y="269"/>
                  <a:pt x="238" y="254"/>
                  <a:pt x="237" y="253"/>
                </a:cubicBezTo>
                <a:lnTo>
                  <a:pt x="159" y="343"/>
                </a:lnTo>
                <a:lnTo>
                  <a:pt x="176" y="344"/>
                </a:lnTo>
                <a:lnTo>
                  <a:pt x="192" y="344"/>
                </a:lnTo>
                <a:lnTo>
                  <a:pt x="192" y="399"/>
                </a:lnTo>
                <a:lnTo>
                  <a:pt x="185" y="399"/>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504" name=""/>
          <p:cNvSpPr/>
          <p:nvPr/>
        </p:nvSpPr>
        <p:spPr>
          <a:xfrm>
            <a:off x="11483640" y="5089320"/>
            <a:ext cx="79200" cy="152640"/>
          </a:xfrm>
          <a:custGeom>
            <a:avLst/>
            <a:gdLst/>
            <a:ahLst/>
            <a:rect l="0" t="0" r="r" b="b"/>
            <a:pathLst>
              <a:path w="220" h="424">
                <a:moveTo>
                  <a:pt x="84" y="56"/>
                </a:moveTo>
                <a:lnTo>
                  <a:pt x="76" y="59"/>
                </a:lnTo>
                <a:cubicBezTo>
                  <a:pt x="70" y="61"/>
                  <a:pt x="61" y="63"/>
                  <a:pt x="50" y="66"/>
                </a:cubicBezTo>
                <a:cubicBezTo>
                  <a:pt x="39" y="68"/>
                  <a:pt x="26" y="69"/>
                  <a:pt x="12" y="70"/>
                </a:cubicBezTo>
                <a:lnTo>
                  <a:pt x="0" y="70"/>
                </a:lnTo>
                <a:lnTo>
                  <a:pt x="0" y="41"/>
                </a:lnTo>
                <a:lnTo>
                  <a:pt x="12" y="41"/>
                </a:lnTo>
                <a:cubicBezTo>
                  <a:pt x="32" y="40"/>
                  <a:pt x="52" y="37"/>
                  <a:pt x="69" y="31"/>
                </a:cubicBezTo>
                <a:cubicBezTo>
                  <a:pt x="86" y="26"/>
                  <a:pt x="97" y="21"/>
                  <a:pt x="104" y="16"/>
                </a:cubicBezTo>
                <a:cubicBezTo>
                  <a:pt x="111" y="11"/>
                  <a:pt x="117" y="7"/>
                  <a:pt x="122" y="2"/>
                </a:cubicBezTo>
                <a:cubicBezTo>
                  <a:pt x="123" y="1"/>
                  <a:pt x="125" y="0"/>
                  <a:pt x="129" y="0"/>
                </a:cubicBezTo>
                <a:cubicBezTo>
                  <a:pt x="133" y="0"/>
                  <a:pt x="137" y="1"/>
                  <a:pt x="140" y="4"/>
                </a:cubicBezTo>
                <a:lnTo>
                  <a:pt x="140" y="194"/>
                </a:lnTo>
                <a:lnTo>
                  <a:pt x="141" y="384"/>
                </a:lnTo>
                <a:cubicBezTo>
                  <a:pt x="144" y="387"/>
                  <a:pt x="146" y="389"/>
                  <a:pt x="149" y="390"/>
                </a:cubicBezTo>
                <a:cubicBezTo>
                  <a:pt x="151" y="391"/>
                  <a:pt x="156" y="391"/>
                  <a:pt x="164" y="392"/>
                </a:cubicBezTo>
                <a:cubicBezTo>
                  <a:pt x="172" y="393"/>
                  <a:pt x="185" y="394"/>
                  <a:pt x="203" y="394"/>
                </a:cubicBezTo>
                <a:lnTo>
                  <a:pt x="220" y="394"/>
                </a:lnTo>
                <a:lnTo>
                  <a:pt x="220" y="424"/>
                </a:lnTo>
                <a:lnTo>
                  <a:pt x="213" y="424"/>
                </a:lnTo>
                <a:cubicBezTo>
                  <a:pt x="204" y="423"/>
                  <a:pt x="170" y="421"/>
                  <a:pt x="112" y="421"/>
                </a:cubicBezTo>
                <a:cubicBezTo>
                  <a:pt x="54" y="421"/>
                  <a:pt x="20" y="423"/>
                  <a:pt x="11" y="424"/>
                </a:cubicBezTo>
                <a:lnTo>
                  <a:pt x="4" y="424"/>
                </a:lnTo>
                <a:lnTo>
                  <a:pt x="4" y="394"/>
                </a:lnTo>
                <a:lnTo>
                  <a:pt x="20" y="394"/>
                </a:lnTo>
                <a:cubicBezTo>
                  <a:pt x="29" y="394"/>
                  <a:pt x="37" y="394"/>
                  <a:pt x="45" y="394"/>
                </a:cubicBezTo>
                <a:cubicBezTo>
                  <a:pt x="52" y="394"/>
                  <a:pt x="57" y="393"/>
                  <a:pt x="61" y="393"/>
                </a:cubicBezTo>
                <a:cubicBezTo>
                  <a:pt x="65" y="393"/>
                  <a:pt x="68" y="392"/>
                  <a:pt x="71" y="391"/>
                </a:cubicBezTo>
                <a:cubicBezTo>
                  <a:pt x="74" y="390"/>
                  <a:pt x="76" y="390"/>
                  <a:pt x="76" y="390"/>
                </a:cubicBezTo>
                <a:cubicBezTo>
                  <a:pt x="77" y="390"/>
                  <a:pt x="78" y="389"/>
                  <a:pt x="80" y="387"/>
                </a:cubicBezTo>
                <a:cubicBezTo>
                  <a:pt x="82" y="385"/>
                  <a:pt x="83" y="384"/>
                  <a:pt x="84" y="384"/>
                </a:cubicBezTo>
                <a:lnTo>
                  <a:pt x="84" y="56"/>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505" name=""/>
          <p:cNvSpPr/>
          <p:nvPr/>
        </p:nvSpPr>
        <p:spPr>
          <a:xfrm>
            <a:off x="11612880" y="4950720"/>
            <a:ext cx="77760" cy="323640"/>
          </a:xfrm>
          <a:custGeom>
            <a:avLst/>
            <a:gdLst/>
            <a:ahLst/>
            <a:rect l="0" t="0" r="r" b="b"/>
            <a:pathLst>
              <a:path w="216" h="899">
                <a:moveTo>
                  <a:pt x="5" y="1"/>
                </a:moveTo>
                <a:lnTo>
                  <a:pt x="8" y="0"/>
                </a:lnTo>
                <a:cubicBezTo>
                  <a:pt x="11" y="0"/>
                  <a:pt x="14" y="0"/>
                  <a:pt x="17" y="0"/>
                </a:cubicBezTo>
                <a:lnTo>
                  <a:pt x="28" y="0"/>
                </a:lnTo>
                <a:lnTo>
                  <a:pt x="53" y="22"/>
                </a:lnTo>
                <a:cubicBezTo>
                  <a:pt x="109" y="73"/>
                  <a:pt x="150" y="136"/>
                  <a:pt x="177" y="213"/>
                </a:cubicBezTo>
                <a:cubicBezTo>
                  <a:pt x="203" y="289"/>
                  <a:pt x="216" y="368"/>
                  <a:pt x="216" y="450"/>
                </a:cubicBezTo>
                <a:cubicBezTo>
                  <a:pt x="216" y="491"/>
                  <a:pt x="213" y="530"/>
                  <a:pt x="207" y="567"/>
                </a:cubicBezTo>
                <a:cubicBezTo>
                  <a:pt x="201" y="605"/>
                  <a:pt x="194" y="637"/>
                  <a:pt x="186" y="663"/>
                </a:cubicBezTo>
                <a:cubicBezTo>
                  <a:pt x="178" y="690"/>
                  <a:pt x="167" y="716"/>
                  <a:pt x="152" y="742"/>
                </a:cubicBezTo>
                <a:cubicBezTo>
                  <a:pt x="137" y="769"/>
                  <a:pt x="126" y="789"/>
                  <a:pt x="118" y="803"/>
                </a:cubicBezTo>
                <a:cubicBezTo>
                  <a:pt x="109" y="816"/>
                  <a:pt x="97" y="832"/>
                  <a:pt x="81" y="848"/>
                </a:cubicBezTo>
                <a:cubicBezTo>
                  <a:pt x="65" y="865"/>
                  <a:pt x="55" y="875"/>
                  <a:pt x="52" y="878"/>
                </a:cubicBezTo>
                <a:cubicBezTo>
                  <a:pt x="49" y="881"/>
                  <a:pt x="42" y="887"/>
                  <a:pt x="32" y="895"/>
                </a:cubicBezTo>
                <a:cubicBezTo>
                  <a:pt x="30" y="897"/>
                  <a:pt x="29" y="898"/>
                  <a:pt x="28" y="899"/>
                </a:cubicBezTo>
                <a:lnTo>
                  <a:pt x="17" y="899"/>
                </a:lnTo>
                <a:cubicBezTo>
                  <a:pt x="12" y="899"/>
                  <a:pt x="9" y="899"/>
                  <a:pt x="7" y="899"/>
                </a:cubicBezTo>
                <a:cubicBezTo>
                  <a:pt x="6" y="899"/>
                  <a:pt x="4" y="898"/>
                  <a:pt x="3" y="896"/>
                </a:cubicBezTo>
                <a:cubicBezTo>
                  <a:pt x="2" y="894"/>
                  <a:pt x="1" y="891"/>
                  <a:pt x="0" y="888"/>
                </a:cubicBezTo>
                <a:cubicBezTo>
                  <a:pt x="1" y="887"/>
                  <a:pt x="4" y="883"/>
                  <a:pt x="10" y="876"/>
                </a:cubicBezTo>
                <a:cubicBezTo>
                  <a:pt x="103" y="780"/>
                  <a:pt x="149" y="638"/>
                  <a:pt x="149" y="450"/>
                </a:cubicBezTo>
                <a:cubicBezTo>
                  <a:pt x="149" y="262"/>
                  <a:pt x="103" y="119"/>
                  <a:pt x="10" y="23"/>
                </a:cubicBezTo>
                <a:cubicBezTo>
                  <a:pt x="4" y="15"/>
                  <a:pt x="1" y="11"/>
                  <a:pt x="0" y="11"/>
                </a:cubicBezTo>
                <a:cubicBezTo>
                  <a:pt x="0" y="6"/>
                  <a:pt x="2" y="3"/>
                  <a:pt x="5" y="1"/>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506" name=""/>
          <p:cNvSpPr/>
          <p:nvPr/>
        </p:nvSpPr>
        <p:spPr>
          <a:xfrm>
            <a:off x="9934560" y="5303520"/>
            <a:ext cx="156600" cy="108000"/>
          </a:xfrm>
          <a:custGeom>
            <a:avLst/>
            <a:gdLst/>
            <a:ahLst/>
            <a:rect l="0" t="0" r="r" b="b"/>
            <a:pathLst>
              <a:path w="435" h="300">
                <a:moveTo>
                  <a:pt x="0" y="5"/>
                </a:moveTo>
                <a:lnTo>
                  <a:pt x="5" y="0"/>
                </a:lnTo>
                <a:lnTo>
                  <a:pt x="20" y="0"/>
                </a:lnTo>
                <a:cubicBezTo>
                  <a:pt x="27" y="0"/>
                  <a:pt x="32" y="0"/>
                  <a:pt x="35" y="0"/>
                </a:cubicBezTo>
                <a:cubicBezTo>
                  <a:pt x="37" y="0"/>
                  <a:pt x="39" y="1"/>
                  <a:pt x="41" y="4"/>
                </a:cubicBezTo>
                <a:cubicBezTo>
                  <a:pt x="43" y="6"/>
                  <a:pt x="44" y="8"/>
                  <a:pt x="45" y="10"/>
                </a:cubicBezTo>
                <a:cubicBezTo>
                  <a:pt x="47" y="12"/>
                  <a:pt x="49" y="16"/>
                  <a:pt x="53" y="24"/>
                </a:cubicBezTo>
                <a:cubicBezTo>
                  <a:pt x="56" y="30"/>
                  <a:pt x="62" y="37"/>
                  <a:pt x="70" y="45"/>
                </a:cubicBezTo>
                <a:cubicBezTo>
                  <a:pt x="106" y="94"/>
                  <a:pt x="157" y="130"/>
                  <a:pt x="223" y="155"/>
                </a:cubicBezTo>
                <a:cubicBezTo>
                  <a:pt x="289" y="179"/>
                  <a:pt x="354" y="192"/>
                  <a:pt x="418" y="192"/>
                </a:cubicBezTo>
                <a:cubicBezTo>
                  <a:pt x="426" y="192"/>
                  <a:pt x="431" y="193"/>
                  <a:pt x="432" y="195"/>
                </a:cubicBezTo>
                <a:cubicBezTo>
                  <a:pt x="434" y="197"/>
                  <a:pt x="435" y="203"/>
                  <a:pt x="435" y="215"/>
                </a:cubicBezTo>
                <a:lnTo>
                  <a:pt x="435" y="246"/>
                </a:lnTo>
                <a:lnTo>
                  <a:pt x="435" y="275"/>
                </a:lnTo>
                <a:cubicBezTo>
                  <a:pt x="435" y="287"/>
                  <a:pt x="434" y="294"/>
                  <a:pt x="432" y="296"/>
                </a:cubicBezTo>
                <a:cubicBezTo>
                  <a:pt x="431" y="299"/>
                  <a:pt x="426" y="300"/>
                  <a:pt x="419" y="300"/>
                </a:cubicBezTo>
                <a:cubicBezTo>
                  <a:pt x="366" y="300"/>
                  <a:pt x="311" y="289"/>
                  <a:pt x="255" y="268"/>
                </a:cubicBezTo>
                <a:cubicBezTo>
                  <a:pt x="144" y="219"/>
                  <a:pt x="61" y="146"/>
                  <a:pt x="7" y="50"/>
                </a:cubicBezTo>
                <a:lnTo>
                  <a:pt x="0" y="38"/>
                </a:lnTo>
                <a:lnTo>
                  <a:pt x="0" y="5"/>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507" name=""/>
          <p:cNvSpPr/>
          <p:nvPr/>
        </p:nvSpPr>
        <p:spPr>
          <a:xfrm>
            <a:off x="11572200" y="5303520"/>
            <a:ext cx="156600" cy="108000"/>
          </a:xfrm>
          <a:custGeom>
            <a:avLst/>
            <a:gdLst/>
            <a:ahLst/>
            <a:rect l="0" t="0" r="r" b="b"/>
            <a:pathLst>
              <a:path w="435" h="300">
                <a:moveTo>
                  <a:pt x="0" y="246"/>
                </a:moveTo>
                <a:lnTo>
                  <a:pt x="0" y="215"/>
                </a:lnTo>
                <a:cubicBezTo>
                  <a:pt x="0" y="204"/>
                  <a:pt x="1" y="198"/>
                  <a:pt x="3" y="196"/>
                </a:cubicBezTo>
                <a:cubicBezTo>
                  <a:pt x="5" y="194"/>
                  <a:pt x="9" y="193"/>
                  <a:pt x="17" y="192"/>
                </a:cubicBezTo>
                <a:cubicBezTo>
                  <a:pt x="102" y="192"/>
                  <a:pt x="174" y="177"/>
                  <a:pt x="234" y="146"/>
                </a:cubicBezTo>
                <a:cubicBezTo>
                  <a:pt x="294" y="116"/>
                  <a:pt x="337" y="82"/>
                  <a:pt x="365" y="45"/>
                </a:cubicBezTo>
                <a:cubicBezTo>
                  <a:pt x="370" y="40"/>
                  <a:pt x="375" y="33"/>
                  <a:pt x="380" y="26"/>
                </a:cubicBezTo>
                <a:cubicBezTo>
                  <a:pt x="385" y="18"/>
                  <a:pt x="388" y="12"/>
                  <a:pt x="391" y="8"/>
                </a:cubicBezTo>
                <a:cubicBezTo>
                  <a:pt x="393" y="4"/>
                  <a:pt x="395" y="2"/>
                  <a:pt x="397" y="2"/>
                </a:cubicBezTo>
                <a:cubicBezTo>
                  <a:pt x="398" y="1"/>
                  <a:pt x="404" y="0"/>
                  <a:pt x="415" y="0"/>
                </a:cubicBezTo>
                <a:lnTo>
                  <a:pt x="430" y="0"/>
                </a:lnTo>
                <a:lnTo>
                  <a:pt x="435" y="5"/>
                </a:lnTo>
                <a:lnTo>
                  <a:pt x="435" y="38"/>
                </a:lnTo>
                <a:lnTo>
                  <a:pt x="428" y="50"/>
                </a:lnTo>
                <a:cubicBezTo>
                  <a:pt x="374" y="146"/>
                  <a:pt x="291" y="219"/>
                  <a:pt x="180" y="268"/>
                </a:cubicBezTo>
                <a:cubicBezTo>
                  <a:pt x="123" y="289"/>
                  <a:pt x="68" y="300"/>
                  <a:pt x="16" y="300"/>
                </a:cubicBezTo>
                <a:cubicBezTo>
                  <a:pt x="8" y="300"/>
                  <a:pt x="4" y="299"/>
                  <a:pt x="3" y="297"/>
                </a:cubicBezTo>
                <a:cubicBezTo>
                  <a:pt x="2" y="295"/>
                  <a:pt x="1" y="289"/>
                  <a:pt x="0" y="278"/>
                </a:cubicBezTo>
                <a:lnTo>
                  <a:pt x="0" y="246"/>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508" name=""/>
          <p:cNvSpPr/>
          <p:nvPr/>
        </p:nvSpPr>
        <p:spPr>
          <a:xfrm>
            <a:off x="10683000" y="5372280"/>
            <a:ext cx="156600" cy="108000"/>
          </a:xfrm>
          <a:custGeom>
            <a:avLst/>
            <a:gdLst/>
            <a:ahLst/>
            <a:rect l="0" t="0" r="r" b="b"/>
            <a:pathLst>
              <a:path w="435" h="300">
                <a:moveTo>
                  <a:pt x="0" y="54"/>
                </a:moveTo>
                <a:cubicBezTo>
                  <a:pt x="0" y="28"/>
                  <a:pt x="0" y="13"/>
                  <a:pt x="0" y="8"/>
                </a:cubicBezTo>
                <a:cubicBezTo>
                  <a:pt x="0" y="4"/>
                  <a:pt x="1" y="2"/>
                  <a:pt x="4" y="2"/>
                </a:cubicBezTo>
                <a:cubicBezTo>
                  <a:pt x="7" y="1"/>
                  <a:pt x="11" y="0"/>
                  <a:pt x="18" y="0"/>
                </a:cubicBezTo>
                <a:cubicBezTo>
                  <a:pt x="70" y="0"/>
                  <a:pt x="124" y="11"/>
                  <a:pt x="180" y="33"/>
                </a:cubicBezTo>
                <a:cubicBezTo>
                  <a:pt x="291" y="82"/>
                  <a:pt x="373" y="155"/>
                  <a:pt x="428" y="251"/>
                </a:cubicBezTo>
                <a:lnTo>
                  <a:pt x="435" y="263"/>
                </a:lnTo>
                <a:lnTo>
                  <a:pt x="435" y="295"/>
                </a:lnTo>
                <a:lnTo>
                  <a:pt x="430" y="300"/>
                </a:lnTo>
                <a:lnTo>
                  <a:pt x="414" y="300"/>
                </a:lnTo>
                <a:lnTo>
                  <a:pt x="411" y="300"/>
                </a:lnTo>
                <a:cubicBezTo>
                  <a:pt x="405" y="300"/>
                  <a:pt x="401" y="300"/>
                  <a:pt x="399" y="300"/>
                </a:cubicBezTo>
                <a:cubicBezTo>
                  <a:pt x="397" y="300"/>
                  <a:pt x="396" y="299"/>
                  <a:pt x="394" y="296"/>
                </a:cubicBezTo>
                <a:cubicBezTo>
                  <a:pt x="392" y="294"/>
                  <a:pt x="391" y="292"/>
                  <a:pt x="389" y="290"/>
                </a:cubicBezTo>
                <a:cubicBezTo>
                  <a:pt x="388" y="288"/>
                  <a:pt x="385" y="284"/>
                  <a:pt x="381" y="277"/>
                </a:cubicBezTo>
                <a:cubicBezTo>
                  <a:pt x="377" y="270"/>
                  <a:pt x="372" y="262"/>
                  <a:pt x="365" y="255"/>
                </a:cubicBezTo>
                <a:cubicBezTo>
                  <a:pt x="326" y="207"/>
                  <a:pt x="275" y="170"/>
                  <a:pt x="211" y="146"/>
                </a:cubicBezTo>
                <a:cubicBezTo>
                  <a:pt x="147" y="120"/>
                  <a:pt x="82" y="108"/>
                  <a:pt x="17" y="108"/>
                </a:cubicBezTo>
                <a:cubicBezTo>
                  <a:pt x="9" y="108"/>
                  <a:pt x="4" y="107"/>
                  <a:pt x="2" y="105"/>
                </a:cubicBezTo>
                <a:cubicBezTo>
                  <a:pt x="1" y="103"/>
                  <a:pt x="0" y="97"/>
                  <a:pt x="0" y="86"/>
                </a:cubicBezTo>
                <a:lnTo>
                  <a:pt x="0" y="54"/>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509" name=""/>
          <p:cNvSpPr/>
          <p:nvPr/>
        </p:nvSpPr>
        <p:spPr>
          <a:xfrm>
            <a:off x="10823760" y="5372280"/>
            <a:ext cx="156600" cy="108000"/>
          </a:xfrm>
          <a:custGeom>
            <a:avLst/>
            <a:gdLst/>
            <a:ahLst/>
            <a:rect l="0" t="0" r="r" b="b"/>
            <a:pathLst>
              <a:path w="435" h="300">
                <a:moveTo>
                  <a:pt x="5" y="300"/>
                </a:moveTo>
                <a:lnTo>
                  <a:pt x="0" y="295"/>
                </a:lnTo>
                <a:lnTo>
                  <a:pt x="0" y="263"/>
                </a:lnTo>
                <a:lnTo>
                  <a:pt x="7" y="251"/>
                </a:lnTo>
                <a:cubicBezTo>
                  <a:pt x="62" y="155"/>
                  <a:pt x="145" y="82"/>
                  <a:pt x="256" y="33"/>
                </a:cubicBezTo>
                <a:cubicBezTo>
                  <a:pt x="300" y="15"/>
                  <a:pt x="347" y="5"/>
                  <a:pt x="395" y="1"/>
                </a:cubicBezTo>
                <a:cubicBezTo>
                  <a:pt x="397" y="1"/>
                  <a:pt x="400" y="1"/>
                  <a:pt x="406" y="1"/>
                </a:cubicBezTo>
                <a:cubicBezTo>
                  <a:pt x="411" y="1"/>
                  <a:pt x="415" y="1"/>
                  <a:pt x="417" y="0"/>
                </a:cubicBezTo>
                <a:cubicBezTo>
                  <a:pt x="426" y="0"/>
                  <a:pt x="431" y="1"/>
                  <a:pt x="433" y="3"/>
                </a:cubicBezTo>
                <a:cubicBezTo>
                  <a:pt x="434" y="5"/>
                  <a:pt x="435" y="10"/>
                  <a:pt x="435" y="20"/>
                </a:cubicBezTo>
                <a:lnTo>
                  <a:pt x="435" y="54"/>
                </a:lnTo>
                <a:lnTo>
                  <a:pt x="435" y="86"/>
                </a:lnTo>
                <a:cubicBezTo>
                  <a:pt x="435" y="96"/>
                  <a:pt x="434" y="103"/>
                  <a:pt x="433" y="104"/>
                </a:cubicBezTo>
                <a:cubicBezTo>
                  <a:pt x="431" y="106"/>
                  <a:pt x="426" y="107"/>
                  <a:pt x="418" y="108"/>
                </a:cubicBezTo>
                <a:cubicBezTo>
                  <a:pt x="339" y="108"/>
                  <a:pt x="265" y="124"/>
                  <a:pt x="196" y="158"/>
                </a:cubicBezTo>
                <a:cubicBezTo>
                  <a:pt x="127" y="191"/>
                  <a:pt x="76" y="236"/>
                  <a:pt x="44" y="293"/>
                </a:cubicBezTo>
                <a:cubicBezTo>
                  <a:pt x="42" y="296"/>
                  <a:pt x="39" y="299"/>
                  <a:pt x="38" y="299"/>
                </a:cubicBezTo>
                <a:cubicBezTo>
                  <a:pt x="36" y="300"/>
                  <a:pt x="30" y="300"/>
                  <a:pt x="21" y="300"/>
                </a:cubicBezTo>
                <a:lnTo>
                  <a:pt x="5" y="300"/>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510" name=""/>
          <p:cNvSpPr/>
          <p:nvPr/>
        </p:nvSpPr>
        <p:spPr>
          <a:xfrm>
            <a:off x="10055160" y="5372280"/>
            <a:ext cx="663480" cy="39240"/>
          </a:xfrm>
          <a:custGeom>
            <a:avLst/>
            <a:gdLst/>
            <a:ahLst/>
            <a:rect l="0" t="0" r="r" b="b"/>
            <a:pathLst>
              <a:path w="1843" h="109">
                <a:moveTo>
                  <a:pt x="0" y="0"/>
                </a:moveTo>
                <a:lnTo>
                  <a:pt x="1843" y="0"/>
                </a:lnTo>
                <a:lnTo>
                  <a:pt x="1843" y="109"/>
                </a:lnTo>
                <a:lnTo>
                  <a:pt x="0" y="109"/>
                </a:lnTo>
                <a:lnTo>
                  <a:pt x="0" y="0"/>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511" name=""/>
          <p:cNvSpPr/>
          <p:nvPr/>
        </p:nvSpPr>
        <p:spPr>
          <a:xfrm>
            <a:off x="10944720" y="5372280"/>
            <a:ext cx="663480" cy="39240"/>
          </a:xfrm>
          <a:custGeom>
            <a:avLst/>
            <a:gdLst/>
            <a:ahLst/>
            <a:rect l="0" t="0" r="r" b="b"/>
            <a:pathLst>
              <a:path w="1843" h="109">
                <a:moveTo>
                  <a:pt x="0" y="0"/>
                </a:moveTo>
                <a:lnTo>
                  <a:pt x="1843" y="0"/>
                </a:lnTo>
                <a:lnTo>
                  <a:pt x="1843" y="109"/>
                </a:lnTo>
                <a:lnTo>
                  <a:pt x="0" y="109"/>
                </a:lnTo>
                <a:lnTo>
                  <a:pt x="0" y="0"/>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512" name=""/>
          <p:cNvSpPr/>
          <p:nvPr/>
        </p:nvSpPr>
        <p:spPr>
          <a:xfrm>
            <a:off x="10711080" y="5528160"/>
            <a:ext cx="140760" cy="156600"/>
          </a:xfrm>
          <a:custGeom>
            <a:avLst/>
            <a:gdLst/>
            <a:ahLst/>
            <a:rect l="0" t="0" r="r" b="b"/>
            <a:pathLst>
              <a:path w="391" h="435">
                <a:moveTo>
                  <a:pt x="126" y="29"/>
                </a:moveTo>
                <a:cubicBezTo>
                  <a:pt x="111" y="29"/>
                  <a:pt x="104" y="28"/>
                  <a:pt x="103" y="27"/>
                </a:cubicBezTo>
                <a:cubicBezTo>
                  <a:pt x="102" y="26"/>
                  <a:pt x="102" y="24"/>
                  <a:pt x="102" y="21"/>
                </a:cubicBezTo>
                <a:cubicBezTo>
                  <a:pt x="102" y="11"/>
                  <a:pt x="104" y="4"/>
                  <a:pt x="109" y="1"/>
                </a:cubicBezTo>
                <a:cubicBezTo>
                  <a:pt x="110" y="0"/>
                  <a:pt x="113" y="0"/>
                  <a:pt x="119" y="0"/>
                </a:cubicBezTo>
                <a:cubicBezTo>
                  <a:pt x="141" y="1"/>
                  <a:pt x="168" y="2"/>
                  <a:pt x="199" y="2"/>
                </a:cubicBezTo>
                <a:cubicBezTo>
                  <a:pt x="259" y="2"/>
                  <a:pt x="293" y="1"/>
                  <a:pt x="302" y="0"/>
                </a:cubicBezTo>
                <a:lnTo>
                  <a:pt x="310" y="0"/>
                </a:lnTo>
                <a:cubicBezTo>
                  <a:pt x="312" y="2"/>
                  <a:pt x="313" y="4"/>
                  <a:pt x="313" y="6"/>
                </a:cubicBezTo>
                <a:cubicBezTo>
                  <a:pt x="313" y="7"/>
                  <a:pt x="313" y="11"/>
                  <a:pt x="312" y="17"/>
                </a:cubicBezTo>
                <a:cubicBezTo>
                  <a:pt x="310" y="23"/>
                  <a:pt x="308" y="27"/>
                  <a:pt x="306" y="29"/>
                </a:cubicBezTo>
                <a:lnTo>
                  <a:pt x="282" y="29"/>
                </a:lnTo>
                <a:cubicBezTo>
                  <a:pt x="253" y="30"/>
                  <a:pt x="236" y="31"/>
                  <a:pt x="231" y="35"/>
                </a:cubicBezTo>
                <a:cubicBezTo>
                  <a:pt x="228" y="37"/>
                  <a:pt x="225" y="42"/>
                  <a:pt x="222" y="54"/>
                </a:cubicBezTo>
                <a:cubicBezTo>
                  <a:pt x="219" y="64"/>
                  <a:pt x="205" y="120"/>
                  <a:pt x="180" y="221"/>
                </a:cubicBezTo>
                <a:cubicBezTo>
                  <a:pt x="173" y="249"/>
                  <a:pt x="166" y="278"/>
                  <a:pt x="158" y="309"/>
                </a:cubicBezTo>
                <a:cubicBezTo>
                  <a:pt x="150" y="340"/>
                  <a:pt x="145" y="363"/>
                  <a:pt x="141" y="378"/>
                </a:cubicBezTo>
                <a:lnTo>
                  <a:pt x="135" y="401"/>
                </a:lnTo>
                <a:cubicBezTo>
                  <a:pt x="135" y="403"/>
                  <a:pt x="137" y="404"/>
                  <a:pt x="141" y="404"/>
                </a:cubicBezTo>
                <a:cubicBezTo>
                  <a:pt x="145" y="404"/>
                  <a:pt x="157" y="404"/>
                  <a:pt x="178" y="405"/>
                </a:cubicBezTo>
                <a:lnTo>
                  <a:pt x="189" y="405"/>
                </a:lnTo>
                <a:cubicBezTo>
                  <a:pt x="203" y="405"/>
                  <a:pt x="213" y="405"/>
                  <a:pt x="221" y="404"/>
                </a:cubicBezTo>
                <a:cubicBezTo>
                  <a:pt x="229" y="404"/>
                  <a:pt x="240" y="403"/>
                  <a:pt x="253" y="400"/>
                </a:cubicBezTo>
                <a:cubicBezTo>
                  <a:pt x="265" y="397"/>
                  <a:pt x="276" y="394"/>
                  <a:pt x="284" y="389"/>
                </a:cubicBezTo>
                <a:cubicBezTo>
                  <a:pt x="293" y="384"/>
                  <a:pt x="302" y="376"/>
                  <a:pt x="312" y="367"/>
                </a:cubicBezTo>
                <a:cubicBezTo>
                  <a:pt x="322" y="358"/>
                  <a:pt x="331" y="346"/>
                  <a:pt x="339" y="332"/>
                </a:cubicBezTo>
                <a:cubicBezTo>
                  <a:pt x="346" y="319"/>
                  <a:pt x="352" y="305"/>
                  <a:pt x="358" y="290"/>
                </a:cubicBezTo>
                <a:cubicBezTo>
                  <a:pt x="364" y="274"/>
                  <a:pt x="367" y="265"/>
                  <a:pt x="369" y="263"/>
                </a:cubicBezTo>
                <a:cubicBezTo>
                  <a:pt x="371" y="262"/>
                  <a:pt x="374" y="261"/>
                  <a:pt x="379" y="261"/>
                </a:cubicBezTo>
                <a:lnTo>
                  <a:pt x="388" y="261"/>
                </a:lnTo>
                <a:cubicBezTo>
                  <a:pt x="390" y="265"/>
                  <a:pt x="391" y="267"/>
                  <a:pt x="391" y="268"/>
                </a:cubicBezTo>
                <a:cubicBezTo>
                  <a:pt x="391" y="269"/>
                  <a:pt x="387" y="281"/>
                  <a:pt x="379" y="305"/>
                </a:cubicBezTo>
                <a:cubicBezTo>
                  <a:pt x="370" y="330"/>
                  <a:pt x="361" y="355"/>
                  <a:pt x="351" y="382"/>
                </a:cubicBezTo>
                <a:cubicBezTo>
                  <a:pt x="341" y="408"/>
                  <a:pt x="335" y="424"/>
                  <a:pt x="334" y="429"/>
                </a:cubicBezTo>
                <a:cubicBezTo>
                  <a:pt x="334" y="431"/>
                  <a:pt x="333" y="432"/>
                  <a:pt x="332" y="432"/>
                </a:cubicBezTo>
                <a:cubicBezTo>
                  <a:pt x="331" y="433"/>
                  <a:pt x="328" y="433"/>
                  <a:pt x="322" y="434"/>
                </a:cubicBezTo>
                <a:cubicBezTo>
                  <a:pt x="316" y="435"/>
                  <a:pt x="307" y="435"/>
                  <a:pt x="294" y="435"/>
                </a:cubicBezTo>
                <a:cubicBezTo>
                  <a:pt x="290" y="435"/>
                  <a:pt x="274" y="435"/>
                  <a:pt x="246" y="435"/>
                </a:cubicBezTo>
                <a:cubicBezTo>
                  <a:pt x="219" y="435"/>
                  <a:pt x="192" y="435"/>
                  <a:pt x="168" y="434"/>
                </a:cubicBezTo>
                <a:lnTo>
                  <a:pt x="54" y="434"/>
                </a:lnTo>
                <a:cubicBezTo>
                  <a:pt x="18" y="434"/>
                  <a:pt x="0" y="432"/>
                  <a:pt x="0" y="428"/>
                </a:cubicBezTo>
                <a:cubicBezTo>
                  <a:pt x="0" y="425"/>
                  <a:pt x="1" y="422"/>
                  <a:pt x="2" y="419"/>
                </a:cubicBezTo>
                <a:cubicBezTo>
                  <a:pt x="4" y="411"/>
                  <a:pt x="6" y="407"/>
                  <a:pt x="8" y="406"/>
                </a:cubicBezTo>
                <a:cubicBezTo>
                  <a:pt x="10" y="405"/>
                  <a:pt x="13" y="405"/>
                  <a:pt x="17" y="405"/>
                </a:cubicBezTo>
                <a:lnTo>
                  <a:pt x="21" y="405"/>
                </a:lnTo>
                <a:cubicBezTo>
                  <a:pt x="33" y="405"/>
                  <a:pt x="45" y="404"/>
                  <a:pt x="59" y="403"/>
                </a:cubicBezTo>
                <a:cubicBezTo>
                  <a:pt x="65" y="402"/>
                  <a:pt x="69" y="399"/>
                  <a:pt x="71" y="396"/>
                </a:cubicBezTo>
                <a:cubicBezTo>
                  <a:pt x="73" y="394"/>
                  <a:pt x="89" y="335"/>
                  <a:pt x="118" y="219"/>
                </a:cubicBezTo>
                <a:cubicBezTo>
                  <a:pt x="147" y="103"/>
                  <a:pt x="162" y="41"/>
                  <a:pt x="162" y="35"/>
                </a:cubicBezTo>
                <a:cubicBezTo>
                  <a:pt x="162" y="32"/>
                  <a:pt x="150" y="30"/>
                  <a:pt x="126" y="29"/>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513" name=""/>
          <p:cNvSpPr/>
          <p:nvPr/>
        </p:nvSpPr>
        <p:spPr>
          <a:xfrm>
            <a:off x="10873080" y="5610960"/>
            <a:ext cx="68400" cy="111240"/>
          </a:xfrm>
          <a:custGeom>
            <a:avLst/>
            <a:gdLst/>
            <a:ahLst/>
            <a:rect l="0" t="0" r="r" b="b"/>
            <a:pathLst>
              <a:path w="190" h="309">
                <a:moveTo>
                  <a:pt x="26" y="36"/>
                </a:moveTo>
                <a:cubicBezTo>
                  <a:pt x="43" y="12"/>
                  <a:pt x="66" y="0"/>
                  <a:pt x="95" y="0"/>
                </a:cubicBezTo>
                <a:cubicBezTo>
                  <a:pt x="109" y="0"/>
                  <a:pt x="123" y="4"/>
                  <a:pt x="138" y="11"/>
                </a:cubicBezTo>
                <a:cubicBezTo>
                  <a:pt x="152" y="19"/>
                  <a:pt x="165" y="33"/>
                  <a:pt x="174" y="53"/>
                </a:cubicBezTo>
                <a:cubicBezTo>
                  <a:pt x="185" y="77"/>
                  <a:pt x="190" y="112"/>
                  <a:pt x="190" y="155"/>
                </a:cubicBezTo>
                <a:cubicBezTo>
                  <a:pt x="190" y="201"/>
                  <a:pt x="184" y="237"/>
                  <a:pt x="171" y="261"/>
                </a:cubicBezTo>
                <a:cubicBezTo>
                  <a:pt x="165" y="274"/>
                  <a:pt x="156" y="285"/>
                  <a:pt x="145" y="292"/>
                </a:cubicBezTo>
                <a:cubicBezTo>
                  <a:pt x="135" y="300"/>
                  <a:pt x="126" y="304"/>
                  <a:pt x="118" y="306"/>
                </a:cubicBezTo>
                <a:cubicBezTo>
                  <a:pt x="110" y="308"/>
                  <a:pt x="103" y="309"/>
                  <a:pt x="95" y="309"/>
                </a:cubicBezTo>
                <a:cubicBezTo>
                  <a:pt x="87" y="309"/>
                  <a:pt x="80" y="308"/>
                  <a:pt x="72" y="307"/>
                </a:cubicBezTo>
                <a:cubicBezTo>
                  <a:pt x="64" y="305"/>
                  <a:pt x="55" y="300"/>
                  <a:pt x="44" y="292"/>
                </a:cubicBezTo>
                <a:cubicBezTo>
                  <a:pt x="34" y="284"/>
                  <a:pt x="26" y="273"/>
                  <a:pt x="20" y="261"/>
                </a:cubicBezTo>
                <a:cubicBezTo>
                  <a:pt x="7" y="237"/>
                  <a:pt x="0" y="201"/>
                  <a:pt x="0" y="155"/>
                </a:cubicBezTo>
                <a:cubicBezTo>
                  <a:pt x="0" y="103"/>
                  <a:pt x="9" y="63"/>
                  <a:pt x="26" y="36"/>
                </a:cubicBezTo>
                <a:moveTo>
                  <a:pt x="127" y="31"/>
                </a:moveTo>
                <a:cubicBezTo>
                  <a:pt x="118" y="21"/>
                  <a:pt x="107" y="16"/>
                  <a:pt x="95" y="16"/>
                </a:cubicBezTo>
                <a:cubicBezTo>
                  <a:pt x="83" y="16"/>
                  <a:pt x="72" y="21"/>
                  <a:pt x="63" y="31"/>
                </a:cubicBezTo>
                <a:cubicBezTo>
                  <a:pt x="55" y="38"/>
                  <a:pt x="50" y="49"/>
                  <a:pt x="48" y="63"/>
                </a:cubicBezTo>
                <a:cubicBezTo>
                  <a:pt x="46" y="77"/>
                  <a:pt x="44" y="105"/>
                  <a:pt x="44" y="149"/>
                </a:cubicBezTo>
                <a:cubicBezTo>
                  <a:pt x="44" y="196"/>
                  <a:pt x="46" y="227"/>
                  <a:pt x="48" y="242"/>
                </a:cubicBezTo>
                <a:cubicBezTo>
                  <a:pt x="50" y="257"/>
                  <a:pt x="56" y="269"/>
                  <a:pt x="64" y="279"/>
                </a:cubicBezTo>
                <a:cubicBezTo>
                  <a:pt x="73" y="288"/>
                  <a:pt x="83" y="292"/>
                  <a:pt x="95" y="292"/>
                </a:cubicBezTo>
                <a:cubicBezTo>
                  <a:pt x="107" y="292"/>
                  <a:pt x="117" y="288"/>
                  <a:pt x="126" y="279"/>
                </a:cubicBezTo>
                <a:cubicBezTo>
                  <a:pt x="134" y="269"/>
                  <a:pt x="140" y="256"/>
                  <a:pt x="142" y="240"/>
                </a:cubicBezTo>
                <a:cubicBezTo>
                  <a:pt x="144" y="224"/>
                  <a:pt x="145" y="194"/>
                  <a:pt x="145" y="149"/>
                </a:cubicBezTo>
                <a:cubicBezTo>
                  <a:pt x="145" y="106"/>
                  <a:pt x="144" y="77"/>
                  <a:pt x="142" y="63"/>
                </a:cubicBezTo>
                <a:cubicBezTo>
                  <a:pt x="139" y="50"/>
                  <a:pt x="134" y="39"/>
                  <a:pt x="127" y="31"/>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514" name=""/>
          <p:cNvSpPr/>
          <p:nvPr/>
        </p:nvSpPr>
        <p:spPr>
          <a:xfrm>
            <a:off x="11728080" y="4950720"/>
            <a:ext cx="44640" cy="323640"/>
          </a:xfrm>
          <a:custGeom>
            <a:avLst/>
            <a:gdLst/>
            <a:ahLst/>
            <a:rect l="0" t="0" r="r" b="b"/>
            <a:pathLst>
              <a:path w="124" h="899">
                <a:moveTo>
                  <a:pt x="0" y="36"/>
                </a:moveTo>
                <a:lnTo>
                  <a:pt x="0" y="0"/>
                </a:lnTo>
                <a:lnTo>
                  <a:pt x="124" y="0"/>
                </a:lnTo>
                <a:lnTo>
                  <a:pt x="124" y="899"/>
                </a:lnTo>
                <a:lnTo>
                  <a:pt x="0" y="899"/>
                </a:lnTo>
                <a:lnTo>
                  <a:pt x="0" y="863"/>
                </a:lnTo>
                <a:lnTo>
                  <a:pt x="88" y="863"/>
                </a:lnTo>
                <a:lnTo>
                  <a:pt x="88" y="36"/>
                </a:lnTo>
                <a:lnTo>
                  <a:pt x="0" y="36"/>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515" name=""/>
          <p:cNvSpPr/>
          <p:nvPr/>
        </p:nvSpPr>
        <p:spPr>
          <a:xfrm>
            <a:off x="0" y="0"/>
            <a:ext cx="12192120" cy="667080"/>
          </a:xfrm>
          <a:custGeom>
            <a:avLst/>
            <a:gdLst/>
            <a:ahLst/>
            <a:rect l="0" t="0" r="r" b="b"/>
            <a:pathLst>
              <a:path w="33867" h="1853">
                <a:moveTo>
                  <a:pt x="0" y="0"/>
                </a:moveTo>
                <a:lnTo>
                  <a:pt x="33867" y="0"/>
                </a:lnTo>
                <a:lnTo>
                  <a:pt x="33867" y="1853"/>
                </a:lnTo>
                <a:lnTo>
                  <a:pt x="0" y="1853"/>
                </a:lnTo>
                <a:lnTo>
                  <a:pt x="0" y="0"/>
                </a:lnTo>
                <a:close/>
              </a:path>
            </a:pathLst>
          </a:custGeom>
          <a:solidFill>
            <a:srgbClr val="800000"/>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516" name=""/>
          <p:cNvSpPr txBox="1"/>
          <p:nvPr/>
        </p:nvSpPr>
        <p:spPr>
          <a:xfrm>
            <a:off x="380880" y="4174920"/>
            <a:ext cx="8616600" cy="372240"/>
          </a:xfrm>
          <a:prstGeom prst="rect">
            <a:avLst/>
          </a:prstGeom>
          <a:noFill/>
          <a:ln w="0">
            <a:noFill/>
          </a:ln>
        </p:spPr>
        <p:txBody>
          <a:bodyPr wrap="none" lIns="0" rIns="0" tIns="0" bIns="0" anchor="t">
            <a:spAutoFit/>
          </a:bodyPr>
          <a:p>
            <a:r>
              <a:rPr b="0" lang="zh-CN" sz="2620" strike="noStrike" u="none">
                <a:solidFill>
                  <a:srgbClr val="333333"/>
                </a:solidFill>
                <a:effectLst/>
                <a:uFillTx/>
                <a:latin typeface="NotoSansJP-Thin_"/>
                <a:ea typeface="NotoSansJP-Thin_"/>
              </a:rPr>
              <a:t>これを整理すると各ステップの</a:t>
            </a:r>
            <a:r>
              <a:rPr b="0" lang="en-US" sz="2620" strike="noStrike" u="none">
                <a:solidFill>
                  <a:srgbClr val="333333"/>
                </a:solidFill>
                <a:effectLst/>
                <a:uFillTx/>
                <a:latin typeface="NotoSansJP-Thin_"/>
                <a:ea typeface="NotoSansJP-Thin_"/>
              </a:rPr>
              <a:t>KL divergence</a:t>
            </a:r>
            <a:r>
              <a:rPr b="0" lang="zh-CN" sz="2620" strike="noStrike" u="none">
                <a:solidFill>
                  <a:srgbClr val="333333"/>
                </a:solidFill>
                <a:effectLst/>
                <a:uFillTx/>
                <a:latin typeface="NotoSansJP-Thin_"/>
                <a:ea typeface="NotoSansJP-Thin_"/>
              </a:rPr>
              <a:t>の和になる</a:t>
            </a:r>
            <a:endParaRPr b="0" lang="en-US" sz="2620" strike="noStrike" u="none">
              <a:solidFill>
                <a:srgbClr val="000000"/>
              </a:solidFill>
              <a:effectLst/>
              <a:uFillTx/>
              <a:latin typeface="Times New Roman"/>
            </a:endParaRPr>
          </a:p>
        </p:txBody>
      </p:sp>
      <p:sp>
        <p:nvSpPr>
          <p:cNvPr id="517" name=""/>
          <p:cNvSpPr txBox="1"/>
          <p:nvPr/>
        </p:nvSpPr>
        <p:spPr>
          <a:xfrm>
            <a:off x="237960" y="174600"/>
            <a:ext cx="3060720" cy="372240"/>
          </a:xfrm>
          <a:prstGeom prst="rect">
            <a:avLst/>
          </a:prstGeom>
          <a:noFill/>
          <a:ln w="0">
            <a:noFill/>
          </a:ln>
        </p:spPr>
        <p:txBody>
          <a:bodyPr wrap="none" lIns="0" rIns="0" tIns="0" bIns="0" anchor="t">
            <a:spAutoFit/>
          </a:bodyPr>
          <a:p>
            <a:r>
              <a:rPr b="1" lang="en-US" sz="2620" strike="noStrike" u="none">
                <a:solidFill>
                  <a:srgbClr val="ffffff"/>
                </a:solidFill>
                <a:effectLst/>
                <a:uFillTx/>
                <a:latin typeface="NotoSansJP-Thin_"/>
                <a:ea typeface="NotoSansJP-Thin_"/>
              </a:rPr>
              <a:t>3.1. </a:t>
            </a:r>
            <a:r>
              <a:rPr b="1" lang="zh-CN" sz="2620" strike="noStrike" u="none">
                <a:solidFill>
                  <a:srgbClr val="ffffff"/>
                </a:solidFill>
                <a:effectLst/>
                <a:uFillTx/>
                <a:latin typeface="NotoSansJP-Thin_"/>
                <a:ea typeface="NotoSansJP-Thin_"/>
              </a:rPr>
              <a:t>損失関数の導出</a:t>
            </a:r>
            <a:endParaRPr b="0" lang="en-US" sz="2620" strike="noStrike" u="none">
              <a:solidFill>
                <a:srgbClr val="000000"/>
              </a:solidFill>
              <a:effectLst/>
              <a:uFillTx/>
              <a:latin typeface="Times New Roman"/>
            </a:endParaRPr>
          </a:p>
        </p:txBody>
      </p:sp>
      <p:sp>
        <p:nvSpPr>
          <p:cNvPr id="518" name=""/>
          <p:cNvSpPr txBox="1"/>
          <p:nvPr/>
        </p:nvSpPr>
        <p:spPr>
          <a:xfrm>
            <a:off x="11161800" y="6397560"/>
            <a:ext cx="668160" cy="297720"/>
          </a:xfrm>
          <a:prstGeom prst="rect">
            <a:avLst/>
          </a:prstGeom>
          <a:noFill/>
          <a:ln w="0">
            <a:noFill/>
          </a:ln>
        </p:spPr>
        <p:txBody>
          <a:bodyPr wrap="none" lIns="0" rIns="0" tIns="0" bIns="0" anchor="t">
            <a:spAutoFit/>
          </a:bodyPr>
          <a:p>
            <a:r>
              <a:rPr b="1" lang="en-US" sz="2100" strike="noStrike" u="none">
                <a:solidFill>
                  <a:srgbClr val="333333"/>
                </a:solidFill>
                <a:effectLst/>
                <a:uFillTx/>
                <a:latin typeface="NotoSansJP-Thin_"/>
                <a:ea typeface="NotoSansJP-Thin_"/>
              </a:rPr>
              <a:t>11/24</a:t>
            </a:r>
            <a:endParaRPr b="0" lang="en-US" sz="2100" strike="noStrike" u="non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9"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520"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521"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522" name=""/>
          <p:cNvSpPr/>
          <p:nvPr/>
        </p:nvSpPr>
        <p:spPr>
          <a:xfrm>
            <a:off x="393840" y="952200"/>
            <a:ext cx="252360" cy="280800"/>
          </a:xfrm>
          <a:custGeom>
            <a:avLst/>
            <a:gdLst/>
            <a:ahLst/>
            <a:rect l="0" t="0" r="r" b="b"/>
            <a:pathLst>
              <a:path w="701" h="780">
                <a:moveTo>
                  <a:pt x="224" y="53"/>
                </a:moveTo>
                <a:cubicBezTo>
                  <a:pt x="198" y="53"/>
                  <a:pt x="184" y="51"/>
                  <a:pt x="183" y="48"/>
                </a:cubicBezTo>
                <a:cubicBezTo>
                  <a:pt x="182" y="47"/>
                  <a:pt x="181" y="44"/>
                  <a:pt x="181" y="39"/>
                </a:cubicBezTo>
                <a:cubicBezTo>
                  <a:pt x="181" y="21"/>
                  <a:pt x="186" y="8"/>
                  <a:pt x="194" y="1"/>
                </a:cubicBezTo>
                <a:cubicBezTo>
                  <a:pt x="195" y="1"/>
                  <a:pt x="201" y="0"/>
                  <a:pt x="211" y="0"/>
                </a:cubicBezTo>
                <a:cubicBezTo>
                  <a:pt x="252" y="3"/>
                  <a:pt x="300" y="4"/>
                  <a:pt x="356" y="4"/>
                </a:cubicBezTo>
                <a:cubicBezTo>
                  <a:pt x="463" y="4"/>
                  <a:pt x="524" y="3"/>
                  <a:pt x="540" y="0"/>
                </a:cubicBezTo>
                <a:lnTo>
                  <a:pt x="554" y="0"/>
                </a:lnTo>
                <a:cubicBezTo>
                  <a:pt x="558" y="5"/>
                  <a:pt x="560" y="8"/>
                  <a:pt x="560" y="11"/>
                </a:cubicBezTo>
                <a:cubicBezTo>
                  <a:pt x="560" y="13"/>
                  <a:pt x="560" y="20"/>
                  <a:pt x="558" y="31"/>
                </a:cubicBezTo>
                <a:cubicBezTo>
                  <a:pt x="554" y="42"/>
                  <a:pt x="551" y="50"/>
                  <a:pt x="548" y="53"/>
                </a:cubicBezTo>
                <a:lnTo>
                  <a:pt x="505" y="53"/>
                </a:lnTo>
                <a:cubicBezTo>
                  <a:pt x="452" y="53"/>
                  <a:pt x="422" y="57"/>
                  <a:pt x="412" y="63"/>
                </a:cubicBezTo>
                <a:cubicBezTo>
                  <a:pt x="407" y="66"/>
                  <a:pt x="402" y="77"/>
                  <a:pt x="397" y="96"/>
                </a:cubicBezTo>
                <a:cubicBezTo>
                  <a:pt x="391" y="114"/>
                  <a:pt x="366" y="214"/>
                  <a:pt x="320" y="396"/>
                </a:cubicBezTo>
                <a:cubicBezTo>
                  <a:pt x="308" y="446"/>
                  <a:pt x="295" y="498"/>
                  <a:pt x="282" y="553"/>
                </a:cubicBezTo>
                <a:cubicBezTo>
                  <a:pt x="268" y="609"/>
                  <a:pt x="258" y="650"/>
                  <a:pt x="251" y="679"/>
                </a:cubicBezTo>
                <a:lnTo>
                  <a:pt x="241" y="720"/>
                </a:lnTo>
                <a:cubicBezTo>
                  <a:pt x="241" y="723"/>
                  <a:pt x="244" y="724"/>
                  <a:pt x="251" y="724"/>
                </a:cubicBezTo>
                <a:cubicBezTo>
                  <a:pt x="258" y="724"/>
                  <a:pt x="280" y="725"/>
                  <a:pt x="318" y="726"/>
                </a:cubicBezTo>
                <a:lnTo>
                  <a:pt x="337" y="726"/>
                </a:lnTo>
                <a:cubicBezTo>
                  <a:pt x="362" y="726"/>
                  <a:pt x="381" y="726"/>
                  <a:pt x="395" y="725"/>
                </a:cubicBezTo>
                <a:cubicBezTo>
                  <a:pt x="410" y="724"/>
                  <a:pt x="428" y="722"/>
                  <a:pt x="451" y="717"/>
                </a:cubicBezTo>
                <a:cubicBezTo>
                  <a:pt x="474" y="713"/>
                  <a:pt x="493" y="706"/>
                  <a:pt x="508" y="697"/>
                </a:cubicBezTo>
                <a:cubicBezTo>
                  <a:pt x="523" y="688"/>
                  <a:pt x="540" y="675"/>
                  <a:pt x="558" y="658"/>
                </a:cubicBezTo>
                <a:cubicBezTo>
                  <a:pt x="576" y="641"/>
                  <a:pt x="592" y="620"/>
                  <a:pt x="606" y="595"/>
                </a:cubicBezTo>
                <a:cubicBezTo>
                  <a:pt x="618" y="573"/>
                  <a:pt x="630" y="547"/>
                  <a:pt x="640" y="519"/>
                </a:cubicBezTo>
                <a:cubicBezTo>
                  <a:pt x="651" y="491"/>
                  <a:pt x="658" y="475"/>
                  <a:pt x="660" y="471"/>
                </a:cubicBezTo>
                <a:cubicBezTo>
                  <a:pt x="664" y="469"/>
                  <a:pt x="671" y="468"/>
                  <a:pt x="680" y="468"/>
                </a:cubicBezTo>
                <a:lnTo>
                  <a:pt x="695" y="468"/>
                </a:lnTo>
                <a:cubicBezTo>
                  <a:pt x="699" y="475"/>
                  <a:pt x="701" y="479"/>
                  <a:pt x="701" y="480"/>
                </a:cubicBezTo>
                <a:cubicBezTo>
                  <a:pt x="701" y="482"/>
                  <a:pt x="694" y="504"/>
                  <a:pt x="679" y="548"/>
                </a:cubicBezTo>
                <a:cubicBezTo>
                  <a:pt x="664" y="591"/>
                  <a:pt x="646" y="636"/>
                  <a:pt x="628" y="684"/>
                </a:cubicBezTo>
                <a:cubicBezTo>
                  <a:pt x="609" y="732"/>
                  <a:pt x="600" y="760"/>
                  <a:pt x="598" y="768"/>
                </a:cubicBezTo>
                <a:cubicBezTo>
                  <a:pt x="596" y="772"/>
                  <a:pt x="595" y="775"/>
                  <a:pt x="593" y="775"/>
                </a:cubicBezTo>
                <a:cubicBezTo>
                  <a:pt x="592" y="776"/>
                  <a:pt x="586" y="777"/>
                  <a:pt x="575" y="779"/>
                </a:cubicBezTo>
                <a:cubicBezTo>
                  <a:pt x="565" y="780"/>
                  <a:pt x="548" y="781"/>
                  <a:pt x="526" y="780"/>
                </a:cubicBezTo>
                <a:cubicBezTo>
                  <a:pt x="518" y="780"/>
                  <a:pt x="489" y="780"/>
                  <a:pt x="440" y="780"/>
                </a:cubicBezTo>
                <a:cubicBezTo>
                  <a:pt x="390" y="780"/>
                  <a:pt x="343" y="779"/>
                  <a:pt x="299" y="779"/>
                </a:cubicBezTo>
                <a:lnTo>
                  <a:pt x="96" y="779"/>
                </a:lnTo>
                <a:cubicBezTo>
                  <a:pt x="32" y="779"/>
                  <a:pt x="0" y="775"/>
                  <a:pt x="0" y="767"/>
                </a:cubicBezTo>
                <a:cubicBezTo>
                  <a:pt x="0" y="762"/>
                  <a:pt x="1" y="757"/>
                  <a:pt x="3" y="751"/>
                </a:cubicBezTo>
                <a:cubicBezTo>
                  <a:pt x="7" y="737"/>
                  <a:pt x="10" y="729"/>
                  <a:pt x="14" y="727"/>
                </a:cubicBezTo>
                <a:cubicBezTo>
                  <a:pt x="17" y="727"/>
                  <a:pt x="23" y="726"/>
                  <a:pt x="31" y="726"/>
                </a:cubicBezTo>
                <a:lnTo>
                  <a:pt x="38" y="726"/>
                </a:lnTo>
                <a:cubicBezTo>
                  <a:pt x="59" y="726"/>
                  <a:pt x="81" y="725"/>
                  <a:pt x="106" y="723"/>
                </a:cubicBezTo>
                <a:cubicBezTo>
                  <a:pt x="117" y="721"/>
                  <a:pt x="124" y="716"/>
                  <a:pt x="128" y="709"/>
                </a:cubicBezTo>
                <a:cubicBezTo>
                  <a:pt x="130" y="706"/>
                  <a:pt x="158" y="601"/>
                  <a:pt x="210" y="393"/>
                </a:cubicBezTo>
                <a:cubicBezTo>
                  <a:pt x="262" y="185"/>
                  <a:pt x="288" y="74"/>
                  <a:pt x="288" y="63"/>
                </a:cubicBezTo>
                <a:cubicBezTo>
                  <a:pt x="288" y="58"/>
                  <a:pt x="267" y="54"/>
                  <a:pt x="224" y="53"/>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523" name=""/>
          <p:cNvSpPr/>
          <p:nvPr/>
        </p:nvSpPr>
        <p:spPr>
          <a:xfrm>
            <a:off x="678960" y="1112400"/>
            <a:ext cx="90360" cy="184680"/>
          </a:xfrm>
          <a:custGeom>
            <a:avLst/>
            <a:gdLst/>
            <a:ahLst/>
            <a:rect l="0" t="0" r="r" b="b"/>
            <a:pathLst>
              <a:path w="251" h="513">
                <a:moveTo>
                  <a:pt x="6" y="194"/>
                </a:moveTo>
                <a:cubicBezTo>
                  <a:pt x="2" y="190"/>
                  <a:pt x="0" y="187"/>
                  <a:pt x="0" y="186"/>
                </a:cubicBezTo>
                <a:cubicBezTo>
                  <a:pt x="0" y="183"/>
                  <a:pt x="1" y="179"/>
                  <a:pt x="2" y="173"/>
                </a:cubicBezTo>
                <a:cubicBezTo>
                  <a:pt x="4" y="166"/>
                  <a:pt x="5" y="163"/>
                  <a:pt x="6" y="161"/>
                </a:cubicBezTo>
                <a:cubicBezTo>
                  <a:pt x="8" y="159"/>
                  <a:pt x="10" y="157"/>
                  <a:pt x="14" y="157"/>
                </a:cubicBezTo>
                <a:cubicBezTo>
                  <a:pt x="17" y="157"/>
                  <a:pt x="31" y="157"/>
                  <a:pt x="55" y="157"/>
                </a:cubicBezTo>
                <a:lnTo>
                  <a:pt x="97" y="157"/>
                </a:lnTo>
                <a:lnTo>
                  <a:pt x="113" y="92"/>
                </a:lnTo>
                <a:cubicBezTo>
                  <a:pt x="114" y="86"/>
                  <a:pt x="116" y="79"/>
                  <a:pt x="118" y="69"/>
                </a:cubicBezTo>
                <a:cubicBezTo>
                  <a:pt x="120" y="59"/>
                  <a:pt x="122" y="52"/>
                  <a:pt x="124" y="48"/>
                </a:cubicBezTo>
                <a:cubicBezTo>
                  <a:pt x="126" y="44"/>
                  <a:pt x="127" y="38"/>
                  <a:pt x="129" y="32"/>
                </a:cubicBezTo>
                <a:cubicBezTo>
                  <a:pt x="130" y="25"/>
                  <a:pt x="132" y="21"/>
                  <a:pt x="135" y="18"/>
                </a:cubicBezTo>
                <a:cubicBezTo>
                  <a:pt x="138" y="16"/>
                  <a:pt x="141" y="12"/>
                  <a:pt x="143" y="9"/>
                </a:cubicBezTo>
                <a:cubicBezTo>
                  <a:pt x="146" y="5"/>
                  <a:pt x="150" y="2"/>
                  <a:pt x="154" y="1"/>
                </a:cubicBezTo>
                <a:cubicBezTo>
                  <a:pt x="159" y="0"/>
                  <a:pt x="164" y="0"/>
                  <a:pt x="169" y="0"/>
                </a:cubicBezTo>
                <a:cubicBezTo>
                  <a:pt x="179" y="0"/>
                  <a:pt x="185" y="3"/>
                  <a:pt x="189" y="9"/>
                </a:cubicBezTo>
                <a:cubicBezTo>
                  <a:pt x="193" y="14"/>
                  <a:pt x="195" y="19"/>
                  <a:pt x="195" y="24"/>
                </a:cubicBezTo>
                <a:cubicBezTo>
                  <a:pt x="195" y="28"/>
                  <a:pt x="192" y="40"/>
                  <a:pt x="187" y="62"/>
                </a:cubicBezTo>
                <a:cubicBezTo>
                  <a:pt x="183" y="83"/>
                  <a:pt x="177" y="104"/>
                  <a:pt x="171" y="125"/>
                </a:cubicBezTo>
                <a:lnTo>
                  <a:pt x="163" y="155"/>
                </a:lnTo>
                <a:cubicBezTo>
                  <a:pt x="163" y="156"/>
                  <a:pt x="177" y="157"/>
                  <a:pt x="204" y="157"/>
                </a:cubicBezTo>
                <a:lnTo>
                  <a:pt x="246" y="157"/>
                </a:lnTo>
                <a:cubicBezTo>
                  <a:pt x="249" y="160"/>
                  <a:pt x="251" y="163"/>
                  <a:pt x="251" y="165"/>
                </a:cubicBezTo>
                <a:cubicBezTo>
                  <a:pt x="251" y="177"/>
                  <a:pt x="248" y="187"/>
                  <a:pt x="241" y="194"/>
                </a:cubicBezTo>
                <a:lnTo>
                  <a:pt x="154" y="194"/>
                </a:lnTo>
                <a:lnTo>
                  <a:pt x="125" y="311"/>
                </a:lnTo>
                <a:cubicBezTo>
                  <a:pt x="104" y="397"/>
                  <a:pt x="93" y="443"/>
                  <a:pt x="93" y="450"/>
                </a:cubicBezTo>
                <a:cubicBezTo>
                  <a:pt x="93" y="472"/>
                  <a:pt x="101" y="483"/>
                  <a:pt x="115" y="483"/>
                </a:cubicBezTo>
                <a:cubicBezTo>
                  <a:pt x="134" y="483"/>
                  <a:pt x="152" y="474"/>
                  <a:pt x="170" y="456"/>
                </a:cubicBezTo>
                <a:cubicBezTo>
                  <a:pt x="187" y="438"/>
                  <a:pt x="202" y="415"/>
                  <a:pt x="212" y="389"/>
                </a:cubicBezTo>
                <a:cubicBezTo>
                  <a:pt x="213" y="385"/>
                  <a:pt x="215" y="383"/>
                  <a:pt x="216" y="383"/>
                </a:cubicBezTo>
                <a:cubicBezTo>
                  <a:pt x="218" y="382"/>
                  <a:pt x="222" y="382"/>
                  <a:pt x="229" y="381"/>
                </a:cubicBezTo>
                <a:lnTo>
                  <a:pt x="232" y="381"/>
                </a:lnTo>
                <a:cubicBezTo>
                  <a:pt x="241" y="381"/>
                  <a:pt x="245" y="383"/>
                  <a:pt x="245" y="388"/>
                </a:cubicBezTo>
                <a:cubicBezTo>
                  <a:pt x="245" y="389"/>
                  <a:pt x="244" y="393"/>
                  <a:pt x="242" y="397"/>
                </a:cubicBezTo>
                <a:cubicBezTo>
                  <a:pt x="240" y="406"/>
                  <a:pt x="234" y="416"/>
                  <a:pt x="227" y="428"/>
                </a:cubicBezTo>
                <a:cubicBezTo>
                  <a:pt x="220" y="440"/>
                  <a:pt x="211" y="452"/>
                  <a:pt x="200" y="466"/>
                </a:cubicBezTo>
                <a:cubicBezTo>
                  <a:pt x="188" y="479"/>
                  <a:pt x="175" y="490"/>
                  <a:pt x="159" y="500"/>
                </a:cubicBezTo>
                <a:cubicBezTo>
                  <a:pt x="142" y="509"/>
                  <a:pt x="126" y="513"/>
                  <a:pt x="109" y="513"/>
                </a:cubicBezTo>
                <a:cubicBezTo>
                  <a:pt x="93" y="513"/>
                  <a:pt x="78" y="509"/>
                  <a:pt x="64" y="501"/>
                </a:cubicBezTo>
                <a:cubicBezTo>
                  <a:pt x="49" y="493"/>
                  <a:pt x="39" y="479"/>
                  <a:pt x="32" y="459"/>
                </a:cubicBezTo>
                <a:cubicBezTo>
                  <a:pt x="31" y="455"/>
                  <a:pt x="31" y="448"/>
                  <a:pt x="31" y="438"/>
                </a:cubicBezTo>
                <a:lnTo>
                  <a:pt x="31" y="423"/>
                </a:lnTo>
                <a:lnTo>
                  <a:pt x="59" y="310"/>
                </a:lnTo>
                <a:cubicBezTo>
                  <a:pt x="78" y="234"/>
                  <a:pt x="87" y="196"/>
                  <a:pt x="88" y="195"/>
                </a:cubicBezTo>
                <a:cubicBezTo>
                  <a:pt x="88" y="194"/>
                  <a:pt x="74" y="194"/>
                  <a:pt x="47" y="194"/>
                </a:cubicBezTo>
                <a:lnTo>
                  <a:pt x="6" y="194"/>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524" name=""/>
          <p:cNvSpPr/>
          <p:nvPr/>
        </p:nvSpPr>
        <p:spPr>
          <a:xfrm>
            <a:off x="802440" y="1215360"/>
            <a:ext cx="177120" cy="11880"/>
          </a:xfrm>
          <a:custGeom>
            <a:avLst/>
            <a:gdLst/>
            <a:ahLst/>
            <a:rect l="0" t="0" r="r" b="b"/>
            <a:pathLst>
              <a:path w="492" h="33">
                <a:moveTo>
                  <a:pt x="11" y="0"/>
                </a:moveTo>
                <a:lnTo>
                  <a:pt x="480" y="0"/>
                </a:lnTo>
                <a:cubicBezTo>
                  <a:pt x="488" y="4"/>
                  <a:pt x="492" y="10"/>
                  <a:pt x="492" y="16"/>
                </a:cubicBezTo>
                <a:cubicBezTo>
                  <a:pt x="492" y="23"/>
                  <a:pt x="488" y="28"/>
                  <a:pt x="480" y="33"/>
                </a:cubicBezTo>
                <a:lnTo>
                  <a:pt x="11" y="33"/>
                </a:lnTo>
                <a:cubicBezTo>
                  <a:pt x="4" y="29"/>
                  <a:pt x="0" y="23"/>
                  <a:pt x="0" y="16"/>
                </a:cubicBezTo>
                <a:cubicBezTo>
                  <a:pt x="0" y="9"/>
                  <a:pt x="4" y="4"/>
                  <a:pt x="11" y="0"/>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525" name=""/>
          <p:cNvSpPr/>
          <p:nvPr/>
        </p:nvSpPr>
        <p:spPr>
          <a:xfrm>
            <a:off x="1027440" y="1100880"/>
            <a:ext cx="100080" cy="192960"/>
          </a:xfrm>
          <a:custGeom>
            <a:avLst/>
            <a:gdLst/>
            <a:ahLst/>
            <a:rect l="0" t="0" r="r" b="b"/>
            <a:pathLst>
              <a:path w="278" h="536">
                <a:moveTo>
                  <a:pt x="106" y="70"/>
                </a:moveTo>
                <a:lnTo>
                  <a:pt x="95" y="74"/>
                </a:lnTo>
                <a:cubicBezTo>
                  <a:pt x="88" y="77"/>
                  <a:pt x="77" y="80"/>
                  <a:pt x="63" y="82"/>
                </a:cubicBezTo>
                <a:cubicBezTo>
                  <a:pt x="49" y="85"/>
                  <a:pt x="32" y="87"/>
                  <a:pt x="15" y="88"/>
                </a:cubicBezTo>
                <a:lnTo>
                  <a:pt x="0" y="88"/>
                </a:lnTo>
                <a:lnTo>
                  <a:pt x="0" y="51"/>
                </a:lnTo>
                <a:lnTo>
                  <a:pt x="15" y="51"/>
                </a:lnTo>
                <a:cubicBezTo>
                  <a:pt x="41" y="50"/>
                  <a:pt x="65" y="46"/>
                  <a:pt x="86" y="39"/>
                </a:cubicBezTo>
                <a:cubicBezTo>
                  <a:pt x="108" y="32"/>
                  <a:pt x="123" y="26"/>
                  <a:pt x="131" y="20"/>
                </a:cubicBezTo>
                <a:cubicBezTo>
                  <a:pt x="140" y="14"/>
                  <a:pt x="147" y="8"/>
                  <a:pt x="154" y="2"/>
                </a:cubicBezTo>
                <a:cubicBezTo>
                  <a:pt x="155" y="0"/>
                  <a:pt x="158" y="0"/>
                  <a:pt x="164" y="0"/>
                </a:cubicBezTo>
                <a:cubicBezTo>
                  <a:pt x="168" y="0"/>
                  <a:pt x="173" y="1"/>
                  <a:pt x="177" y="4"/>
                </a:cubicBezTo>
                <a:lnTo>
                  <a:pt x="177" y="245"/>
                </a:lnTo>
                <a:lnTo>
                  <a:pt x="178" y="487"/>
                </a:lnTo>
                <a:cubicBezTo>
                  <a:pt x="182" y="491"/>
                  <a:pt x="185" y="494"/>
                  <a:pt x="188" y="495"/>
                </a:cubicBezTo>
                <a:cubicBezTo>
                  <a:pt x="190" y="496"/>
                  <a:pt x="197" y="497"/>
                  <a:pt x="207" y="498"/>
                </a:cubicBezTo>
                <a:cubicBezTo>
                  <a:pt x="217" y="499"/>
                  <a:pt x="234" y="499"/>
                  <a:pt x="257" y="499"/>
                </a:cubicBezTo>
                <a:lnTo>
                  <a:pt x="278" y="499"/>
                </a:lnTo>
                <a:lnTo>
                  <a:pt x="278" y="536"/>
                </a:lnTo>
                <a:lnTo>
                  <a:pt x="269" y="536"/>
                </a:lnTo>
                <a:cubicBezTo>
                  <a:pt x="258" y="535"/>
                  <a:pt x="215" y="534"/>
                  <a:pt x="141" y="534"/>
                </a:cubicBezTo>
                <a:cubicBezTo>
                  <a:pt x="68" y="534"/>
                  <a:pt x="25" y="535"/>
                  <a:pt x="14" y="536"/>
                </a:cubicBezTo>
                <a:lnTo>
                  <a:pt x="4" y="536"/>
                </a:lnTo>
                <a:lnTo>
                  <a:pt x="4" y="499"/>
                </a:lnTo>
                <a:lnTo>
                  <a:pt x="25" y="499"/>
                </a:lnTo>
                <a:cubicBezTo>
                  <a:pt x="37" y="499"/>
                  <a:pt x="48" y="499"/>
                  <a:pt x="57" y="499"/>
                </a:cubicBezTo>
                <a:cubicBezTo>
                  <a:pt x="65" y="499"/>
                  <a:pt x="72" y="499"/>
                  <a:pt x="77" y="499"/>
                </a:cubicBezTo>
                <a:cubicBezTo>
                  <a:pt x="81" y="498"/>
                  <a:pt x="86" y="497"/>
                  <a:pt x="90" y="496"/>
                </a:cubicBezTo>
                <a:cubicBezTo>
                  <a:pt x="93" y="495"/>
                  <a:pt x="95" y="495"/>
                  <a:pt x="96" y="495"/>
                </a:cubicBezTo>
                <a:cubicBezTo>
                  <a:pt x="97" y="495"/>
                  <a:pt x="98" y="493"/>
                  <a:pt x="101" y="491"/>
                </a:cubicBezTo>
                <a:cubicBezTo>
                  <a:pt x="103" y="488"/>
                  <a:pt x="105" y="487"/>
                  <a:pt x="106" y="487"/>
                </a:cubicBezTo>
                <a:lnTo>
                  <a:pt x="106" y="70"/>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526" name=""/>
          <p:cNvSpPr/>
          <p:nvPr/>
        </p:nvSpPr>
        <p:spPr>
          <a:xfrm>
            <a:off x="2737800" y="1049760"/>
            <a:ext cx="175320" cy="261000"/>
          </a:xfrm>
          <a:custGeom>
            <a:avLst/>
            <a:gdLst/>
            <a:ahLst/>
            <a:rect l="0" t="0" r="r" b="b"/>
            <a:pathLst>
              <a:path w="487" h="725">
                <a:moveTo>
                  <a:pt x="0" y="325"/>
                </a:moveTo>
                <a:cubicBezTo>
                  <a:pt x="0" y="248"/>
                  <a:pt x="29" y="175"/>
                  <a:pt x="86" y="106"/>
                </a:cubicBezTo>
                <a:cubicBezTo>
                  <a:pt x="144" y="37"/>
                  <a:pt x="209" y="2"/>
                  <a:pt x="281" y="2"/>
                </a:cubicBezTo>
                <a:cubicBezTo>
                  <a:pt x="327" y="2"/>
                  <a:pt x="362" y="21"/>
                  <a:pt x="386" y="61"/>
                </a:cubicBezTo>
                <a:cubicBezTo>
                  <a:pt x="387" y="60"/>
                  <a:pt x="388" y="58"/>
                  <a:pt x="391" y="54"/>
                </a:cubicBezTo>
                <a:cubicBezTo>
                  <a:pt x="395" y="50"/>
                  <a:pt x="400" y="46"/>
                  <a:pt x="405" y="41"/>
                </a:cubicBezTo>
                <a:cubicBezTo>
                  <a:pt x="410" y="37"/>
                  <a:pt x="416" y="32"/>
                  <a:pt x="423" y="28"/>
                </a:cubicBezTo>
                <a:cubicBezTo>
                  <a:pt x="449" y="10"/>
                  <a:pt x="466" y="0"/>
                  <a:pt x="476" y="0"/>
                </a:cubicBezTo>
                <a:cubicBezTo>
                  <a:pt x="479" y="0"/>
                  <a:pt x="481" y="2"/>
                  <a:pt x="484" y="4"/>
                </a:cubicBezTo>
                <a:cubicBezTo>
                  <a:pt x="486" y="6"/>
                  <a:pt x="487" y="8"/>
                  <a:pt x="487" y="10"/>
                </a:cubicBezTo>
                <a:cubicBezTo>
                  <a:pt x="487" y="16"/>
                  <a:pt x="461" y="125"/>
                  <a:pt x="408" y="334"/>
                </a:cubicBezTo>
                <a:cubicBezTo>
                  <a:pt x="354" y="550"/>
                  <a:pt x="327" y="660"/>
                  <a:pt x="327" y="663"/>
                </a:cubicBezTo>
                <a:cubicBezTo>
                  <a:pt x="327" y="669"/>
                  <a:pt x="344" y="672"/>
                  <a:pt x="378" y="673"/>
                </a:cubicBezTo>
                <a:lnTo>
                  <a:pt x="407" y="673"/>
                </a:lnTo>
                <a:cubicBezTo>
                  <a:pt x="412" y="679"/>
                  <a:pt x="414" y="682"/>
                  <a:pt x="414" y="683"/>
                </a:cubicBezTo>
                <a:cubicBezTo>
                  <a:pt x="414" y="684"/>
                  <a:pt x="413" y="691"/>
                  <a:pt x="411" y="704"/>
                </a:cubicBezTo>
                <a:cubicBezTo>
                  <a:pt x="408" y="714"/>
                  <a:pt x="404" y="721"/>
                  <a:pt x="399" y="725"/>
                </a:cubicBezTo>
                <a:lnTo>
                  <a:pt x="384" y="725"/>
                </a:lnTo>
                <a:cubicBezTo>
                  <a:pt x="360" y="724"/>
                  <a:pt x="319" y="723"/>
                  <a:pt x="261" y="723"/>
                </a:cubicBezTo>
                <a:cubicBezTo>
                  <a:pt x="239" y="723"/>
                  <a:pt x="220" y="723"/>
                  <a:pt x="203" y="723"/>
                </a:cubicBezTo>
                <a:cubicBezTo>
                  <a:pt x="185" y="723"/>
                  <a:pt x="171" y="723"/>
                  <a:pt x="160" y="723"/>
                </a:cubicBezTo>
                <a:cubicBezTo>
                  <a:pt x="150" y="723"/>
                  <a:pt x="143" y="723"/>
                  <a:pt x="141" y="724"/>
                </a:cubicBezTo>
                <a:cubicBezTo>
                  <a:pt x="130" y="724"/>
                  <a:pt x="125" y="721"/>
                  <a:pt x="125" y="715"/>
                </a:cubicBezTo>
                <a:cubicBezTo>
                  <a:pt x="125" y="713"/>
                  <a:pt x="126" y="707"/>
                  <a:pt x="127" y="698"/>
                </a:cubicBezTo>
                <a:cubicBezTo>
                  <a:pt x="130" y="686"/>
                  <a:pt x="133" y="679"/>
                  <a:pt x="135" y="676"/>
                </a:cubicBezTo>
                <a:cubicBezTo>
                  <a:pt x="138" y="674"/>
                  <a:pt x="145" y="673"/>
                  <a:pt x="158" y="673"/>
                </a:cubicBezTo>
                <a:cubicBezTo>
                  <a:pt x="195" y="673"/>
                  <a:pt x="217" y="670"/>
                  <a:pt x="224" y="665"/>
                </a:cubicBezTo>
                <a:cubicBezTo>
                  <a:pt x="230" y="661"/>
                  <a:pt x="241" y="628"/>
                  <a:pt x="256" y="565"/>
                </a:cubicBezTo>
                <a:cubicBezTo>
                  <a:pt x="271" y="502"/>
                  <a:pt x="279" y="470"/>
                  <a:pt x="280" y="468"/>
                </a:cubicBezTo>
                <a:cubicBezTo>
                  <a:pt x="280" y="467"/>
                  <a:pt x="277" y="469"/>
                  <a:pt x="272" y="472"/>
                </a:cubicBezTo>
                <a:cubicBezTo>
                  <a:pt x="236" y="501"/>
                  <a:pt x="198" y="516"/>
                  <a:pt x="158" y="516"/>
                </a:cubicBezTo>
                <a:cubicBezTo>
                  <a:pt x="116" y="516"/>
                  <a:pt x="80" y="501"/>
                  <a:pt x="48" y="470"/>
                </a:cubicBezTo>
                <a:cubicBezTo>
                  <a:pt x="16" y="440"/>
                  <a:pt x="0" y="392"/>
                  <a:pt x="0" y="325"/>
                </a:cubicBezTo>
                <a:moveTo>
                  <a:pt x="363" y="133"/>
                </a:moveTo>
                <a:cubicBezTo>
                  <a:pt x="346" y="73"/>
                  <a:pt x="317" y="43"/>
                  <a:pt x="278" y="43"/>
                </a:cubicBezTo>
                <a:cubicBezTo>
                  <a:pt x="251" y="43"/>
                  <a:pt x="226" y="54"/>
                  <a:pt x="201" y="78"/>
                </a:cubicBezTo>
                <a:cubicBezTo>
                  <a:pt x="177" y="101"/>
                  <a:pt x="158" y="132"/>
                  <a:pt x="145" y="170"/>
                </a:cubicBezTo>
                <a:cubicBezTo>
                  <a:pt x="123" y="230"/>
                  <a:pt x="107" y="292"/>
                  <a:pt x="98" y="358"/>
                </a:cubicBezTo>
                <a:cubicBezTo>
                  <a:pt x="98" y="360"/>
                  <a:pt x="98" y="364"/>
                  <a:pt x="98" y="370"/>
                </a:cubicBezTo>
                <a:cubicBezTo>
                  <a:pt x="98" y="376"/>
                  <a:pt x="97" y="381"/>
                  <a:pt x="97" y="384"/>
                </a:cubicBezTo>
                <a:cubicBezTo>
                  <a:pt x="97" y="418"/>
                  <a:pt x="104" y="442"/>
                  <a:pt x="117" y="454"/>
                </a:cubicBezTo>
                <a:cubicBezTo>
                  <a:pt x="131" y="467"/>
                  <a:pt x="147" y="474"/>
                  <a:pt x="166" y="475"/>
                </a:cubicBezTo>
                <a:cubicBezTo>
                  <a:pt x="207" y="475"/>
                  <a:pt x="249" y="448"/>
                  <a:pt x="292" y="393"/>
                </a:cubicBezTo>
                <a:lnTo>
                  <a:pt x="302" y="380"/>
                </a:lnTo>
                <a:lnTo>
                  <a:pt x="363" y="133"/>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527" name=""/>
          <p:cNvSpPr/>
          <p:nvPr/>
        </p:nvSpPr>
        <p:spPr>
          <a:xfrm>
            <a:off x="2951280" y="923760"/>
            <a:ext cx="98280" cy="410040"/>
          </a:xfrm>
          <a:custGeom>
            <a:avLst/>
            <a:gdLst/>
            <a:ahLst/>
            <a:rect l="0" t="0" r="r" b="b"/>
            <a:pathLst>
              <a:path w="273" h="1139">
                <a:moveTo>
                  <a:pt x="0" y="570"/>
                </a:moveTo>
                <a:cubicBezTo>
                  <a:pt x="0" y="518"/>
                  <a:pt x="4" y="468"/>
                  <a:pt x="11" y="421"/>
                </a:cubicBezTo>
                <a:cubicBezTo>
                  <a:pt x="19" y="374"/>
                  <a:pt x="28" y="333"/>
                  <a:pt x="37" y="299"/>
                </a:cubicBezTo>
                <a:cubicBezTo>
                  <a:pt x="47" y="264"/>
                  <a:pt x="61" y="231"/>
                  <a:pt x="80" y="198"/>
                </a:cubicBezTo>
                <a:cubicBezTo>
                  <a:pt x="98" y="165"/>
                  <a:pt x="113" y="140"/>
                  <a:pt x="124" y="122"/>
                </a:cubicBezTo>
                <a:cubicBezTo>
                  <a:pt x="134" y="104"/>
                  <a:pt x="150" y="84"/>
                  <a:pt x="172" y="63"/>
                </a:cubicBezTo>
                <a:cubicBezTo>
                  <a:pt x="193" y="41"/>
                  <a:pt x="205" y="28"/>
                  <a:pt x="209" y="24"/>
                </a:cubicBezTo>
                <a:cubicBezTo>
                  <a:pt x="213" y="19"/>
                  <a:pt x="222" y="11"/>
                  <a:pt x="238" y="0"/>
                </a:cubicBezTo>
                <a:lnTo>
                  <a:pt x="252" y="0"/>
                </a:lnTo>
                <a:lnTo>
                  <a:pt x="257" y="0"/>
                </a:lnTo>
                <a:cubicBezTo>
                  <a:pt x="268" y="0"/>
                  <a:pt x="273" y="3"/>
                  <a:pt x="273" y="10"/>
                </a:cubicBezTo>
                <a:cubicBezTo>
                  <a:pt x="273" y="12"/>
                  <a:pt x="266" y="20"/>
                  <a:pt x="254" y="34"/>
                </a:cubicBezTo>
                <a:cubicBezTo>
                  <a:pt x="241" y="48"/>
                  <a:pt x="225" y="68"/>
                  <a:pt x="207" y="94"/>
                </a:cubicBezTo>
                <a:cubicBezTo>
                  <a:pt x="189" y="121"/>
                  <a:pt x="170" y="154"/>
                  <a:pt x="151" y="192"/>
                </a:cubicBezTo>
                <a:cubicBezTo>
                  <a:pt x="132" y="231"/>
                  <a:pt x="116" y="284"/>
                  <a:pt x="103" y="350"/>
                </a:cubicBezTo>
                <a:cubicBezTo>
                  <a:pt x="89" y="416"/>
                  <a:pt x="83" y="490"/>
                  <a:pt x="83" y="570"/>
                </a:cubicBezTo>
                <a:cubicBezTo>
                  <a:pt x="83" y="650"/>
                  <a:pt x="89" y="723"/>
                  <a:pt x="103" y="789"/>
                </a:cubicBezTo>
                <a:cubicBezTo>
                  <a:pt x="116" y="854"/>
                  <a:pt x="132" y="907"/>
                  <a:pt x="150" y="947"/>
                </a:cubicBezTo>
                <a:cubicBezTo>
                  <a:pt x="168" y="987"/>
                  <a:pt x="187" y="1020"/>
                  <a:pt x="206" y="1045"/>
                </a:cubicBezTo>
                <a:cubicBezTo>
                  <a:pt x="225" y="1070"/>
                  <a:pt x="241" y="1090"/>
                  <a:pt x="254" y="1105"/>
                </a:cubicBezTo>
                <a:cubicBezTo>
                  <a:pt x="266" y="1120"/>
                  <a:pt x="273" y="1128"/>
                  <a:pt x="273" y="1129"/>
                </a:cubicBezTo>
                <a:cubicBezTo>
                  <a:pt x="273" y="1136"/>
                  <a:pt x="267" y="1139"/>
                  <a:pt x="256" y="1139"/>
                </a:cubicBezTo>
                <a:lnTo>
                  <a:pt x="252" y="1139"/>
                </a:lnTo>
                <a:lnTo>
                  <a:pt x="238" y="1139"/>
                </a:lnTo>
                <a:lnTo>
                  <a:pt x="206" y="1112"/>
                </a:lnTo>
                <a:cubicBezTo>
                  <a:pt x="134" y="1047"/>
                  <a:pt x="81" y="967"/>
                  <a:pt x="49" y="870"/>
                </a:cubicBezTo>
                <a:cubicBezTo>
                  <a:pt x="16" y="774"/>
                  <a:pt x="0" y="674"/>
                  <a:pt x="0" y="570"/>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528" name=""/>
          <p:cNvSpPr/>
          <p:nvPr/>
        </p:nvSpPr>
        <p:spPr>
          <a:xfrm>
            <a:off x="3080880" y="1049040"/>
            <a:ext cx="231840" cy="182520"/>
          </a:xfrm>
          <a:custGeom>
            <a:avLst/>
            <a:gdLst/>
            <a:ahLst/>
            <a:rect l="0" t="0" r="r" b="b"/>
            <a:pathLst>
              <a:path w="644" h="507">
                <a:moveTo>
                  <a:pt x="235" y="507"/>
                </a:moveTo>
                <a:cubicBezTo>
                  <a:pt x="224" y="504"/>
                  <a:pt x="183" y="503"/>
                  <a:pt x="113" y="503"/>
                </a:cubicBezTo>
                <a:cubicBezTo>
                  <a:pt x="52" y="503"/>
                  <a:pt x="17" y="504"/>
                  <a:pt x="8" y="507"/>
                </a:cubicBezTo>
                <a:lnTo>
                  <a:pt x="0" y="507"/>
                </a:lnTo>
                <a:lnTo>
                  <a:pt x="0" y="436"/>
                </a:lnTo>
                <a:lnTo>
                  <a:pt x="109" y="436"/>
                </a:lnTo>
                <a:lnTo>
                  <a:pt x="256" y="263"/>
                </a:lnTo>
                <a:lnTo>
                  <a:pt x="100" y="71"/>
                </a:lnTo>
                <a:lnTo>
                  <a:pt x="5" y="71"/>
                </a:lnTo>
                <a:lnTo>
                  <a:pt x="5" y="0"/>
                </a:lnTo>
                <a:lnTo>
                  <a:pt x="14" y="0"/>
                </a:lnTo>
                <a:cubicBezTo>
                  <a:pt x="26" y="2"/>
                  <a:pt x="67" y="4"/>
                  <a:pt x="139" y="4"/>
                </a:cubicBezTo>
                <a:cubicBezTo>
                  <a:pt x="218" y="4"/>
                  <a:pt x="265" y="2"/>
                  <a:pt x="278" y="0"/>
                </a:cubicBezTo>
                <a:lnTo>
                  <a:pt x="289" y="0"/>
                </a:lnTo>
                <a:lnTo>
                  <a:pt x="289" y="71"/>
                </a:lnTo>
                <a:lnTo>
                  <a:pt x="257" y="71"/>
                </a:lnTo>
                <a:lnTo>
                  <a:pt x="296" y="120"/>
                </a:lnTo>
                <a:cubicBezTo>
                  <a:pt x="322" y="152"/>
                  <a:pt x="336" y="168"/>
                  <a:pt x="336" y="168"/>
                </a:cubicBezTo>
                <a:cubicBezTo>
                  <a:pt x="339" y="168"/>
                  <a:pt x="354" y="151"/>
                  <a:pt x="380" y="117"/>
                </a:cubicBezTo>
                <a:lnTo>
                  <a:pt x="419" y="71"/>
                </a:lnTo>
                <a:lnTo>
                  <a:pt x="377" y="71"/>
                </a:lnTo>
                <a:lnTo>
                  <a:pt x="377" y="0"/>
                </a:lnTo>
                <a:lnTo>
                  <a:pt x="386" y="0"/>
                </a:lnTo>
                <a:cubicBezTo>
                  <a:pt x="398" y="2"/>
                  <a:pt x="438" y="4"/>
                  <a:pt x="507" y="4"/>
                </a:cubicBezTo>
                <a:cubicBezTo>
                  <a:pt x="568" y="4"/>
                  <a:pt x="604" y="2"/>
                  <a:pt x="613" y="0"/>
                </a:cubicBezTo>
                <a:lnTo>
                  <a:pt x="621" y="0"/>
                </a:lnTo>
                <a:lnTo>
                  <a:pt x="621" y="71"/>
                </a:lnTo>
                <a:lnTo>
                  <a:pt x="513" y="71"/>
                </a:lnTo>
                <a:lnTo>
                  <a:pt x="381" y="226"/>
                </a:lnTo>
                <a:lnTo>
                  <a:pt x="550" y="435"/>
                </a:lnTo>
                <a:lnTo>
                  <a:pt x="597" y="436"/>
                </a:lnTo>
                <a:lnTo>
                  <a:pt x="644" y="436"/>
                </a:lnTo>
                <a:lnTo>
                  <a:pt x="644" y="507"/>
                </a:lnTo>
                <a:lnTo>
                  <a:pt x="635" y="507"/>
                </a:lnTo>
                <a:cubicBezTo>
                  <a:pt x="623" y="504"/>
                  <a:pt x="582" y="503"/>
                  <a:pt x="510" y="503"/>
                </a:cubicBezTo>
                <a:cubicBezTo>
                  <a:pt x="432" y="503"/>
                  <a:pt x="385" y="504"/>
                  <a:pt x="372" y="507"/>
                </a:cubicBezTo>
                <a:lnTo>
                  <a:pt x="361" y="507"/>
                </a:lnTo>
                <a:lnTo>
                  <a:pt x="361" y="436"/>
                </a:lnTo>
                <a:lnTo>
                  <a:pt x="393" y="436"/>
                </a:lnTo>
                <a:cubicBezTo>
                  <a:pt x="393" y="435"/>
                  <a:pt x="378" y="416"/>
                  <a:pt x="348" y="379"/>
                </a:cubicBezTo>
                <a:cubicBezTo>
                  <a:pt x="317" y="341"/>
                  <a:pt x="302" y="322"/>
                  <a:pt x="301" y="320"/>
                </a:cubicBezTo>
                <a:lnTo>
                  <a:pt x="202" y="435"/>
                </a:lnTo>
                <a:lnTo>
                  <a:pt x="224" y="436"/>
                </a:lnTo>
                <a:lnTo>
                  <a:pt x="244" y="436"/>
                </a:lnTo>
                <a:lnTo>
                  <a:pt x="244" y="507"/>
                </a:lnTo>
                <a:lnTo>
                  <a:pt x="235" y="507"/>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529" name=""/>
          <p:cNvSpPr/>
          <p:nvPr/>
        </p:nvSpPr>
        <p:spPr>
          <a:xfrm>
            <a:off x="3339720" y="1111320"/>
            <a:ext cx="90720" cy="184680"/>
          </a:xfrm>
          <a:custGeom>
            <a:avLst/>
            <a:gdLst/>
            <a:ahLst/>
            <a:rect l="0" t="0" r="r" b="b"/>
            <a:pathLst>
              <a:path w="252" h="513">
                <a:moveTo>
                  <a:pt x="6" y="193"/>
                </a:moveTo>
                <a:cubicBezTo>
                  <a:pt x="2" y="190"/>
                  <a:pt x="0" y="187"/>
                  <a:pt x="0" y="185"/>
                </a:cubicBezTo>
                <a:cubicBezTo>
                  <a:pt x="0" y="183"/>
                  <a:pt x="1" y="179"/>
                  <a:pt x="3" y="173"/>
                </a:cubicBezTo>
                <a:cubicBezTo>
                  <a:pt x="4" y="166"/>
                  <a:pt x="6" y="162"/>
                  <a:pt x="7" y="161"/>
                </a:cubicBezTo>
                <a:cubicBezTo>
                  <a:pt x="8" y="159"/>
                  <a:pt x="10" y="157"/>
                  <a:pt x="14" y="157"/>
                </a:cubicBezTo>
                <a:cubicBezTo>
                  <a:pt x="18" y="157"/>
                  <a:pt x="31" y="157"/>
                  <a:pt x="55" y="156"/>
                </a:cubicBezTo>
                <a:lnTo>
                  <a:pt x="99" y="156"/>
                </a:lnTo>
                <a:lnTo>
                  <a:pt x="114" y="92"/>
                </a:lnTo>
                <a:cubicBezTo>
                  <a:pt x="116" y="86"/>
                  <a:pt x="118" y="78"/>
                  <a:pt x="120" y="69"/>
                </a:cubicBezTo>
                <a:cubicBezTo>
                  <a:pt x="122" y="59"/>
                  <a:pt x="124" y="52"/>
                  <a:pt x="125" y="48"/>
                </a:cubicBezTo>
                <a:cubicBezTo>
                  <a:pt x="127" y="44"/>
                  <a:pt x="128" y="38"/>
                  <a:pt x="130" y="32"/>
                </a:cubicBezTo>
                <a:cubicBezTo>
                  <a:pt x="132" y="25"/>
                  <a:pt x="134" y="21"/>
                  <a:pt x="137" y="18"/>
                </a:cubicBezTo>
                <a:cubicBezTo>
                  <a:pt x="139" y="15"/>
                  <a:pt x="142" y="12"/>
                  <a:pt x="145" y="8"/>
                </a:cubicBezTo>
                <a:cubicBezTo>
                  <a:pt x="147" y="5"/>
                  <a:pt x="151" y="2"/>
                  <a:pt x="156" y="1"/>
                </a:cubicBezTo>
                <a:cubicBezTo>
                  <a:pt x="161" y="0"/>
                  <a:pt x="166" y="0"/>
                  <a:pt x="170" y="0"/>
                </a:cubicBezTo>
                <a:cubicBezTo>
                  <a:pt x="180" y="0"/>
                  <a:pt x="187" y="3"/>
                  <a:pt x="190" y="8"/>
                </a:cubicBezTo>
                <a:cubicBezTo>
                  <a:pt x="194" y="14"/>
                  <a:pt x="196" y="19"/>
                  <a:pt x="196" y="24"/>
                </a:cubicBezTo>
                <a:cubicBezTo>
                  <a:pt x="196" y="27"/>
                  <a:pt x="194" y="40"/>
                  <a:pt x="189" y="62"/>
                </a:cubicBezTo>
                <a:cubicBezTo>
                  <a:pt x="184" y="83"/>
                  <a:pt x="179" y="104"/>
                  <a:pt x="173" y="125"/>
                </a:cubicBezTo>
                <a:lnTo>
                  <a:pt x="165" y="155"/>
                </a:lnTo>
                <a:cubicBezTo>
                  <a:pt x="165" y="156"/>
                  <a:pt x="178" y="156"/>
                  <a:pt x="205" y="156"/>
                </a:cubicBezTo>
                <a:lnTo>
                  <a:pt x="246" y="156"/>
                </a:lnTo>
                <a:cubicBezTo>
                  <a:pt x="250" y="160"/>
                  <a:pt x="252" y="163"/>
                  <a:pt x="252" y="165"/>
                </a:cubicBezTo>
                <a:cubicBezTo>
                  <a:pt x="252" y="177"/>
                  <a:pt x="248" y="187"/>
                  <a:pt x="241" y="193"/>
                </a:cubicBezTo>
                <a:lnTo>
                  <a:pt x="155" y="193"/>
                </a:lnTo>
                <a:lnTo>
                  <a:pt x="126" y="311"/>
                </a:lnTo>
                <a:cubicBezTo>
                  <a:pt x="105" y="397"/>
                  <a:pt x="94" y="443"/>
                  <a:pt x="94" y="450"/>
                </a:cubicBezTo>
                <a:cubicBezTo>
                  <a:pt x="94" y="472"/>
                  <a:pt x="102" y="483"/>
                  <a:pt x="116" y="483"/>
                </a:cubicBezTo>
                <a:cubicBezTo>
                  <a:pt x="135" y="483"/>
                  <a:pt x="153" y="474"/>
                  <a:pt x="171" y="456"/>
                </a:cubicBezTo>
                <a:cubicBezTo>
                  <a:pt x="189" y="438"/>
                  <a:pt x="203" y="415"/>
                  <a:pt x="214" y="388"/>
                </a:cubicBezTo>
                <a:cubicBezTo>
                  <a:pt x="215" y="385"/>
                  <a:pt x="216" y="383"/>
                  <a:pt x="218" y="383"/>
                </a:cubicBezTo>
                <a:cubicBezTo>
                  <a:pt x="219" y="382"/>
                  <a:pt x="223" y="382"/>
                  <a:pt x="230" y="381"/>
                </a:cubicBezTo>
                <a:lnTo>
                  <a:pt x="233" y="381"/>
                </a:lnTo>
                <a:cubicBezTo>
                  <a:pt x="241" y="381"/>
                  <a:pt x="245" y="383"/>
                  <a:pt x="245" y="388"/>
                </a:cubicBezTo>
                <a:cubicBezTo>
                  <a:pt x="245" y="389"/>
                  <a:pt x="244" y="392"/>
                  <a:pt x="243" y="397"/>
                </a:cubicBezTo>
                <a:cubicBezTo>
                  <a:pt x="240" y="406"/>
                  <a:pt x="235" y="416"/>
                  <a:pt x="228" y="428"/>
                </a:cubicBezTo>
                <a:cubicBezTo>
                  <a:pt x="221" y="440"/>
                  <a:pt x="212" y="452"/>
                  <a:pt x="201" y="466"/>
                </a:cubicBezTo>
                <a:cubicBezTo>
                  <a:pt x="190" y="479"/>
                  <a:pt x="176" y="490"/>
                  <a:pt x="160" y="499"/>
                </a:cubicBezTo>
                <a:cubicBezTo>
                  <a:pt x="144" y="509"/>
                  <a:pt x="127" y="513"/>
                  <a:pt x="111" y="513"/>
                </a:cubicBezTo>
                <a:cubicBezTo>
                  <a:pt x="94" y="513"/>
                  <a:pt x="78" y="509"/>
                  <a:pt x="64" y="501"/>
                </a:cubicBezTo>
                <a:cubicBezTo>
                  <a:pt x="49" y="493"/>
                  <a:pt x="39" y="479"/>
                  <a:pt x="33" y="459"/>
                </a:cubicBezTo>
                <a:cubicBezTo>
                  <a:pt x="31" y="455"/>
                  <a:pt x="31" y="448"/>
                  <a:pt x="31" y="437"/>
                </a:cubicBezTo>
                <a:lnTo>
                  <a:pt x="31" y="423"/>
                </a:lnTo>
                <a:lnTo>
                  <a:pt x="59" y="310"/>
                </a:lnTo>
                <a:cubicBezTo>
                  <a:pt x="78" y="234"/>
                  <a:pt x="88" y="196"/>
                  <a:pt x="88" y="195"/>
                </a:cubicBezTo>
                <a:cubicBezTo>
                  <a:pt x="88" y="194"/>
                  <a:pt x="74" y="193"/>
                  <a:pt x="47" y="193"/>
                </a:cubicBezTo>
                <a:lnTo>
                  <a:pt x="6" y="193"/>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530" name=""/>
          <p:cNvSpPr/>
          <p:nvPr/>
        </p:nvSpPr>
        <p:spPr>
          <a:xfrm>
            <a:off x="3463200" y="1214280"/>
            <a:ext cx="177120" cy="11880"/>
          </a:xfrm>
          <a:custGeom>
            <a:avLst/>
            <a:gdLst/>
            <a:ahLst/>
            <a:rect l="0" t="0" r="r" b="b"/>
            <a:pathLst>
              <a:path w="492" h="33">
                <a:moveTo>
                  <a:pt x="11" y="0"/>
                </a:moveTo>
                <a:lnTo>
                  <a:pt x="480" y="0"/>
                </a:lnTo>
                <a:cubicBezTo>
                  <a:pt x="488" y="5"/>
                  <a:pt x="492" y="11"/>
                  <a:pt x="492" y="17"/>
                </a:cubicBezTo>
                <a:cubicBezTo>
                  <a:pt x="492" y="24"/>
                  <a:pt x="488" y="29"/>
                  <a:pt x="480" y="33"/>
                </a:cubicBezTo>
                <a:lnTo>
                  <a:pt x="11" y="33"/>
                </a:lnTo>
                <a:cubicBezTo>
                  <a:pt x="4" y="29"/>
                  <a:pt x="0" y="24"/>
                  <a:pt x="0" y="17"/>
                </a:cubicBezTo>
                <a:cubicBezTo>
                  <a:pt x="0" y="10"/>
                  <a:pt x="4" y="5"/>
                  <a:pt x="11" y="0"/>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531" name=""/>
          <p:cNvSpPr/>
          <p:nvPr/>
        </p:nvSpPr>
        <p:spPr>
          <a:xfrm>
            <a:off x="3688200" y="1099440"/>
            <a:ext cx="100080" cy="193320"/>
          </a:xfrm>
          <a:custGeom>
            <a:avLst/>
            <a:gdLst/>
            <a:ahLst/>
            <a:rect l="0" t="0" r="r" b="b"/>
            <a:pathLst>
              <a:path w="278" h="537">
                <a:moveTo>
                  <a:pt x="106" y="71"/>
                </a:moveTo>
                <a:lnTo>
                  <a:pt x="95" y="75"/>
                </a:lnTo>
                <a:cubicBezTo>
                  <a:pt x="87" y="78"/>
                  <a:pt x="76" y="81"/>
                  <a:pt x="62" y="83"/>
                </a:cubicBezTo>
                <a:cubicBezTo>
                  <a:pt x="48" y="86"/>
                  <a:pt x="33" y="88"/>
                  <a:pt x="16" y="89"/>
                </a:cubicBezTo>
                <a:lnTo>
                  <a:pt x="0" y="89"/>
                </a:lnTo>
                <a:lnTo>
                  <a:pt x="0" y="52"/>
                </a:lnTo>
                <a:lnTo>
                  <a:pt x="16" y="52"/>
                </a:lnTo>
                <a:cubicBezTo>
                  <a:pt x="41" y="51"/>
                  <a:pt x="64" y="47"/>
                  <a:pt x="86" y="40"/>
                </a:cubicBezTo>
                <a:cubicBezTo>
                  <a:pt x="108" y="33"/>
                  <a:pt x="123" y="26"/>
                  <a:pt x="132" y="20"/>
                </a:cubicBezTo>
                <a:cubicBezTo>
                  <a:pt x="140" y="15"/>
                  <a:pt x="148" y="9"/>
                  <a:pt x="154" y="3"/>
                </a:cubicBezTo>
                <a:cubicBezTo>
                  <a:pt x="155" y="1"/>
                  <a:pt x="159" y="0"/>
                  <a:pt x="164" y="0"/>
                </a:cubicBezTo>
                <a:cubicBezTo>
                  <a:pt x="169" y="0"/>
                  <a:pt x="173" y="2"/>
                  <a:pt x="178" y="5"/>
                </a:cubicBezTo>
                <a:lnTo>
                  <a:pt x="178" y="246"/>
                </a:lnTo>
                <a:lnTo>
                  <a:pt x="178" y="488"/>
                </a:lnTo>
                <a:cubicBezTo>
                  <a:pt x="182" y="492"/>
                  <a:pt x="185" y="494"/>
                  <a:pt x="188" y="495"/>
                </a:cubicBezTo>
                <a:cubicBezTo>
                  <a:pt x="191" y="496"/>
                  <a:pt x="197" y="498"/>
                  <a:pt x="207" y="499"/>
                </a:cubicBezTo>
                <a:cubicBezTo>
                  <a:pt x="218" y="500"/>
                  <a:pt x="234" y="500"/>
                  <a:pt x="257" y="500"/>
                </a:cubicBezTo>
                <a:lnTo>
                  <a:pt x="278" y="500"/>
                </a:lnTo>
                <a:lnTo>
                  <a:pt x="278" y="537"/>
                </a:lnTo>
                <a:lnTo>
                  <a:pt x="269" y="537"/>
                </a:lnTo>
                <a:cubicBezTo>
                  <a:pt x="258" y="536"/>
                  <a:pt x="215" y="535"/>
                  <a:pt x="141" y="535"/>
                </a:cubicBezTo>
                <a:cubicBezTo>
                  <a:pt x="67" y="535"/>
                  <a:pt x="25" y="536"/>
                  <a:pt x="14" y="537"/>
                </a:cubicBezTo>
                <a:lnTo>
                  <a:pt x="4" y="537"/>
                </a:lnTo>
                <a:lnTo>
                  <a:pt x="4" y="500"/>
                </a:lnTo>
                <a:lnTo>
                  <a:pt x="25" y="500"/>
                </a:lnTo>
                <a:cubicBezTo>
                  <a:pt x="37" y="500"/>
                  <a:pt x="47" y="500"/>
                  <a:pt x="56" y="500"/>
                </a:cubicBezTo>
                <a:cubicBezTo>
                  <a:pt x="64" y="500"/>
                  <a:pt x="71" y="500"/>
                  <a:pt x="76" y="499"/>
                </a:cubicBezTo>
                <a:cubicBezTo>
                  <a:pt x="81" y="499"/>
                  <a:pt x="85" y="498"/>
                  <a:pt x="89" y="497"/>
                </a:cubicBezTo>
                <a:cubicBezTo>
                  <a:pt x="93" y="496"/>
                  <a:pt x="95" y="495"/>
                  <a:pt x="95" y="495"/>
                </a:cubicBezTo>
                <a:cubicBezTo>
                  <a:pt x="96" y="495"/>
                  <a:pt x="97" y="494"/>
                  <a:pt x="100" y="491"/>
                </a:cubicBezTo>
                <a:cubicBezTo>
                  <a:pt x="103" y="489"/>
                  <a:pt x="104" y="488"/>
                  <a:pt x="106" y="488"/>
                </a:cubicBezTo>
                <a:lnTo>
                  <a:pt x="106" y="71"/>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532" name=""/>
          <p:cNvSpPr/>
          <p:nvPr/>
        </p:nvSpPr>
        <p:spPr>
          <a:xfrm>
            <a:off x="3878280" y="924120"/>
            <a:ext cx="16920" cy="409680"/>
          </a:xfrm>
          <a:custGeom>
            <a:avLst/>
            <a:gdLst/>
            <a:ahLst/>
            <a:rect l="0" t="0" r="r" b="b"/>
            <a:pathLst>
              <a:path w="47" h="1138">
                <a:moveTo>
                  <a:pt x="24" y="1138"/>
                </a:moveTo>
                <a:lnTo>
                  <a:pt x="22" y="1138"/>
                </a:lnTo>
                <a:cubicBezTo>
                  <a:pt x="13" y="1138"/>
                  <a:pt x="6" y="1132"/>
                  <a:pt x="0" y="1122"/>
                </a:cubicBezTo>
                <a:lnTo>
                  <a:pt x="0" y="568"/>
                </a:lnTo>
                <a:lnTo>
                  <a:pt x="2" y="14"/>
                </a:lnTo>
                <a:cubicBezTo>
                  <a:pt x="10" y="4"/>
                  <a:pt x="17" y="0"/>
                  <a:pt x="24" y="0"/>
                </a:cubicBezTo>
                <a:cubicBezTo>
                  <a:pt x="34" y="0"/>
                  <a:pt x="42" y="5"/>
                  <a:pt x="47" y="17"/>
                </a:cubicBezTo>
                <a:lnTo>
                  <a:pt x="47" y="1122"/>
                </a:lnTo>
                <a:cubicBezTo>
                  <a:pt x="41" y="1132"/>
                  <a:pt x="34" y="1138"/>
                  <a:pt x="26" y="1138"/>
                </a:cubicBezTo>
                <a:lnTo>
                  <a:pt x="24" y="1138"/>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533" name=""/>
          <p:cNvSpPr/>
          <p:nvPr/>
        </p:nvSpPr>
        <p:spPr>
          <a:xfrm>
            <a:off x="3952080" y="1049040"/>
            <a:ext cx="231840" cy="182520"/>
          </a:xfrm>
          <a:custGeom>
            <a:avLst/>
            <a:gdLst/>
            <a:ahLst/>
            <a:rect l="0" t="0" r="r" b="b"/>
            <a:pathLst>
              <a:path w="644" h="507">
                <a:moveTo>
                  <a:pt x="235" y="507"/>
                </a:moveTo>
                <a:cubicBezTo>
                  <a:pt x="223" y="504"/>
                  <a:pt x="183" y="503"/>
                  <a:pt x="114" y="503"/>
                </a:cubicBezTo>
                <a:cubicBezTo>
                  <a:pt x="53" y="503"/>
                  <a:pt x="17" y="504"/>
                  <a:pt x="8" y="507"/>
                </a:cubicBezTo>
                <a:lnTo>
                  <a:pt x="0" y="507"/>
                </a:lnTo>
                <a:lnTo>
                  <a:pt x="0" y="436"/>
                </a:lnTo>
                <a:lnTo>
                  <a:pt x="110" y="436"/>
                </a:lnTo>
                <a:lnTo>
                  <a:pt x="255" y="263"/>
                </a:lnTo>
                <a:lnTo>
                  <a:pt x="100" y="71"/>
                </a:lnTo>
                <a:lnTo>
                  <a:pt x="6" y="71"/>
                </a:lnTo>
                <a:lnTo>
                  <a:pt x="6" y="0"/>
                </a:lnTo>
                <a:lnTo>
                  <a:pt x="15" y="0"/>
                </a:lnTo>
                <a:cubicBezTo>
                  <a:pt x="26" y="2"/>
                  <a:pt x="68" y="4"/>
                  <a:pt x="139" y="4"/>
                </a:cubicBezTo>
                <a:cubicBezTo>
                  <a:pt x="218" y="4"/>
                  <a:pt x="264" y="2"/>
                  <a:pt x="279" y="0"/>
                </a:cubicBezTo>
                <a:lnTo>
                  <a:pt x="289" y="0"/>
                </a:lnTo>
                <a:lnTo>
                  <a:pt x="289" y="71"/>
                </a:lnTo>
                <a:lnTo>
                  <a:pt x="256" y="71"/>
                </a:lnTo>
                <a:lnTo>
                  <a:pt x="297" y="120"/>
                </a:lnTo>
                <a:cubicBezTo>
                  <a:pt x="323" y="152"/>
                  <a:pt x="336" y="168"/>
                  <a:pt x="337" y="168"/>
                </a:cubicBezTo>
                <a:cubicBezTo>
                  <a:pt x="340" y="168"/>
                  <a:pt x="354" y="151"/>
                  <a:pt x="380" y="117"/>
                </a:cubicBezTo>
                <a:lnTo>
                  <a:pt x="420" y="71"/>
                </a:lnTo>
                <a:lnTo>
                  <a:pt x="378" y="71"/>
                </a:lnTo>
                <a:lnTo>
                  <a:pt x="378" y="0"/>
                </a:lnTo>
                <a:lnTo>
                  <a:pt x="387" y="0"/>
                </a:lnTo>
                <a:cubicBezTo>
                  <a:pt x="398" y="2"/>
                  <a:pt x="439" y="4"/>
                  <a:pt x="508" y="4"/>
                </a:cubicBezTo>
                <a:cubicBezTo>
                  <a:pt x="569" y="4"/>
                  <a:pt x="604" y="2"/>
                  <a:pt x="614" y="0"/>
                </a:cubicBezTo>
                <a:lnTo>
                  <a:pt x="622" y="0"/>
                </a:lnTo>
                <a:lnTo>
                  <a:pt x="622" y="71"/>
                </a:lnTo>
                <a:lnTo>
                  <a:pt x="513" y="71"/>
                </a:lnTo>
                <a:lnTo>
                  <a:pt x="381" y="226"/>
                </a:lnTo>
                <a:lnTo>
                  <a:pt x="551" y="435"/>
                </a:lnTo>
                <a:lnTo>
                  <a:pt x="598" y="436"/>
                </a:lnTo>
                <a:lnTo>
                  <a:pt x="644" y="436"/>
                </a:lnTo>
                <a:lnTo>
                  <a:pt x="644" y="507"/>
                </a:lnTo>
                <a:lnTo>
                  <a:pt x="635" y="507"/>
                </a:lnTo>
                <a:cubicBezTo>
                  <a:pt x="624" y="504"/>
                  <a:pt x="582" y="503"/>
                  <a:pt x="511" y="503"/>
                </a:cubicBezTo>
                <a:cubicBezTo>
                  <a:pt x="432" y="503"/>
                  <a:pt x="386" y="504"/>
                  <a:pt x="372" y="507"/>
                </a:cubicBezTo>
                <a:lnTo>
                  <a:pt x="362" y="507"/>
                </a:lnTo>
                <a:lnTo>
                  <a:pt x="362" y="436"/>
                </a:lnTo>
                <a:lnTo>
                  <a:pt x="394" y="436"/>
                </a:lnTo>
                <a:cubicBezTo>
                  <a:pt x="394" y="435"/>
                  <a:pt x="379" y="416"/>
                  <a:pt x="348" y="379"/>
                </a:cubicBezTo>
                <a:cubicBezTo>
                  <a:pt x="318" y="341"/>
                  <a:pt x="302" y="322"/>
                  <a:pt x="302" y="320"/>
                </a:cubicBezTo>
                <a:lnTo>
                  <a:pt x="202" y="435"/>
                </a:lnTo>
                <a:lnTo>
                  <a:pt x="223" y="436"/>
                </a:lnTo>
                <a:lnTo>
                  <a:pt x="244" y="436"/>
                </a:lnTo>
                <a:lnTo>
                  <a:pt x="244" y="507"/>
                </a:lnTo>
                <a:lnTo>
                  <a:pt x="235" y="507"/>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534" name=""/>
          <p:cNvSpPr/>
          <p:nvPr/>
        </p:nvSpPr>
        <p:spPr>
          <a:xfrm>
            <a:off x="4211280" y="1111320"/>
            <a:ext cx="90360" cy="184680"/>
          </a:xfrm>
          <a:custGeom>
            <a:avLst/>
            <a:gdLst/>
            <a:ahLst/>
            <a:rect l="0" t="0" r="r" b="b"/>
            <a:pathLst>
              <a:path w="251" h="513">
                <a:moveTo>
                  <a:pt x="6" y="193"/>
                </a:moveTo>
                <a:cubicBezTo>
                  <a:pt x="2" y="190"/>
                  <a:pt x="0" y="187"/>
                  <a:pt x="0" y="185"/>
                </a:cubicBezTo>
                <a:cubicBezTo>
                  <a:pt x="0" y="183"/>
                  <a:pt x="1" y="179"/>
                  <a:pt x="2" y="173"/>
                </a:cubicBezTo>
                <a:cubicBezTo>
                  <a:pt x="4" y="166"/>
                  <a:pt x="5" y="162"/>
                  <a:pt x="6" y="161"/>
                </a:cubicBezTo>
                <a:cubicBezTo>
                  <a:pt x="8" y="159"/>
                  <a:pt x="10" y="157"/>
                  <a:pt x="14" y="157"/>
                </a:cubicBezTo>
                <a:cubicBezTo>
                  <a:pt x="17" y="157"/>
                  <a:pt x="31" y="157"/>
                  <a:pt x="55" y="156"/>
                </a:cubicBezTo>
                <a:lnTo>
                  <a:pt x="97" y="156"/>
                </a:lnTo>
                <a:lnTo>
                  <a:pt x="113" y="92"/>
                </a:lnTo>
                <a:cubicBezTo>
                  <a:pt x="114" y="86"/>
                  <a:pt x="116" y="78"/>
                  <a:pt x="118" y="69"/>
                </a:cubicBezTo>
                <a:cubicBezTo>
                  <a:pt x="120" y="59"/>
                  <a:pt x="122" y="52"/>
                  <a:pt x="124" y="48"/>
                </a:cubicBezTo>
                <a:cubicBezTo>
                  <a:pt x="126" y="44"/>
                  <a:pt x="127" y="38"/>
                  <a:pt x="129" y="32"/>
                </a:cubicBezTo>
                <a:cubicBezTo>
                  <a:pt x="130" y="25"/>
                  <a:pt x="133" y="21"/>
                  <a:pt x="135" y="18"/>
                </a:cubicBezTo>
                <a:cubicBezTo>
                  <a:pt x="138" y="15"/>
                  <a:pt x="141" y="12"/>
                  <a:pt x="143" y="8"/>
                </a:cubicBezTo>
                <a:cubicBezTo>
                  <a:pt x="146" y="5"/>
                  <a:pt x="150" y="2"/>
                  <a:pt x="155" y="1"/>
                </a:cubicBezTo>
                <a:cubicBezTo>
                  <a:pt x="159" y="0"/>
                  <a:pt x="164" y="0"/>
                  <a:pt x="169" y="0"/>
                </a:cubicBezTo>
                <a:cubicBezTo>
                  <a:pt x="180" y="0"/>
                  <a:pt x="186" y="3"/>
                  <a:pt x="190" y="8"/>
                </a:cubicBezTo>
                <a:cubicBezTo>
                  <a:pt x="194" y="14"/>
                  <a:pt x="196" y="19"/>
                  <a:pt x="196" y="24"/>
                </a:cubicBezTo>
                <a:cubicBezTo>
                  <a:pt x="196" y="27"/>
                  <a:pt x="193" y="40"/>
                  <a:pt x="189" y="62"/>
                </a:cubicBezTo>
                <a:cubicBezTo>
                  <a:pt x="184" y="83"/>
                  <a:pt x="178" y="104"/>
                  <a:pt x="171" y="125"/>
                </a:cubicBezTo>
                <a:lnTo>
                  <a:pt x="163" y="155"/>
                </a:lnTo>
                <a:cubicBezTo>
                  <a:pt x="163" y="156"/>
                  <a:pt x="178" y="156"/>
                  <a:pt x="205" y="156"/>
                </a:cubicBezTo>
                <a:lnTo>
                  <a:pt x="246" y="156"/>
                </a:lnTo>
                <a:cubicBezTo>
                  <a:pt x="249" y="160"/>
                  <a:pt x="251" y="163"/>
                  <a:pt x="251" y="165"/>
                </a:cubicBezTo>
                <a:cubicBezTo>
                  <a:pt x="251" y="177"/>
                  <a:pt x="248" y="187"/>
                  <a:pt x="241" y="193"/>
                </a:cubicBezTo>
                <a:lnTo>
                  <a:pt x="154" y="193"/>
                </a:lnTo>
                <a:lnTo>
                  <a:pt x="125" y="311"/>
                </a:lnTo>
                <a:cubicBezTo>
                  <a:pt x="104" y="397"/>
                  <a:pt x="93" y="443"/>
                  <a:pt x="93" y="450"/>
                </a:cubicBezTo>
                <a:cubicBezTo>
                  <a:pt x="93" y="472"/>
                  <a:pt x="101" y="483"/>
                  <a:pt x="115" y="483"/>
                </a:cubicBezTo>
                <a:cubicBezTo>
                  <a:pt x="134" y="483"/>
                  <a:pt x="152" y="474"/>
                  <a:pt x="170" y="456"/>
                </a:cubicBezTo>
                <a:cubicBezTo>
                  <a:pt x="189" y="438"/>
                  <a:pt x="203" y="415"/>
                  <a:pt x="213" y="388"/>
                </a:cubicBezTo>
                <a:cubicBezTo>
                  <a:pt x="215" y="385"/>
                  <a:pt x="216" y="383"/>
                  <a:pt x="217" y="383"/>
                </a:cubicBezTo>
                <a:cubicBezTo>
                  <a:pt x="219" y="382"/>
                  <a:pt x="223" y="382"/>
                  <a:pt x="230" y="381"/>
                </a:cubicBezTo>
                <a:lnTo>
                  <a:pt x="233" y="381"/>
                </a:lnTo>
                <a:cubicBezTo>
                  <a:pt x="241" y="381"/>
                  <a:pt x="245" y="383"/>
                  <a:pt x="245" y="388"/>
                </a:cubicBezTo>
                <a:cubicBezTo>
                  <a:pt x="245" y="389"/>
                  <a:pt x="244" y="392"/>
                  <a:pt x="242" y="397"/>
                </a:cubicBezTo>
                <a:cubicBezTo>
                  <a:pt x="240" y="406"/>
                  <a:pt x="235" y="416"/>
                  <a:pt x="228" y="428"/>
                </a:cubicBezTo>
                <a:cubicBezTo>
                  <a:pt x="221" y="440"/>
                  <a:pt x="212" y="452"/>
                  <a:pt x="201" y="466"/>
                </a:cubicBezTo>
                <a:cubicBezTo>
                  <a:pt x="189" y="479"/>
                  <a:pt x="175" y="490"/>
                  <a:pt x="159" y="499"/>
                </a:cubicBezTo>
                <a:cubicBezTo>
                  <a:pt x="142" y="509"/>
                  <a:pt x="126" y="513"/>
                  <a:pt x="109" y="513"/>
                </a:cubicBezTo>
                <a:cubicBezTo>
                  <a:pt x="93" y="513"/>
                  <a:pt x="78" y="509"/>
                  <a:pt x="64" y="501"/>
                </a:cubicBezTo>
                <a:cubicBezTo>
                  <a:pt x="49" y="493"/>
                  <a:pt x="39" y="479"/>
                  <a:pt x="32" y="459"/>
                </a:cubicBezTo>
                <a:cubicBezTo>
                  <a:pt x="31" y="455"/>
                  <a:pt x="31" y="448"/>
                  <a:pt x="31" y="437"/>
                </a:cubicBezTo>
                <a:lnTo>
                  <a:pt x="31" y="423"/>
                </a:lnTo>
                <a:lnTo>
                  <a:pt x="59" y="310"/>
                </a:lnTo>
                <a:cubicBezTo>
                  <a:pt x="78" y="234"/>
                  <a:pt x="87" y="196"/>
                  <a:pt x="88" y="195"/>
                </a:cubicBezTo>
                <a:cubicBezTo>
                  <a:pt x="88" y="194"/>
                  <a:pt x="74" y="193"/>
                  <a:pt x="47" y="193"/>
                </a:cubicBezTo>
                <a:lnTo>
                  <a:pt x="6" y="193"/>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535" name=""/>
          <p:cNvSpPr/>
          <p:nvPr/>
        </p:nvSpPr>
        <p:spPr>
          <a:xfrm>
            <a:off x="4362840" y="1181520"/>
            <a:ext cx="54360" cy="129240"/>
          </a:xfrm>
          <a:custGeom>
            <a:avLst/>
            <a:gdLst/>
            <a:ahLst/>
            <a:rect l="0" t="0" r="r" b="b"/>
            <a:pathLst>
              <a:path w="151" h="359">
                <a:moveTo>
                  <a:pt x="0" y="98"/>
                </a:moveTo>
                <a:cubicBezTo>
                  <a:pt x="0" y="98"/>
                  <a:pt x="0" y="88"/>
                  <a:pt x="0" y="69"/>
                </a:cubicBezTo>
                <a:cubicBezTo>
                  <a:pt x="0" y="50"/>
                  <a:pt x="6" y="34"/>
                  <a:pt x="18" y="20"/>
                </a:cubicBezTo>
                <a:cubicBezTo>
                  <a:pt x="30" y="7"/>
                  <a:pt x="47" y="0"/>
                  <a:pt x="67" y="0"/>
                </a:cubicBezTo>
                <a:cubicBezTo>
                  <a:pt x="88" y="0"/>
                  <a:pt x="108" y="9"/>
                  <a:pt x="125" y="28"/>
                </a:cubicBezTo>
                <a:cubicBezTo>
                  <a:pt x="142" y="47"/>
                  <a:pt x="150" y="81"/>
                  <a:pt x="151" y="129"/>
                </a:cubicBezTo>
                <a:cubicBezTo>
                  <a:pt x="151" y="156"/>
                  <a:pt x="148" y="182"/>
                  <a:pt x="141" y="207"/>
                </a:cubicBezTo>
                <a:cubicBezTo>
                  <a:pt x="134" y="232"/>
                  <a:pt x="126" y="253"/>
                  <a:pt x="117" y="272"/>
                </a:cubicBezTo>
                <a:cubicBezTo>
                  <a:pt x="108" y="290"/>
                  <a:pt x="97" y="305"/>
                  <a:pt x="86" y="318"/>
                </a:cubicBezTo>
                <a:cubicBezTo>
                  <a:pt x="76" y="331"/>
                  <a:pt x="67" y="342"/>
                  <a:pt x="59" y="349"/>
                </a:cubicBezTo>
                <a:cubicBezTo>
                  <a:pt x="52" y="357"/>
                  <a:pt x="47" y="360"/>
                  <a:pt x="44" y="359"/>
                </a:cubicBezTo>
                <a:cubicBezTo>
                  <a:pt x="41" y="359"/>
                  <a:pt x="36" y="356"/>
                  <a:pt x="30" y="349"/>
                </a:cubicBezTo>
                <a:cubicBezTo>
                  <a:pt x="23" y="342"/>
                  <a:pt x="19" y="337"/>
                  <a:pt x="19" y="334"/>
                </a:cubicBezTo>
                <a:cubicBezTo>
                  <a:pt x="19" y="331"/>
                  <a:pt x="24" y="325"/>
                  <a:pt x="32" y="316"/>
                </a:cubicBezTo>
                <a:cubicBezTo>
                  <a:pt x="40" y="307"/>
                  <a:pt x="50" y="296"/>
                  <a:pt x="60" y="282"/>
                </a:cubicBezTo>
                <a:cubicBezTo>
                  <a:pt x="71" y="268"/>
                  <a:pt x="81" y="249"/>
                  <a:pt x="90" y="225"/>
                </a:cubicBezTo>
                <a:cubicBezTo>
                  <a:pt x="99" y="201"/>
                  <a:pt x="105" y="173"/>
                  <a:pt x="109" y="142"/>
                </a:cubicBezTo>
                <a:lnTo>
                  <a:pt x="109" y="128"/>
                </a:lnTo>
                <a:lnTo>
                  <a:pt x="108" y="129"/>
                </a:lnTo>
                <a:cubicBezTo>
                  <a:pt x="105" y="130"/>
                  <a:pt x="104" y="131"/>
                  <a:pt x="101" y="132"/>
                </a:cubicBezTo>
                <a:cubicBezTo>
                  <a:pt x="99" y="132"/>
                  <a:pt x="97" y="134"/>
                  <a:pt x="94" y="135"/>
                </a:cubicBezTo>
                <a:cubicBezTo>
                  <a:pt x="92" y="137"/>
                  <a:pt x="89" y="137"/>
                  <a:pt x="84" y="137"/>
                </a:cubicBezTo>
                <a:cubicBezTo>
                  <a:pt x="80" y="137"/>
                  <a:pt x="75" y="138"/>
                  <a:pt x="71" y="139"/>
                </a:cubicBezTo>
                <a:cubicBezTo>
                  <a:pt x="50" y="139"/>
                  <a:pt x="33" y="132"/>
                  <a:pt x="20" y="118"/>
                </a:cubicBezTo>
                <a:lnTo>
                  <a:pt x="0" y="98"/>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536" name=""/>
          <p:cNvSpPr/>
          <p:nvPr/>
        </p:nvSpPr>
        <p:spPr>
          <a:xfrm>
            <a:off x="4521600" y="1049040"/>
            <a:ext cx="231840" cy="182520"/>
          </a:xfrm>
          <a:custGeom>
            <a:avLst/>
            <a:gdLst/>
            <a:ahLst/>
            <a:rect l="0" t="0" r="r" b="b"/>
            <a:pathLst>
              <a:path w="644" h="507">
                <a:moveTo>
                  <a:pt x="235" y="507"/>
                </a:moveTo>
                <a:cubicBezTo>
                  <a:pt x="223" y="504"/>
                  <a:pt x="183" y="503"/>
                  <a:pt x="114" y="503"/>
                </a:cubicBezTo>
                <a:cubicBezTo>
                  <a:pt x="53" y="503"/>
                  <a:pt x="17" y="504"/>
                  <a:pt x="8" y="507"/>
                </a:cubicBezTo>
                <a:lnTo>
                  <a:pt x="0" y="507"/>
                </a:lnTo>
                <a:lnTo>
                  <a:pt x="0" y="436"/>
                </a:lnTo>
                <a:lnTo>
                  <a:pt x="109" y="436"/>
                </a:lnTo>
                <a:lnTo>
                  <a:pt x="255" y="263"/>
                </a:lnTo>
                <a:lnTo>
                  <a:pt x="100" y="71"/>
                </a:lnTo>
                <a:lnTo>
                  <a:pt x="6" y="71"/>
                </a:lnTo>
                <a:lnTo>
                  <a:pt x="6" y="0"/>
                </a:lnTo>
                <a:lnTo>
                  <a:pt x="15" y="0"/>
                </a:lnTo>
                <a:cubicBezTo>
                  <a:pt x="26" y="2"/>
                  <a:pt x="68" y="4"/>
                  <a:pt x="139" y="4"/>
                </a:cubicBezTo>
                <a:cubicBezTo>
                  <a:pt x="218" y="4"/>
                  <a:pt x="264" y="2"/>
                  <a:pt x="278" y="0"/>
                </a:cubicBezTo>
                <a:lnTo>
                  <a:pt x="288" y="0"/>
                </a:lnTo>
                <a:lnTo>
                  <a:pt x="288" y="71"/>
                </a:lnTo>
                <a:lnTo>
                  <a:pt x="256" y="71"/>
                </a:lnTo>
                <a:lnTo>
                  <a:pt x="296" y="120"/>
                </a:lnTo>
                <a:cubicBezTo>
                  <a:pt x="322" y="152"/>
                  <a:pt x="335" y="168"/>
                  <a:pt x="336" y="168"/>
                </a:cubicBezTo>
                <a:cubicBezTo>
                  <a:pt x="339" y="168"/>
                  <a:pt x="353" y="151"/>
                  <a:pt x="379" y="117"/>
                </a:cubicBezTo>
                <a:lnTo>
                  <a:pt x="419" y="71"/>
                </a:lnTo>
                <a:lnTo>
                  <a:pt x="377" y="71"/>
                </a:lnTo>
                <a:lnTo>
                  <a:pt x="377" y="0"/>
                </a:lnTo>
                <a:lnTo>
                  <a:pt x="386" y="0"/>
                </a:lnTo>
                <a:cubicBezTo>
                  <a:pt x="397" y="2"/>
                  <a:pt x="438" y="4"/>
                  <a:pt x="507" y="4"/>
                </a:cubicBezTo>
                <a:cubicBezTo>
                  <a:pt x="568" y="4"/>
                  <a:pt x="603" y="2"/>
                  <a:pt x="613" y="0"/>
                </a:cubicBezTo>
                <a:lnTo>
                  <a:pt x="621" y="0"/>
                </a:lnTo>
                <a:lnTo>
                  <a:pt x="621" y="71"/>
                </a:lnTo>
                <a:lnTo>
                  <a:pt x="512" y="71"/>
                </a:lnTo>
                <a:lnTo>
                  <a:pt x="380" y="226"/>
                </a:lnTo>
                <a:lnTo>
                  <a:pt x="550" y="435"/>
                </a:lnTo>
                <a:lnTo>
                  <a:pt x="597" y="436"/>
                </a:lnTo>
                <a:lnTo>
                  <a:pt x="644" y="436"/>
                </a:lnTo>
                <a:lnTo>
                  <a:pt x="644" y="507"/>
                </a:lnTo>
                <a:lnTo>
                  <a:pt x="635" y="507"/>
                </a:lnTo>
                <a:cubicBezTo>
                  <a:pt x="624" y="504"/>
                  <a:pt x="581" y="503"/>
                  <a:pt x="510" y="503"/>
                </a:cubicBezTo>
                <a:cubicBezTo>
                  <a:pt x="431" y="503"/>
                  <a:pt x="385" y="504"/>
                  <a:pt x="371" y="507"/>
                </a:cubicBezTo>
                <a:lnTo>
                  <a:pt x="361" y="507"/>
                </a:lnTo>
                <a:lnTo>
                  <a:pt x="361" y="436"/>
                </a:lnTo>
                <a:lnTo>
                  <a:pt x="393" y="436"/>
                </a:lnTo>
                <a:cubicBezTo>
                  <a:pt x="393" y="435"/>
                  <a:pt x="378" y="416"/>
                  <a:pt x="347" y="379"/>
                </a:cubicBezTo>
                <a:cubicBezTo>
                  <a:pt x="317" y="341"/>
                  <a:pt x="301" y="322"/>
                  <a:pt x="301" y="320"/>
                </a:cubicBezTo>
                <a:lnTo>
                  <a:pt x="202" y="435"/>
                </a:lnTo>
                <a:lnTo>
                  <a:pt x="223" y="436"/>
                </a:lnTo>
                <a:lnTo>
                  <a:pt x="244" y="436"/>
                </a:lnTo>
                <a:lnTo>
                  <a:pt x="244" y="507"/>
                </a:lnTo>
                <a:lnTo>
                  <a:pt x="235" y="507"/>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537" name=""/>
          <p:cNvSpPr/>
          <p:nvPr/>
        </p:nvSpPr>
        <p:spPr>
          <a:xfrm>
            <a:off x="4786560" y="1099440"/>
            <a:ext cx="122400" cy="199800"/>
          </a:xfrm>
          <a:custGeom>
            <a:avLst/>
            <a:gdLst/>
            <a:ahLst/>
            <a:rect l="0" t="0" r="r" b="b"/>
            <a:pathLst>
              <a:path w="340" h="555">
                <a:moveTo>
                  <a:pt x="46" y="66"/>
                </a:moveTo>
                <a:cubicBezTo>
                  <a:pt x="77" y="22"/>
                  <a:pt x="118" y="0"/>
                  <a:pt x="170" y="0"/>
                </a:cubicBezTo>
                <a:cubicBezTo>
                  <a:pt x="196" y="0"/>
                  <a:pt x="222" y="7"/>
                  <a:pt x="247" y="21"/>
                </a:cubicBezTo>
                <a:cubicBezTo>
                  <a:pt x="273" y="35"/>
                  <a:pt x="294" y="60"/>
                  <a:pt x="310" y="95"/>
                </a:cubicBezTo>
                <a:cubicBezTo>
                  <a:pt x="330" y="140"/>
                  <a:pt x="340" y="201"/>
                  <a:pt x="340" y="279"/>
                </a:cubicBezTo>
                <a:cubicBezTo>
                  <a:pt x="340" y="362"/>
                  <a:pt x="328" y="425"/>
                  <a:pt x="305" y="469"/>
                </a:cubicBezTo>
                <a:cubicBezTo>
                  <a:pt x="295" y="492"/>
                  <a:pt x="280" y="510"/>
                  <a:pt x="261" y="523"/>
                </a:cubicBezTo>
                <a:cubicBezTo>
                  <a:pt x="242" y="537"/>
                  <a:pt x="226" y="546"/>
                  <a:pt x="212" y="549"/>
                </a:cubicBezTo>
                <a:cubicBezTo>
                  <a:pt x="198" y="553"/>
                  <a:pt x="184" y="554"/>
                  <a:pt x="171" y="555"/>
                </a:cubicBezTo>
                <a:cubicBezTo>
                  <a:pt x="157" y="555"/>
                  <a:pt x="143" y="553"/>
                  <a:pt x="129" y="550"/>
                </a:cubicBezTo>
                <a:cubicBezTo>
                  <a:pt x="115" y="547"/>
                  <a:pt x="99" y="537"/>
                  <a:pt x="80" y="523"/>
                </a:cubicBezTo>
                <a:cubicBezTo>
                  <a:pt x="61" y="509"/>
                  <a:pt x="45" y="491"/>
                  <a:pt x="35" y="469"/>
                </a:cubicBezTo>
                <a:cubicBezTo>
                  <a:pt x="12" y="425"/>
                  <a:pt x="0" y="362"/>
                  <a:pt x="0" y="279"/>
                </a:cubicBezTo>
                <a:cubicBezTo>
                  <a:pt x="0" y="185"/>
                  <a:pt x="15" y="114"/>
                  <a:pt x="46" y="66"/>
                </a:cubicBezTo>
                <a:moveTo>
                  <a:pt x="228" y="56"/>
                </a:moveTo>
                <a:cubicBezTo>
                  <a:pt x="212" y="39"/>
                  <a:pt x="193" y="30"/>
                  <a:pt x="171" y="30"/>
                </a:cubicBezTo>
                <a:cubicBezTo>
                  <a:pt x="148" y="30"/>
                  <a:pt x="129" y="39"/>
                  <a:pt x="113" y="56"/>
                </a:cubicBezTo>
                <a:cubicBezTo>
                  <a:pt x="100" y="70"/>
                  <a:pt x="91" y="89"/>
                  <a:pt x="86" y="114"/>
                </a:cubicBezTo>
                <a:cubicBezTo>
                  <a:pt x="82" y="139"/>
                  <a:pt x="80" y="190"/>
                  <a:pt x="80" y="268"/>
                </a:cubicBezTo>
                <a:cubicBezTo>
                  <a:pt x="80" y="353"/>
                  <a:pt x="82" y="409"/>
                  <a:pt x="86" y="436"/>
                </a:cubicBezTo>
                <a:cubicBezTo>
                  <a:pt x="91" y="463"/>
                  <a:pt x="100" y="484"/>
                  <a:pt x="115" y="499"/>
                </a:cubicBezTo>
                <a:cubicBezTo>
                  <a:pt x="130" y="515"/>
                  <a:pt x="149" y="523"/>
                  <a:pt x="171" y="523"/>
                </a:cubicBezTo>
                <a:cubicBezTo>
                  <a:pt x="192" y="523"/>
                  <a:pt x="211" y="515"/>
                  <a:pt x="226" y="499"/>
                </a:cubicBezTo>
                <a:cubicBezTo>
                  <a:pt x="241" y="483"/>
                  <a:pt x="251" y="461"/>
                  <a:pt x="255" y="432"/>
                </a:cubicBezTo>
                <a:cubicBezTo>
                  <a:pt x="258" y="403"/>
                  <a:pt x="260" y="348"/>
                  <a:pt x="261" y="268"/>
                </a:cubicBezTo>
                <a:cubicBezTo>
                  <a:pt x="261" y="191"/>
                  <a:pt x="259" y="139"/>
                  <a:pt x="255" y="115"/>
                </a:cubicBezTo>
                <a:cubicBezTo>
                  <a:pt x="250" y="90"/>
                  <a:pt x="241" y="70"/>
                  <a:pt x="228" y="56"/>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538" name=""/>
          <p:cNvSpPr/>
          <p:nvPr/>
        </p:nvSpPr>
        <p:spPr>
          <a:xfrm>
            <a:off x="4963320" y="923760"/>
            <a:ext cx="98280" cy="410040"/>
          </a:xfrm>
          <a:custGeom>
            <a:avLst/>
            <a:gdLst/>
            <a:ahLst/>
            <a:rect l="0" t="0" r="r" b="b"/>
            <a:pathLst>
              <a:path w="273" h="1139">
                <a:moveTo>
                  <a:pt x="5" y="1"/>
                </a:moveTo>
                <a:lnTo>
                  <a:pt x="10" y="0"/>
                </a:lnTo>
                <a:cubicBezTo>
                  <a:pt x="14" y="0"/>
                  <a:pt x="17" y="0"/>
                  <a:pt x="21" y="0"/>
                </a:cubicBezTo>
                <a:lnTo>
                  <a:pt x="35" y="0"/>
                </a:lnTo>
                <a:lnTo>
                  <a:pt x="67" y="27"/>
                </a:lnTo>
                <a:cubicBezTo>
                  <a:pt x="138" y="92"/>
                  <a:pt x="190" y="172"/>
                  <a:pt x="224" y="269"/>
                </a:cubicBezTo>
                <a:cubicBezTo>
                  <a:pt x="256" y="366"/>
                  <a:pt x="273" y="466"/>
                  <a:pt x="273" y="570"/>
                </a:cubicBezTo>
                <a:cubicBezTo>
                  <a:pt x="273" y="622"/>
                  <a:pt x="269" y="671"/>
                  <a:pt x="261" y="719"/>
                </a:cubicBezTo>
                <a:cubicBezTo>
                  <a:pt x="254" y="767"/>
                  <a:pt x="245" y="808"/>
                  <a:pt x="235" y="841"/>
                </a:cubicBezTo>
                <a:cubicBezTo>
                  <a:pt x="225" y="874"/>
                  <a:pt x="210" y="908"/>
                  <a:pt x="192" y="941"/>
                </a:cubicBezTo>
                <a:cubicBezTo>
                  <a:pt x="174" y="974"/>
                  <a:pt x="159" y="1000"/>
                  <a:pt x="149" y="1017"/>
                </a:cubicBezTo>
                <a:cubicBezTo>
                  <a:pt x="138" y="1035"/>
                  <a:pt x="122" y="1054"/>
                  <a:pt x="102" y="1075"/>
                </a:cubicBezTo>
                <a:cubicBezTo>
                  <a:pt x="82" y="1097"/>
                  <a:pt x="69" y="1109"/>
                  <a:pt x="66" y="1113"/>
                </a:cubicBezTo>
                <a:cubicBezTo>
                  <a:pt x="62" y="1117"/>
                  <a:pt x="53" y="1124"/>
                  <a:pt x="39" y="1135"/>
                </a:cubicBezTo>
                <a:cubicBezTo>
                  <a:pt x="37" y="1137"/>
                  <a:pt x="36" y="1138"/>
                  <a:pt x="35" y="1139"/>
                </a:cubicBezTo>
                <a:lnTo>
                  <a:pt x="21" y="1139"/>
                </a:lnTo>
                <a:cubicBezTo>
                  <a:pt x="15" y="1139"/>
                  <a:pt x="11" y="1139"/>
                  <a:pt x="9" y="1139"/>
                </a:cubicBezTo>
                <a:cubicBezTo>
                  <a:pt x="6" y="1139"/>
                  <a:pt x="4" y="1138"/>
                  <a:pt x="3" y="1136"/>
                </a:cubicBezTo>
                <a:cubicBezTo>
                  <a:pt x="1" y="1133"/>
                  <a:pt x="0" y="1130"/>
                  <a:pt x="0" y="1125"/>
                </a:cubicBezTo>
                <a:cubicBezTo>
                  <a:pt x="0" y="1125"/>
                  <a:pt x="4" y="1120"/>
                  <a:pt x="12" y="1111"/>
                </a:cubicBezTo>
                <a:cubicBezTo>
                  <a:pt x="130" y="988"/>
                  <a:pt x="188" y="808"/>
                  <a:pt x="188" y="570"/>
                </a:cubicBezTo>
                <a:cubicBezTo>
                  <a:pt x="188" y="332"/>
                  <a:pt x="130" y="151"/>
                  <a:pt x="12" y="28"/>
                </a:cubicBezTo>
                <a:cubicBezTo>
                  <a:pt x="4" y="19"/>
                  <a:pt x="0" y="14"/>
                  <a:pt x="0" y="14"/>
                </a:cubicBezTo>
                <a:cubicBezTo>
                  <a:pt x="0" y="8"/>
                  <a:pt x="1" y="3"/>
                  <a:pt x="5" y="1"/>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539" name=""/>
          <p:cNvSpPr txBox="1"/>
          <p:nvPr/>
        </p:nvSpPr>
        <p:spPr>
          <a:xfrm>
            <a:off x="1168920" y="927000"/>
            <a:ext cx="1669680" cy="334080"/>
          </a:xfrm>
          <a:prstGeom prst="rect">
            <a:avLst/>
          </a:prstGeom>
          <a:noFill/>
          <a:ln w="0">
            <a:noFill/>
          </a:ln>
        </p:spPr>
        <p:txBody>
          <a:bodyPr wrap="none" lIns="0" rIns="0" tIns="0" bIns="0" anchor="t">
            <a:spAutoFit/>
          </a:bodyPr>
          <a:p>
            <a:r>
              <a:rPr b="0" lang="en-US" sz="2620" strike="noStrike" u="none">
                <a:solidFill>
                  <a:srgbClr val="333333"/>
                </a:solidFill>
                <a:effectLst/>
                <a:uFillTx/>
                <a:latin typeface="NotoSansJP-Thin_"/>
                <a:ea typeface="NotoSansJP-Thin_"/>
              </a:rPr>
              <a:t> 項にある </a:t>
            </a:r>
            <a:endParaRPr b="0" lang="en-US" sz="2620" strike="noStrike" u="none">
              <a:solidFill>
                <a:srgbClr val="000000"/>
              </a:solidFill>
              <a:effectLst/>
              <a:uFillTx/>
              <a:latin typeface="Times New Roman"/>
            </a:endParaRPr>
          </a:p>
        </p:txBody>
      </p:sp>
      <p:sp>
        <p:nvSpPr>
          <p:cNvPr id="540" name=""/>
          <p:cNvSpPr/>
          <p:nvPr/>
        </p:nvSpPr>
        <p:spPr>
          <a:xfrm>
            <a:off x="6666480" y="1047600"/>
            <a:ext cx="231840" cy="182160"/>
          </a:xfrm>
          <a:custGeom>
            <a:avLst/>
            <a:gdLst/>
            <a:ahLst/>
            <a:rect l="0" t="0" r="r" b="b"/>
            <a:pathLst>
              <a:path w="644" h="506">
                <a:moveTo>
                  <a:pt x="234" y="506"/>
                </a:moveTo>
                <a:cubicBezTo>
                  <a:pt x="223" y="504"/>
                  <a:pt x="183" y="503"/>
                  <a:pt x="114" y="503"/>
                </a:cubicBezTo>
                <a:cubicBezTo>
                  <a:pt x="52" y="503"/>
                  <a:pt x="17" y="504"/>
                  <a:pt x="8" y="506"/>
                </a:cubicBezTo>
                <a:lnTo>
                  <a:pt x="0" y="506"/>
                </a:lnTo>
                <a:lnTo>
                  <a:pt x="0" y="436"/>
                </a:lnTo>
                <a:lnTo>
                  <a:pt x="109" y="436"/>
                </a:lnTo>
                <a:lnTo>
                  <a:pt x="255" y="263"/>
                </a:lnTo>
                <a:lnTo>
                  <a:pt x="100" y="70"/>
                </a:lnTo>
                <a:lnTo>
                  <a:pt x="6" y="70"/>
                </a:lnTo>
                <a:lnTo>
                  <a:pt x="6" y="0"/>
                </a:lnTo>
                <a:lnTo>
                  <a:pt x="15" y="0"/>
                </a:lnTo>
                <a:cubicBezTo>
                  <a:pt x="26" y="2"/>
                  <a:pt x="67" y="3"/>
                  <a:pt x="139" y="3"/>
                </a:cubicBezTo>
                <a:cubicBezTo>
                  <a:pt x="218" y="3"/>
                  <a:pt x="264" y="2"/>
                  <a:pt x="278" y="0"/>
                </a:cubicBezTo>
                <a:lnTo>
                  <a:pt x="288" y="0"/>
                </a:lnTo>
                <a:lnTo>
                  <a:pt x="288" y="70"/>
                </a:lnTo>
                <a:lnTo>
                  <a:pt x="256" y="70"/>
                </a:lnTo>
                <a:lnTo>
                  <a:pt x="296" y="119"/>
                </a:lnTo>
                <a:cubicBezTo>
                  <a:pt x="322" y="151"/>
                  <a:pt x="335" y="167"/>
                  <a:pt x="336" y="167"/>
                </a:cubicBezTo>
                <a:cubicBezTo>
                  <a:pt x="339" y="167"/>
                  <a:pt x="353" y="151"/>
                  <a:pt x="379" y="117"/>
                </a:cubicBezTo>
                <a:lnTo>
                  <a:pt x="419" y="70"/>
                </a:lnTo>
                <a:lnTo>
                  <a:pt x="377" y="70"/>
                </a:lnTo>
                <a:lnTo>
                  <a:pt x="377" y="0"/>
                </a:lnTo>
                <a:lnTo>
                  <a:pt x="386" y="0"/>
                </a:lnTo>
                <a:cubicBezTo>
                  <a:pt x="397" y="2"/>
                  <a:pt x="438" y="3"/>
                  <a:pt x="507" y="3"/>
                </a:cubicBezTo>
                <a:cubicBezTo>
                  <a:pt x="569" y="3"/>
                  <a:pt x="604" y="2"/>
                  <a:pt x="613" y="0"/>
                </a:cubicBezTo>
                <a:lnTo>
                  <a:pt x="621" y="0"/>
                </a:lnTo>
                <a:lnTo>
                  <a:pt x="621" y="70"/>
                </a:lnTo>
                <a:lnTo>
                  <a:pt x="513" y="70"/>
                </a:lnTo>
                <a:lnTo>
                  <a:pt x="380" y="225"/>
                </a:lnTo>
                <a:lnTo>
                  <a:pt x="550" y="434"/>
                </a:lnTo>
                <a:lnTo>
                  <a:pt x="597" y="436"/>
                </a:lnTo>
                <a:lnTo>
                  <a:pt x="644" y="436"/>
                </a:lnTo>
                <a:lnTo>
                  <a:pt x="644" y="506"/>
                </a:lnTo>
                <a:lnTo>
                  <a:pt x="635" y="506"/>
                </a:lnTo>
                <a:cubicBezTo>
                  <a:pt x="623" y="504"/>
                  <a:pt x="582" y="503"/>
                  <a:pt x="511" y="503"/>
                </a:cubicBezTo>
                <a:cubicBezTo>
                  <a:pt x="432" y="503"/>
                  <a:pt x="384" y="504"/>
                  <a:pt x="371" y="506"/>
                </a:cubicBezTo>
                <a:lnTo>
                  <a:pt x="361" y="506"/>
                </a:lnTo>
                <a:lnTo>
                  <a:pt x="361" y="436"/>
                </a:lnTo>
                <a:lnTo>
                  <a:pt x="392" y="436"/>
                </a:lnTo>
                <a:cubicBezTo>
                  <a:pt x="392" y="435"/>
                  <a:pt x="377" y="416"/>
                  <a:pt x="347" y="379"/>
                </a:cubicBezTo>
                <a:cubicBezTo>
                  <a:pt x="317" y="341"/>
                  <a:pt x="301" y="321"/>
                  <a:pt x="300" y="320"/>
                </a:cubicBezTo>
                <a:lnTo>
                  <a:pt x="201" y="434"/>
                </a:lnTo>
                <a:lnTo>
                  <a:pt x="223" y="436"/>
                </a:lnTo>
                <a:lnTo>
                  <a:pt x="243" y="436"/>
                </a:lnTo>
                <a:lnTo>
                  <a:pt x="243" y="506"/>
                </a:lnTo>
                <a:lnTo>
                  <a:pt x="234" y="506"/>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541" name=""/>
          <p:cNvSpPr/>
          <p:nvPr/>
        </p:nvSpPr>
        <p:spPr>
          <a:xfrm>
            <a:off x="6931440" y="1098000"/>
            <a:ext cx="122040" cy="199800"/>
          </a:xfrm>
          <a:custGeom>
            <a:avLst/>
            <a:gdLst/>
            <a:ahLst/>
            <a:rect l="0" t="0" r="r" b="b"/>
            <a:pathLst>
              <a:path w="339" h="555">
                <a:moveTo>
                  <a:pt x="45" y="65"/>
                </a:moveTo>
                <a:cubicBezTo>
                  <a:pt x="76" y="22"/>
                  <a:pt x="117" y="0"/>
                  <a:pt x="169" y="0"/>
                </a:cubicBezTo>
                <a:cubicBezTo>
                  <a:pt x="195" y="0"/>
                  <a:pt x="221" y="7"/>
                  <a:pt x="247" y="21"/>
                </a:cubicBezTo>
                <a:cubicBezTo>
                  <a:pt x="273" y="35"/>
                  <a:pt x="293" y="60"/>
                  <a:pt x="310" y="95"/>
                </a:cubicBezTo>
                <a:cubicBezTo>
                  <a:pt x="329" y="139"/>
                  <a:pt x="339" y="201"/>
                  <a:pt x="339" y="278"/>
                </a:cubicBezTo>
                <a:cubicBezTo>
                  <a:pt x="339" y="362"/>
                  <a:pt x="328" y="425"/>
                  <a:pt x="305" y="469"/>
                </a:cubicBezTo>
                <a:cubicBezTo>
                  <a:pt x="294" y="492"/>
                  <a:pt x="279" y="510"/>
                  <a:pt x="260" y="523"/>
                </a:cubicBezTo>
                <a:cubicBezTo>
                  <a:pt x="242" y="536"/>
                  <a:pt x="225" y="546"/>
                  <a:pt x="211" y="549"/>
                </a:cubicBezTo>
                <a:cubicBezTo>
                  <a:pt x="197" y="552"/>
                  <a:pt x="184" y="554"/>
                  <a:pt x="169" y="555"/>
                </a:cubicBezTo>
                <a:cubicBezTo>
                  <a:pt x="155" y="555"/>
                  <a:pt x="141" y="553"/>
                  <a:pt x="128" y="550"/>
                </a:cubicBezTo>
                <a:cubicBezTo>
                  <a:pt x="114" y="547"/>
                  <a:pt x="97" y="537"/>
                  <a:pt x="78" y="523"/>
                </a:cubicBezTo>
                <a:cubicBezTo>
                  <a:pt x="60" y="509"/>
                  <a:pt x="45" y="491"/>
                  <a:pt x="34" y="469"/>
                </a:cubicBezTo>
                <a:cubicBezTo>
                  <a:pt x="11" y="425"/>
                  <a:pt x="0" y="362"/>
                  <a:pt x="0" y="278"/>
                </a:cubicBezTo>
                <a:cubicBezTo>
                  <a:pt x="0" y="185"/>
                  <a:pt x="15" y="114"/>
                  <a:pt x="45" y="65"/>
                </a:cubicBezTo>
                <a:moveTo>
                  <a:pt x="228" y="56"/>
                </a:moveTo>
                <a:cubicBezTo>
                  <a:pt x="211" y="38"/>
                  <a:pt x="192" y="30"/>
                  <a:pt x="169" y="30"/>
                </a:cubicBezTo>
                <a:cubicBezTo>
                  <a:pt x="147" y="30"/>
                  <a:pt x="128" y="38"/>
                  <a:pt x="111" y="56"/>
                </a:cubicBezTo>
                <a:cubicBezTo>
                  <a:pt x="98" y="70"/>
                  <a:pt x="89" y="89"/>
                  <a:pt x="85" y="113"/>
                </a:cubicBezTo>
                <a:cubicBezTo>
                  <a:pt x="81" y="138"/>
                  <a:pt x="78" y="190"/>
                  <a:pt x="78" y="268"/>
                </a:cubicBezTo>
                <a:cubicBezTo>
                  <a:pt x="78" y="353"/>
                  <a:pt x="81" y="408"/>
                  <a:pt x="85" y="435"/>
                </a:cubicBezTo>
                <a:cubicBezTo>
                  <a:pt x="89" y="462"/>
                  <a:pt x="99" y="483"/>
                  <a:pt x="114" y="499"/>
                </a:cubicBezTo>
                <a:cubicBezTo>
                  <a:pt x="129" y="515"/>
                  <a:pt x="147" y="523"/>
                  <a:pt x="169" y="523"/>
                </a:cubicBezTo>
                <a:cubicBezTo>
                  <a:pt x="192" y="523"/>
                  <a:pt x="210" y="515"/>
                  <a:pt x="225" y="499"/>
                </a:cubicBezTo>
                <a:cubicBezTo>
                  <a:pt x="241" y="483"/>
                  <a:pt x="250" y="460"/>
                  <a:pt x="254" y="431"/>
                </a:cubicBezTo>
                <a:cubicBezTo>
                  <a:pt x="258" y="402"/>
                  <a:pt x="260" y="348"/>
                  <a:pt x="260" y="268"/>
                </a:cubicBezTo>
                <a:cubicBezTo>
                  <a:pt x="260" y="190"/>
                  <a:pt x="258" y="139"/>
                  <a:pt x="254" y="114"/>
                </a:cubicBezTo>
                <a:cubicBezTo>
                  <a:pt x="250" y="90"/>
                  <a:pt x="241" y="70"/>
                  <a:pt x="228" y="56"/>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542" name=""/>
          <p:cNvSpPr txBox="1"/>
          <p:nvPr/>
        </p:nvSpPr>
        <p:spPr>
          <a:xfrm>
            <a:off x="5099400" y="927000"/>
            <a:ext cx="1669680" cy="334080"/>
          </a:xfrm>
          <a:prstGeom prst="rect">
            <a:avLst/>
          </a:prstGeom>
          <a:noFill/>
          <a:ln w="0">
            <a:noFill/>
          </a:ln>
        </p:spPr>
        <p:txBody>
          <a:bodyPr wrap="none" lIns="0" rIns="0" tIns="0" bIns="0" anchor="t">
            <a:spAutoFit/>
          </a:bodyPr>
          <a:p>
            <a:r>
              <a:rPr b="0" lang="en-US" sz="2620" strike="noStrike" u="none">
                <a:solidFill>
                  <a:srgbClr val="333333"/>
                </a:solidFill>
                <a:effectLst/>
                <a:uFillTx/>
                <a:latin typeface="NotoSansJP-Thin_"/>
                <a:ea typeface="NotoSansJP-Thin_"/>
              </a:rPr>
              <a:t> のように </a:t>
            </a:r>
            <a:endParaRPr b="0" lang="en-US" sz="2620" strike="noStrike" u="none">
              <a:solidFill>
                <a:srgbClr val="000000"/>
              </a:solidFill>
              <a:effectLst/>
              <a:uFillTx/>
              <a:latin typeface="Times New Roman"/>
            </a:endParaRPr>
          </a:p>
        </p:txBody>
      </p:sp>
      <p:sp>
        <p:nvSpPr>
          <p:cNvPr id="543" name=""/>
          <p:cNvSpPr txBox="1"/>
          <p:nvPr/>
        </p:nvSpPr>
        <p:spPr>
          <a:xfrm>
            <a:off x="7081200" y="927000"/>
            <a:ext cx="4506480" cy="334080"/>
          </a:xfrm>
          <a:prstGeom prst="rect">
            <a:avLst/>
          </a:prstGeom>
          <a:noFill/>
          <a:ln w="0">
            <a:noFill/>
          </a:ln>
        </p:spPr>
        <p:txBody>
          <a:bodyPr wrap="none" lIns="0" rIns="0" tIns="0" bIns="0" anchor="t">
            <a:spAutoFit/>
          </a:bodyPr>
          <a:p>
            <a:r>
              <a:rPr b="0" lang="en-US" sz="2620" strike="noStrike" u="none">
                <a:solidFill>
                  <a:srgbClr val="333333"/>
                </a:solidFill>
                <a:effectLst/>
                <a:uFillTx/>
                <a:latin typeface="NotoSansJP-Thin_"/>
                <a:ea typeface="NotoSansJP-Thin_"/>
              </a:rPr>
              <a:t> で条件付けると解析的に計算</a:t>
            </a:r>
            <a:endParaRPr b="0" lang="en-US" sz="2620" strike="noStrike" u="none">
              <a:solidFill>
                <a:srgbClr val="000000"/>
              </a:solidFill>
              <a:effectLst/>
              <a:uFillTx/>
              <a:latin typeface="Times New Roman"/>
            </a:endParaRPr>
          </a:p>
        </p:txBody>
      </p:sp>
      <p:sp>
        <p:nvSpPr>
          <p:cNvPr id="544" name=""/>
          <p:cNvSpPr/>
          <p:nvPr/>
        </p:nvSpPr>
        <p:spPr>
          <a:xfrm>
            <a:off x="2580480" y="2348280"/>
            <a:ext cx="175320" cy="261000"/>
          </a:xfrm>
          <a:custGeom>
            <a:avLst/>
            <a:gdLst/>
            <a:ahLst/>
            <a:rect l="0" t="0" r="r" b="b"/>
            <a:pathLst>
              <a:path w="487" h="725">
                <a:moveTo>
                  <a:pt x="0" y="324"/>
                </a:moveTo>
                <a:cubicBezTo>
                  <a:pt x="0" y="248"/>
                  <a:pt x="29" y="175"/>
                  <a:pt x="87" y="106"/>
                </a:cubicBezTo>
                <a:cubicBezTo>
                  <a:pt x="144" y="37"/>
                  <a:pt x="209" y="2"/>
                  <a:pt x="281" y="1"/>
                </a:cubicBezTo>
                <a:cubicBezTo>
                  <a:pt x="327" y="1"/>
                  <a:pt x="363" y="21"/>
                  <a:pt x="387" y="60"/>
                </a:cubicBezTo>
                <a:cubicBezTo>
                  <a:pt x="388" y="60"/>
                  <a:pt x="390" y="57"/>
                  <a:pt x="393" y="54"/>
                </a:cubicBezTo>
                <a:cubicBezTo>
                  <a:pt x="396" y="50"/>
                  <a:pt x="400" y="46"/>
                  <a:pt x="405" y="41"/>
                </a:cubicBezTo>
                <a:cubicBezTo>
                  <a:pt x="411" y="37"/>
                  <a:pt x="417" y="32"/>
                  <a:pt x="423" y="27"/>
                </a:cubicBezTo>
                <a:cubicBezTo>
                  <a:pt x="449" y="9"/>
                  <a:pt x="467" y="0"/>
                  <a:pt x="476" y="0"/>
                </a:cubicBezTo>
                <a:cubicBezTo>
                  <a:pt x="479" y="0"/>
                  <a:pt x="482" y="1"/>
                  <a:pt x="484" y="4"/>
                </a:cubicBezTo>
                <a:cubicBezTo>
                  <a:pt x="486" y="6"/>
                  <a:pt x="487" y="8"/>
                  <a:pt x="487" y="9"/>
                </a:cubicBezTo>
                <a:cubicBezTo>
                  <a:pt x="487" y="16"/>
                  <a:pt x="461" y="124"/>
                  <a:pt x="409" y="334"/>
                </a:cubicBezTo>
                <a:cubicBezTo>
                  <a:pt x="355" y="550"/>
                  <a:pt x="327" y="659"/>
                  <a:pt x="327" y="662"/>
                </a:cubicBezTo>
                <a:cubicBezTo>
                  <a:pt x="327" y="668"/>
                  <a:pt x="344" y="672"/>
                  <a:pt x="379" y="673"/>
                </a:cubicBezTo>
                <a:lnTo>
                  <a:pt x="408" y="673"/>
                </a:lnTo>
                <a:cubicBezTo>
                  <a:pt x="412" y="679"/>
                  <a:pt x="414" y="682"/>
                  <a:pt x="414" y="683"/>
                </a:cubicBezTo>
                <a:cubicBezTo>
                  <a:pt x="414" y="684"/>
                  <a:pt x="413" y="690"/>
                  <a:pt x="411" y="703"/>
                </a:cubicBezTo>
                <a:cubicBezTo>
                  <a:pt x="408" y="713"/>
                  <a:pt x="404" y="720"/>
                  <a:pt x="400" y="725"/>
                </a:cubicBezTo>
                <a:lnTo>
                  <a:pt x="385" y="725"/>
                </a:lnTo>
                <a:cubicBezTo>
                  <a:pt x="361" y="723"/>
                  <a:pt x="319" y="723"/>
                  <a:pt x="261" y="723"/>
                </a:cubicBezTo>
                <a:cubicBezTo>
                  <a:pt x="240" y="723"/>
                  <a:pt x="220" y="723"/>
                  <a:pt x="203" y="723"/>
                </a:cubicBezTo>
                <a:cubicBezTo>
                  <a:pt x="185" y="723"/>
                  <a:pt x="171" y="723"/>
                  <a:pt x="161" y="723"/>
                </a:cubicBezTo>
                <a:cubicBezTo>
                  <a:pt x="150" y="723"/>
                  <a:pt x="144" y="723"/>
                  <a:pt x="141" y="724"/>
                </a:cubicBezTo>
                <a:cubicBezTo>
                  <a:pt x="131" y="724"/>
                  <a:pt x="125" y="721"/>
                  <a:pt x="125" y="715"/>
                </a:cubicBezTo>
                <a:cubicBezTo>
                  <a:pt x="125" y="712"/>
                  <a:pt x="126" y="707"/>
                  <a:pt x="128" y="698"/>
                </a:cubicBezTo>
                <a:cubicBezTo>
                  <a:pt x="131" y="685"/>
                  <a:pt x="133" y="678"/>
                  <a:pt x="136" y="676"/>
                </a:cubicBezTo>
                <a:cubicBezTo>
                  <a:pt x="138" y="674"/>
                  <a:pt x="146" y="673"/>
                  <a:pt x="158" y="673"/>
                </a:cubicBezTo>
                <a:cubicBezTo>
                  <a:pt x="195" y="673"/>
                  <a:pt x="217" y="670"/>
                  <a:pt x="224" y="665"/>
                </a:cubicBezTo>
                <a:cubicBezTo>
                  <a:pt x="231" y="661"/>
                  <a:pt x="241" y="627"/>
                  <a:pt x="256" y="564"/>
                </a:cubicBezTo>
                <a:cubicBezTo>
                  <a:pt x="272" y="501"/>
                  <a:pt x="279" y="469"/>
                  <a:pt x="280" y="468"/>
                </a:cubicBezTo>
                <a:cubicBezTo>
                  <a:pt x="280" y="467"/>
                  <a:pt x="278" y="468"/>
                  <a:pt x="272" y="471"/>
                </a:cubicBezTo>
                <a:cubicBezTo>
                  <a:pt x="236" y="501"/>
                  <a:pt x="198" y="516"/>
                  <a:pt x="158" y="516"/>
                </a:cubicBezTo>
                <a:cubicBezTo>
                  <a:pt x="117" y="516"/>
                  <a:pt x="80" y="500"/>
                  <a:pt x="48" y="470"/>
                </a:cubicBezTo>
                <a:cubicBezTo>
                  <a:pt x="16" y="440"/>
                  <a:pt x="0" y="391"/>
                  <a:pt x="0" y="324"/>
                </a:cubicBezTo>
                <a:moveTo>
                  <a:pt x="364" y="132"/>
                </a:moveTo>
                <a:cubicBezTo>
                  <a:pt x="346" y="72"/>
                  <a:pt x="317" y="42"/>
                  <a:pt x="278" y="42"/>
                </a:cubicBezTo>
                <a:cubicBezTo>
                  <a:pt x="251" y="42"/>
                  <a:pt x="226" y="54"/>
                  <a:pt x="202" y="78"/>
                </a:cubicBezTo>
                <a:cubicBezTo>
                  <a:pt x="177" y="101"/>
                  <a:pt x="158" y="132"/>
                  <a:pt x="145" y="170"/>
                </a:cubicBezTo>
                <a:cubicBezTo>
                  <a:pt x="123" y="230"/>
                  <a:pt x="107" y="292"/>
                  <a:pt x="98" y="357"/>
                </a:cubicBezTo>
                <a:cubicBezTo>
                  <a:pt x="98" y="360"/>
                  <a:pt x="98" y="364"/>
                  <a:pt x="98" y="370"/>
                </a:cubicBezTo>
                <a:cubicBezTo>
                  <a:pt x="98" y="376"/>
                  <a:pt x="98" y="380"/>
                  <a:pt x="97" y="384"/>
                </a:cubicBezTo>
                <a:cubicBezTo>
                  <a:pt x="97" y="418"/>
                  <a:pt x="104" y="441"/>
                  <a:pt x="117" y="454"/>
                </a:cubicBezTo>
                <a:cubicBezTo>
                  <a:pt x="131" y="467"/>
                  <a:pt x="147" y="474"/>
                  <a:pt x="166" y="475"/>
                </a:cubicBezTo>
                <a:cubicBezTo>
                  <a:pt x="207" y="475"/>
                  <a:pt x="250" y="447"/>
                  <a:pt x="293" y="393"/>
                </a:cubicBezTo>
                <a:lnTo>
                  <a:pt x="302" y="380"/>
                </a:lnTo>
                <a:lnTo>
                  <a:pt x="364" y="132"/>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545" name=""/>
          <p:cNvSpPr/>
          <p:nvPr/>
        </p:nvSpPr>
        <p:spPr>
          <a:xfrm>
            <a:off x="2793960" y="2222280"/>
            <a:ext cx="98280" cy="410040"/>
          </a:xfrm>
          <a:custGeom>
            <a:avLst/>
            <a:gdLst/>
            <a:ahLst/>
            <a:rect l="0" t="0" r="r" b="b"/>
            <a:pathLst>
              <a:path w="273" h="1139">
                <a:moveTo>
                  <a:pt x="0" y="570"/>
                </a:moveTo>
                <a:cubicBezTo>
                  <a:pt x="0" y="517"/>
                  <a:pt x="4" y="468"/>
                  <a:pt x="12" y="421"/>
                </a:cubicBezTo>
                <a:cubicBezTo>
                  <a:pt x="19" y="373"/>
                  <a:pt x="28" y="333"/>
                  <a:pt x="38" y="299"/>
                </a:cubicBezTo>
                <a:cubicBezTo>
                  <a:pt x="48" y="265"/>
                  <a:pt x="62" y="231"/>
                  <a:pt x="80" y="199"/>
                </a:cubicBezTo>
                <a:cubicBezTo>
                  <a:pt x="98" y="166"/>
                  <a:pt x="113" y="141"/>
                  <a:pt x="123" y="122"/>
                </a:cubicBezTo>
                <a:cubicBezTo>
                  <a:pt x="134" y="104"/>
                  <a:pt x="150" y="83"/>
                  <a:pt x="171" y="62"/>
                </a:cubicBezTo>
                <a:cubicBezTo>
                  <a:pt x="192" y="41"/>
                  <a:pt x="205" y="28"/>
                  <a:pt x="208" y="23"/>
                </a:cubicBezTo>
                <a:cubicBezTo>
                  <a:pt x="212" y="19"/>
                  <a:pt x="222" y="11"/>
                  <a:pt x="237" y="0"/>
                </a:cubicBezTo>
                <a:lnTo>
                  <a:pt x="252" y="0"/>
                </a:lnTo>
                <a:lnTo>
                  <a:pt x="256" y="0"/>
                </a:lnTo>
                <a:cubicBezTo>
                  <a:pt x="268" y="0"/>
                  <a:pt x="273" y="3"/>
                  <a:pt x="273" y="10"/>
                </a:cubicBezTo>
                <a:cubicBezTo>
                  <a:pt x="273" y="12"/>
                  <a:pt x="267" y="20"/>
                  <a:pt x="253" y="34"/>
                </a:cubicBezTo>
                <a:cubicBezTo>
                  <a:pt x="240" y="47"/>
                  <a:pt x="224" y="67"/>
                  <a:pt x="206" y="95"/>
                </a:cubicBezTo>
                <a:cubicBezTo>
                  <a:pt x="188" y="122"/>
                  <a:pt x="169" y="154"/>
                  <a:pt x="150" y="193"/>
                </a:cubicBezTo>
                <a:cubicBezTo>
                  <a:pt x="131" y="232"/>
                  <a:pt x="116" y="284"/>
                  <a:pt x="103" y="350"/>
                </a:cubicBezTo>
                <a:cubicBezTo>
                  <a:pt x="90" y="416"/>
                  <a:pt x="83" y="489"/>
                  <a:pt x="83" y="570"/>
                </a:cubicBezTo>
                <a:cubicBezTo>
                  <a:pt x="83" y="650"/>
                  <a:pt x="90" y="723"/>
                  <a:pt x="103" y="788"/>
                </a:cubicBezTo>
                <a:cubicBezTo>
                  <a:pt x="116" y="853"/>
                  <a:pt x="131" y="906"/>
                  <a:pt x="149" y="946"/>
                </a:cubicBezTo>
                <a:cubicBezTo>
                  <a:pt x="168" y="987"/>
                  <a:pt x="186" y="1019"/>
                  <a:pt x="205" y="1044"/>
                </a:cubicBezTo>
                <a:cubicBezTo>
                  <a:pt x="224" y="1069"/>
                  <a:pt x="240" y="1089"/>
                  <a:pt x="253" y="1105"/>
                </a:cubicBezTo>
                <a:cubicBezTo>
                  <a:pt x="267" y="1120"/>
                  <a:pt x="273" y="1128"/>
                  <a:pt x="273" y="1128"/>
                </a:cubicBezTo>
                <a:cubicBezTo>
                  <a:pt x="273" y="1135"/>
                  <a:pt x="268" y="1139"/>
                  <a:pt x="255" y="1139"/>
                </a:cubicBezTo>
                <a:lnTo>
                  <a:pt x="252" y="1139"/>
                </a:lnTo>
                <a:lnTo>
                  <a:pt x="237" y="1139"/>
                </a:lnTo>
                <a:lnTo>
                  <a:pt x="205" y="1111"/>
                </a:lnTo>
                <a:cubicBezTo>
                  <a:pt x="134" y="1047"/>
                  <a:pt x="82" y="966"/>
                  <a:pt x="49" y="870"/>
                </a:cubicBezTo>
                <a:cubicBezTo>
                  <a:pt x="17" y="774"/>
                  <a:pt x="0" y="674"/>
                  <a:pt x="0" y="570"/>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546" name=""/>
          <p:cNvSpPr/>
          <p:nvPr/>
        </p:nvSpPr>
        <p:spPr>
          <a:xfrm>
            <a:off x="2923560" y="2347560"/>
            <a:ext cx="231840" cy="182160"/>
          </a:xfrm>
          <a:custGeom>
            <a:avLst/>
            <a:gdLst/>
            <a:ahLst/>
            <a:rect l="0" t="0" r="r" b="b"/>
            <a:pathLst>
              <a:path w="644" h="506">
                <a:moveTo>
                  <a:pt x="234" y="506"/>
                </a:moveTo>
                <a:cubicBezTo>
                  <a:pt x="223" y="504"/>
                  <a:pt x="183" y="503"/>
                  <a:pt x="114" y="503"/>
                </a:cubicBezTo>
                <a:cubicBezTo>
                  <a:pt x="52" y="503"/>
                  <a:pt x="17" y="504"/>
                  <a:pt x="8" y="506"/>
                </a:cubicBezTo>
                <a:lnTo>
                  <a:pt x="0" y="506"/>
                </a:lnTo>
                <a:lnTo>
                  <a:pt x="0" y="436"/>
                </a:lnTo>
                <a:lnTo>
                  <a:pt x="109" y="436"/>
                </a:lnTo>
                <a:lnTo>
                  <a:pt x="255" y="263"/>
                </a:lnTo>
                <a:lnTo>
                  <a:pt x="100" y="70"/>
                </a:lnTo>
                <a:lnTo>
                  <a:pt x="6" y="70"/>
                </a:lnTo>
                <a:lnTo>
                  <a:pt x="6" y="0"/>
                </a:lnTo>
                <a:lnTo>
                  <a:pt x="15" y="0"/>
                </a:lnTo>
                <a:cubicBezTo>
                  <a:pt x="26" y="2"/>
                  <a:pt x="67" y="3"/>
                  <a:pt x="139" y="3"/>
                </a:cubicBezTo>
                <a:cubicBezTo>
                  <a:pt x="218" y="3"/>
                  <a:pt x="264" y="2"/>
                  <a:pt x="278" y="0"/>
                </a:cubicBezTo>
                <a:lnTo>
                  <a:pt x="288" y="0"/>
                </a:lnTo>
                <a:lnTo>
                  <a:pt x="288" y="70"/>
                </a:lnTo>
                <a:lnTo>
                  <a:pt x="256" y="70"/>
                </a:lnTo>
                <a:lnTo>
                  <a:pt x="296" y="119"/>
                </a:lnTo>
                <a:cubicBezTo>
                  <a:pt x="322" y="151"/>
                  <a:pt x="335" y="167"/>
                  <a:pt x="336" y="167"/>
                </a:cubicBezTo>
                <a:cubicBezTo>
                  <a:pt x="339" y="167"/>
                  <a:pt x="353" y="150"/>
                  <a:pt x="379" y="117"/>
                </a:cubicBezTo>
                <a:lnTo>
                  <a:pt x="419" y="70"/>
                </a:lnTo>
                <a:lnTo>
                  <a:pt x="377" y="70"/>
                </a:lnTo>
                <a:lnTo>
                  <a:pt x="377" y="0"/>
                </a:lnTo>
                <a:lnTo>
                  <a:pt x="386" y="0"/>
                </a:lnTo>
                <a:cubicBezTo>
                  <a:pt x="397" y="2"/>
                  <a:pt x="437" y="3"/>
                  <a:pt x="506" y="3"/>
                </a:cubicBezTo>
                <a:cubicBezTo>
                  <a:pt x="569" y="3"/>
                  <a:pt x="604" y="2"/>
                  <a:pt x="613" y="0"/>
                </a:cubicBezTo>
                <a:lnTo>
                  <a:pt x="621" y="0"/>
                </a:lnTo>
                <a:lnTo>
                  <a:pt x="621" y="70"/>
                </a:lnTo>
                <a:lnTo>
                  <a:pt x="512" y="70"/>
                </a:lnTo>
                <a:lnTo>
                  <a:pt x="380" y="225"/>
                </a:lnTo>
                <a:lnTo>
                  <a:pt x="550" y="434"/>
                </a:lnTo>
                <a:lnTo>
                  <a:pt x="597" y="436"/>
                </a:lnTo>
                <a:lnTo>
                  <a:pt x="644" y="436"/>
                </a:lnTo>
                <a:lnTo>
                  <a:pt x="644" y="506"/>
                </a:lnTo>
                <a:lnTo>
                  <a:pt x="635" y="506"/>
                </a:lnTo>
                <a:cubicBezTo>
                  <a:pt x="623" y="504"/>
                  <a:pt x="582" y="503"/>
                  <a:pt x="510" y="503"/>
                </a:cubicBezTo>
                <a:cubicBezTo>
                  <a:pt x="431" y="503"/>
                  <a:pt x="385" y="504"/>
                  <a:pt x="371" y="506"/>
                </a:cubicBezTo>
                <a:lnTo>
                  <a:pt x="361" y="506"/>
                </a:lnTo>
                <a:lnTo>
                  <a:pt x="361" y="436"/>
                </a:lnTo>
                <a:lnTo>
                  <a:pt x="393" y="436"/>
                </a:lnTo>
                <a:cubicBezTo>
                  <a:pt x="393" y="435"/>
                  <a:pt x="377" y="416"/>
                  <a:pt x="347" y="379"/>
                </a:cubicBezTo>
                <a:cubicBezTo>
                  <a:pt x="317" y="342"/>
                  <a:pt x="301" y="322"/>
                  <a:pt x="300" y="321"/>
                </a:cubicBezTo>
                <a:lnTo>
                  <a:pt x="201" y="434"/>
                </a:lnTo>
                <a:lnTo>
                  <a:pt x="223" y="436"/>
                </a:lnTo>
                <a:lnTo>
                  <a:pt x="243" y="436"/>
                </a:lnTo>
                <a:lnTo>
                  <a:pt x="243" y="506"/>
                </a:lnTo>
                <a:lnTo>
                  <a:pt x="234" y="506"/>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547" name=""/>
          <p:cNvSpPr/>
          <p:nvPr/>
        </p:nvSpPr>
        <p:spPr>
          <a:xfrm>
            <a:off x="3182760" y="2409480"/>
            <a:ext cx="90360" cy="185040"/>
          </a:xfrm>
          <a:custGeom>
            <a:avLst/>
            <a:gdLst/>
            <a:ahLst/>
            <a:rect l="0" t="0" r="r" b="b"/>
            <a:pathLst>
              <a:path w="251" h="514">
                <a:moveTo>
                  <a:pt x="5" y="194"/>
                </a:moveTo>
                <a:cubicBezTo>
                  <a:pt x="2" y="190"/>
                  <a:pt x="0" y="188"/>
                  <a:pt x="0" y="186"/>
                </a:cubicBezTo>
                <a:cubicBezTo>
                  <a:pt x="0" y="184"/>
                  <a:pt x="0" y="180"/>
                  <a:pt x="2" y="173"/>
                </a:cubicBezTo>
                <a:cubicBezTo>
                  <a:pt x="4" y="167"/>
                  <a:pt x="5" y="163"/>
                  <a:pt x="6" y="162"/>
                </a:cubicBezTo>
                <a:cubicBezTo>
                  <a:pt x="7" y="159"/>
                  <a:pt x="10" y="158"/>
                  <a:pt x="13" y="158"/>
                </a:cubicBezTo>
                <a:cubicBezTo>
                  <a:pt x="17" y="158"/>
                  <a:pt x="31" y="158"/>
                  <a:pt x="55" y="157"/>
                </a:cubicBezTo>
                <a:lnTo>
                  <a:pt x="98" y="157"/>
                </a:lnTo>
                <a:lnTo>
                  <a:pt x="113" y="93"/>
                </a:lnTo>
                <a:cubicBezTo>
                  <a:pt x="115" y="87"/>
                  <a:pt x="117" y="79"/>
                  <a:pt x="119" y="69"/>
                </a:cubicBezTo>
                <a:cubicBezTo>
                  <a:pt x="121" y="60"/>
                  <a:pt x="123" y="53"/>
                  <a:pt x="125" y="48"/>
                </a:cubicBezTo>
                <a:cubicBezTo>
                  <a:pt x="126" y="44"/>
                  <a:pt x="128" y="39"/>
                  <a:pt x="129" y="32"/>
                </a:cubicBezTo>
                <a:cubicBezTo>
                  <a:pt x="131" y="26"/>
                  <a:pt x="133" y="21"/>
                  <a:pt x="136" y="19"/>
                </a:cubicBezTo>
                <a:cubicBezTo>
                  <a:pt x="138" y="16"/>
                  <a:pt x="141" y="13"/>
                  <a:pt x="144" y="9"/>
                </a:cubicBezTo>
                <a:cubicBezTo>
                  <a:pt x="147" y="5"/>
                  <a:pt x="150" y="3"/>
                  <a:pt x="155" y="2"/>
                </a:cubicBezTo>
                <a:cubicBezTo>
                  <a:pt x="160" y="1"/>
                  <a:pt x="165" y="0"/>
                  <a:pt x="170" y="0"/>
                </a:cubicBezTo>
                <a:cubicBezTo>
                  <a:pt x="179" y="1"/>
                  <a:pt x="186" y="4"/>
                  <a:pt x="190" y="9"/>
                </a:cubicBezTo>
                <a:cubicBezTo>
                  <a:pt x="193" y="14"/>
                  <a:pt x="195" y="19"/>
                  <a:pt x="195" y="24"/>
                </a:cubicBezTo>
                <a:cubicBezTo>
                  <a:pt x="195" y="28"/>
                  <a:pt x="193" y="41"/>
                  <a:pt x="188" y="62"/>
                </a:cubicBezTo>
                <a:cubicBezTo>
                  <a:pt x="183" y="84"/>
                  <a:pt x="178" y="105"/>
                  <a:pt x="172" y="126"/>
                </a:cubicBezTo>
                <a:lnTo>
                  <a:pt x="164" y="155"/>
                </a:lnTo>
                <a:cubicBezTo>
                  <a:pt x="164" y="157"/>
                  <a:pt x="177" y="157"/>
                  <a:pt x="204" y="157"/>
                </a:cubicBezTo>
                <a:lnTo>
                  <a:pt x="245" y="157"/>
                </a:lnTo>
                <a:cubicBezTo>
                  <a:pt x="249" y="161"/>
                  <a:pt x="251" y="164"/>
                  <a:pt x="251" y="166"/>
                </a:cubicBezTo>
                <a:cubicBezTo>
                  <a:pt x="251" y="178"/>
                  <a:pt x="247" y="187"/>
                  <a:pt x="240" y="194"/>
                </a:cubicBezTo>
                <a:lnTo>
                  <a:pt x="154" y="194"/>
                </a:lnTo>
                <a:lnTo>
                  <a:pt x="125" y="312"/>
                </a:lnTo>
                <a:cubicBezTo>
                  <a:pt x="104" y="398"/>
                  <a:pt x="94" y="444"/>
                  <a:pt x="94" y="450"/>
                </a:cubicBezTo>
                <a:cubicBezTo>
                  <a:pt x="94" y="473"/>
                  <a:pt x="101" y="484"/>
                  <a:pt x="116" y="484"/>
                </a:cubicBezTo>
                <a:cubicBezTo>
                  <a:pt x="134" y="484"/>
                  <a:pt x="153" y="475"/>
                  <a:pt x="170" y="457"/>
                </a:cubicBezTo>
                <a:cubicBezTo>
                  <a:pt x="188" y="438"/>
                  <a:pt x="202" y="416"/>
                  <a:pt x="213" y="389"/>
                </a:cubicBezTo>
                <a:cubicBezTo>
                  <a:pt x="214" y="386"/>
                  <a:pt x="215" y="384"/>
                  <a:pt x="217" y="383"/>
                </a:cubicBezTo>
                <a:cubicBezTo>
                  <a:pt x="219" y="383"/>
                  <a:pt x="223" y="382"/>
                  <a:pt x="229" y="382"/>
                </a:cubicBezTo>
                <a:lnTo>
                  <a:pt x="232" y="382"/>
                </a:lnTo>
                <a:cubicBezTo>
                  <a:pt x="240" y="382"/>
                  <a:pt x="244" y="384"/>
                  <a:pt x="244" y="388"/>
                </a:cubicBezTo>
                <a:cubicBezTo>
                  <a:pt x="244" y="390"/>
                  <a:pt x="244" y="393"/>
                  <a:pt x="242" y="398"/>
                </a:cubicBezTo>
                <a:cubicBezTo>
                  <a:pt x="239" y="406"/>
                  <a:pt x="235" y="417"/>
                  <a:pt x="228" y="428"/>
                </a:cubicBezTo>
                <a:cubicBezTo>
                  <a:pt x="221" y="440"/>
                  <a:pt x="211" y="453"/>
                  <a:pt x="200" y="466"/>
                </a:cubicBezTo>
                <a:cubicBezTo>
                  <a:pt x="189" y="480"/>
                  <a:pt x="175" y="491"/>
                  <a:pt x="159" y="500"/>
                </a:cubicBezTo>
                <a:cubicBezTo>
                  <a:pt x="143" y="509"/>
                  <a:pt x="127" y="514"/>
                  <a:pt x="110" y="514"/>
                </a:cubicBezTo>
                <a:cubicBezTo>
                  <a:pt x="94" y="514"/>
                  <a:pt x="79" y="510"/>
                  <a:pt x="64" y="502"/>
                </a:cubicBezTo>
                <a:cubicBezTo>
                  <a:pt x="50" y="494"/>
                  <a:pt x="39" y="480"/>
                  <a:pt x="32" y="460"/>
                </a:cubicBezTo>
                <a:cubicBezTo>
                  <a:pt x="31" y="456"/>
                  <a:pt x="30" y="448"/>
                  <a:pt x="30" y="438"/>
                </a:cubicBezTo>
                <a:lnTo>
                  <a:pt x="30" y="424"/>
                </a:lnTo>
                <a:lnTo>
                  <a:pt x="59" y="311"/>
                </a:lnTo>
                <a:cubicBezTo>
                  <a:pt x="78" y="235"/>
                  <a:pt x="88" y="196"/>
                  <a:pt x="88" y="196"/>
                </a:cubicBezTo>
                <a:cubicBezTo>
                  <a:pt x="88" y="195"/>
                  <a:pt x="75" y="194"/>
                  <a:pt x="47" y="194"/>
                </a:cubicBezTo>
                <a:lnTo>
                  <a:pt x="5" y="194"/>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548" name=""/>
          <p:cNvSpPr/>
          <p:nvPr/>
        </p:nvSpPr>
        <p:spPr>
          <a:xfrm>
            <a:off x="3305880" y="2512800"/>
            <a:ext cx="177120" cy="11880"/>
          </a:xfrm>
          <a:custGeom>
            <a:avLst/>
            <a:gdLst/>
            <a:ahLst/>
            <a:rect l="0" t="0" r="r" b="b"/>
            <a:pathLst>
              <a:path w="492" h="33">
                <a:moveTo>
                  <a:pt x="12" y="0"/>
                </a:moveTo>
                <a:lnTo>
                  <a:pt x="480" y="0"/>
                </a:lnTo>
                <a:cubicBezTo>
                  <a:pt x="488" y="4"/>
                  <a:pt x="492" y="9"/>
                  <a:pt x="492" y="17"/>
                </a:cubicBezTo>
                <a:cubicBezTo>
                  <a:pt x="492" y="23"/>
                  <a:pt x="488" y="29"/>
                  <a:pt x="480" y="33"/>
                </a:cubicBezTo>
                <a:lnTo>
                  <a:pt x="12" y="33"/>
                </a:lnTo>
                <a:cubicBezTo>
                  <a:pt x="4" y="29"/>
                  <a:pt x="0" y="24"/>
                  <a:pt x="0" y="17"/>
                </a:cubicBezTo>
                <a:cubicBezTo>
                  <a:pt x="0" y="9"/>
                  <a:pt x="4" y="3"/>
                  <a:pt x="12" y="0"/>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549" name=""/>
          <p:cNvSpPr/>
          <p:nvPr/>
        </p:nvSpPr>
        <p:spPr>
          <a:xfrm>
            <a:off x="3531240" y="2397960"/>
            <a:ext cx="99720" cy="193320"/>
          </a:xfrm>
          <a:custGeom>
            <a:avLst/>
            <a:gdLst/>
            <a:ahLst/>
            <a:rect l="0" t="0" r="r" b="b"/>
            <a:pathLst>
              <a:path w="277" h="537">
                <a:moveTo>
                  <a:pt x="104" y="72"/>
                </a:moveTo>
                <a:lnTo>
                  <a:pt x="94" y="76"/>
                </a:lnTo>
                <a:cubicBezTo>
                  <a:pt x="86" y="78"/>
                  <a:pt x="76" y="81"/>
                  <a:pt x="62" y="84"/>
                </a:cubicBezTo>
                <a:cubicBezTo>
                  <a:pt x="48" y="87"/>
                  <a:pt x="32" y="88"/>
                  <a:pt x="15" y="89"/>
                </a:cubicBezTo>
                <a:lnTo>
                  <a:pt x="0" y="89"/>
                </a:lnTo>
                <a:lnTo>
                  <a:pt x="0" y="52"/>
                </a:lnTo>
                <a:lnTo>
                  <a:pt x="15" y="52"/>
                </a:lnTo>
                <a:cubicBezTo>
                  <a:pt x="40" y="51"/>
                  <a:pt x="63" y="47"/>
                  <a:pt x="85" y="40"/>
                </a:cubicBezTo>
                <a:cubicBezTo>
                  <a:pt x="106" y="33"/>
                  <a:pt x="121" y="26"/>
                  <a:pt x="130" y="20"/>
                </a:cubicBezTo>
                <a:cubicBezTo>
                  <a:pt x="139" y="14"/>
                  <a:pt x="146" y="8"/>
                  <a:pt x="152" y="2"/>
                </a:cubicBezTo>
                <a:cubicBezTo>
                  <a:pt x="154" y="1"/>
                  <a:pt x="157" y="0"/>
                  <a:pt x="162" y="0"/>
                </a:cubicBezTo>
                <a:cubicBezTo>
                  <a:pt x="167" y="0"/>
                  <a:pt x="172" y="2"/>
                  <a:pt x="176" y="5"/>
                </a:cubicBezTo>
                <a:lnTo>
                  <a:pt x="176" y="246"/>
                </a:lnTo>
                <a:lnTo>
                  <a:pt x="177" y="488"/>
                </a:lnTo>
                <a:cubicBezTo>
                  <a:pt x="180" y="492"/>
                  <a:pt x="184" y="494"/>
                  <a:pt x="186" y="495"/>
                </a:cubicBezTo>
                <a:cubicBezTo>
                  <a:pt x="189" y="496"/>
                  <a:pt x="195" y="497"/>
                  <a:pt x="206" y="498"/>
                </a:cubicBezTo>
                <a:cubicBezTo>
                  <a:pt x="216" y="499"/>
                  <a:pt x="232" y="500"/>
                  <a:pt x="255" y="500"/>
                </a:cubicBezTo>
                <a:lnTo>
                  <a:pt x="277" y="500"/>
                </a:lnTo>
                <a:lnTo>
                  <a:pt x="277" y="537"/>
                </a:lnTo>
                <a:lnTo>
                  <a:pt x="269" y="537"/>
                </a:lnTo>
                <a:cubicBezTo>
                  <a:pt x="256" y="535"/>
                  <a:pt x="214" y="534"/>
                  <a:pt x="140" y="534"/>
                </a:cubicBezTo>
                <a:cubicBezTo>
                  <a:pt x="67" y="534"/>
                  <a:pt x="25" y="535"/>
                  <a:pt x="13" y="537"/>
                </a:cubicBezTo>
                <a:lnTo>
                  <a:pt x="4" y="537"/>
                </a:lnTo>
                <a:lnTo>
                  <a:pt x="4" y="500"/>
                </a:lnTo>
                <a:lnTo>
                  <a:pt x="25" y="500"/>
                </a:lnTo>
                <a:cubicBezTo>
                  <a:pt x="36" y="500"/>
                  <a:pt x="47" y="500"/>
                  <a:pt x="55" y="500"/>
                </a:cubicBezTo>
                <a:cubicBezTo>
                  <a:pt x="64" y="500"/>
                  <a:pt x="70" y="500"/>
                  <a:pt x="75" y="499"/>
                </a:cubicBezTo>
                <a:cubicBezTo>
                  <a:pt x="80" y="499"/>
                  <a:pt x="84" y="498"/>
                  <a:pt x="88" y="497"/>
                </a:cubicBezTo>
                <a:cubicBezTo>
                  <a:pt x="92" y="496"/>
                  <a:pt x="94" y="495"/>
                  <a:pt x="95" y="495"/>
                </a:cubicBezTo>
                <a:cubicBezTo>
                  <a:pt x="95" y="495"/>
                  <a:pt x="97" y="494"/>
                  <a:pt x="99" y="491"/>
                </a:cubicBezTo>
                <a:cubicBezTo>
                  <a:pt x="102" y="488"/>
                  <a:pt x="104" y="487"/>
                  <a:pt x="104" y="488"/>
                </a:cubicBezTo>
                <a:lnTo>
                  <a:pt x="104" y="72"/>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550" name=""/>
          <p:cNvSpPr/>
          <p:nvPr/>
        </p:nvSpPr>
        <p:spPr>
          <a:xfrm>
            <a:off x="3721320" y="2222280"/>
            <a:ext cx="16560" cy="409680"/>
          </a:xfrm>
          <a:custGeom>
            <a:avLst/>
            <a:gdLst/>
            <a:ahLst/>
            <a:rect l="0" t="0" r="r" b="b"/>
            <a:pathLst>
              <a:path w="46" h="1138">
                <a:moveTo>
                  <a:pt x="22" y="1138"/>
                </a:moveTo>
                <a:lnTo>
                  <a:pt x="20" y="1138"/>
                </a:lnTo>
                <a:cubicBezTo>
                  <a:pt x="11" y="1138"/>
                  <a:pt x="4" y="1133"/>
                  <a:pt x="0" y="1122"/>
                </a:cubicBezTo>
                <a:lnTo>
                  <a:pt x="0" y="569"/>
                </a:lnTo>
                <a:lnTo>
                  <a:pt x="1" y="15"/>
                </a:lnTo>
                <a:cubicBezTo>
                  <a:pt x="8" y="5"/>
                  <a:pt x="16" y="0"/>
                  <a:pt x="22" y="0"/>
                </a:cubicBezTo>
                <a:cubicBezTo>
                  <a:pt x="32" y="0"/>
                  <a:pt x="41" y="6"/>
                  <a:pt x="46" y="17"/>
                </a:cubicBezTo>
                <a:lnTo>
                  <a:pt x="46" y="1122"/>
                </a:lnTo>
                <a:cubicBezTo>
                  <a:pt x="40" y="1133"/>
                  <a:pt x="32" y="1138"/>
                  <a:pt x="25" y="1138"/>
                </a:cubicBezTo>
                <a:lnTo>
                  <a:pt x="22" y="1138"/>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551" name=""/>
          <p:cNvSpPr/>
          <p:nvPr/>
        </p:nvSpPr>
        <p:spPr>
          <a:xfrm>
            <a:off x="3794760" y="2347560"/>
            <a:ext cx="232200" cy="182160"/>
          </a:xfrm>
          <a:custGeom>
            <a:avLst/>
            <a:gdLst/>
            <a:ahLst/>
            <a:rect l="0" t="0" r="r" b="b"/>
            <a:pathLst>
              <a:path w="645" h="506">
                <a:moveTo>
                  <a:pt x="236" y="506"/>
                </a:moveTo>
                <a:cubicBezTo>
                  <a:pt x="225" y="504"/>
                  <a:pt x="184" y="503"/>
                  <a:pt x="115" y="503"/>
                </a:cubicBezTo>
                <a:cubicBezTo>
                  <a:pt x="53" y="503"/>
                  <a:pt x="18" y="504"/>
                  <a:pt x="8" y="506"/>
                </a:cubicBezTo>
                <a:lnTo>
                  <a:pt x="0" y="506"/>
                </a:lnTo>
                <a:lnTo>
                  <a:pt x="0" y="436"/>
                </a:lnTo>
                <a:lnTo>
                  <a:pt x="111" y="436"/>
                </a:lnTo>
                <a:lnTo>
                  <a:pt x="256" y="263"/>
                </a:lnTo>
                <a:lnTo>
                  <a:pt x="102" y="70"/>
                </a:lnTo>
                <a:lnTo>
                  <a:pt x="6" y="70"/>
                </a:lnTo>
                <a:lnTo>
                  <a:pt x="6" y="0"/>
                </a:lnTo>
                <a:lnTo>
                  <a:pt x="15" y="0"/>
                </a:lnTo>
                <a:cubicBezTo>
                  <a:pt x="27" y="2"/>
                  <a:pt x="68" y="3"/>
                  <a:pt x="140" y="3"/>
                </a:cubicBezTo>
                <a:cubicBezTo>
                  <a:pt x="219" y="3"/>
                  <a:pt x="266" y="2"/>
                  <a:pt x="279" y="0"/>
                </a:cubicBezTo>
                <a:lnTo>
                  <a:pt x="289" y="0"/>
                </a:lnTo>
                <a:lnTo>
                  <a:pt x="289" y="70"/>
                </a:lnTo>
                <a:lnTo>
                  <a:pt x="258" y="70"/>
                </a:lnTo>
                <a:lnTo>
                  <a:pt x="297" y="119"/>
                </a:lnTo>
                <a:cubicBezTo>
                  <a:pt x="323" y="151"/>
                  <a:pt x="336" y="167"/>
                  <a:pt x="337" y="167"/>
                </a:cubicBezTo>
                <a:cubicBezTo>
                  <a:pt x="340" y="167"/>
                  <a:pt x="355" y="150"/>
                  <a:pt x="380" y="117"/>
                </a:cubicBezTo>
                <a:lnTo>
                  <a:pt x="420" y="70"/>
                </a:lnTo>
                <a:lnTo>
                  <a:pt x="378" y="70"/>
                </a:lnTo>
                <a:lnTo>
                  <a:pt x="378" y="0"/>
                </a:lnTo>
                <a:lnTo>
                  <a:pt x="387" y="0"/>
                </a:lnTo>
                <a:cubicBezTo>
                  <a:pt x="399" y="2"/>
                  <a:pt x="439" y="3"/>
                  <a:pt x="508" y="3"/>
                </a:cubicBezTo>
                <a:cubicBezTo>
                  <a:pt x="569" y="3"/>
                  <a:pt x="605" y="2"/>
                  <a:pt x="614" y="0"/>
                </a:cubicBezTo>
                <a:lnTo>
                  <a:pt x="622" y="0"/>
                </a:lnTo>
                <a:lnTo>
                  <a:pt x="622" y="70"/>
                </a:lnTo>
                <a:lnTo>
                  <a:pt x="514" y="70"/>
                </a:lnTo>
                <a:lnTo>
                  <a:pt x="382" y="225"/>
                </a:lnTo>
                <a:lnTo>
                  <a:pt x="551" y="434"/>
                </a:lnTo>
                <a:lnTo>
                  <a:pt x="598" y="436"/>
                </a:lnTo>
                <a:lnTo>
                  <a:pt x="645" y="436"/>
                </a:lnTo>
                <a:lnTo>
                  <a:pt x="645" y="506"/>
                </a:lnTo>
                <a:lnTo>
                  <a:pt x="635" y="506"/>
                </a:lnTo>
                <a:cubicBezTo>
                  <a:pt x="624" y="504"/>
                  <a:pt x="583" y="503"/>
                  <a:pt x="511" y="503"/>
                </a:cubicBezTo>
                <a:cubicBezTo>
                  <a:pt x="432" y="503"/>
                  <a:pt x="386" y="504"/>
                  <a:pt x="373" y="506"/>
                </a:cubicBezTo>
                <a:lnTo>
                  <a:pt x="362" y="506"/>
                </a:lnTo>
                <a:lnTo>
                  <a:pt x="362" y="436"/>
                </a:lnTo>
                <a:lnTo>
                  <a:pt x="394" y="436"/>
                </a:lnTo>
                <a:cubicBezTo>
                  <a:pt x="394" y="435"/>
                  <a:pt x="379" y="416"/>
                  <a:pt x="349" y="379"/>
                </a:cubicBezTo>
                <a:cubicBezTo>
                  <a:pt x="318" y="342"/>
                  <a:pt x="303" y="322"/>
                  <a:pt x="302" y="321"/>
                </a:cubicBezTo>
                <a:lnTo>
                  <a:pt x="203" y="434"/>
                </a:lnTo>
                <a:lnTo>
                  <a:pt x="225" y="436"/>
                </a:lnTo>
                <a:lnTo>
                  <a:pt x="245" y="436"/>
                </a:lnTo>
                <a:lnTo>
                  <a:pt x="245" y="506"/>
                </a:lnTo>
                <a:lnTo>
                  <a:pt x="236" y="506"/>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552" name=""/>
          <p:cNvSpPr/>
          <p:nvPr/>
        </p:nvSpPr>
        <p:spPr>
          <a:xfrm>
            <a:off x="4053960" y="2409480"/>
            <a:ext cx="90720" cy="185040"/>
          </a:xfrm>
          <a:custGeom>
            <a:avLst/>
            <a:gdLst/>
            <a:ahLst/>
            <a:rect l="0" t="0" r="r" b="b"/>
            <a:pathLst>
              <a:path w="252" h="514">
                <a:moveTo>
                  <a:pt x="6" y="194"/>
                </a:moveTo>
                <a:cubicBezTo>
                  <a:pt x="2" y="190"/>
                  <a:pt x="0" y="188"/>
                  <a:pt x="0" y="186"/>
                </a:cubicBezTo>
                <a:cubicBezTo>
                  <a:pt x="0" y="184"/>
                  <a:pt x="1" y="180"/>
                  <a:pt x="3" y="173"/>
                </a:cubicBezTo>
                <a:cubicBezTo>
                  <a:pt x="4" y="167"/>
                  <a:pt x="6" y="163"/>
                  <a:pt x="7" y="162"/>
                </a:cubicBezTo>
                <a:cubicBezTo>
                  <a:pt x="8" y="159"/>
                  <a:pt x="10" y="158"/>
                  <a:pt x="14" y="158"/>
                </a:cubicBezTo>
                <a:cubicBezTo>
                  <a:pt x="18" y="158"/>
                  <a:pt x="31" y="158"/>
                  <a:pt x="55" y="157"/>
                </a:cubicBezTo>
                <a:lnTo>
                  <a:pt x="98" y="157"/>
                </a:lnTo>
                <a:lnTo>
                  <a:pt x="113" y="93"/>
                </a:lnTo>
                <a:cubicBezTo>
                  <a:pt x="116" y="87"/>
                  <a:pt x="117" y="79"/>
                  <a:pt x="120" y="69"/>
                </a:cubicBezTo>
                <a:cubicBezTo>
                  <a:pt x="122" y="60"/>
                  <a:pt x="124" y="53"/>
                  <a:pt x="125" y="48"/>
                </a:cubicBezTo>
                <a:cubicBezTo>
                  <a:pt x="127" y="44"/>
                  <a:pt x="128" y="39"/>
                  <a:pt x="130" y="32"/>
                </a:cubicBezTo>
                <a:cubicBezTo>
                  <a:pt x="132" y="26"/>
                  <a:pt x="134" y="21"/>
                  <a:pt x="136" y="19"/>
                </a:cubicBezTo>
                <a:cubicBezTo>
                  <a:pt x="139" y="16"/>
                  <a:pt x="142" y="13"/>
                  <a:pt x="145" y="9"/>
                </a:cubicBezTo>
                <a:cubicBezTo>
                  <a:pt x="147" y="5"/>
                  <a:pt x="151" y="3"/>
                  <a:pt x="156" y="2"/>
                </a:cubicBezTo>
                <a:cubicBezTo>
                  <a:pt x="161" y="1"/>
                  <a:pt x="165" y="0"/>
                  <a:pt x="170" y="0"/>
                </a:cubicBezTo>
                <a:cubicBezTo>
                  <a:pt x="180" y="1"/>
                  <a:pt x="187" y="4"/>
                  <a:pt x="190" y="9"/>
                </a:cubicBezTo>
                <a:cubicBezTo>
                  <a:pt x="194" y="14"/>
                  <a:pt x="196" y="19"/>
                  <a:pt x="196" y="24"/>
                </a:cubicBezTo>
                <a:cubicBezTo>
                  <a:pt x="196" y="28"/>
                  <a:pt x="194" y="41"/>
                  <a:pt x="189" y="62"/>
                </a:cubicBezTo>
                <a:cubicBezTo>
                  <a:pt x="184" y="84"/>
                  <a:pt x="179" y="105"/>
                  <a:pt x="173" y="126"/>
                </a:cubicBezTo>
                <a:lnTo>
                  <a:pt x="165" y="155"/>
                </a:lnTo>
                <a:cubicBezTo>
                  <a:pt x="165" y="157"/>
                  <a:pt x="178" y="157"/>
                  <a:pt x="205" y="157"/>
                </a:cubicBezTo>
                <a:lnTo>
                  <a:pt x="246" y="157"/>
                </a:lnTo>
                <a:cubicBezTo>
                  <a:pt x="250" y="161"/>
                  <a:pt x="252" y="164"/>
                  <a:pt x="252" y="166"/>
                </a:cubicBezTo>
                <a:cubicBezTo>
                  <a:pt x="252" y="178"/>
                  <a:pt x="248" y="187"/>
                  <a:pt x="241" y="194"/>
                </a:cubicBezTo>
                <a:lnTo>
                  <a:pt x="155" y="194"/>
                </a:lnTo>
                <a:lnTo>
                  <a:pt x="126" y="312"/>
                </a:lnTo>
                <a:cubicBezTo>
                  <a:pt x="104" y="398"/>
                  <a:pt x="94" y="444"/>
                  <a:pt x="94" y="450"/>
                </a:cubicBezTo>
                <a:cubicBezTo>
                  <a:pt x="94" y="473"/>
                  <a:pt x="101" y="484"/>
                  <a:pt x="116" y="484"/>
                </a:cubicBezTo>
                <a:cubicBezTo>
                  <a:pt x="135" y="484"/>
                  <a:pt x="153" y="475"/>
                  <a:pt x="171" y="457"/>
                </a:cubicBezTo>
                <a:cubicBezTo>
                  <a:pt x="189" y="438"/>
                  <a:pt x="203" y="416"/>
                  <a:pt x="214" y="389"/>
                </a:cubicBezTo>
                <a:cubicBezTo>
                  <a:pt x="215" y="386"/>
                  <a:pt x="216" y="384"/>
                  <a:pt x="218" y="383"/>
                </a:cubicBezTo>
                <a:cubicBezTo>
                  <a:pt x="219" y="383"/>
                  <a:pt x="223" y="382"/>
                  <a:pt x="230" y="382"/>
                </a:cubicBezTo>
                <a:lnTo>
                  <a:pt x="233" y="382"/>
                </a:lnTo>
                <a:cubicBezTo>
                  <a:pt x="241" y="382"/>
                  <a:pt x="245" y="384"/>
                  <a:pt x="245" y="388"/>
                </a:cubicBezTo>
                <a:cubicBezTo>
                  <a:pt x="245" y="390"/>
                  <a:pt x="244" y="393"/>
                  <a:pt x="243" y="398"/>
                </a:cubicBezTo>
                <a:cubicBezTo>
                  <a:pt x="240" y="406"/>
                  <a:pt x="235" y="417"/>
                  <a:pt x="228" y="428"/>
                </a:cubicBezTo>
                <a:cubicBezTo>
                  <a:pt x="221" y="440"/>
                  <a:pt x="212" y="453"/>
                  <a:pt x="201" y="466"/>
                </a:cubicBezTo>
                <a:cubicBezTo>
                  <a:pt x="190" y="480"/>
                  <a:pt x="176" y="491"/>
                  <a:pt x="160" y="500"/>
                </a:cubicBezTo>
                <a:cubicBezTo>
                  <a:pt x="144" y="509"/>
                  <a:pt x="127" y="514"/>
                  <a:pt x="110" y="514"/>
                </a:cubicBezTo>
                <a:cubicBezTo>
                  <a:pt x="94" y="514"/>
                  <a:pt x="78" y="510"/>
                  <a:pt x="64" y="502"/>
                </a:cubicBezTo>
                <a:cubicBezTo>
                  <a:pt x="49" y="494"/>
                  <a:pt x="39" y="480"/>
                  <a:pt x="32" y="460"/>
                </a:cubicBezTo>
                <a:cubicBezTo>
                  <a:pt x="31" y="456"/>
                  <a:pt x="31" y="448"/>
                  <a:pt x="31" y="438"/>
                </a:cubicBezTo>
                <a:lnTo>
                  <a:pt x="31" y="424"/>
                </a:lnTo>
                <a:lnTo>
                  <a:pt x="59" y="311"/>
                </a:lnTo>
                <a:cubicBezTo>
                  <a:pt x="78" y="235"/>
                  <a:pt x="87" y="196"/>
                  <a:pt x="88" y="196"/>
                </a:cubicBezTo>
                <a:cubicBezTo>
                  <a:pt x="88" y="195"/>
                  <a:pt x="74" y="194"/>
                  <a:pt x="47" y="194"/>
                </a:cubicBezTo>
                <a:lnTo>
                  <a:pt x="6" y="194"/>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553" name=""/>
          <p:cNvSpPr/>
          <p:nvPr/>
        </p:nvSpPr>
        <p:spPr>
          <a:xfrm>
            <a:off x="4205520" y="2479680"/>
            <a:ext cx="54360" cy="129600"/>
          </a:xfrm>
          <a:custGeom>
            <a:avLst/>
            <a:gdLst/>
            <a:ahLst/>
            <a:rect l="0" t="0" r="r" b="b"/>
            <a:pathLst>
              <a:path w="151" h="360">
                <a:moveTo>
                  <a:pt x="0" y="99"/>
                </a:moveTo>
                <a:cubicBezTo>
                  <a:pt x="0" y="99"/>
                  <a:pt x="0" y="89"/>
                  <a:pt x="0" y="70"/>
                </a:cubicBezTo>
                <a:cubicBezTo>
                  <a:pt x="0" y="51"/>
                  <a:pt x="6" y="35"/>
                  <a:pt x="18" y="21"/>
                </a:cubicBezTo>
                <a:cubicBezTo>
                  <a:pt x="31" y="7"/>
                  <a:pt x="47" y="0"/>
                  <a:pt x="67" y="0"/>
                </a:cubicBezTo>
                <a:cubicBezTo>
                  <a:pt x="89" y="0"/>
                  <a:pt x="109" y="10"/>
                  <a:pt x="125" y="29"/>
                </a:cubicBezTo>
                <a:cubicBezTo>
                  <a:pt x="142" y="48"/>
                  <a:pt x="151" y="81"/>
                  <a:pt x="151" y="130"/>
                </a:cubicBezTo>
                <a:cubicBezTo>
                  <a:pt x="151" y="157"/>
                  <a:pt x="148" y="182"/>
                  <a:pt x="141" y="207"/>
                </a:cubicBezTo>
                <a:cubicBezTo>
                  <a:pt x="134" y="232"/>
                  <a:pt x="126" y="254"/>
                  <a:pt x="117" y="272"/>
                </a:cubicBezTo>
                <a:cubicBezTo>
                  <a:pt x="108" y="291"/>
                  <a:pt x="98" y="306"/>
                  <a:pt x="87" y="319"/>
                </a:cubicBezTo>
                <a:cubicBezTo>
                  <a:pt x="76" y="332"/>
                  <a:pt x="67" y="342"/>
                  <a:pt x="59" y="350"/>
                </a:cubicBezTo>
                <a:cubicBezTo>
                  <a:pt x="52" y="357"/>
                  <a:pt x="47" y="361"/>
                  <a:pt x="45" y="360"/>
                </a:cubicBezTo>
                <a:cubicBezTo>
                  <a:pt x="42" y="360"/>
                  <a:pt x="37" y="357"/>
                  <a:pt x="30" y="350"/>
                </a:cubicBezTo>
                <a:cubicBezTo>
                  <a:pt x="23" y="343"/>
                  <a:pt x="20" y="338"/>
                  <a:pt x="20" y="335"/>
                </a:cubicBezTo>
                <a:cubicBezTo>
                  <a:pt x="20" y="332"/>
                  <a:pt x="24" y="326"/>
                  <a:pt x="32" y="317"/>
                </a:cubicBezTo>
                <a:cubicBezTo>
                  <a:pt x="40" y="308"/>
                  <a:pt x="50" y="296"/>
                  <a:pt x="61" y="283"/>
                </a:cubicBezTo>
                <a:cubicBezTo>
                  <a:pt x="71" y="269"/>
                  <a:pt x="81" y="250"/>
                  <a:pt x="90" y="226"/>
                </a:cubicBezTo>
                <a:cubicBezTo>
                  <a:pt x="100" y="201"/>
                  <a:pt x="106" y="174"/>
                  <a:pt x="109" y="143"/>
                </a:cubicBezTo>
                <a:lnTo>
                  <a:pt x="109" y="129"/>
                </a:lnTo>
                <a:lnTo>
                  <a:pt x="108" y="130"/>
                </a:lnTo>
                <a:cubicBezTo>
                  <a:pt x="107" y="131"/>
                  <a:pt x="105" y="132"/>
                  <a:pt x="103" y="132"/>
                </a:cubicBezTo>
                <a:cubicBezTo>
                  <a:pt x="100" y="133"/>
                  <a:pt x="98" y="134"/>
                  <a:pt x="96" y="136"/>
                </a:cubicBezTo>
                <a:cubicBezTo>
                  <a:pt x="92" y="137"/>
                  <a:pt x="89" y="138"/>
                  <a:pt x="84" y="138"/>
                </a:cubicBezTo>
                <a:cubicBezTo>
                  <a:pt x="80" y="138"/>
                  <a:pt x="75" y="138"/>
                  <a:pt x="71" y="139"/>
                </a:cubicBezTo>
                <a:cubicBezTo>
                  <a:pt x="50" y="139"/>
                  <a:pt x="34" y="133"/>
                  <a:pt x="21" y="120"/>
                </a:cubicBezTo>
                <a:lnTo>
                  <a:pt x="0" y="99"/>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554" name=""/>
          <p:cNvSpPr/>
          <p:nvPr/>
        </p:nvSpPr>
        <p:spPr>
          <a:xfrm>
            <a:off x="4364280" y="2347560"/>
            <a:ext cx="231840" cy="182160"/>
          </a:xfrm>
          <a:custGeom>
            <a:avLst/>
            <a:gdLst/>
            <a:ahLst/>
            <a:rect l="0" t="0" r="r" b="b"/>
            <a:pathLst>
              <a:path w="644" h="506">
                <a:moveTo>
                  <a:pt x="235" y="506"/>
                </a:moveTo>
                <a:cubicBezTo>
                  <a:pt x="224" y="504"/>
                  <a:pt x="183" y="503"/>
                  <a:pt x="114" y="503"/>
                </a:cubicBezTo>
                <a:cubicBezTo>
                  <a:pt x="53" y="503"/>
                  <a:pt x="18" y="504"/>
                  <a:pt x="8" y="506"/>
                </a:cubicBezTo>
                <a:lnTo>
                  <a:pt x="0" y="506"/>
                </a:lnTo>
                <a:lnTo>
                  <a:pt x="0" y="436"/>
                </a:lnTo>
                <a:lnTo>
                  <a:pt x="110" y="436"/>
                </a:lnTo>
                <a:lnTo>
                  <a:pt x="255" y="263"/>
                </a:lnTo>
                <a:lnTo>
                  <a:pt x="101" y="70"/>
                </a:lnTo>
                <a:lnTo>
                  <a:pt x="6" y="70"/>
                </a:lnTo>
                <a:lnTo>
                  <a:pt x="6" y="0"/>
                </a:lnTo>
                <a:lnTo>
                  <a:pt x="15" y="0"/>
                </a:lnTo>
                <a:cubicBezTo>
                  <a:pt x="27" y="2"/>
                  <a:pt x="68" y="3"/>
                  <a:pt x="139" y="3"/>
                </a:cubicBezTo>
                <a:cubicBezTo>
                  <a:pt x="218" y="3"/>
                  <a:pt x="265" y="2"/>
                  <a:pt x="278" y="0"/>
                </a:cubicBezTo>
                <a:lnTo>
                  <a:pt x="288" y="0"/>
                </a:lnTo>
                <a:lnTo>
                  <a:pt x="288" y="70"/>
                </a:lnTo>
                <a:lnTo>
                  <a:pt x="257" y="70"/>
                </a:lnTo>
                <a:lnTo>
                  <a:pt x="296" y="119"/>
                </a:lnTo>
                <a:cubicBezTo>
                  <a:pt x="322" y="151"/>
                  <a:pt x="335" y="167"/>
                  <a:pt x="336" y="167"/>
                </a:cubicBezTo>
                <a:cubicBezTo>
                  <a:pt x="339" y="167"/>
                  <a:pt x="354" y="150"/>
                  <a:pt x="379" y="117"/>
                </a:cubicBezTo>
                <a:lnTo>
                  <a:pt x="420" y="70"/>
                </a:lnTo>
                <a:lnTo>
                  <a:pt x="377" y="70"/>
                </a:lnTo>
                <a:lnTo>
                  <a:pt x="377" y="0"/>
                </a:lnTo>
                <a:lnTo>
                  <a:pt x="386" y="0"/>
                </a:lnTo>
                <a:cubicBezTo>
                  <a:pt x="398" y="2"/>
                  <a:pt x="439" y="3"/>
                  <a:pt x="508" y="3"/>
                </a:cubicBezTo>
                <a:cubicBezTo>
                  <a:pt x="569" y="3"/>
                  <a:pt x="605" y="2"/>
                  <a:pt x="614" y="0"/>
                </a:cubicBezTo>
                <a:lnTo>
                  <a:pt x="622" y="0"/>
                </a:lnTo>
                <a:lnTo>
                  <a:pt x="622" y="70"/>
                </a:lnTo>
                <a:lnTo>
                  <a:pt x="514" y="70"/>
                </a:lnTo>
                <a:lnTo>
                  <a:pt x="381" y="225"/>
                </a:lnTo>
                <a:lnTo>
                  <a:pt x="551" y="434"/>
                </a:lnTo>
                <a:lnTo>
                  <a:pt x="598" y="436"/>
                </a:lnTo>
                <a:lnTo>
                  <a:pt x="644" y="436"/>
                </a:lnTo>
                <a:lnTo>
                  <a:pt x="644" y="506"/>
                </a:lnTo>
                <a:lnTo>
                  <a:pt x="635" y="506"/>
                </a:lnTo>
                <a:cubicBezTo>
                  <a:pt x="624" y="504"/>
                  <a:pt x="583" y="503"/>
                  <a:pt x="511" y="503"/>
                </a:cubicBezTo>
                <a:cubicBezTo>
                  <a:pt x="432" y="503"/>
                  <a:pt x="385" y="504"/>
                  <a:pt x="371" y="506"/>
                </a:cubicBezTo>
                <a:lnTo>
                  <a:pt x="361" y="506"/>
                </a:lnTo>
                <a:lnTo>
                  <a:pt x="361" y="436"/>
                </a:lnTo>
                <a:lnTo>
                  <a:pt x="393" y="436"/>
                </a:lnTo>
                <a:cubicBezTo>
                  <a:pt x="393" y="435"/>
                  <a:pt x="378" y="416"/>
                  <a:pt x="348" y="379"/>
                </a:cubicBezTo>
                <a:cubicBezTo>
                  <a:pt x="317" y="342"/>
                  <a:pt x="302" y="322"/>
                  <a:pt x="301" y="321"/>
                </a:cubicBezTo>
                <a:lnTo>
                  <a:pt x="202" y="434"/>
                </a:lnTo>
                <a:lnTo>
                  <a:pt x="224" y="436"/>
                </a:lnTo>
                <a:lnTo>
                  <a:pt x="244" y="436"/>
                </a:lnTo>
                <a:lnTo>
                  <a:pt x="244" y="506"/>
                </a:lnTo>
                <a:lnTo>
                  <a:pt x="235" y="506"/>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555" name=""/>
          <p:cNvSpPr/>
          <p:nvPr/>
        </p:nvSpPr>
        <p:spPr>
          <a:xfrm>
            <a:off x="4629240" y="2397960"/>
            <a:ext cx="122400" cy="199800"/>
          </a:xfrm>
          <a:custGeom>
            <a:avLst/>
            <a:gdLst/>
            <a:ahLst/>
            <a:rect l="0" t="0" r="r" b="b"/>
            <a:pathLst>
              <a:path w="340" h="555">
                <a:moveTo>
                  <a:pt x="46" y="65"/>
                </a:moveTo>
                <a:cubicBezTo>
                  <a:pt x="76" y="22"/>
                  <a:pt x="117" y="0"/>
                  <a:pt x="170" y="0"/>
                </a:cubicBezTo>
                <a:cubicBezTo>
                  <a:pt x="196" y="0"/>
                  <a:pt x="222" y="7"/>
                  <a:pt x="248" y="21"/>
                </a:cubicBezTo>
                <a:cubicBezTo>
                  <a:pt x="273" y="35"/>
                  <a:pt x="294" y="60"/>
                  <a:pt x="310" y="95"/>
                </a:cubicBezTo>
                <a:cubicBezTo>
                  <a:pt x="330" y="139"/>
                  <a:pt x="340" y="201"/>
                  <a:pt x="340" y="279"/>
                </a:cubicBezTo>
                <a:cubicBezTo>
                  <a:pt x="340" y="363"/>
                  <a:pt x="329" y="426"/>
                  <a:pt x="305" y="470"/>
                </a:cubicBezTo>
                <a:cubicBezTo>
                  <a:pt x="295" y="493"/>
                  <a:pt x="280" y="511"/>
                  <a:pt x="261" y="524"/>
                </a:cubicBezTo>
                <a:cubicBezTo>
                  <a:pt x="242" y="537"/>
                  <a:pt x="226" y="546"/>
                  <a:pt x="212" y="549"/>
                </a:cubicBezTo>
                <a:cubicBezTo>
                  <a:pt x="198" y="552"/>
                  <a:pt x="185" y="554"/>
                  <a:pt x="171" y="555"/>
                </a:cubicBezTo>
                <a:cubicBezTo>
                  <a:pt x="157" y="555"/>
                  <a:pt x="142" y="553"/>
                  <a:pt x="128" y="550"/>
                </a:cubicBezTo>
                <a:cubicBezTo>
                  <a:pt x="114" y="547"/>
                  <a:pt x="98" y="538"/>
                  <a:pt x="79" y="524"/>
                </a:cubicBezTo>
                <a:cubicBezTo>
                  <a:pt x="60" y="510"/>
                  <a:pt x="46" y="492"/>
                  <a:pt x="35" y="470"/>
                </a:cubicBezTo>
                <a:cubicBezTo>
                  <a:pt x="12" y="426"/>
                  <a:pt x="0" y="363"/>
                  <a:pt x="0" y="279"/>
                </a:cubicBezTo>
                <a:cubicBezTo>
                  <a:pt x="0" y="185"/>
                  <a:pt x="16" y="114"/>
                  <a:pt x="46" y="65"/>
                </a:cubicBezTo>
                <a:moveTo>
                  <a:pt x="228" y="55"/>
                </a:moveTo>
                <a:cubicBezTo>
                  <a:pt x="212" y="38"/>
                  <a:pt x="193" y="30"/>
                  <a:pt x="171" y="30"/>
                </a:cubicBezTo>
                <a:cubicBezTo>
                  <a:pt x="148" y="30"/>
                  <a:pt x="128" y="38"/>
                  <a:pt x="112" y="55"/>
                </a:cubicBezTo>
                <a:cubicBezTo>
                  <a:pt x="99" y="69"/>
                  <a:pt x="90" y="89"/>
                  <a:pt x="86" y="113"/>
                </a:cubicBezTo>
                <a:cubicBezTo>
                  <a:pt x="81" y="138"/>
                  <a:pt x="79" y="190"/>
                  <a:pt x="79" y="269"/>
                </a:cubicBezTo>
                <a:cubicBezTo>
                  <a:pt x="79" y="354"/>
                  <a:pt x="81" y="409"/>
                  <a:pt x="86" y="436"/>
                </a:cubicBezTo>
                <a:cubicBezTo>
                  <a:pt x="90" y="463"/>
                  <a:pt x="100" y="484"/>
                  <a:pt x="115" y="500"/>
                </a:cubicBezTo>
                <a:cubicBezTo>
                  <a:pt x="130" y="516"/>
                  <a:pt x="148" y="524"/>
                  <a:pt x="171" y="524"/>
                </a:cubicBezTo>
                <a:cubicBezTo>
                  <a:pt x="193" y="524"/>
                  <a:pt x="211" y="516"/>
                  <a:pt x="226" y="500"/>
                </a:cubicBezTo>
                <a:cubicBezTo>
                  <a:pt x="241" y="484"/>
                  <a:pt x="251" y="461"/>
                  <a:pt x="255" y="432"/>
                </a:cubicBezTo>
                <a:cubicBezTo>
                  <a:pt x="259" y="403"/>
                  <a:pt x="261" y="349"/>
                  <a:pt x="261" y="269"/>
                </a:cubicBezTo>
                <a:cubicBezTo>
                  <a:pt x="261" y="190"/>
                  <a:pt x="259" y="139"/>
                  <a:pt x="255" y="114"/>
                </a:cubicBezTo>
                <a:cubicBezTo>
                  <a:pt x="251" y="90"/>
                  <a:pt x="242" y="70"/>
                  <a:pt x="228" y="55"/>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556" name=""/>
          <p:cNvSpPr/>
          <p:nvPr/>
        </p:nvSpPr>
        <p:spPr>
          <a:xfrm>
            <a:off x="4806000" y="2222280"/>
            <a:ext cx="98280" cy="410040"/>
          </a:xfrm>
          <a:custGeom>
            <a:avLst/>
            <a:gdLst/>
            <a:ahLst/>
            <a:rect l="0" t="0" r="r" b="b"/>
            <a:pathLst>
              <a:path w="273" h="1139">
                <a:moveTo>
                  <a:pt x="5" y="1"/>
                </a:moveTo>
                <a:lnTo>
                  <a:pt x="10" y="0"/>
                </a:lnTo>
                <a:cubicBezTo>
                  <a:pt x="14" y="0"/>
                  <a:pt x="18" y="0"/>
                  <a:pt x="21" y="0"/>
                </a:cubicBezTo>
                <a:lnTo>
                  <a:pt x="35" y="0"/>
                </a:lnTo>
                <a:lnTo>
                  <a:pt x="67" y="27"/>
                </a:lnTo>
                <a:cubicBezTo>
                  <a:pt x="139" y="92"/>
                  <a:pt x="191" y="173"/>
                  <a:pt x="224" y="269"/>
                </a:cubicBezTo>
                <a:cubicBezTo>
                  <a:pt x="256" y="366"/>
                  <a:pt x="273" y="466"/>
                  <a:pt x="273" y="570"/>
                </a:cubicBezTo>
                <a:cubicBezTo>
                  <a:pt x="273" y="621"/>
                  <a:pt x="269" y="671"/>
                  <a:pt x="261" y="719"/>
                </a:cubicBezTo>
                <a:cubicBezTo>
                  <a:pt x="254" y="767"/>
                  <a:pt x="245" y="807"/>
                  <a:pt x="235" y="840"/>
                </a:cubicBezTo>
                <a:cubicBezTo>
                  <a:pt x="225" y="874"/>
                  <a:pt x="211" y="907"/>
                  <a:pt x="193" y="941"/>
                </a:cubicBezTo>
                <a:cubicBezTo>
                  <a:pt x="175" y="974"/>
                  <a:pt x="160" y="999"/>
                  <a:pt x="150" y="1017"/>
                </a:cubicBezTo>
                <a:cubicBezTo>
                  <a:pt x="139" y="1034"/>
                  <a:pt x="124" y="1054"/>
                  <a:pt x="102" y="1075"/>
                </a:cubicBezTo>
                <a:cubicBezTo>
                  <a:pt x="82" y="1096"/>
                  <a:pt x="70" y="1109"/>
                  <a:pt x="66" y="1113"/>
                </a:cubicBezTo>
                <a:cubicBezTo>
                  <a:pt x="62" y="1116"/>
                  <a:pt x="53" y="1124"/>
                  <a:pt x="40" y="1134"/>
                </a:cubicBezTo>
                <a:cubicBezTo>
                  <a:pt x="37" y="1136"/>
                  <a:pt x="36" y="1138"/>
                  <a:pt x="35" y="1139"/>
                </a:cubicBezTo>
                <a:lnTo>
                  <a:pt x="21" y="1139"/>
                </a:lnTo>
                <a:cubicBezTo>
                  <a:pt x="15" y="1139"/>
                  <a:pt x="11" y="1139"/>
                  <a:pt x="9" y="1139"/>
                </a:cubicBezTo>
                <a:cubicBezTo>
                  <a:pt x="7" y="1139"/>
                  <a:pt x="5" y="1138"/>
                  <a:pt x="3" y="1135"/>
                </a:cubicBezTo>
                <a:cubicBezTo>
                  <a:pt x="2" y="1133"/>
                  <a:pt x="1" y="1130"/>
                  <a:pt x="0" y="1125"/>
                </a:cubicBezTo>
                <a:cubicBezTo>
                  <a:pt x="1" y="1124"/>
                  <a:pt x="5" y="1119"/>
                  <a:pt x="12" y="1110"/>
                </a:cubicBezTo>
                <a:cubicBezTo>
                  <a:pt x="131" y="988"/>
                  <a:pt x="190" y="808"/>
                  <a:pt x="190" y="570"/>
                </a:cubicBezTo>
                <a:cubicBezTo>
                  <a:pt x="190" y="331"/>
                  <a:pt x="131" y="151"/>
                  <a:pt x="12" y="28"/>
                </a:cubicBezTo>
                <a:cubicBezTo>
                  <a:pt x="5" y="19"/>
                  <a:pt x="1" y="14"/>
                  <a:pt x="0" y="13"/>
                </a:cubicBezTo>
                <a:cubicBezTo>
                  <a:pt x="0" y="7"/>
                  <a:pt x="2" y="3"/>
                  <a:pt x="5" y="1"/>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557" name=""/>
          <p:cNvSpPr/>
          <p:nvPr/>
        </p:nvSpPr>
        <p:spPr>
          <a:xfrm>
            <a:off x="5079600" y="2378880"/>
            <a:ext cx="273240" cy="96480"/>
          </a:xfrm>
          <a:custGeom>
            <a:avLst/>
            <a:gdLst/>
            <a:ahLst/>
            <a:rect l="0" t="0" r="r" b="b"/>
            <a:pathLst>
              <a:path w="759" h="268">
                <a:moveTo>
                  <a:pt x="0" y="23"/>
                </a:moveTo>
                <a:cubicBezTo>
                  <a:pt x="0" y="13"/>
                  <a:pt x="5" y="6"/>
                  <a:pt x="16" y="0"/>
                </a:cubicBezTo>
                <a:lnTo>
                  <a:pt x="742" y="0"/>
                </a:lnTo>
                <a:cubicBezTo>
                  <a:pt x="753" y="7"/>
                  <a:pt x="759" y="14"/>
                  <a:pt x="759" y="23"/>
                </a:cubicBezTo>
                <a:cubicBezTo>
                  <a:pt x="759" y="32"/>
                  <a:pt x="753" y="39"/>
                  <a:pt x="743" y="45"/>
                </a:cubicBezTo>
                <a:lnTo>
                  <a:pt x="380" y="46"/>
                </a:lnTo>
                <a:lnTo>
                  <a:pt x="18" y="46"/>
                </a:lnTo>
                <a:cubicBezTo>
                  <a:pt x="6" y="42"/>
                  <a:pt x="0" y="35"/>
                  <a:pt x="0" y="23"/>
                </a:cubicBezTo>
                <a:moveTo>
                  <a:pt x="0" y="245"/>
                </a:moveTo>
                <a:cubicBezTo>
                  <a:pt x="0" y="234"/>
                  <a:pt x="6" y="226"/>
                  <a:pt x="18" y="222"/>
                </a:cubicBezTo>
                <a:lnTo>
                  <a:pt x="743" y="222"/>
                </a:lnTo>
                <a:cubicBezTo>
                  <a:pt x="753" y="230"/>
                  <a:pt x="759" y="237"/>
                  <a:pt x="759" y="245"/>
                </a:cubicBezTo>
                <a:cubicBezTo>
                  <a:pt x="759" y="255"/>
                  <a:pt x="753" y="262"/>
                  <a:pt x="742" y="268"/>
                </a:cubicBezTo>
                <a:lnTo>
                  <a:pt x="16" y="268"/>
                </a:lnTo>
                <a:cubicBezTo>
                  <a:pt x="5" y="262"/>
                  <a:pt x="0" y="255"/>
                  <a:pt x="0" y="245"/>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558" name=""/>
          <p:cNvSpPr/>
          <p:nvPr/>
        </p:nvSpPr>
        <p:spPr>
          <a:xfrm>
            <a:off x="5478120" y="2206080"/>
            <a:ext cx="412560" cy="344160"/>
          </a:xfrm>
          <a:custGeom>
            <a:avLst/>
            <a:gdLst/>
            <a:ahLst/>
            <a:rect l="0" t="0" r="r" b="b"/>
            <a:pathLst>
              <a:path w="1146" h="956">
                <a:moveTo>
                  <a:pt x="422" y="97"/>
                </a:moveTo>
                <a:cubicBezTo>
                  <a:pt x="433" y="97"/>
                  <a:pt x="439" y="99"/>
                  <a:pt x="439" y="105"/>
                </a:cubicBezTo>
                <a:cubicBezTo>
                  <a:pt x="441" y="106"/>
                  <a:pt x="445" y="121"/>
                  <a:pt x="453" y="150"/>
                </a:cubicBezTo>
                <a:cubicBezTo>
                  <a:pt x="460" y="179"/>
                  <a:pt x="476" y="230"/>
                  <a:pt x="499" y="303"/>
                </a:cubicBezTo>
                <a:cubicBezTo>
                  <a:pt x="523" y="376"/>
                  <a:pt x="551" y="453"/>
                  <a:pt x="583" y="536"/>
                </a:cubicBezTo>
                <a:cubicBezTo>
                  <a:pt x="622" y="646"/>
                  <a:pt x="662" y="736"/>
                  <a:pt x="703" y="806"/>
                </a:cubicBezTo>
                <a:lnTo>
                  <a:pt x="709" y="816"/>
                </a:lnTo>
                <a:lnTo>
                  <a:pt x="732" y="726"/>
                </a:lnTo>
                <a:cubicBezTo>
                  <a:pt x="755" y="634"/>
                  <a:pt x="781" y="537"/>
                  <a:pt x="809" y="436"/>
                </a:cubicBezTo>
                <a:cubicBezTo>
                  <a:pt x="844" y="312"/>
                  <a:pt x="870" y="224"/>
                  <a:pt x="888" y="174"/>
                </a:cubicBezTo>
                <a:cubicBezTo>
                  <a:pt x="905" y="124"/>
                  <a:pt x="923" y="90"/>
                  <a:pt x="941" y="71"/>
                </a:cubicBezTo>
                <a:cubicBezTo>
                  <a:pt x="981" y="31"/>
                  <a:pt x="1034" y="7"/>
                  <a:pt x="1098" y="1"/>
                </a:cubicBezTo>
                <a:cubicBezTo>
                  <a:pt x="1100" y="1"/>
                  <a:pt x="1103" y="1"/>
                  <a:pt x="1109" y="1"/>
                </a:cubicBezTo>
                <a:cubicBezTo>
                  <a:pt x="1116" y="1"/>
                  <a:pt x="1120" y="1"/>
                  <a:pt x="1122" y="0"/>
                </a:cubicBezTo>
                <a:lnTo>
                  <a:pt x="1127" y="0"/>
                </a:lnTo>
                <a:cubicBezTo>
                  <a:pt x="1139" y="0"/>
                  <a:pt x="1146" y="9"/>
                  <a:pt x="1146" y="28"/>
                </a:cubicBezTo>
                <a:cubicBezTo>
                  <a:pt x="1146" y="60"/>
                  <a:pt x="1135" y="89"/>
                  <a:pt x="1114" y="112"/>
                </a:cubicBezTo>
                <a:cubicBezTo>
                  <a:pt x="1107" y="118"/>
                  <a:pt x="1097" y="122"/>
                  <a:pt x="1083" y="122"/>
                </a:cubicBezTo>
                <a:cubicBezTo>
                  <a:pt x="1056" y="123"/>
                  <a:pt x="1031" y="128"/>
                  <a:pt x="1009" y="134"/>
                </a:cubicBezTo>
                <a:cubicBezTo>
                  <a:pt x="987" y="141"/>
                  <a:pt x="972" y="148"/>
                  <a:pt x="963" y="155"/>
                </a:cubicBezTo>
                <a:cubicBezTo>
                  <a:pt x="954" y="162"/>
                  <a:pt x="948" y="167"/>
                  <a:pt x="946" y="172"/>
                </a:cubicBezTo>
                <a:cubicBezTo>
                  <a:pt x="931" y="195"/>
                  <a:pt x="895" y="316"/>
                  <a:pt x="837" y="533"/>
                </a:cubicBezTo>
                <a:cubicBezTo>
                  <a:pt x="780" y="750"/>
                  <a:pt x="751" y="866"/>
                  <a:pt x="750" y="882"/>
                </a:cubicBezTo>
                <a:cubicBezTo>
                  <a:pt x="750" y="883"/>
                  <a:pt x="749" y="883"/>
                  <a:pt x="749" y="882"/>
                </a:cubicBezTo>
                <a:cubicBezTo>
                  <a:pt x="749" y="881"/>
                  <a:pt x="748" y="881"/>
                  <a:pt x="748" y="882"/>
                </a:cubicBezTo>
                <a:cubicBezTo>
                  <a:pt x="747" y="883"/>
                  <a:pt x="746" y="884"/>
                  <a:pt x="746" y="885"/>
                </a:cubicBezTo>
                <a:cubicBezTo>
                  <a:pt x="741" y="898"/>
                  <a:pt x="731" y="909"/>
                  <a:pt x="716" y="919"/>
                </a:cubicBezTo>
                <a:cubicBezTo>
                  <a:pt x="701" y="928"/>
                  <a:pt x="685" y="934"/>
                  <a:pt x="669" y="934"/>
                </a:cubicBezTo>
                <a:cubicBezTo>
                  <a:pt x="661" y="934"/>
                  <a:pt x="656" y="933"/>
                  <a:pt x="653" y="931"/>
                </a:cubicBezTo>
                <a:cubicBezTo>
                  <a:pt x="650" y="929"/>
                  <a:pt x="644" y="921"/>
                  <a:pt x="635" y="907"/>
                </a:cubicBezTo>
                <a:cubicBezTo>
                  <a:pt x="600" y="851"/>
                  <a:pt x="573" y="802"/>
                  <a:pt x="553" y="759"/>
                </a:cubicBezTo>
                <a:cubicBezTo>
                  <a:pt x="533" y="717"/>
                  <a:pt x="510" y="660"/>
                  <a:pt x="485" y="590"/>
                </a:cubicBezTo>
                <a:cubicBezTo>
                  <a:pt x="450" y="499"/>
                  <a:pt x="418" y="407"/>
                  <a:pt x="389" y="314"/>
                </a:cubicBezTo>
                <a:lnTo>
                  <a:pt x="380" y="290"/>
                </a:lnTo>
                <a:lnTo>
                  <a:pt x="380" y="291"/>
                </a:lnTo>
                <a:cubicBezTo>
                  <a:pt x="380" y="292"/>
                  <a:pt x="376" y="310"/>
                  <a:pt x="369" y="344"/>
                </a:cubicBezTo>
                <a:cubicBezTo>
                  <a:pt x="361" y="378"/>
                  <a:pt x="352" y="419"/>
                  <a:pt x="341" y="468"/>
                </a:cubicBezTo>
                <a:cubicBezTo>
                  <a:pt x="331" y="516"/>
                  <a:pt x="316" y="569"/>
                  <a:pt x="298" y="627"/>
                </a:cubicBezTo>
                <a:cubicBezTo>
                  <a:pt x="280" y="685"/>
                  <a:pt x="261" y="738"/>
                  <a:pt x="242" y="785"/>
                </a:cubicBezTo>
                <a:cubicBezTo>
                  <a:pt x="222" y="833"/>
                  <a:pt x="200" y="874"/>
                  <a:pt x="175" y="907"/>
                </a:cubicBezTo>
                <a:cubicBezTo>
                  <a:pt x="150" y="941"/>
                  <a:pt x="125" y="957"/>
                  <a:pt x="100" y="956"/>
                </a:cubicBezTo>
                <a:cubicBezTo>
                  <a:pt x="80" y="956"/>
                  <a:pt x="58" y="950"/>
                  <a:pt x="35" y="938"/>
                </a:cubicBezTo>
                <a:cubicBezTo>
                  <a:pt x="12" y="926"/>
                  <a:pt x="1" y="910"/>
                  <a:pt x="0" y="890"/>
                </a:cubicBezTo>
                <a:cubicBezTo>
                  <a:pt x="0" y="871"/>
                  <a:pt x="6" y="851"/>
                  <a:pt x="17" y="830"/>
                </a:cubicBezTo>
                <a:cubicBezTo>
                  <a:pt x="28" y="808"/>
                  <a:pt x="40" y="797"/>
                  <a:pt x="51" y="797"/>
                </a:cubicBezTo>
                <a:cubicBezTo>
                  <a:pt x="53" y="797"/>
                  <a:pt x="60" y="802"/>
                  <a:pt x="72" y="812"/>
                </a:cubicBezTo>
                <a:cubicBezTo>
                  <a:pt x="83" y="821"/>
                  <a:pt x="102" y="829"/>
                  <a:pt x="130" y="834"/>
                </a:cubicBezTo>
                <a:lnTo>
                  <a:pt x="135" y="834"/>
                </a:lnTo>
                <a:cubicBezTo>
                  <a:pt x="148" y="834"/>
                  <a:pt x="160" y="826"/>
                  <a:pt x="171" y="810"/>
                </a:cubicBezTo>
                <a:cubicBezTo>
                  <a:pt x="181" y="794"/>
                  <a:pt x="196" y="758"/>
                  <a:pt x="215" y="702"/>
                </a:cubicBezTo>
                <a:cubicBezTo>
                  <a:pt x="249" y="607"/>
                  <a:pt x="276" y="514"/>
                  <a:pt x="296" y="425"/>
                </a:cubicBezTo>
                <a:cubicBezTo>
                  <a:pt x="315" y="335"/>
                  <a:pt x="328" y="266"/>
                  <a:pt x="333" y="217"/>
                </a:cubicBezTo>
                <a:cubicBezTo>
                  <a:pt x="339" y="169"/>
                  <a:pt x="343" y="143"/>
                  <a:pt x="346" y="140"/>
                </a:cubicBezTo>
                <a:cubicBezTo>
                  <a:pt x="352" y="129"/>
                  <a:pt x="363" y="120"/>
                  <a:pt x="378" y="110"/>
                </a:cubicBezTo>
                <a:cubicBezTo>
                  <a:pt x="393" y="101"/>
                  <a:pt x="408" y="97"/>
                  <a:pt x="422" y="97"/>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559" name=""/>
          <p:cNvSpPr/>
          <p:nvPr/>
        </p:nvSpPr>
        <p:spPr>
          <a:xfrm>
            <a:off x="5928840" y="2222280"/>
            <a:ext cx="98280" cy="410040"/>
          </a:xfrm>
          <a:custGeom>
            <a:avLst/>
            <a:gdLst/>
            <a:ahLst/>
            <a:rect l="0" t="0" r="r" b="b"/>
            <a:pathLst>
              <a:path w="273" h="1139">
                <a:moveTo>
                  <a:pt x="0" y="570"/>
                </a:moveTo>
                <a:cubicBezTo>
                  <a:pt x="0" y="517"/>
                  <a:pt x="4" y="468"/>
                  <a:pt x="11" y="421"/>
                </a:cubicBezTo>
                <a:cubicBezTo>
                  <a:pt x="19" y="373"/>
                  <a:pt x="28" y="333"/>
                  <a:pt x="37" y="299"/>
                </a:cubicBezTo>
                <a:cubicBezTo>
                  <a:pt x="47" y="265"/>
                  <a:pt x="61" y="231"/>
                  <a:pt x="80" y="199"/>
                </a:cubicBezTo>
                <a:cubicBezTo>
                  <a:pt x="98" y="166"/>
                  <a:pt x="112" y="141"/>
                  <a:pt x="123" y="122"/>
                </a:cubicBezTo>
                <a:cubicBezTo>
                  <a:pt x="133" y="104"/>
                  <a:pt x="149" y="83"/>
                  <a:pt x="171" y="62"/>
                </a:cubicBezTo>
                <a:cubicBezTo>
                  <a:pt x="192" y="41"/>
                  <a:pt x="204" y="28"/>
                  <a:pt x="208" y="23"/>
                </a:cubicBezTo>
                <a:cubicBezTo>
                  <a:pt x="212" y="19"/>
                  <a:pt x="221" y="11"/>
                  <a:pt x="237" y="0"/>
                </a:cubicBezTo>
                <a:lnTo>
                  <a:pt x="251" y="0"/>
                </a:lnTo>
                <a:lnTo>
                  <a:pt x="256" y="0"/>
                </a:lnTo>
                <a:cubicBezTo>
                  <a:pt x="268" y="0"/>
                  <a:pt x="273" y="3"/>
                  <a:pt x="273" y="10"/>
                </a:cubicBezTo>
                <a:cubicBezTo>
                  <a:pt x="273" y="12"/>
                  <a:pt x="266" y="20"/>
                  <a:pt x="253" y="34"/>
                </a:cubicBezTo>
                <a:cubicBezTo>
                  <a:pt x="240" y="47"/>
                  <a:pt x="224" y="67"/>
                  <a:pt x="206" y="95"/>
                </a:cubicBezTo>
                <a:cubicBezTo>
                  <a:pt x="188" y="122"/>
                  <a:pt x="169" y="154"/>
                  <a:pt x="150" y="193"/>
                </a:cubicBezTo>
                <a:cubicBezTo>
                  <a:pt x="131" y="232"/>
                  <a:pt x="115" y="284"/>
                  <a:pt x="102" y="350"/>
                </a:cubicBezTo>
                <a:cubicBezTo>
                  <a:pt x="89" y="416"/>
                  <a:pt x="83" y="489"/>
                  <a:pt x="83" y="570"/>
                </a:cubicBezTo>
                <a:cubicBezTo>
                  <a:pt x="83" y="650"/>
                  <a:pt x="89" y="723"/>
                  <a:pt x="102" y="788"/>
                </a:cubicBezTo>
                <a:cubicBezTo>
                  <a:pt x="115" y="853"/>
                  <a:pt x="131" y="906"/>
                  <a:pt x="149" y="946"/>
                </a:cubicBezTo>
                <a:cubicBezTo>
                  <a:pt x="167" y="987"/>
                  <a:pt x="186" y="1019"/>
                  <a:pt x="205" y="1044"/>
                </a:cubicBezTo>
                <a:cubicBezTo>
                  <a:pt x="224" y="1069"/>
                  <a:pt x="240" y="1089"/>
                  <a:pt x="253" y="1105"/>
                </a:cubicBezTo>
                <a:cubicBezTo>
                  <a:pt x="266" y="1120"/>
                  <a:pt x="273" y="1128"/>
                  <a:pt x="273" y="1128"/>
                </a:cubicBezTo>
                <a:cubicBezTo>
                  <a:pt x="273" y="1135"/>
                  <a:pt x="267" y="1139"/>
                  <a:pt x="255" y="1139"/>
                </a:cubicBezTo>
                <a:lnTo>
                  <a:pt x="251" y="1139"/>
                </a:lnTo>
                <a:lnTo>
                  <a:pt x="237" y="1139"/>
                </a:lnTo>
                <a:lnTo>
                  <a:pt x="205" y="1111"/>
                </a:lnTo>
                <a:cubicBezTo>
                  <a:pt x="133" y="1047"/>
                  <a:pt x="81" y="966"/>
                  <a:pt x="49" y="870"/>
                </a:cubicBezTo>
                <a:cubicBezTo>
                  <a:pt x="16" y="774"/>
                  <a:pt x="0" y="674"/>
                  <a:pt x="0" y="570"/>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560" name=""/>
          <p:cNvSpPr/>
          <p:nvPr/>
        </p:nvSpPr>
        <p:spPr>
          <a:xfrm>
            <a:off x="6058440" y="2347560"/>
            <a:ext cx="231840" cy="182160"/>
          </a:xfrm>
          <a:custGeom>
            <a:avLst/>
            <a:gdLst/>
            <a:ahLst/>
            <a:rect l="0" t="0" r="r" b="b"/>
            <a:pathLst>
              <a:path w="644" h="506">
                <a:moveTo>
                  <a:pt x="235" y="506"/>
                </a:moveTo>
                <a:cubicBezTo>
                  <a:pt x="224" y="504"/>
                  <a:pt x="182" y="503"/>
                  <a:pt x="113" y="503"/>
                </a:cubicBezTo>
                <a:cubicBezTo>
                  <a:pt x="52" y="503"/>
                  <a:pt x="17" y="504"/>
                  <a:pt x="7" y="506"/>
                </a:cubicBezTo>
                <a:lnTo>
                  <a:pt x="0" y="506"/>
                </a:lnTo>
                <a:lnTo>
                  <a:pt x="0" y="436"/>
                </a:lnTo>
                <a:lnTo>
                  <a:pt x="109" y="436"/>
                </a:lnTo>
                <a:lnTo>
                  <a:pt x="255" y="263"/>
                </a:lnTo>
                <a:lnTo>
                  <a:pt x="100" y="70"/>
                </a:lnTo>
                <a:lnTo>
                  <a:pt x="5" y="70"/>
                </a:lnTo>
                <a:lnTo>
                  <a:pt x="5" y="0"/>
                </a:lnTo>
                <a:lnTo>
                  <a:pt x="14" y="0"/>
                </a:lnTo>
                <a:cubicBezTo>
                  <a:pt x="26" y="2"/>
                  <a:pt x="67" y="3"/>
                  <a:pt x="138" y="3"/>
                </a:cubicBezTo>
                <a:cubicBezTo>
                  <a:pt x="218" y="3"/>
                  <a:pt x="265" y="2"/>
                  <a:pt x="278" y="0"/>
                </a:cubicBezTo>
                <a:lnTo>
                  <a:pt x="288" y="0"/>
                </a:lnTo>
                <a:lnTo>
                  <a:pt x="288" y="70"/>
                </a:lnTo>
                <a:lnTo>
                  <a:pt x="257" y="70"/>
                </a:lnTo>
                <a:lnTo>
                  <a:pt x="296" y="119"/>
                </a:lnTo>
                <a:cubicBezTo>
                  <a:pt x="322" y="151"/>
                  <a:pt x="336" y="167"/>
                  <a:pt x="336" y="167"/>
                </a:cubicBezTo>
                <a:cubicBezTo>
                  <a:pt x="339" y="167"/>
                  <a:pt x="354" y="150"/>
                  <a:pt x="380" y="117"/>
                </a:cubicBezTo>
                <a:lnTo>
                  <a:pt x="419" y="70"/>
                </a:lnTo>
                <a:lnTo>
                  <a:pt x="377" y="70"/>
                </a:lnTo>
                <a:lnTo>
                  <a:pt x="377" y="0"/>
                </a:lnTo>
                <a:lnTo>
                  <a:pt x="386" y="0"/>
                </a:lnTo>
                <a:cubicBezTo>
                  <a:pt x="398" y="2"/>
                  <a:pt x="438" y="3"/>
                  <a:pt x="507" y="3"/>
                </a:cubicBezTo>
                <a:cubicBezTo>
                  <a:pt x="568" y="3"/>
                  <a:pt x="604" y="2"/>
                  <a:pt x="613" y="0"/>
                </a:cubicBezTo>
                <a:lnTo>
                  <a:pt x="621" y="0"/>
                </a:lnTo>
                <a:lnTo>
                  <a:pt x="621" y="70"/>
                </a:lnTo>
                <a:lnTo>
                  <a:pt x="513" y="70"/>
                </a:lnTo>
                <a:lnTo>
                  <a:pt x="381" y="225"/>
                </a:lnTo>
                <a:lnTo>
                  <a:pt x="550" y="434"/>
                </a:lnTo>
                <a:lnTo>
                  <a:pt x="597" y="436"/>
                </a:lnTo>
                <a:lnTo>
                  <a:pt x="644" y="436"/>
                </a:lnTo>
                <a:lnTo>
                  <a:pt x="644" y="506"/>
                </a:lnTo>
                <a:lnTo>
                  <a:pt x="634" y="506"/>
                </a:lnTo>
                <a:cubicBezTo>
                  <a:pt x="623" y="504"/>
                  <a:pt x="582" y="503"/>
                  <a:pt x="510" y="503"/>
                </a:cubicBezTo>
                <a:cubicBezTo>
                  <a:pt x="431" y="503"/>
                  <a:pt x="385" y="504"/>
                  <a:pt x="372" y="506"/>
                </a:cubicBezTo>
                <a:lnTo>
                  <a:pt x="361" y="506"/>
                </a:lnTo>
                <a:lnTo>
                  <a:pt x="361" y="436"/>
                </a:lnTo>
                <a:lnTo>
                  <a:pt x="393" y="436"/>
                </a:lnTo>
                <a:cubicBezTo>
                  <a:pt x="393" y="435"/>
                  <a:pt x="378" y="416"/>
                  <a:pt x="348" y="379"/>
                </a:cubicBezTo>
                <a:cubicBezTo>
                  <a:pt x="317" y="342"/>
                  <a:pt x="302" y="322"/>
                  <a:pt x="301" y="321"/>
                </a:cubicBezTo>
                <a:lnTo>
                  <a:pt x="201" y="434"/>
                </a:lnTo>
                <a:lnTo>
                  <a:pt x="224" y="436"/>
                </a:lnTo>
                <a:lnTo>
                  <a:pt x="244" y="436"/>
                </a:lnTo>
                <a:lnTo>
                  <a:pt x="244" y="506"/>
                </a:lnTo>
                <a:lnTo>
                  <a:pt x="235" y="506"/>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561" name=""/>
          <p:cNvSpPr/>
          <p:nvPr/>
        </p:nvSpPr>
        <p:spPr>
          <a:xfrm>
            <a:off x="6317280" y="2409480"/>
            <a:ext cx="90720" cy="185040"/>
          </a:xfrm>
          <a:custGeom>
            <a:avLst/>
            <a:gdLst/>
            <a:ahLst/>
            <a:rect l="0" t="0" r="r" b="b"/>
            <a:pathLst>
              <a:path w="252" h="514">
                <a:moveTo>
                  <a:pt x="6" y="194"/>
                </a:moveTo>
                <a:cubicBezTo>
                  <a:pt x="2" y="190"/>
                  <a:pt x="0" y="188"/>
                  <a:pt x="0" y="186"/>
                </a:cubicBezTo>
                <a:cubicBezTo>
                  <a:pt x="0" y="184"/>
                  <a:pt x="1" y="180"/>
                  <a:pt x="3" y="173"/>
                </a:cubicBezTo>
                <a:cubicBezTo>
                  <a:pt x="4" y="167"/>
                  <a:pt x="6" y="163"/>
                  <a:pt x="7" y="162"/>
                </a:cubicBezTo>
                <a:cubicBezTo>
                  <a:pt x="8" y="159"/>
                  <a:pt x="10" y="158"/>
                  <a:pt x="14" y="158"/>
                </a:cubicBezTo>
                <a:cubicBezTo>
                  <a:pt x="18" y="158"/>
                  <a:pt x="31" y="158"/>
                  <a:pt x="55" y="157"/>
                </a:cubicBezTo>
                <a:lnTo>
                  <a:pt x="99" y="157"/>
                </a:lnTo>
                <a:lnTo>
                  <a:pt x="114" y="93"/>
                </a:lnTo>
                <a:cubicBezTo>
                  <a:pt x="116" y="87"/>
                  <a:pt x="117" y="79"/>
                  <a:pt x="120" y="69"/>
                </a:cubicBezTo>
                <a:cubicBezTo>
                  <a:pt x="122" y="60"/>
                  <a:pt x="124" y="53"/>
                  <a:pt x="125" y="48"/>
                </a:cubicBezTo>
                <a:cubicBezTo>
                  <a:pt x="127" y="44"/>
                  <a:pt x="128" y="39"/>
                  <a:pt x="130" y="32"/>
                </a:cubicBezTo>
                <a:cubicBezTo>
                  <a:pt x="132" y="26"/>
                  <a:pt x="134" y="21"/>
                  <a:pt x="136" y="19"/>
                </a:cubicBezTo>
                <a:cubicBezTo>
                  <a:pt x="139" y="16"/>
                  <a:pt x="142" y="13"/>
                  <a:pt x="145" y="9"/>
                </a:cubicBezTo>
                <a:cubicBezTo>
                  <a:pt x="147" y="5"/>
                  <a:pt x="151" y="3"/>
                  <a:pt x="156" y="2"/>
                </a:cubicBezTo>
                <a:cubicBezTo>
                  <a:pt x="161" y="1"/>
                  <a:pt x="165" y="0"/>
                  <a:pt x="170" y="0"/>
                </a:cubicBezTo>
                <a:cubicBezTo>
                  <a:pt x="180" y="1"/>
                  <a:pt x="187" y="4"/>
                  <a:pt x="190" y="9"/>
                </a:cubicBezTo>
                <a:cubicBezTo>
                  <a:pt x="194" y="14"/>
                  <a:pt x="196" y="19"/>
                  <a:pt x="196" y="24"/>
                </a:cubicBezTo>
                <a:cubicBezTo>
                  <a:pt x="196" y="28"/>
                  <a:pt x="194" y="41"/>
                  <a:pt x="189" y="62"/>
                </a:cubicBezTo>
                <a:cubicBezTo>
                  <a:pt x="184" y="84"/>
                  <a:pt x="179" y="105"/>
                  <a:pt x="173" y="126"/>
                </a:cubicBezTo>
                <a:lnTo>
                  <a:pt x="165" y="155"/>
                </a:lnTo>
                <a:cubicBezTo>
                  <a:pt x="165" y="157"/>
                  <a:pt x="178" y="157"/>
                  <a:pt x="205" y="157"/>
                </a:cubicBezTo>
                <a:lnTo>
                  <a:pt x="246" y="157"/>
                </a:lnTo>
                <a:cubicBezTo>
                  <a:pt x="250" y="161"/>
                  <a:pt x="252" y="164"/>
                  <a:pt x="252" y="166"/>
                </a:cubicBezTo>
                <a:cubicBezTo>
                  <a:pt x="252" y="178"/>
                  <a:pt x="248" y="187"/>
                  <a:pt x="241" y="194"/>
                </a:cubicBezTo>
                <a:lnTo>
                  <a:pt x="155" y="194"/>
                </a:lnTo>
                <a:lnTo>
                  <a:pt x="126" y="312"/>
                </a:lnTo>
                <a:cubicBezTo>
                  <a:pt x="105" y="398"/>
                  <a:pt x="95" y="444"/>
                  <a:pt x="95" y="450"/>
                </a:cubicBezTo>
                <a:cubicBezTo>
                  <a:pt x="95" y="473"/>
                  <a:pt x="102" y="484"/>
                  <a:pt x="116" y="484"/>
                </a:cubicBezTo>
                <a:cubicBezTo>
                  <a:pt x="135" y="484"/>
                  <a:pt x="153" y="475"/>
                  <a:pt x="171" y="457"/>
                </a:cubicBezTo>
                <a:cubicBezTo>
                  <a:pt x="189" y="438"/>
                  <a:pt x="203" y="416"/>
                  <a:pt x="214" y="389"/>
                </a:cubicBezTo>
                <a:cubicBezTo>
                  <a:pt x="215" y="386"/>
                  <a:pt x="216" y="384"/>
                  <a:pt x="218" y="383"/>
                </a:cubicBezTo>
                <a:cubicBezTo>
                  <a:pt x="219" y="383"/>
                  <a:pt x="223" y="382"/>
                  <a:pt x="230" y="382"/>
                </a:cubicBezTo>
                <a:lnTo>
                  <a:pt x="233" y="382"/>
                </a:lnTo>
                <a:cubicBezTo>
                  <a:pt x="241" y="382"/>
                  <a:pt x="245" y="384"/>
                  <a:pt x="245" y="388"/>
                </a:cubicBezTo>
                <a:cubicBezTo>
                  <a:pt x="245" y="390"/>
                  <a:pt x="244" y="393"/>
                  <a:pt x="243" y="398"/>
                </a:cubicBezTo>
                <a:cubicBezTo>
                  <a:pt x="240" y="406"/>
                  <a:pt x="235" y="417"/>
                  <a:pt x="228" y="428"/>
                </a:cubicBezTo>
                <a:cubicBezTo>
                  <a:pt x="221" y="440"/>
                  <a:pt x="212" y="453"/>
                  <a:pt x="201" y="466"/>
                </a:cubicBezTo>
                <a:cubicBezTo>
                  <a:pt x="190" y="480"/>
                  <a:pt x="176" y="491"/>
                  <a:pt x="160" y="500"/>
                </a:cubicBezTo>
                <a:cubicBezTo>
                  <a:pt x="144" y="509"/>
                  <a:pt x="127" y="514"/>
                  <a:pt x="111" y="514"/>
                </a:cubicBezTo>
                <a:cubicBezTo>
                  <a:pt x="95" y="514"/>
                  <a:pt x="79" y="510"/>
                  <a:pt x="64" y="502"/>
                </a:cubicBezTo>
                <a:cubicBezTo>
                  <a:pt x="49" y="494"/>
                  <a:pt x="39" y="480"/>
                  <a:pt x="32" y="460"/>
                </a:cubicBezTo>
                <a:cubicBezTo>
                  <a:pt x="31" y="456"/>
                  <a:pt x="31" y="448"/>
                  <a:pt x="31" y="438"/>
                </a:cubicBezTo>
                <a:lnTo>
                  <a:pt x="31" y="424"/>
                </a:lnTo>
                <a:lnTo>
                  <a:pt x="59" y="311"/>
                </a:lnTo>
                <a:cubicBezTo>
                  <a:pt x="79" y="235"/>
                  <a:pt x="88" y="196"/>
                  <a:pt x="89" y="196"/>
                </a:cubicBezTo>
                <a:cubicBezTo>
                  <a:pt x="89" y="195"/>
                  <a:pt x="74" y="194"/>
                  <a:pt x="47" y="194"/>
                </a:cubicBezTo>
                <a:lnTo>
                  <a:pt x="6" y="194"/>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562" name=""/>
          <p:cNvSpPr/>
          <p:nvPr/>
        </p:nvSpPr>
        <p:spPr>
          <a:xfrm>
            <a:off x="6440760" y="2512800"/>
            <a:ext cx="177120" cy="11880"/>
          </a:xfrm>
          <a:custGeom>
            <a:avLst/>
            <a:gdLst/>
            <a:ahLst/>
            <a:rect l="0" t="0" r="r" b="b"/>
            <a:pathLst>
              <a:path w="492" h="33">
                <a:moveTo>
                  <a:pt x="11" y="0"/>
                </a:moveTo>
                <a:lnTo>
                  <a:pt x="479" y="0"/>
                </a:lnTo>
                <a:cubicBezTo>
                  <a:pt x="488" y="4"/>
                  <a:pt x="492" y="9"/>
                  <a:pt x="492" y="17"/>
                </a:cubicBezTo>
                <a:cubicBezTo>
                  <a:pt x="492" y="23"/>
                  <a:pt x="488" y="29"/>
                  <a:pt x="479" y="33"/>
                </a:cubicBezTo>
                <a:lnTo>
                  <a:pt x="11" y="33"/>
                </a:lnTo>
                <a:cubicBezTo>
                  <a:pt x="4" y="29"/>
                  <a:pt x="0" y="24"/>
                  <a:pt x="0" y="17"/>
                </a:cubicBezTo>
                <a:cubicBezTo>
                  <a:pt x="0" y="9"/>
                  <a:pt x="4" y="3"/>
                  <a:pt x="11" y="0"/>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563" name=""/>
          <p:cNvSpPr/>
          <p:nvPr/>
        </p:nvSpPr>
        <p:spPr>
          <a:xfrm>
            <a:off x="6665760" y="2397960"/>
            <a:ext cx="100080" cy="193320"/>
          </a:xfrm>
          <a:custGeom>
            <a:avLst/>
            <a:gdLst/>
            <a:ahLst/>
            <a:rect l="0" t="0" r="r" b="b"/>
            <a:pathLst>
              <a:path w="278" h="537">
                <a:moveTo>
                  <a:pt x="105" y="72"/>
                </a:moveTo>
                <a:lnTo>
                  <a:pt x="94" y="76"/>
                </a:lnTo>
                <a:cubicBezTo>
                  <a:pt x="87" y="78"/>
                  <a:pt x="76" y="81"/>
                  <a:pt x="62" y="84"/>
                </a:cubicBezTo>
                <a:cubicBezTo>
                  <a:pt x="48" y="87"/>
                  <a:pt x="33" y="88"/>
                  <a:pt x="16" y="89"/>
                </a:cubicBezTo>
                <a:lnTo>
                  <a:pt x="0" y="89"/>
                </a:lnTo>
                <a:lnTo>
                  <a:pt x="0" y="52"/>
                </a:lnTo>
                <a:lnTo>
                  <a:pt x="16" y="52"/>
                </a:lnTo>
                <a:cubicBezTo>
                  <a:pt x="41" y="51"/>
                  <a:pt x="64" y="47"/>
                  <a:pt x="86" y="40"/>
                </a:cubicBezTo>
                <a:cubicBezTo>
                  <a:pt x="107" y="33"/>
                  <a:pt x="123" y="26"/>
                  <a:pt x="132" y="20"/>
                </a:cubicBezTo>
                <a:cubicBezTo>
                  <a:pt x="140" y="14"/>
                  <a:pt x="148" y="8"/>
                  <a:pt x="154" y="2"/>
                </a:cubicBezTo>
                <a:cubicBezTo>
                  <a:pt x="155" y="1"/>
                  <a:pt x="158" y="0"/>
                  <a:pt x="164" y="0"/>
                </a:cubicBezTo>
                <a:cubicBezTo>
                  <a:pt x="169" y="0"/>
                  <a:pt x="173" y="2"/>
                  <a:pt x="178" y="5"/>
                </a:cubicBezTo>
                <a:lnTo>
                  <a:pt x="178" y="246"/>
                </a:lnTo>
                <a:lnTo>
                  <a:pt x="178" y="488"/>
                </a:lnTo>
                <a:cubicBezTo>
                  <a:pt x="182" y="492"/>
                  <a:pt x="185" y="494"/>
                  <a:pt x="188" y="495"/>
                </a:cubicBezTo>
                <a:cubicBezTo>
                  <a:pt x="191" y="496"/>
                  <a:pt x="197" y="497"/>
                  <a:pt x="207" y="498"/>
                </a:cubicBezTo>
                <a:cubicBezTo>
                  <a:pt x="217" y="499"/>
                  <a:pt x="234" y="500"/>
                  <a:pt x="257" y="500"/>
                </a:cubicBezTo>
                <a:lnTo>
                  <a:pt x="278" y="500"/>
                </a:lnTo>
                <a:lnTo>
                  <a:pt x="278" y="537"/>
                </a:lnTo>
                <a:lnTo>
                  <a:pt x="269" y="537"/>
                </a:lnTo>
                <a:cubicBezTo>
                  <a:pt x="258" y="535"/>
                  <a:pt x="215" y="534"/>
                  <a:pt x="141" y="534"/>
                </a:cubicBezTo>
                <a:cubicBezTo>
                  <a:pt x="67" y="534"/>
                  <a:pt x="25" y="535"/>
                  <a:pt x="14" y="537"/>
                </a:cubicBezTo>
                <a:lnTo>
                  <a:pt x="4" y="537"/>
                </a:lnTo>
                <a:lnTo>
                  <a:pt x="4" y="500"/>
                </a:lnTo>
                <a:lnTo>
                  <a:pt x="25" y="500"/>
                </a:lnTo>
                <a:cubicBezTo>
                  <a:pt x="37" y="500"/>
                  <a:pt x="47" y="500"/>
                  <a:pt x="56" y="500"/>
                </a:cubicBezTo>
                <a:cubicBezTo>
                  <a:pt x="64" y="500"/>
                  <a:pt x="71" y="500"/>
                  <a:pt x="76" y="499"/>
                </a:cubicBezTo>
                <a:cubicBezTo>
                  <a:pt x="81" y="499"/>
                  <a:pt x="85" y="498"/>
                  <a:pt x="89" y="497"/>
                </a:cubicBezTo>
                <a:cubicBezTo>
                  <a:pt x="93" y="496"/>
                  <a:pt x="95" y="495"/>
                  <a:pt x="95" y="495"/>
                </a:cubicBezTo>
                <a:cubicBezTo>
                  <a:pt x="96" y="495"/>
                  <a:pt x="97" y="494"/>
                  <a:pt x="100" y="491"/>
                </a:cubicBezTo>
                <a:cubicBezTo>
                  <a:pt x="103" y="488"/>
                  <a:pt x="104" y="487"/>
                  <a:pt x="105" y="488"/>
                </a:cubicBezTo>
                <a:lnTo>
                  <a:pt x="105" y="72"/>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564" name=""/>
          <p:cNvSpPr/>
          <p:nvPr/>
        </p:nvSpPr>
        <p:spPr>
          <a:xfrm>
            <a:off x="6839280" y="2353320"/>
            <a:ext cx="51120" cy="255960"/>
          </a:xfrm>
          <a:custGeom>
            <a:avLst/>
            <a:gdLst/>
            <a:ahLst/>
            <a:rect l="0" t="0" r="r" b="b"/>
            <a:pathLst>
              <a:path w="142" h="711">
                <a:moveTo>
                  <a:pt x="0" y="68"/>
                </a:moveTo>
                <a:cubicBezTo>
                  <a:pt x="0" y="50"/>
                  <a:pt x="6" y="34"/>
                  <a:pt x="19" y="20"/>
                </a:cubicBezTo>
                <a:cubicBezTo>
                  <a:pt x="32" y="7"/>
                  <a:pt x="48" y="0"/>
                  <a:pt x="68" y="0"/>
                </a:cubicBezTo>
                <a:cubicBezTo>
                  <a:pt x="86" y="0"/>
                  <a:pt x="102" y="6"/>
                  <a:pt x="117" y="18"/>
                </a:cubicBezTo>
                <a:cubicBezTo>
                  <a:pt x="130" y="30"/>
                  <a:pt x="138" y="46"/>
                  <a:pt x="138" y="67"/>
                </a:cubicBezTo>
                <a:cubicBezTo>
                  <a:pt x="138" y="86"/>
                  <a:pt x="132" y="102"/>
                  <a:pt x="119" y="116"/>
                </a:cubicBezTo>
                <a:cubicBezTo>
                  <a:pt x="105" y="130"/>
                  <a:pt x="89" y="136"/>
                  <a:pt x="69" y="136"/>
                </a:cubicBezTo>
                <a:cubicBezTo>
                  <a:pt x="49" y="136"/>
                  <a:pt x="33" y="130"/>
                  <a:pt x="20" y="117"/>
                </a:cubicBezTo>
                <a:cubicBezTo>
                  <a:pt x="7" y="104"/>
                  <a:pt x="0" y="88"/>
                  <a:pt x="0" y="68"/>
                </a:cubicBezTo>
                <a:moveTo>
                  <a:pt x="0" y="422"/>
                </a:moveTo>
                <a:cubicBezTo>
                  <a:pt x="0" y="403"/>
                  <a:pt x="6" y="387"/>
                  <a:pt x="18" y="373"/>
                </a:cubicBezTo>
                <a:cubicBezTo>
                  <a:pt x="30" y="359"/>
                  <a:pt x="46" y="352"/>
                  <a:pt x="67" y="352"/>
                </a:cubicBezTo>
                <a:cubicBezTo>
                  <a:pt x="117" y="352"/>
                  <a:pt x="142" y="395"/>
                  <a:pt x="142" y="481"/>
                </a:cubicBezTo>
                <a:cubicBezTo>
                  <a:pt x="142" y="521"/>
                  <a:pt x="135" y="559"/>
                  <a:pt x="120" y="597"/>
                </a:cubicBezTo>
                <a:cubicBezTo>
                  <a:pt x="105" y="635"/>
                  <a:pt x="90" y="664"/>
                  <a:pt x="75" y="682"/>
                </a:cubicBezTo>
                <a:cubicBezTo>
                  <a:pt x="60" y="701"/>
                  <a:pt x="50" y="711"/>
                  <a:pt x="45" y="711"/>
                </a:cubicBezTo>
                <a:cubicBezTo>
                  <a:pt x="43" y="711"/>
                  <a:pt x="38" y="708"/>
                  <a:pt x="32" y="702"/>
                </a:cubicBezTo>
                <a:cubicBezTo>
                  <a:pt x="25" y="696"/>
                  <a:pt x="21" y="691"/>
                  <a:pt x="19" y="688"/>
                </a:cubicBezTo>
                <a:cubicBezTo>
                  <a:pt x="18" y="686"/>
                  <a:pt x="23" y="679"/>
                  <a:pt x="33" y="667"/>
                </a:cubicBezTo>
                <a:cubicBezTo>
                  <a:pt x="43" y="654"/>
                  <a:pt x="54" y="636"/>
                  <a:pt x="67" y="612"/>
                </a:cubicBezTo>
                <a:cubicBezTo>
                  <a:pt x="80" y="588"/>
                  <a:pt x="88" y="561"/>
                  <a:pt x="93" y="533"/>
                </a:cubicBezTo>
                <a:cubicBezTo>
                  <a:pt x="94" y="529"/>
                  <a:pt x="94" y="523"/>
                  <a:pt x="95" y="515"/>
                </a:cubicBezTo>
                <a:cubicBezTo>
                  <a:pt x="96" y="508"/>
                  <a:pt x="97" y="501"/>
                  <a:pt x="99" y="495"/>
                </a:cubicBezTo>
                <a:cubicBezTo>
                  <a:pt x="100" y="489"/>
                  <a:pt x="100" y="486"/>
                  <a:pt x="99" y="486"/>
                </a:cubicBezTo>
                <a:cubicBezTo>
                  <a:pt x="99" y="485"/>
                  <a:pt x="97" y="485"/>
                  <a:pt x="94" y="486"/>
                </a:cubicBezTo>
                <a:cubicBezTo>
                  <a:pt x="91" y="486"/>
                  <a:pt x="84" y="488"/>
                  <a:pt x="72" y="490"/>
                </a:cubicBezTo>
                <a:cubicBezTo>
                  <a:pt x="48" y="490"/>
                  <a:pt x="30" y="483"/>
                  <a:pt x="18" y="470"/>
                </a:cubicBezTo>
                <a:cubicBezTo>
                  <a:pt x="6" y="456"/>
                  <a:pt x="0" y="440"/>
                  <a:pt x="0" y="422"/>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565" name=""/>
          <p:cNvSpPr/>
          <p:nvPr/>
        </p:nvSpPr>
        <p:spPr>
          <a:xfrm>
            <a:off x="7003440" y="2344320"/>
            <a:ext cx="265680" cy="271800"/>
          </a:xfrm>
          <a:custGeom>
            <a:avLst/>
            <a:gdLst/>
            <a:ahLst/>
            <a:rect l="0" t="0" r="r" b="b"/>
            <a:pathLst>
              <a:path w="738" h="755">
                <a:moveTo>
                  <a:pt x="297" y="523"/>
                </a:moveTo>
                <a:cubicBezTo>
                  <a:pt x="275" y="523"/>
                  <a:pt x="256" y="522"/>
                  <a:pt x="240" y="520"/>
                </a:cubicBezTo>
                <a:cubicBezTo>
                  <a:pt x="224" y="518"/>
                  <a:pt x="212" y="515"/>
                  <a:pt x="204" y="513"/>
                </a:cubicBezTo>
                <a:cubicBezTo>
                  <a:pt x="197" y="511"/>
                  <a:pt x="192" y="510"/>
                  <a:pt x="191" y="510"/>
                </a:cubicBezTo>
                <a:cubicBezTo>
                  <a:pt x="190" y="510"/>
                  <a:pt x="187" y="523"/>
                  <a:pt x="181" y="551"/>
                </a:cubicBezTo>
                <a:cubicBezTo>
                  <a:pt x="174" y="578"/>
                  <a:pt x="167" y="608"/>
                  <a:pt x="158" y="640"/>
                </a:cubicBezTo>
                <a:cubicBezTo>
                  <a:pt x="149" y="674"/>
                  <a:pt x="142" y="696"/>
                  <a:pt x="138" y="706"/>
                </a:cubicBezTo>
                <a:cubicBezTo>
                  <a:pt x="122" y="739"/>
                  <a:pt x="96" y="755"/>
                  <a:pt x="59" y="755"/>
                </a:cubicBezTo>
                <a:cubicBezTo>
                  <a:pt x="41" y="755"/>
                  <a:pt x="26" y="750"/>
                  <a:pt x="16" y="738"/>
                </a:cubicBezTo>
                <a:cubicBezTo>
                  <a:pt x="5" y="727"/>
                  <a:pt x="0" y="712"/>
                  <a:pt x="0" y="695"/>
                </a:cubicBezTo>
                <a:cubicBezTo>
                  <a:pt x="2" y="684"/>
                  <a:pt x="28" y="577"/>
                  <a:pt x="79" y="374"/>
                </a:cubicBezTo>
                <a:cubicBezTo>
                  <a:pt x="129" y="172"/>
                  <a:pt x="156" y="65"/>
                  <a:pt x="160" y="54"/>
                </a:cubicBezTo>
                <a:cubicBezTo>
                  <a:pt x="166" y="39"/>
                  <a:pt x="176" y="26"/>
                  <a:pt x="191" y="16"/>
                </a:cubicBezTo>
                <a:cubicBezTo>
                  <a:pt x="205" y="5"/>
                  <a:pt x="221" y="0"/>
                  <a:pt x="240" y="0"/>
                </a:cubicBezTo>
                <a:cubicBezTo>
                  <a:pt x="260" y="0"/>
                  <a:pt x="275" y="6"/>
                  <a:pt x="285" y="18"/>
                </a:cubicBezTo>
                <a:cubicBezTo>
                  <a:pt x="295" y="30"/>
                  <a:pt x="300" y="42"/>
                  <a:pt x="301" y="54"/>
                </a:cubicBezTo>
                <a:cubicBezTo>
                  <a:pt x="301" y="63"/>
                  <a:pt x="289" y="115"/>
                  <a:pt x="266" y="208"/>
                </a:cubicBezTo>
                <a:cubicBezTo>
                  <a:pt x="242" y="301"/>
                  <a:pt x="230" y="360"/>
                  <a:pt x="229" y="384"/>
                </a:cubicBezTo>
                <a:cubicBezTo>
                  <a:pt x="229" y="438"/>
                  <a:pt x="256" y="465"/>
                  <a:pt x="309" y="465"/>
                </a:cubicBezTo>
                <a:cubicBezTo>
                  <a:pt x="337" y="465"/>
                  <a:pt x="364" y="456"/>
                  <a:pt x="389" y="437"/>
                </a:cubicBezTo>
                <a:cubicBezTo>
                  <a:pt x="414" y="418"/>
                  <a:pt x="430" y="402"/>
                  <a:pt x="438" y="389"/>
                </a:cubicBezTo>
                <a:cubicBezTo>
                  <a:pt x="439" y="387"/>
                  <a:pt x="453" y="333"/>
                  <a:pt x="480" y="226"/>
                </a:cubicBezTo>
                <a:cubicBezTo>
                  <a:pt x="506" y="119"/>
                  <a:pt x="520" y="65"/>
                  <a:pt x="522" y="62"/>
                </a:cubicBezTo>
                <a:cubicBezTo>
                  <a:pt x="539" y="27"/>
                  <a:pt x="565" y="9"/>
                  <a:pt x="602" y="9"/>
                </a:cubicBezTo>
                <a:cubicBezTo>
                  <a:pt x="621" y="9"/>
                  <a:pt x="635" y="15"/>
                  <a:pt x="646" y="26"/>
                </a:cubicBezTo>
                <a:cubicBezTo>
                  <a:pt x="657" y="37"/>
                  <a:pt x="662" y="49"/>
                  <a:pt x="662" y="62"/>
                </a:cubicBezTo>
                <a:cubicBezTo>
                  <a:pt x="662" y="70"/>
                  <a:pt x="656" y="99"/>
                  <a:pt x="644" y="150"/>
                </a:cubicBezTo>
                <a:cubicBezTo>
                  <a:pt x="632" y="201"/>
                  <a:pt x="618" y="255"/>
                  <a:pt x="603" y="312"/>
                </a:cubicBezTo>
                <a:cubicBezTo>
                  <a:pt x="588" y="368"/>
                  <a:pt x="580" y="401"/>
                  <a:pt x="579" y="408"/>
                </a:cubicBezTo>
                <a:cubicBezTo>
                  <a:pt x="577" y="417"/>
                  <a:pt x="577" y="425"/>
                  <a:pt x="577" y="432"/>
                </a:cubicBezTo>
                <a:cubicBezTo>
                  <a:pt x="577" y="455"/>
                  <a:pt x="583" y="466"/>
                  <a:pt x="597" y="466"/>
                </a:cubicBezTo>
                <a:cubicBezTo>
                  <a:pt x="614" y="466"/>
                  <a:pt x="628" y="454"/>
                  <a:pt x="640" y="429"/>
                </a:cubicBezTo>
                <a:cubicBezTo>
                  <a:pt x="648" y="414"/>
                  <a:pt x="655" y="392"/>
                  <a:pt x="663" y="362"/>
                </a:cubicBezTo>
                <a:cubicBezTo>
                  <a:pt x="667" y="346"/>
                  <a:pt x="670" y="337"/>
                  <a:pt x="672" y="334"/>
                </a:cubicBezTo>
                <a:cubicBezTo>
                  <a:pt x="674" y="332"/>
                  <a:pt x="683" y="331"/>
                  <a:pt x="697" y="330"/>
                </a:cubicBezTo>
                <a:lnTo>
                  <a:pt x="703" y="330"/>
                </a:lnTo>
                <a:lnTo>
                  <a:pt x="715" y="330"/>
                </a:lnTo>
                <a:cubicBezTo>
                  <a:pt x="731" y="330"/>
                  <a:pt x="738" y="335"/>
                  <a:pt x="738" y="346"/>
                </a:cubicBezTo>
                <a:cubicBezTo>
                  <a:pt x="737" y="350"/>
                  <a:pt x="736" y="356"/>
                  <a:pt x="735" y="364"/>
                </a:cubicBezTo>
                <a:cubicBezTo>
                  <a:pt x="733" y="372"/>
                  <a:pt x="728" y="386"/>
                  <a:pt x="719" y="407"/>
                </a:cubicBezTo>
                <a:cubicBezTo>
                  <a:pt x="710" y="428"/>
                  <a:pt x="701" y="446"/>
                  <a:pt x="692" y="461"/>
                </a:cubicBezTo>
                <a:cubicBezTo>
                  <a:pt x="682" y="475"/>
                  <a:pt x="668" y="489"/>
                  <a:pt x="647" y="504"/>
                </a:cubicBezTo>
                <a:cubicBezTo>
                  <a:pt x="627" y="518"/>
                  <a:pt x="606" y="525"/>
                  <a:pt x="586" y="523"/>
                </a:cubicBezTo>
                <a:cubicBezTo>
                  <a:pt x="567" y="523"/>
                  <a:pt x="549" y="521"/>
                  <a:pt x="533" y="518"/>
                </a:cubicBezTo>
                <a:cubicBezTo>
                  <a:pt x="517" y="514"/>
                  <a:pt x="504" y="508"/>
                  <a:pt x="495" y="502"/>
                </a:cubicBezTo>
                <a:cubicBezTo>
                  <a:pt x="485" y="495"/>
                  <a:pt x="476" y="489"/>
                  <a:pt x="470" y="483"/>
                </a:cubicBezTo>
                <a:cubicBezTo>
                  <a:pt x="463" y="478"/>
                  <a:pt x="457" y="473"/>
                  <a:pt x="454" y="469"/>
                </a:cubicBezTo>
                <a:lnTo>
                  <a:pt x="450" y="462"/>
                </a:lnTo>
                <a:cubicBezTo>
                  <a:pt x="403" y="503"/>
                  <a:pt x="352" y="523"/>
                  <a:pt x="297" y="523"/>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566" name=""/>
          <p:cNvSpPr/>
          <p:nvPr/>
        </p:nvSpPr>
        <p:spPr>
          <a:xfrm>
            <a:off x="7079040" y="2259000"/>
            <a:ext cx="136800" cy="42480"/>
          </a:xfrm>
          <a:custGeom>
            <a:avLst/>
            <a:gdLst/>
            <a:ahLst/>
            <a:rect l="0" t="0" r="r" b="b"/>
            <a:pathLst>
              <a:path w="380" h="118">
                <a:moveTo>
                  <a:pt x="109" y="76"/>
                </a:moveTo>
                <a:cubicBezTo>
                  <a:pt x="98" y="76"/>
                  <a:pt x="87" y="79"/>
                  <a:pt x="78" y="83"/>
                </a:cubicBezTo>
                <a:cubicBezTo>
                  <a:pt x="68" y="88"/>
                  <a:pt x="60" y="92"/>
                  <a:pt x="55" y="96"/>
                </a:cubicBezTo>
                <a:cubicBezTo>
                  <a:pt x="49" y="99"/>
                  <a:pt x="42" y="108"/>
                  <a:pt x="32" y="118"/>
                </a:cubicBezTo>
                <a:lnTo>
                  <a:pt x="16" y="105"/>
                </a:lnTo>
                <a:lnTo>
                  <a:pt x="0" y="91"/>
                </a:lnTo>
                <a:cubicBezTo>
                  <a:pt x="0" y="90"/>
                  <a:pt x="5" y="85"/>
                  <a:pt x="14" y="74"/>
                </a:cubicBezTo>
                <a:cubicBezTo>
                  <a:pt x="23" y="63"/>
                  <a:pt x="33" y="52"/>
                  <a:pt x="43" y="40"/>
                </a:cubicBezTo>
                <a:cubicBezTo>
                  <a:pt x="54" y="28"/>
                  <a:pt x="62" y="20"/>
                  <a:pt x="67" y="16"/>
                </a:cubicBezTo>
                <a:cubicBezTo>
                  <a:pt x="85" y="5"/>
                  <a:pt x="102" y="0"/>
                  <a:pt x="118" y="0"/>
                </a:cubicBezTo>
                <a:cubicBezTo>
                  <a:pt x="135" y="0"/>
                  <a:pt x="160" y="7"/>
                  <a:pt x="195" y="20"/>
                </a:cubicBezTo>
                <a:cubicBezTo>
                  <a:pt x="228" y="34"/>
                  <a:pt x="253" y="41"/>
                  <a:pt x="271" y="41"/>
                </a:cubicBezTo>
                <a:cubicBezTo>
                  <a:pt x="282" y="41"/>
                  <a:pt x="293" y="39"/>
                  <a:pt x="303" y="34"/>
                </a:cubicBezTo>
                <a:cubicBezTo>
                  <a:pt x="313" y="30"/>
                  <a:pt x="320" y="25"/>
                  <a:pt x="325" y="22"/>
                </a:cubicBezTo>
                <a:cubicBezTo>
                  <a:pt x="331" y="18"/>
                  <a:pt x="338" y="11"/>
                  <a:pt x="348" y="0"/>
                </a:cubicBezTo>
                <a:lnTo>
                  <a:pt x="364" y="14"/>
                </a:lnTo>
                <a:lnTo>
                  <a:pt x="380" y="26"/>
                </a:lnTo>
                <a:cubicBezTo>
                  <a:pt x="349" y="71"/>
                  <a:pt x="322" y="99"/>
                  <a:pt x="298" y="110"/>
                </a:cubicBezTo>
                <a:cubicBezTo>
                  <a:pt x="288" y="116"/>
                  <a:pt x="276" y="118"/>
                  <a:pt x="263" y="118"/>
                </a:cubicBezTo>
                <a:cubicBezTo>
                  <a:pt x="247" y="118"/>
                  <a:pt x="222" y="111"/>
                  <a:pt x="189" y="97"/>
                </a:cubicBezTo>
                <a:cubicBezTo>
                  <a:pt x="155" y="83"/>
                  <a:pt x="128" y="76"/>
                  <a:pt x="109" y="76"/>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567" name=""/>
          <p:cNvSpPr/>
          <p:nvPr/>
        </p:nvSpPr>
        <p:spPr>
          <a:xfrm>
            <a:off x="7298640" y="2409480"/>
            <a:ext cx="90360" cy="185040"/>
          </a:xfrm>
          <a:custGeom>
            <a:avLst/>
            <a:gdLst/>
            <a:ahLst/>
            <a:rect l="0" t="0" r="r" b="b"/>
            <a:pathLst>
              <a:path w="251" h="514">
                <a:moveTo>
                  <a:pt x="5" y="194"/>
                </a:moveTo>
                <a:cubicBezTo>
                  <a:pt x="1" y="190"/>
                  <a:pt x="0" y="188"/>
                  <a:pt x="0" y="186"/>
                </a:cubicBezTo>
                <a:cubicBezTo>
                  <a:pt x="0" y="184"/>
                  <a:pt x="0" y="180"/>
                  <a:pt x="2" y="173"/>
                </a:cubicBezTo>
                <a:cubicBezTo>
                  <a:pt x="4" y="167"/>
                  <a:pt x="5" y="163"/>
                  <a:pt x="6" y="162"/>
                </a:cubicBezTo>
                <a:cubicBezTo>
                  <a:pt x="7" y="159"/>
                  <a:pt x="10" y="158"/>
                  <a:pt x="13" y="158"/>
                </a:cubicBezTo>
                <a:cubicBezTo>
                  <a:pt x="17" y="158"/>
                  <a:pt x="31" y="158"/>
                  <a:pt x="54" y="157"/>
                </a:cubicBezTo>
                <a:lnTo>
                  <a:pt x="97" y="157"/>
                </a:lnTo>
                <a:lnTo>
                  <a:pt x="113" y="93"/>
                </a:lnTo>
                <a:cubicBezTo>
                  <a:pt x="115" y="87"/>
                  <a:pt x="117" y="79"/>
                  <a:pt x="119" y="69"/>
                </a:cubicBezTo>
                <a:cubicBezTo>
                  <a:pt x="121" y="60"/>
                  <a:pt x="123" y="53"/>
                  <a:pt x="125" y="48"/>
                </a:cubicBezTo>
                <a:cubicBezTo>
                  <a:pt x="126" y="44"/>
                  <a:pt x="128" y="39"/>
                  <a:pt x="129" y="32"/>
                </a:cubicBezTo>
                <a:cubicBezTo>
                  <a:pt x="131" y="26"/>
                  <a:pt x="133" y="21"/>
                  <a:pt x="136" y="19"/>
                </a:cubicBezTo>
                <a:cubicBezTo>
                  <a:pt x="138" y="16"/>
                  <a:pt x="141" y="13"/>
                  <a:pt x="144" y="9"/>
                </a:cubicBezTo>
                <a:cubicBezTo>
                  <a:pt x="147" y="5"/>
                  <a:pt x="150" y="3"/>
                  <a:pt x="155" y="2"/>
                </a:cubicBezTo>
                <a:cubicBezTo>
                  <a:pt x="160" y="1"/>
                  <a:pt x="165" y="0"/>
                  <a:pt x="170" y="0"/>
                </a:cubicBezTo>
                <a:cubicBezTo>
                  <a:pt x="179" y="1"/>
                  <a:pt x="186" y="4"/>
                  <a:pt x="190" y="9"/>
                </a:cubicBezTo>
                <a:cubicBezTo>
                  <a:pt x="193" y="14"/>
                  <a:pt x="195" y="19"/>
                  <a:pt x="195" y="24"/>
                </a:cubicBezTo>
                <a:cubicBezTo>
                  <a:pt x="195" y="28"/>
                  <a:pt x="193" y="41"/>
                  <a:pt x="188" y="62"/>
                </a:cubicBezTo>
                <a:cubicBezTo>
                  <a:pt x="183" y="84"/>
                  <a:pt x="178" y="105"/>
                  <a:pt x="172" y="126"/>
                </a:cubicBezTo>
                <a:lnTo>
                  <a:pt x="164" y="155"/>
                </a:lnTo>
                <a:cubicBezTo>
                  <a:pt x="164" y="157"/>
                  <a:pt x="177" y="157"/>
                  <a:pt x="204" y="157"/>
                </a:cubicBezTo>
                <a:lnTo>
                  <a:pt x="245" y="157"/>
                </a:lnTo>
                <a:cubicBezTo>
                  <a:pt x="249" y="161"/>
                  <a:pt x="251" y="164"/>
                  <a:pt x="251" y="166"/>
                </a:cubicBezTo>
                <a:cubicBezTo>
                  <a:pt x="251" y="178"/>
                  <a:pt x="247" y="187"/>
                  <a:pt x="240" y="194"/>
                </a:cubicBezTo>
                <a:lnTo>
                  <a:pt x="154" y="194"/>
                </a:lnTo>
                <a:lnTo>
                  <a:pt x="125" y="312"/>
                </a:lnTo>
                <a:cubicBezTo>
                  <a:pt x="104" y="398"/>
                  <a:pt x="93" y="444"/>
                  <a:pt x="93" y="450"/>
                </a:cubicBezTo>
                <a:cubicBezTo>
                  <a:pt x="93" y="473"/>
                  <a:pt x="100" y="484"/>
                  <a:pt x="116" y="484"/>
                </a:cubicBezTo>
                <a:cubicBezTo>
                  <a:pt x="134" y="484"/>
                  <a:pt x="153" y="475"/>
                  <a:pt x="170" y="457"/>
                </a:cubicBezTo>
                <a:cubicBezTo>
                  <a:pt x="188" y="438"/>
                  <a:pt x="202" y="416"/>
                  <a:pt x="213" y="389"/>
                </a:cubicBezTo>
                <a:cubicBezTo>
                  <a:pt x="214" y="386"/>
                  <a:pt x="215" y="384"/>
                  <a:pt x="217" y="383"/>
                </a:cubicBezTo>
                <a:cubicBezTo>
                  <a:pt x="219" y="383"/>
                  <a:pt x="223" y="382"/>
                  <a:pt x="229" y="382"/>
                </a:cubicBezTo>
                <a:lnTo>
                  <a:pt x="232" y="382"/>
                </a:lnTo>
                <a:cubicBezTo>
                  <a:pt x="240" y="382"/>
                  <a:pt x="244" y="384"/>
                  <a:pt x="244" y="388"/>
                </a:cubicBezTo>
                <a:cubicBezTo>
                  <a:pt x="244" y="390"/>
                  <a:pt x="244" y="393"/>
                  <a:pt x="242" y="398"/>
                </a:cubicBezTo>
                <a:cubicBezTo>
                  <a:pt x="239" y="406"/>
                  <a:pt x="234" y="417"/>
                  <a:pt x="228" y="428"/>
                </a:cubicBezTo>
                <a:cubicBezTo>
                  <a:pt x="221" y="440"/>
                  <a:pt x="211" y="453"/>
                  <a:pt x="200" y="466"/>
                </a:cubicBezTo>
                <a:cubicBezTo>
                  <a:pt x="189" y="480"/>
                  <a:pt x="175" y="491"/>
                  <a:pt x="159" y="500"/>
                </a:cubicBezTo>
                <a:cubicBezTo>
                  <a:pt x="143" y="509"/>
                  <a:pt x="127" y="514"/>
                  <a:pt x="110" y="514"/>
                </a:cubicBezTo>
                <a:cubicBezTo>
                  <a:pt x="93" y="514"/>
                  <a:pt x="78" y="510"/>
                  <a:pt x="63" y="502"/>
                </a:cubicBezTo>
                <a:cubicBezTo>
                  <a:pt x="49" y="494"/>
                  <a:pt x="38" y="480"/>
                  <a:pt x="32" y="460"/>
                </a:cubicBezTo>
                <a:cubicBezTo>
                  <a:pt x="31" y="456"/>
                  <a:pt x="30" y="448"/>
                  <a:pt x="30" y="438"/>
                </a:cubicBezTo>
                <a:lnTo>
                  <a:pt x="30" y="424"/>
                </a:lnTo>
                <a:lnTo>
                  <a:pt x="58" y="311"/>
                </a:lnTo>
                <a:cubicBezTo>
                  <a:pt x="77" y="235"/>
                  <a:pt x="87" y="196"/>
                  <a:pt x="87" y="196"/>
                </a:cubicBezTo>
                <a:cubicBezTo>
                  <a:pt x="87" y="195"/>
                  <a:pt x="74" y="194"/>
                  <a:pt x="46" y="194"/>
                </a:cubicBezTo>
                <a:lnTo>
                  <a:pt x="5" y="194"/>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568" name=""/>
          <p:cNvSpPr/>
          <p:nvPr/>
        </p:nvSpPr>
        <p:spPr>
          <a:xfrm>
            <a:off x="7456680" y="2222280"/>
            <a:ext cx="98280" cy="410040"/>
          </a:xfrm>
          <a:custGeom>
            <a:avLst/>
            <a:gdLst/>
            <a:ahLst/>
            <a:rect l="0" t="0" r="r" b="b"/>
            <a:pathLst>
              <a:path w="273" h="1139">
                <a:moveTo>
                  <a:pt x="0" y="570"/>
                </a:moveTo>
                <a:cubicBezTo>
                  <a:pt x="0" y="517"/>
                  <a:pt x="4" y="468"/>
                  <a:pt x="11" y="421"/>
                </a:cubicBezTo>
                <a:cubicBezTo>
                  <a:pt x="19" y="373"/>
                  <a:pt x="27" y="333"/>
                  <a:pt x="37" y="299"/>
                </a:cubicBezTo>
                <a:cubicBezTo>
                  <a:pt x="47" y="265"/>
                  <a:pt x="61" y="231"/>
                  <a:pt x="79" y="199"/>
                </a:cubicBezTo>
                <a:cubicBezTo>
                  <a:pt x="99" y="166"/>
                  <a:pt x="113" y="141"/>
                  <a:pt x="124" y="122"/>
                </a:cubicBezTo>
                <a:cubicBezTo>
                  <a:pt x="134" y="104"/>
                  <a:pt x="150" y="83"/>
                  <a:pt x="171" y="62"/>
                </a:cubicBezTo>
                <a:cubicBezTo>
                  <a:pt x="193" y="41"/>
                  <a:pt x="205" y="28"/>
                  <a:pt x="209" y="23"/>
                </a:cubicBezTo>
                <a:cubicBezTo>
                  <a:pt x="213" y="19"/>
                  <a:pt x="222" y="11"/>
                  <a:pt x="238" y="0"/>
                </a:cubicBezTo>
                <a:lnTo>
                  <a:pt x="252" y="0"/>
                </a:lnTo>
                <a:lnTo>
                  <a:pt x="257" y="0"/>
                </a:lnTo>
                <a:cubicBezTo>
                  <a:pt x="267" y="0"/>
                  <a:pt x="273" y="3"/>
                  <a:pt x="273" y="10"/>
                </a:cubicBezTo>
                <a:cubicBezTo>
                  <a:pt x="273" y="12"/>
                  <a:pt x="266" y="20"/>
                  <a:pt x="253" y="34"/>
                </a:cubicBezTo>
                <a:cubicBezTo>
                  <a:pt x="241" y="47"/>
                  <a:pt x="225" y="67"/>
                  <a:pt x="207" y="95"/>
                </a:cubicBezTo>
                <a:cubicBezTo>
                  <a:pt x="189" y="122"/>
                  <a:pt x="170" y="154"/>
                  <a:pt x="151" y="193"/>
                </a:cubicBezTo>
                <a:cubicBezTo>
                  <a:pt x="132" y="232"/>
                  <a:pt x="116" y="284"/>
                  <a:pt x="103" y="350"/>
                </a:cubicBezTo>
                <a:cubicBezTo>
                  <a:pt x="89" y="416"/>
                  <a:pt x="83" y="489"/>
                  <a:pt x="83" y="570"/>
                </a:cubicBezTo>
                <a:cubicBezTo>
                  <a:pt x="83" y="650"/>
                  <a:pt x="89" y="723"/>
                  <a:pt x="103" y="788"/>
                </a:cubicBezTo>
                <a:cubicBezTo>
                  <a:pt x="116" y="853"/>
                  <a:pt x="132" y="906"/>
                  <a:pt x="150" y="946"/>
                </a:cubicBezTo>
                <a:cubicBezTo>
                  <a:pt x="168" y="987"/>
                  <a:pt x="187" y="1019"/>
                  <a:pt x="206" y="1044"/>
                </a:cubicBezTo>
                <a:cubicBezTo>
                  <a:pt x="225" y="1069"/>
                  <a:pt x="241" y="1089"/>
                  <a:pt x="253" y="1105"/>
                </a:cubicBezTo>
                <a:cubicBezTo>
                  <a:pt x="266" y="1120"/>
                  <a:pt x="273" y="1128"/>
                  <a:pt x="273" y="1128"/>
                </a:cubicBezTo>
                <a:cubicBezTo>
                  <a:pt x="273" y="1135"/>
                  <a:pt x="267" y="1139"/>
                  <a:pt x="256" y="1139"/>
                </a:cubicBezTo>
                <a:lnTo>
                  <a:pt x="252" y="1139"/>
                </a:lnTo>
                <a:lnTo>
                  <a:pt x="238" y="1139"/>
                </a:lnTo>
                <a:lnTo>
                  <a:pt x="206" y="1111"/>
                </a:lnTo>
                <a:cubicBezTo>
                  <a:pt x="134" y="1047"/>
                  <a:pt x="81" y="966"/>
                  <a:pt x="49" y="870"/>
                </a:cubicBezTo>
                <a:cubicBezTo>
                  <a:pt x="16" y="774"/>
                  <a:pt x="0" y="674"/>
                  <a:pt x="0" y="570"/>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569" name=""/>
          <p:cNvSpPr/>
          <p:nvPr/>
        </p:nvSpPr>
        <p:spPr>
          <a:xfrm>
            <a:off x="7585920" y="2347560"/>
            <a:ext cx="231840" cy="182160"/>
          </a:xfrm>
          <a:custGeom>
            <a:avLst/>
            <a:gdLst/>
            <a:ahLst/>
            <a:rect l="0" t="0" r="r" b="b"/>
            <a:pathLst>
              <a:path w="644" h="506">
                <a:moveTo>
                  <a:pt x="235" y="506"/>
                </a:moveTo>
                <a:cubicBezTo>
                  <a:pt x="223" y="504"/>
                  <a:pt x="183" y="503"/>
                  <a:pt x="114" y="503"/>
                </a:cubicBezTo>
                <a:cubicBezTo>
                  <a:pt x="53" y="503"/>
                  <a:pt x="17" y="504"/>
                  <a:pt x="8" y="506"/>
                </a:cubicBezTo>
                <a:lnTo>
                  <a:pt x="0" y="506"/>
                </a:lnTo>
                <a:lnTo>
                  <a:pt x="0" y="436"/>
                </a:lnTo>
                <a:lnTo>
                  <a:pt x="110" y="436"/>
                </a:lnTo>
                <a:lnTo>
                  <a:pt x="255" y="263"/>
                </a:lnTo>
                <a:lnTo>
                  <a:pt x="101" y="70"/>
                </a:lnTo>
                <a:lnTo>
                  <a:pt x="6" y="70"/>
                </a:lnTo>
                <a:lnTo>
                  <a:pt x="6" y="0"/>
                </a:lnTo>
                <a:lnTo>
                  <a:pt x="15" y="0"/>
                </a:lnTo>
                <a:cubicBezTo>
                  <a:pt x="27" y="2"/>
                  <a:pt x="68" y="3"/>
                  <a:pt x="139" y="3"/>
                </a:cubicBezTo>
                <a:cubicBezTo>
                  <a:pt x="218" y="3"/>
                  <a:pt x="264" y="2"/>
                  <a:pt x="278" y="0"/>
                </a:cubicBezTo>
                <a:lnTo>
                  <a:pt x="288" y="0"/>
                </a:lnTo>
                <a:lnTo>
                  <a:pt x="288" y="70"/>
                </a:lnTo>
                <a:lnTo>
                  <a:pt x="256" y="70"/>
                </a:lnTo>
                <a:lnTo>
                  <a:pt x="296" y="119"/>
                </a:lnTo>
                <a:cubicBezTo>
                  <a:pt x="322" y="151"/>
                  <a:pt x="335" y="167"/>
                  <a:pt x="336" y="167"/>
                </a:cubicBezTo>
                <a:cubicBezTo>
                  <a:pt x="339" y="167"/>
                  <a:pt x="354" y="150"/>
                  <a:pt x="379" y="117"/>
                </a:cubicBezTo>
                <a:lnTo>
                  <a:pt x="419" y="70"/>
                </a:lnTo>
                <a:lnTo>
                  <a:pt x="377" y="70"/>
                </a:lnTo>
                <a:lnTo>
                  <a:pt x="377" y="0"/>
                </a:lnTo>
                <a:lnTo>
                  <a:pt x="386" y="0"/>
                </a:lnTo>
                <a:cubicBezTo>
                  <a:pt x="398" y="2"/>
                  <a:pt x="438" y="3"/>
                  <a:pt x="508" y="3"/>
                </a:cubicBezTo>
                <a:cubicBezTo>
                  <a:pt x="569" y="3"/>
                  <a:pt x="605" y="2"/>
                  <a:pt x="614" y="0"/>
                </a:cubicBezTo>
                <a:lnTo>
                  <a:pt x="622" y="0"/>
                </a:lnTo>
                <a:lnTo>
                  <a:pt x="622" y="70"/>
                </a:lnTo>
                <a:lnTo>
                  <a:pt x="514" y="70"/>
                </a:lnTo>
                <a:lnTo>
                  <a:pt x="381" y="225"/>
                </a:lnTo>
                <a:lnTo>
                  <a:pt x="551" y="434"/>
                </a:lnTo>
                <a:lnTo>
                  <a:pt x="598" y="436"/>
                </a:lnTo>
                <a:lnTo>
                  <a:pt x="644" y="436"/>
                </a:lnTo>
                <a:lnTo>
                  <a:pt x="644" y="506"/>
                </a:lnTo>
                <a:lnTo>
                  <a:pt x="635" y="506"/>
                </a:lnTo>
                <a:cubicBezTo>
                  <a:pt x="624" y="504"/>
                  <a:pt x="583" y="503"/>
                  <a:pt x="511" y="503"/>
                </a:cubicBezTo>
                <a:cubicBezTo>
                  <a:pt x="431" y="503"/>
                  <a:pt x="385" y="504"/>
                  <a:pt x="371" y="506"/>
                </a:cubicBezTo>
                <a:lnTo>
                  <a:pt x="361" y="506"/>
                </a:lnTo>
                <a:lnTo>
                  <a:pt x="361" y="436"/>
                </a:lnTo>
                <a:lnTo>
                  <a:pt x="393" y="436"/>
                </a:lnTo>
                <a:cubicBezTo>
                  <a:pt x="393" y="435"/>
                  <a:pt x="378" y="416"/>
                  <a:pt x="348" y="379"/>
                </a:cubicBezTo>
                <a:cubicBezTo>
                  <a:pt x="317" y="342"/>
                  <a:pt x="302" y="322"/>
                  <a:pt x="301" y="321"/>
                </a:cubicBezTo>
                <a:lnTo>
                  <a:pt x="202" y="434"/>
                </a:lnTo>
                <a:lnTo>
                  <a:pt x="223" y="436"/>
                </a:lnTo>
                <a:lnTo>
                  <a:pt x="244" y="436"/>
                </a:lnTo>
                <a:lnTo>
                  <a:pt x="244" y="506"/>
                </a:lnTo>
                <a:lnTo>
                  <a:pt x="235" y="506"/>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570" name=""/>
          <p:cNvSpPr/>
          <p:nvPr/>
        </p:nvSpPr>
        <p:spPr>
          <a:xfrm>
            <a:off x="7845120" y="2409480"/>
            <a:ext cx="90360" cy="185040"/>
          </a:xfrm>
          <a:custGeom>
            <a:avLst/>
            <a:gdLst/>
            <a:ahLst/>
            <a:rect l="0" t="0" r="r" b="b"/>
            <a:pathLst>
              <a:path w="251" h="514">
                <a:moveTo>
                  <a:pt x="6" y="194"/>
                </a:moveTo>
                <a:cubicBezTo>
                  <a:pt x="2" y="190"/>
                  <a:pt x="0" y="188"/>
                  <a:pt x="0" y="186"/>
                </a:cubicBezTo>
                <a:cubicBezTo>
                  <a:pt x="0" y="184"/>
                  <a:pt x="1" y="180"/>
                  <a:pt x="3" y="173"/>
                </a:cubicBezTo>
                <a:cubicBezTo>
                  <a:pt x="4" y="167"/>
                  <a:pt x="6" y="163"/>
                  <a:pt x="7" y="162"/>
                </a:cubicBezTo>
                <a:cubicBezTo>
                  <a:pt x="8" y="159"/>
                  <a:pt x="10" y="158"/>
                  <a:pt x="14" y="158"/>
                </a:cubicBezTo>
                <a:cubicBezTo>
                  <a:pt x="18" y="158"/>
                  <a:pt x="31" y="158"/>
                  <a:pt x="55" y="157"/>
                </a:cubicBezTo>
                <a:lnTo>
                  <a:pt x="99" y="157"/>
                </a:lnTo>
                <a:lnTo>
                  <a:pt x="114" y="93"/>
                </a:lnTo>
                <a:cubicBezTo>
                  <a:pt x="115" y="87"/>
                  <a:pt x="117" y="79"/>
                  <a:pt x="119" y="69"/>
                </a:cubicBezTo>
                <a:cubicBezTo>
                  <a:pt x="122" y="60"/>
                  <a:pt x="124" y="53"/>
                  <a:pt x="125" y="48"/>
                </a:cubicBezTo>
                <a:cubicBezTo>
                  <a:pt x="127" y="44"/>
                  <a:pt x="128" y="39"/>
                  <a:pt x="130" y="32"/>
                </a:cubicBezTo>
                <a:cubicBezTo>
                  <a:pt x="132" y="26"/>
                  <a:pt x="134" y="21"/>
                  <a:pt x="136" y="19"/>
                </a:cubicBezTo>
                <a:cubicBezTo>
                  <a:pt x="139" y="16"/>
                  <a:pt x="142" y="13"/>
                  <a:pt x="144" y="9"/>
                </a:cubicBezTo>
                <a:cubicBezTo>
                  <a:pt x="147" y="5"/>
                  <a:pt x="151" y="3"/>
                  <a:pt x="156" y="2"/>
                </a:cubicBezTo>
                <a:cubicBezTo>
                  <a:pt x="161" y="1"/>
                  <a:pt x="165" y="0"/>
                  <a:pt x="170" y="0"/>
                </a:cubicBezTo>
                <a:cubicBezTo>
                  <a:pt x="180" y="1"/>
                  <a:pt x="187" y="4"/>
                  <a:pt x="190" y="9"/>
                </a:cubicBezTo>
                <a:cubicBezTo>
                  <a:pt x="194" y="14"/>
                  <a:pt x="196" y="19"/>
                  <a:pt x="196" y="24"/>
                </a:cubicBezTo>
                <a:cubicBezTo>
                  <a:pt x="196" y="28"/>
                  <a:pt x="194" y="41"/>
                  <a:pt x="189" y="62"/>
                </a:cubicBezTo>
                <a:cubicBezTo>
                  <a:pt x="184" y="84"/>
                  <a:pt x="178" y="105"/>
                  <a:pt x="173" y="126"/>
                </a:cubicBezTo>
                <a:lnTo>
                  <a:pt x="165" y="155"/>
                </a:lnTo>
                <a:cubicBezTo>
                  <a:pt x="165" y="157"/>
                  <a:pt x="178" y="157"/>
                  <a:pt x="205" y="157"/>
                </a:cubicBezTo>
                <a:lnTo>
                  <a:pt x="246" y="157"/>
                </a:lnTo>
                <a:cubicBezTo>
                  <a:pt x="250" y="161"/>
                  <a:pt x="251" y="164"/>
                  <a:pt x="251" y="166"/>
                </a:cubicBezTo>
                <a:cubicBezTo>
                  <a:pt x="251" y="178"/>
                  <a:pt x="248" y="187"/>
                  <a:pt x="241" y="194"/>
                </a:cubicBezTo>
                <a:lnTo>
                  <a:pt x="155" y="194"/>
                </a:lnTo>
                <a:lnTo>
                  <a:pt x="126" y="312"/>
                </a:lnTo>
                <a:cubicBezTo>
                  <a:pt x="105" y="398"/>
                  <a:pt x="95" y="444"/>
                  <a:pt x="95" y="450"/>
                </a:cubicBezTo>
                <a:cubicBezTo>
                  <a:pt x="95" y="473"/>
                  <a:pt x="102" y="484"/>
                  <a:pt x="116" y="484"/>
                </a:cubicBezTo>
                <a:cubicBezTo>
                  <a:pt x="135" y="484"/>
                  <a:pt x="153" y="475"/>
                  <a:pt x="171" y="457"/>
                </a:cubicBezTo>
                <a:cubicBezTo>
                  <a:pt x="189" y="438"/>
                  <a:pt x="203" y="416"/>
                  <a:pt x="214" y="389"/>
                </a:cubicBezTo>
                <a:cubicBezTo>
                  <a:pt x="215" y="386"/>
                  <a:pt x="216" y="384"/>
                  <a:pt x="218" y="383"/>
                </a:cubicBezTo>
                <a:cubicBezTo>
                  <a:pt x="219" y="383"/>
                  <a:pt x="223" y="382"/>
                  <a:pt x="230" y="382"/>
                </a:cubicBezTo>
                <a:lnTo>
                  <a:pt x="233" y="382"/>
                </a:lnTo>
                <a:cubicBezTo>
                  <a:pt x="241" y="382"/>
                  <a:pt x="245" y="384"/>
                  <a:pt x="245" y="388"/>
                </a:cubicBezTo>
                <a:cubicBezTo>
                  <a:pt x="245" y="390"/>
                  <a:pt x="244" y="393"/>
                  <a:pt x="243" y="398"/>
                </a:cubicBezTo>
                <a:cubicBezTo>
                  <a:pt x="240" y="406"/>
                  <a:pt x="235" y="417"/>
                  <a:pt x="228" y="428"/>
                </a:cubicBezTo>
                <a:cubicBezTo>
                  <a:pt x="221" y="440"/>
                  <a:pt x="212" y="453"/>
                  <a:pt x="201" y="466"/>
                </a:cubicBezTo>
                <a:cubicBezTo>
                  <a:pt x="189" y="480"/>
                  <a:pt x="176" y="491"/>
                  <a:pt x="160" y="500"/>
                </a:cubicBezTo>
                <a:cubicBezTo>
                  <a:pt x="144" y="509"/>
                  <a:pt x="127" y="514"/>
                  <a:pt x="111" y="514"/>
                </a:cubicBezTo>
                <a:cubicBezTo>
                  <a:pt x="95" y="514"/>
                  <a:pt x="78" y="510"/>
                  <a:pt x="64" y="502"/>
                </a:cubicBezTo>
                <a:cubicBezTo>
                  <a:pt x="49" y="494"/>
                  <a:pt x="39" y="480"/>
                  <a:pt x="32" y="460"/>
                </a:cubicBezTo>
                <a:cubicBezTo>
                  <a:pt x="31" y="456"/>
                  <a:pt x="31" y="448"/>
                  <a:pt x="31" y="438"/>
                </a:cubicBezTo>
                <a:lnTo>
                  <a:pt x="31" y="424"/>
                </a:lnTo>
                <a:lnTo>
                  <a:pt x="59" y="311"/>
                </a:lnTo>
                <a:cubicBezTo>
                  <a:pt x="78" y="235"/>
                  <a:pt x="88" y="196"/>
                  <a:pt x="89" y="196"/>
                </a:cubicBezTo>
                <a:cubicBezTo>
                  <a:pt x="89" y="195"/>
                  <a:pt x="74" y="194"/>
                  <a:pt x="47" y="194"/>
                </a:cubicBezTo>
                <a:lnTo>
                  <a:pt x="6" y="194"/>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571" name=""/>
          <p:cNvSpPr/>
          <p:nvPr/>
        </p:nvSpPr>
        <p:spPr>
          <a:xfrm>
            <a:off x="7996680" y="2479680"/>
            <a:ext cx="54360" cy="129600"/>
          </a:xfrm>
          <a:custGeom>
            <a:avLst/>
            <a:gdLst/>
            <a:ahLst/>
            <a:rect l="0" t="0" r="r" b="b"/>
            <a:pathLst>
              <a:path w="151" h="360">
                <a:moveTo>
                  <a:pt x="0" y="99"/>
                </a:moveTo>
                <a:cubicBezTo>
                  <a:pt x="0" y="99"/>
                  <a:pt x="0" y="89"/>
                  <a:pt x="0" y="70"/>
                </a:cubicBezTo>
                <a:cubicBezTo>
                  <a:pt x="0" y="51"/>
                  <a:pt x="6" y="35"/>
                  <a:pt x="18" y="21"/>
                </a:cubicBezTo>
                <a:cubicBezTo>
                  <a:pt x="30" y="7"/>
                  <a:pt x="47" y="0"/>
                  <a:pt x="68" y="0"/>
                </a:cubicBezTo>
                <a:cubicBezTo>
                  <a:pt x="89" y="0"/>
                  <a:pt x="108" y="10"/>
                  <a:pt x="125" y="29"/>
                </a:cubicBezTo>
                <a:cubicBezTo>
                  <a:pt x="142" y="48"/>
                  <a:pt x="151" y="81"/>
                  <a:pt x="151" y="130"/>
                </a:cubicBezTo>
                <a:cubicBezTo>
                  <a:pt x="151" y="157"/>
                  <a:pt x="148" y="182"/>
                  <a:pt x="141" y="207"/>
                </a:cubicBezTo>
                <a:cubicBezTo>
                  <a:pt x="134" y="232"/>
                  <a:pt x="126" y="254"/>
                  <a:pt x="117" y="272"/>
                </a:cubicBezTo>
                <a:cubicBezTo>
                  <a:pt x="108" y="291"/>
                  <a:pt x="98" y="306"/>
                  <a:pt x="88" y="319"/>
                </a:cubicBezTo>
                <a:cubicBezTo>
                  <a:pt x="77" y="332"/>
                  <a:pt x="68" y="342"/>
                  <a:pt x="59" y="350"/>
                </a:cubicBezTo>
                <a:cubicBezTo>
                  <a:pt x="52" y="357"/>
                  <a:pt x="47" y="361"/>
                  <a:pt x="44" y="360"/>
                </a:cubicBezTo>
                <a:cubicBezTo>
                  <a:pt x="41" y="360"/>
                  <a:pt x="36" y="357"/>
                  <a:pt x="30" y="350"/>
                </a:cubicBezTo>
                <a:cubicBezTo>
                  <a:pt x="23" y="343"/>
                  <a:pt x="19" y="338"/>
                  <a:pt x="19" y="335"/>
                </a:cubicBezTo>
                <a:cubicBezTo>
                  <a:pt x="19" y="332"/>
                  <a:pt x="24" y="326"/>
                  <a:pt x="32" y="317"/>
                </a:cubicBezTo>
                <a:cubicBezTo>
                  <a:pt x="40" y="308"/>
                  <a:pt x="50" y="296"/>
                  <a:pt x="60" y="283"/>
                </a:cubicBezTo>
                <a:cubicBezTo>
                  <a:pt x="72" y="269"/>
                  <a:pt x="82" y="250"/>
                  <a:pt x="91" y="226"/>
                </a:cubicBezTo>
                <a:cubicBezTo>
                  <a:pt x="100" y="201"/>
                  <a:pt x="106" y="174"/>
                  <a:pt x="109" y="143"/>
                </a:cubicBezTo>
                <a:lnTo>
                  <a:pt x="109" y="129"/>
                </a:lnTo>
                <a:lnTo>
                  <a:pt x="108" y="130"/>
                </a:lnTo>
                <a:cubicBezTo>
                  <a:pt x="106" y="131"/>
                  <a:pt x="105" y="132"/>
                  <a:pt x="102" y="132"/>
                </a:cubicBezTo>
                <a:cubicBezTo>
                  <a:pt x="100" y="133"/>
                  <a:pt x="98" y="134"/>
                  <a:pt x="95" y="136"/>
                </a:cubicBezTo>
                <a:cubicBezTo>
                  <a:pt x="93" y="137"/>
                  <a:pt x="90" y="138"/>
                  <a:pt x="85" y="138"/>
                </a:cubicBezTo>
                <a:cubicBezTo>
                  <a:pt x="81" y="138"/>
                  <a:pt x="76" y="138"/>
                  <a:pt x="72" y="139"/>
                </a:cubicBezTo>
                <a:cubicBezTo>
                  <a:pt x="50" y="139"/>
                  <a:pt x="33" y="133"/>
                  <a:pt x="21" y="120"/>
                </a:cubicBezTo>
                <a:lnTo>
                  <a:pt x="0" y="99"/>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572" name=""/>
          <p:cNvSpPr/>
          <p:nvPr/>
        </p:nvSpPr>
        <p:spPr>
          <a:xfrm>
            <a:off x="8155440" y="2347560"/>
            <a:ext cx="231840" cy="182160"/>
          </a:xfrm>
          <a:custGeom>
            <a:avLst/>
            <a:gdLst/>
            <a:ahLst/>
            <a:rect l="0" t="0" r="r" b="b"/>
            <a:pathLst>
              <a:path w="644" h="506">
                <a:moveTo>
                  <a:pt x="236" y="506"/>
                </a:moveTo>
                <a:cubicBezTo>
                  <a:pt x="224" y="504"/>
                  <a:pt x="184" y="503"/>
                  <a:pt x="114" y="503"/>
                </a:cubicBezTo>
                <a:cubicBezTo>
                  <a:pt x="53" y="503"/>
                  <a:pt x="17" y="504"/>
                  <a:pt x="8" y="506"/>
                </a:cubicBezTo>
                <a:lnTo>
                  <a:pt x="0" y="506"/>
                </a:lnTo>
                <a:lnTo>
                  <a:pt x="0" y="436"/>
                </a:lnTo>
                <a:lnTo>
                  <a:pt x="110" y="436"/>
                </a:lnTo>
                <a:lnTo>
                  <a:pt x="256" y="263"/>
                </a:lnTo>
                <a:lnTo>
                  <a:pt x="100" y="70"/>
                </a:lnTo>
                <a:lnTo>
                  <a:pt x="6" y="70"/>
                </a:lnTo>
                <a:lnTo>
                  <a:pt x="6" y="0"/>
                </a:lnTo>
                <a:lnTo>
                  <a:pt x="15" y="0"/>
                </a:lnTo>
                <a:cubicBezTo>
                  <a:pt x="26" y="2"/>
                  <a:pt x="68" y="3"/>
                  <a:pt x="139" y="3"/>
                </a:cubicBezTo>
                <a:cubicBezTo>
                  <a:pt x="219" y="3"/>
                  <a:pt x="265" y="2"/>
                  <a:pt x="279" y="0"/>
                </a:cubicBezTo>
                <a:lnTo>
                  <a:pt x="289" y="0"/>
                </a:lnTo>
                <a:lnTo>
                  <a:pt x="289" y="70"/>
                </a:lnTo>
                <a:lnTo>
                  <a:pt x="257" y="70"/>
                </a:lnTo>
                <a:lnTo>
                  <a:pt x="297" y="119"/>
                </a:lnTo>
                <a:cubicBezTo>
                  <a:pt x="323" y="151"/>
                  <a:pt x="336" y="167"/>
                  <a:pt x="337" y="167"/>
                </a:cubicBezTo>
                <a:cubicBezTo>
                  <a:pt x="340" y="167"/>
                  <a:pt x="354" y="150"/>
                  <a:pt x="380" y="117"/>
                </a:cubicBezTo>
                <a:lnTo>
                  <a:pt x="420" y="70"/>
                </a:lnTo>
                <a:lnTo>
                  <a:pt x="378" y="70"/>
                </a:lnTo>
                <a:lnTo>
                  <a:pt x="378" y="0"/>
                </a:lnTo>
                <a:lnTo>
                  <a:pt x="387" y="0"/>
                </a:lnTo>
                <a:cubicBezTo>
                  <a:pt x="398" y="2"/>
                  <a:pt x="439" y="3"/>
                  <a:pt x="508" y="3"/>
                </a:cubicBezTo>
                <a:cubicBezTo>
                  <a:pt x="569" y="3"/>
                  <a:pt x="604" y="2"/>
                  <a:pt x="614" y="0"/>
                </a:cubicBezTo>
                <a:lnTo>
                  <a:pt x="622" y="0"/>
                </a:lnTo>
                <a:lnTo>
                  <a:pt x="622" y="70"/>
                </a:lnTo>
                <a:lnTo>
                  <a:pt x="513" y="70"/>
                </a:lnTo>
                <a:lnTo>
                  <a:pt x="381" y="225"/>
                </a:lnTo>
                <a:lnTo>
                  <a:pt x="551" y="434"/>
                </a:lnTo>
                <a:lnTo>
                  <a:pt x="598" y="436"/>
                </a:lnTo>
                <a:lnTo>
                  <a:pt x="644" y="436"/>
                </a:lnTo>
                <a:lnTo>
                  <a:pt x="644" y="506"/>
                </a:lnTo>
                <a:lnTo>
                  <a:pt x="635" y="506"/>
                </a:lnTo>
                <a:cubicBezTo>
                  <a:pt x="624" y="504"/>
                  <a:pt x="582" y="503"/>
                  <a:pt x="511" y="503"/>
                </a:cubicBezTo>
                <a:cubicBezTo>
                  <a:pt x="432" y="503"/>
                  <a:pt x="386" y="504"/>
                  <a:pt x="372" y="506"/>
                </a:cubicBezTo>
                <a:lnTo>
                  <a:pt x="362" y="506"/>
                </a:lnTo>
                <a:lnTo>
                  <a:pt x="362" y="436"/>
                </a:lnTo>
                <a:lnTo>
                  <a:pt x="394" y="436"/>
                </a:lnTo>
                <a:cubicBezTo>
                  <a:pt x="394" y="435"/>
                  <a:pt x="379" y="416"/>
                  <a:pt x="348" y="379"/>
                </a:cubicBezTo>
                <a:cubicBezTo>
                  <a:pt x="318" y="342"/>
                  <a:pt x="302" y="322"/>
                  <a:pt x="302" y="321"/>
                </a:cubicBezTo>
                <a:lnTo>
                  <a:pt x="203" y="434"/>
                </a:lnTo>
                <a:lnTo>
                  <a:pt x="224" y="436"/>
                </a:lnTo>
                <a:lnTo>
                  <a:pt x="245" y="436"/>
                </a:lnTo>
                <a:lnTo>
                  <a:pt x="245" y="506"/>
                </a:lnTo>
                <a:lnTo>
                  <a:pt x="236" y="506"/>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573" name=""/>
          <p:cNvSpPr/>
          <p:nvPr/>
        </p:nvSpPr>
        <p:spPr>
          <a:xfrm>
            <a:off x="8420400" y="2397960"/>
            <a:ext cx="122400" cy="199800"/>
          </a:xfrm>
          <a:custGeom>
            <a:avLst/>
            <a:gdLst/>
            <a:ahLst/>
            <a:rect l="0" t="0" r="r" b="b"/>
            <a:pathLst>
              <a:path w="340" h="555">
                <a:moveTo>
                  <a:pt x="46" y="65"/>
                </a:moveTo>
                <a:cubicBezTo>
                  <a:pt x="76" y="22"/>
                  <a:pt x="118" y="0"/>
                  <a:pt x="170" y="0"/>
                </a:cubicBezTo>
                <a:cubicBezTo>
                  <a:pt x="196" y="0"/>
                  <a:pt x="222" y="7"/>
                  <a:pt x="247" y="21"/>
                </a:cubicBezTo>
                <a:cubicBezTo>
                  <a:pt x="273" y="35"/>
                  <a:pt x="294" y="60"/>
                  <a:pt x="310" y="95"/>
                </a:cubicBezTo>
                <a:cubicBezTo>
                  <a:pt x="330" y="139"/>
                  <a:pt x="340" y="201"/>
                  <a:pt x="340" y="279"/>
                </a:cubicBezTo>
                <a:cubicBezTo>
                  <a:pt x="340" y="363"/>
                  <a:pt x="328" y="426"/>
                  <a:pt x="305" y="470"/>
                </a:cubicBezTo>
                <a:cubicBezTo>
                  <a:pt x="295" y="493"/>
                  <a:pt x="280" y="511"/>
                  <a:pt x="261" y="524"/>
                </a:cubicBezTo>
                <a:cubicBezTo>
                  <a:pt x="242" y="537"/>
                  <a:pt x="226" y="546"/>
                  <a:pt x="212" y="549"/>
                </a:cubicBezTo>
                <a:cubicBezTo>
                  <a:pt x="198" y="552"/>
                  <a:pt x="184" y="554"/>
                  <a:pt x="171" y="555"/>
                </a:cubicBezTo>
                <a:cubicBezTo>
                  <a:pt x="157" y="555"/>
                  <a:pt x="143" y="553"/>
                  <a:pt x="129" y="550"/>
                </a:cubicBezTo>
                <a:cubicBezTo>
                  <a:pt x="115" y="547"/>
                  <a:pt x="98" y="538"/>
                  <a:pt x="79" y="524"/>
                </a:cubicBezTo>
                <a:cubicBezTo>
                  <a:pt x="60" y="510"/>
                  <a:pt x="45" y="492"/>
                  <a:pt x="35" y="470"/>
                </a:cubicBezTo>
                <a:cubicBezTo>
                  <a:pt x="12" y="426"/>
                  <a:pt x="0" y="363"/>
                  <a:pt x="0" y="279"/>
                </a:cubicBezTo>
                <a:cubicBezTo>
                  <a:pt x="0" y="185"/>
                  <a:pt x="15" y="114"/>
                  <a:pt x="46" y="65"/>
                </a:cubicBezTo>
                <a:moveTo>
                  <a:pt x="228" y="55"/>
                </a:moveTo>
                <a:cubicBezTo>
                  <a:pt x="212" y="38"/>
                  <a:pt x="193" y="30"/>
                  <a:pt x="171" y="30"/>
                </a:cubicBezTo>
                <a:cubicBezTo>
                  <a:pt x="148" y="30"/>
                  <a:pt x="129" y="38"/>
                  <a:pt x="113" y="55"/>
                </a:cubicBezTo>
                <a:cubicBezTo>
                  <a:pt x="99" y="69"/>
                  <a:pt x="90" y="89"/>
                  <a:pt x="85" y="113"/>
                </a:cubicBezTo>
                <a:cubicBezTo>
                  <a:pt x="81" y="138"/>
                  <a:pt x="79" y="190"/>
                  <a:pt x="79" y="269"/>
                </a:cubicBezTo>
                <a:cubicBezTo>
                  <a:pt x="79" y="354"/>
                  <a:pt x="81" y="409"/>
                  <a:pt x="85" y="436"/>
                </a:cubicBezTo>
                <a:cubicBezTo>
                  <a:pt x="90" y="463"/>
                  <a:pt x="99" y="484"/>
                  <a:pt x="115" y="500"/>
                </a:cubicBezTo>
                <a:cubicBezTo>
                  <a:pt x="130" y="516"/>
                  <a:pt x="149" y="524"/>
                  <a:pt x="171" y="524"/>
                </a:cubicBezTo>
                <a:cubicBezTo>
                  <a:pt x="192" y="524"/>
                  <a:pt x="211" y="516"/>
                  <a:pt x="226" y="500"/>
                </a:cubicBezTo>
                <a:cubicBezTo>
                  <a:pt x="241" y="484"/>
                  <a:pt x="251" y="461"/>
                  <a:pt x="255" y="432"/>
                </a:cubicBezTo>
                <a:cubicBezTo>
                  <a:pt x="258" y="403"/>
                  <a:pt x="261" y="349"/>
                  <a:pt x="261" y="269"/>
                </a:cubicBezTo>
                <a:cubicBezTo>
                  <a:pt x="261" y="190"/>
                  <a:pt x="259" y="139"/>
                  <a:pt x="255" y="114"/>
                </a:cubicBezTo>
                <a:cubicBezTo>
                  <a:pt x="250" y="90"/>
                  <a:pt x="241" y="70"/>
                  <a:pt x="228" y="55"/>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574" name=""/>
          <p:cNvSpPr/>
          <p:nvPr/>
        </p:nvSpPr>
        <p:spPr>
          <a:xfrm>
            <a:off x="8597160" y="2222280"/>
            <a:ext cx="98280" cy="410040"/>
          </a:xfrm>
          <a:custGeom>
            <a:avLst/>
            <a:gdLst/>
            <a:ahLst/>
            <a:rect l="0" t="0" r="r" b="b"/>
            <a:pathLst>
              <a:path w="273" h="1139">
                <a:moveTo>
                  <a:pt x="5" y="1"/>
                </a:moveTo>
                <a:lnTo>
                  <a:pt x="10" y="0"/>
                </a:lnTo>
                <a:cubicBezTo>
                  <a:pt x="14" y="0"/>
                  <a:pt x="18" y="0"/>
                  <a:pt x="21" y="0"/>
                </a:cubicBezTo>
                <a:lnTo>
                  <a:pt x="35" y="0"/>
                </a:lnTo>
                <a:lnTo>
                  <a:pt x="67" y="27"/>
                </a:lnTo>
                <a:cubicBezTo>
                  <a:pt x="138" y="92"/>
                  <a:pt x="190" y="173"/>
                  <a:pt x="224" y="269"/>
                </a:cubicBezTo>
                <a:cubicBezTo>
                  <a:pt x="256" y="366"/>
                  <a:pt x="273" y="466"/>
                  <a:pt x="273" y="570"/>
                </a:cubicBezTo>
                <a:cubicBezTo>
                  <a:pt x="273" y="621"/>
                  <a:pt x="269" y="671"/>
                  <a:pt x="261" y="719"/>
                </a:cubicBezTo>
                <a:cubicBezTo>
                  <a:pt x="254" y="767"/>
                  <a:pt x="245" y="807"/>
                  <a:pt x="235" y="840"/>
                </a:cubicBezTo>
                <a:cubicBezTo>
                  <a:pt x="225" y="874"/>
                  <a:pt x="211" y="907"/>
                  <a:pt x="193" y="941"/>
                </a:cubicBezTo>
                <a:cubicBezTo>
                  <a:pt x="174" y="974"/>
                  <a:pt x="159" y="999"/>
                  <a:pt x="149" y="1017"/>
                </a:cubicBezTo>
                <a:cubicBezTo>
                  <a:pt x="138" y="1034"/>
                  <a:pt x="123" y="1054"/>
                  <a:pt x="102" y="1075"/>
                </a:cubicBezTo>
                <a:cubicBezTo>
                  <a:pt x="82" y="1096"/>
                  <a:pt x="70" y="1109"/>
                  <a:pt x="66" y="1113"/>
                </a:cubicBezTo>
                <a:cubicBezTo>
                  <a:pt x="62" y="1116"/>
                  <a:pt x="53" y="1124"/>
                  <a:pt x="40" y="1134"/>
                </a:cubicBezTo>
                <a:cubicBezTo>
                  <a:pt x="37" y="1136"/>
                  <a:pt x="36" y="1138"/>
                  <a:pt x="35" y="1139"/>
                </a:cubicBezTo>
                <a:lnTo>
                  <a:pt x="21" y="1139"/>
                </a:lnTo>
                <a:cubicBezTo>
                  <a:pt x="15" y="1139"/>
                  <a:pt x="11" y="1139"/>
                  <a:pt x="9" y="1139"/>
                </a:cubicBezTo>
                <a:cubicBezTo>
                  <a:pt x="7" y="1139"/>
                  <a:pt x="5" y="1138"/>
                  <a:pt x="3" y="1135"/>
                </a:cubicBezTo>
                <a:cubicBezTo>
                  <a:pt x="2" y="1133"/>
                  <a:pt x="0" y="1130"/>
                  <a:pt x="0" y="1125"/>
                </a:cubicBezTo>
                <a:cubicBezTo>
                  <a:pt x="0" y="1124"/>
                  <a:pt x="5" y="1119"/>
                  <a:pt x="12" y="1110"/>
                </a:cubicBezTo>
                <a:cubicBezTo>
                  <a:pt x="130" y="988"/>
                  <a:pt x="189" y="808"/>
                  <a:pt x="189" y="570"/>
                </a:cubicBezTo>
                <a:cubicBezTo>
                  <a:pt x="189" y="331"/>
                  <a:pt x="130" y="151"/>
                  <a:pt x="12" y="28"/>
                </a:cubicBezTo>
                <a:cubicBezTo>
                  <a:pt x="5" y="19"/>
                  <a:pt x="0" y="14"/>
                  <a:pt x="0" y="13"/>
                </a:cubicBezTo>
                <a:cubicBezTo>
                  <a:pt x="0" y="7"/>
                  <a:pt x="2" y="3"/>
                  <a:pt x="5" y="1"/>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575" name=""/>
          <p:cNvSpPr/>
          <p:nvPr/>
        </p:nvSpPr>
        <p:spPr>
          <a:xfrm>
            <a:off x="8766000" y="2479680"/>
            <a:ext cx="54360" cy="129600"/>
          </a:xfrm>
          <a:custGeom>
            <a:avLst/>
            <a:gdLst/>
            <a:ahLst/>
            <a:rect l="0" t="0" r="r" b="b"/>
            <a:pathLst>
              <a:path w="151" h="360">
                <a:moveTo>
                  <a:pt x="0" y="99"/>
                </a:moveTo>
                <a:cubicBezTo>
                  <a:pt x="0" y="99"/>
                  <a:pt x="0" y="89"/>
                  <a:pt x="0" y="70"/>
                </a:cubicBezTo>
                <a:cubicBezTo>
                  <a:pt x="0" y="51"/>
                  <a:pt x="6" y="35"/>
                  <a:pt x="18" y="21"/>
                </a:cubicBezTo>
                <a:cubicBezTo>
                  <a:pt x="31" y="7"/>
                  <a:pt x="47" y="0"/>
                  <a:pt x="68" y="0"/>
                </a:cubicBezTo>
                <a:cubicBezTo>
                  <a:pt x="89" y="0"/>
                  <a:pt x="108" y="10"/>
                  <a:pt x="125" y="29"/>
                </a:cubicBezTo>
                <a:cubicBezTo>
                  <a:pt x="141" y="48"/>
                  <a:pt x="150" y="81"/>
                  <a:pt x="151" y="130"/>
                </a:cubicBezTo>
                <a:cubicBezTo>
                  <a:pt x="151" y="157"/>
                  <a:pt x="147" y="182"/>
                  <a:pt x="141" y="207"/>
                </a:cubicBezTo>
                <a:cubicBezTo>
                  <a:pt x="134" y="232"/>
                  <a:pt x="126" y="254"/>
                  <a:pt x="117" y="272"/>
                </a:cubicBezTo>
                <a:cubicBezTo>
                  <a:pt x="108" y="291"/>
                  <a:pt x="98" y="306"/>
                  <a:pt x="87" y="319"/>
                </a:cubicBezTo>
                <a:cubicBezTo>
                  <a:pt x="76" y="332"/>
                  <a:pt x="67" y="342"/>
                  <a:pt x="60" y="350"/>
                </a:cubicBezTo>
                <a:cubicBezTo>
                  <a:pt x="52" y="357"/>
                  <a:pt x="47" y="361"/>
                  <a:pt x="45" y="360"/>
                </a:cubicBezTo>
                <a:cubicBezTo>
                  <a:pt x="42" y="360"/>
                  <a:pt x="37" y="357"/>
                  <a:pt x="30" y="350"/>
                </a:cubicBezTo>
                <a:cubicBezTo>
                  <a:pt x="22" y="343"/>
                  <a:pt x="19" y="338"/>
                  <a:pt x="19" y="335"/>
                </a:cubicBezTo>
                <a:cubicBezTo>
                  <a:pt x="19" y="332"/>
                  <a:pt x="23" y="326"/>
                  <a:pt x="32" y="317"/>
                </a:cubicBezTo>
                <a:cubicBezTo>
                  <a:pt x="41" y="308"/>
                  <a:pt x="50" y="296"/>
                  <a:pt x="61" y="283"/>
                </a:cubicBezTo>
                <a:cubicBezTo>
                  <a:pt x="72" y="269"/>
                  <a:pt x="81" y="250"/>
                  <a:pt x="91" y="226"/>
                </a:cubicBezTo>
                <a:cubicBezTo>
                  <a:pt x="100" y="201"/>
                  <a:pt x="106" y="174"/>
                  <a:pt x="109" y="143"/>
                </a:cubicBezTo>
                <a:lnTo>
                  <a:pt x="109" y="129"/>
                </a:lnTo>
                <a:lnTo>
                  <a:pt x="108" y="130"/>
                </a:lnTo>
                <a:cubicBezTo>
                  <a:pt x="106" y="131"/>
                  <a:pt x="104" y="132"/>
                  <a:pt x="102" y="132"/>
                </a:cubicBezTo>
                <a:cubicBezTo>
                  <a:pt x="100" y="133"/>
                  <a:pt x="97" y="134"/>
                  <a:pt x="95" y="136"/>
                </a:cubicBezTo>
                <a:cubicBezTo>
                  <a:pt x="93" y="137"/>
                  <a:pt x="89" y="138"/>
                  <a:pt x="85" y="138"/>
                </a:cubicBezTo>
                <a:cubicBezTo>
                  <a:pt x="80" y="138"/>
                  <a:pt x="76" y="138"/>
                  <a:pt x="71" y="139"/>
                </a:cubicBezTo>
                <a:cubicBezTo>
                  <a:pt x="51" y="139"/>
                  <a:pt x="34" y="133"/>
                  <a:pt x="20" y="120"/>
                </a:cubicBezTo>
                <a:lnTo>
                  <a:pt x="0" y="99"/>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576" name=""/>
          <p:cNvSpPr/>
          <p:nvPr/>
        </p:nvSpPr>
        <p:spPr>
          <a:xfrm>
            <a:off x="8925480" y="2240640"/>
            <a:ext cx="225720" cy="368640"/>
          </a:xfrm>
          <a:custGeom>
            <a:avLst/>
            <a:gdLst/>
            <a:ahLst/>
            <a:rect l="0" t="0" r="r" b="b"/>
            <a:pathLst>
              <a:path w="627" h="1024">
                <a:moveTo>
                  <a:pt x="7" y="1024"/>
                </a:moveTo>
                <a:cubicBezTo>
                  <a:pt x="2" y="1019"/>
                  <a:pt x="0" y="1016"/>
                  <a:pt x="0" y="1015"/>
                </a:cubicBezTo>
                <a:cubicBezTo>
                  <a:pt x="0" y="1013"/>
                  <a:pt x="30" y="891"/>
                  <a:pt x="90" y="651"/>
                </a:cubicBezTo>
                <a:cubicBezTo>
                  <a:pt x="150" y="409"/>
                  <a:pt x="182" y="284"/>
                  <a:pt x="186" y="273"/>
                </a:cubicBezTo>
                <a:cubicBezTo>
                  <a:pt x="202" y="221"/>
                  <a:pt x="224" y="176"/>
                  <a:pt x="250" y="137"/>
                </a:cubicBezTo>
                <a:cubicBezTo>
                  <a:pt x="277" y="99"/>
                  <a:pt x="302" y="71"/>
                  <a:pt x="326" y="53"/>
                </a:cubicBezTo>
                <a:cubicBezTo>
                  <a:pt x="368" y="18"/>
                  <a:pt x="414" y="0"/>
                  <a:pt x="462" y="0"/>
                </a:cubicBezTo>
                <a:lnTo>
                  <a:pt x="464" y="0"/>
                </a:lnTo>
                <a:cubicBezTo>
                  <a:pt x="511" y="0"/>
                  <a:pt x="551" y="14"/>
                  <a:pt x="581" y="43"/>
                </a:cubicBezTo>
                <a:cubicBezTo>
                  <a:pt x="612" y="72"/>
                  <a:pt x="627" y="109"/>
                  <a:pt x="627" y="153"/>
                </a:cubicBezTo>
                <a:cubicBezTo>
                  <a:pt x="627" y="233"/>
                  <a:pt x="588" y="299"/>
                  <a:pt x="508" y="351"/>
                </a:cubicBezTo>
                <a:lnTo>
                  <a:pt x="523" y="366"/>
                </a:lnTo>
                <a:cubicBezTo>
                  <a:pt x="562" y="405"/>
                  <a:pt x="581" y="456"/>
                  <a:pt x="581" y="516"/>
                </a:cubicBezTo>
                <a:cubicBezTo>
                  <a:pt x="581" y="602"/>
                  <a:pt x="549" y="673"/>
                  <a:pt x="484" y="729"/>
                </a:cubicBezTo>
                <a:cubicBezTo>
                  <a:pt x="419" y="785"/>
                  <a:pt x="347" y="814"/>
                  <a:pt x="266" y="815"/>
                </a:cubicBezTo>
                <a:cubicBezTo>
                  <a:pt x="244" y="815"/>
                  <a:pt x="223" y="812"/>
                  <a:pt x="205" y="805"/>
                </a:cubicBezTo>
                <a:cubicBezTo>
                  <a:pt x="187" y="799"/>
                  <a:pt x="172" y="792"/>
                  <a:pt x="162" y="784"/>
                </a:cubicBezTo>
                <a:cubicBezTo>
                  <a:pt x="151" y="775"/>
                  <a:pt x="143" y="767"/>
                  <a:pt x="137" y="758"/>
                </a:cubicBezTo>
                <a:cubicBezTo>
                  <a:pt x="131" y="749"/>
                  <a:pt x="126" y="741"/>
                  <a:pt x="123" y="736"/>
                </a:cubicBezTo>
                <a:cubicBezTo>
                  <a:pt x="120" y="731"/>
                  <a:pt x="118" y="728"/>
                  <a:pt x="117" y="729"/>
                </a:cubicBezTo>
                <a:lnTo>
                  <a:pt x="44" y="1017"/>
                </a:lnTo>
                <a:cubicBezTo>
                  <a:pt x="43" y="1022"/>
                  <a:pt x="35" y="1024"/>
                  <a:pt x="22" y="1024"/>
                </a:cubicBezTo>
                <a:lnTo>
                  <a:pt x="7" y="1024"/>
                </a:lnTo>
                <a:moveTo>
                  <a:pt x="376" y="312"/>
                </a:moveTo>
                <a:cubicBezTo>
                  <a:pt x="405" y="312"/>
                  <a:pt x="433" y="316"/>
                  <a:pt x="460" y="325"/>
                </a:cubicBezTo>
                <a:lnTo>
                  <a:pt x="465" y="322"/>
                </a:lnTo>
                <a:cubicBezTo>
                  <a:pt x="469" y="319"/>
                  <a:pt x="471" y="316"/>
                  <a:pt x="473" y="314"/>
                </a:cubicBezTo>
                <a:cubicBezTo>
                  <a:pt x="476" y="312"/>
                  <a:pt x="480" y="308"/>
                  <a:pt x="485" y="303"/>
                </a:cubicBezTo>
                <a:cubicBezTo>
                  <a:pt x="490" y="297"/>
                  <a:pt x="495" y="292"/>
                  <a:pt x="499" y="287"/>
                </a:cubicBezTo>
                <a:cubicBezTo>
                  <a:pt x="502" y="281"/>
                  <a:pt x="506" y="274"/>
                  <a:pt x="511" y="266"/>
                </a:cubicBezTo>
                <a:cubicBezTo>
                  <a:pt x="516" y="258"/>
                  <a:pt x="521" y="249"/>
                  <a:pt x="526" y="239"/>
                </a:cubicBezTo>
                <a:cubicBezTo>
                  <a:pt x="530" y="229"/>
                  <a:pt x="534" y="218"/>
                  <a:pt x="536" y="206"/>
                </a:cubicBezTo>
                <a:cubicBezTo>
                  <a:pt x="538" y="194"/>
                  <a:pt x="541" y="180"/>
                  <a:pt x="545" y="165"/>
                </a:cubicBezTo>
                <a:cubicBezTo>
                  <a:pt x="547" y="158"/>
                  <a:pt x="547" y="145"/>
                  <a:pt x="547" y="127"/>
                </a:cubicBezTo>
                <a:cubicBezTo>
                  <a:pt x="547" y="114"/>
                  <a:pt x="547" y="105"/>
                  <a:pt x="546" y="101"/>
                </a:cubicBezTo>
                <a:cubicBezTo>
                  <a:pt x="535" y="62"/>
                  <a:pt x="505" y="43"/>
                  <a:pt x="459" y="43"/>
                </a:cubicBezTo>
                <a:cubicBezTo>
                  <a:pt x="427" y="43"/>
                  <a:pt x="397" y="52"/>
                  <a:pt x="369" y="70"/>
                </a:cubicBezTo>
                <a:cubicBezTo>
                  <a:pt x="341" y="89"/>
                  <a:pt x="318" y="112"/>
                  <a:pt x="299" y="140"/>
                </a:cubicBezTo>
                <a:cubicBezTo>
                  <a:pt x="281" y="168"/>
                  <a:pt x="266" y="194"/>
                  <a:pt x="255" y="217"/>
                </a:cubicBezTo>
                <a:cubicBezTo>
                  <a:pt x="244" y="241"/>
                  <a:pt x="235" y="263"/>
                  <a:pt x="229" y="284"/>
                </a:cubicBezTo>
                <a:cubicBezTo>
                  <a:pt x="225" y="296"/>
                  <a:pt x="211" y="352"/>
                  <a:pt x="186" y="453"/>
                </a:cubicBezTo>
                <a:cubicBezTo>
                  <a:pt x="160" y="552"/>
                  <a:pt x="148" y="605"/>
                  <a:pt x="147" y="612"/>
                </a:cubicBezTo>
                <a:cubicBezTo>
                  <a:pt x="146" y="616"/>
                  <a:pt x="146" y="624"/>
                  <a:pt x="146" y="636"/>
                </a:cubicBezTo>
                <a:cubicBezTo>
                  <a:pt x="146" y="672"/>
                  <a:pt x="154" y="702"/>
                  <a:pt x="171" y="726"/>
                </a:cubicBezTo>
                <a:cubicBezTo>
                  <a:pt x="194" y="758"/>
                  <a:pt x="227" y="774"/>
                  <a:pt x="270" y="774"/>
                </a:cubicBezTo>
                <a:cubicBezTo>
                  <a:pt x="302" y="774"/>
                  <a:pt x="335" y="764"/>
                  <a:pt x="371" y="745"/>
                </a:cubicBezTo>
                <a:cubicBezTo>
                  <a:pt x="407" y="726"/>
                  <a:pt x="436" y="694"/>
                  <a:pt x="458" y="647"/>
                </a:cubicBezTo>
                <a:cubicBezTo>
                  <a:pt x="470" y="621"/>
                  <a:pt x="479" y="592"/>
                  <a:pt x="485" y="560"/>
                </a:cubicBezTo>
                <a:cubicBezTo>
                  <a:pt x="491" y="527"/>
                  <a:pt x="494" y="502"/>
                  <a:pt x="494" y="486"/>
                </a:cubicBezTo>
                <a:cubicBezTo>
                  <a:pt x="494" y="442"/>
                  <a:pt x="481" y="405"/>
                  <a:pt x="454" y="379"/>
                </a:cubicBezTo>
                <a:cubicBezTo>
                  <a:pt x="422" y="389"/>
                  <a:pt x="394" y="395"/>
                  <a:pt x="369" y="395"/>
                </a:cubicBezTo>
                <a:lnTo>
                  <a:pt x="357" y="395"/>
                </a:lnTo>
                <a:cubicBezTo>
                  <a:pt x="297" y="395"/>
                  <a:pt x="267" y="383"/>
                  <a:pt x="267" y="359"/>
                </a:cubicBezTo>
                <a:cubicBezTo>
                  <a:pt x="267" y="354"/>
                  <a:pt x="269" y="349"/>
                  <a:pt x="271" y="343"/>
                </a:cubicBezTo>
                <a:cubicBezTo>
                  <a:pt x="282" y="322"/>
                  <a:pt x="316" y="312"/>
                  <a:pt x="376" y="312"/>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577" name=""/>
          <p:cNvSpPr/>
          <p:nvPr/>
        </p:nvSpPr>
        <p:spPr>
          <a:xfrm>
            <a:off x="8997840" y="2155320"/>
            <a:ext cx="136800" cy="42480"/>
          </a:xfrm>
          <a:custGeom>
            <a:avLst/>
            <a:gdLst/>
            <a:ahLst/>
            <a:rect l="0" t="0" r="r" b="b"/>
            <a:pathLst>
              <a:path w="380" h="118">
                <a:moveTo>
                  <a:pt x="109" y="77"/>
                </a:moveTo>
                <a:cubicBezTo>
                  <a:pt x="98" y="77"/>
                  <a:pt x="87" y="80"/>
                  <a:pt x="77" y="84"/>
                </a:cubicBezTo>
                <a:cubicBezTo>
                  <a:pt x="67" y="89"/>
                  <a:pt x="60" y="93"/>
                  <a:pt x="54" y="97"/>
                </a:cubicBezTo>
                <a:cubicBezTo>
                  <a:pt x="49" y="100"/>
                  <a:pt x="41" y="108"/>
                  <a:pt x="32" y="118"/>
                </a:cubicBezTo>
                <a:lnTo>
                  <a:pt x="16" y="105"/>
                </a:lnTo>
                <a:lnTo>
                  <a:pt x="0" y="92"/>
                </a:lnTo>
                <a:cubicBezTo>
                  <a:pt x="0" y="91"/>
                  <a:pt x="4" y="86"/>
                  <a:pt x="13" y="75"/>
                </a:cubicBezTo>
                <a:cubicBezTo>
                  <a:pt x="22" y="64"/>
                  <a:pt x="32" y="53"/>
                  <a:pt x="43" y="41"/>
                </a:cubicBezTo>
                <a:cubicBezTo>
                  <a:pt x="54" y="28"/>
                  <a:pt x="61" y="20"/>
                  <a:pt x="67" y="16"/>
                </a:cubicBezTo>
                <a:cubicBezTo>
                  <a:pt x="84" y="5"/>
                  <a:pt x="101" y="0"/>
                  <a:pt x="118" y="0"/>
                </a:cubicBezTo>
                <a:cubicBezTo>
                  <a:pt x="135" y="0"/>
                  <a:pt x="161" y="7"/>
                  <a:pt x="194" y="21"/>
                </a:cubicBezTo>
                <a:cubicBezTo>
                  <a:pt x="228" y="34"/>
                  <a:pt x="253" y="42"/>
                  <a:pt x="270" y="42"/>
                </a:cubicBezTo>
                <a:cubicBezTo>
                  <a:pt x="282" y="42"/>
                  <a:pt x="292" y="40"/>
                  <a:pt x="302" y="34"/>
                </a:cubicBezTo>
                <a:cubicBezTo>
                  <a:pt x="312" y="30"/>
                  <a:pt x="320" y="25"/>
                  <a:pt x="325" y="22"/>
                </a:cubicBezTo>
                <a:cubicBezTo>
                  <a:pt x="330" y="18"/>
                  <a:pt x="338" y="11"/>
                  <a:pt x="348" y="0"/>
                </a:cubicBezTo>
                <a:lnTo>
                  <a:pt x="364" y="14"/>
                </a:lnTo>
                <a:lnTo>
                  <a:pt x="380" y="26"/>
                </a:lnTo>
                <a:cubicBezTo>
                  <a:pt x="349" y="72"/>
                  <a:pt x="321" y="100"/>
                  <a:pt x="298" y="110"/>
                </a:cubicBezTo>
                <a:cubicBezTo>
                  <a:pt x="287" y="116"/>
                  <a:pt x="275" y="118"/>
                  <a:pt x="262" y="118"/>
                </a:cubicBezTo>
                <a:cubicBezTo>
                  <a:pt x="246" y="118"/>
                  <a:pt x="222" y="111"/>
                  <a:pt x="188" y="98"/>
                </a:cubicBezTo>
                <a:cubicBezTo>
                  <a:pt x="155" y="84"/>
                  <a:pt x="128" y="77"/>
                  <a:pt x="109" y="77"/>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578" name=""/>
          <p:cNvSpPr/>
          <p:nvPr/>
        </p:nvSpPr>
        <p:spPr>
          <a:xfrm>
            <a:off x="9167040" y="2409480"/>
            <a:ext cx="90360" cy="185040"/>
          </a:xfrm>
          <a:custGeom>
            <a:avLst/>
            <a:gdLst/>
            <a:ahLst/>
            <a:rect l="0" t="0" r="r" b="b"/>
            <a:pathLst>
              <a:path w="251" h="514">
                <a:moveTo>
                  <a:pt x="5" y="194"/>
                </a:moveTo>
                <a:cubicBezTo>
                  <a:pt x="2" y="190"/>
                  <a:pt x="0" y="188"/>
                  <a:pt x="0" y="186"/>
                </a:cubicBezTo>
                <a:cubicBezTo>
                  <a:pt x="0" y="184"/>
                  <a:pt x="1" y="180"/>
                  <a:pt x="2" y="173"/>
                </a:cubicBezTo>
                <a:cubicBezTo>
                  <a:pt x="4" y="167"/>
                  <a:pt x="5" y="163"/>
                  <a:pt x="6" y="162"/>
                </a:cubicBezTo>
                <a:cubicBezTo>
                  <a:pt x="7" y="159"/>
                  <a:pt x="10" y="158"/>
                  <a:pt x="14" y="158"/>
                </a:cubicBezTo>
                <a:cubicBezTo>
                  <a:pt x="17" y="158"/>
                  <a:pt x="31" y="158"/>
                  <a:pt x="55" y="157"/>
                </a:cubicBezTo>
                <a:lnTo>
                  <a:pt x="97" y="157"/>
                </a:lnTo>
                <a:lnTo>
                  <a:pt x="112" y="93"/>
                </a:lnTo>
                <a:cubicBezTo>
                  <a:pt x="114" y="87"/>
                  <a:pt x="116" y="79"/>
                  <a:pt x="118" y="69"/>
                </a:cubicBezTo>
                <a:cubicBezTo>
                  <a:pt x="120" y="60"/>
                  <a:pt x="122" y="53"/>
                  <a:pt x="124" y="48"/>
                </a:cubicBezTo>
                <a:cubicBezTo>
                  <a:pt x="125" y="44"/>
                  <a:pt x="127" y="39"/>
                  <a:pt x="129" y="32"/>
                </a:cubicBezTo>
                <a:cubicBezTo>
                  <a:pt x="130" y="26"/>
                  <a:pt x="132" y="21"/>
                  <a:pt x="135" y="19"/>
                </a:cubicBezTo>
                <a:cubicBezTo>
                  <a:pt x="138" y="16"/>
                  <a:pt x="140" y="13"/>
                  <a:pt x="143" y="9"/>
                </a:cubicBezTo>
                <a:cubicBezTo>
                  <a:pt x="146" y="5"/>
                  <a:pt x="150" y="3"/>
                  <a:pt x="154" y="2"/>
                </a:cubicBezTo>
                <a:cubicBezTo>
                  <a:pt x="159" y="1"/>
                  <a:pt x="165" y="0"/>
                  <a:pt x="170" y="0"/>
                </a:cubicBezTo>
                <a:cubicBezTo>
                  <a:pt x="179" y="1"/>
                  <a:pt x="186" y="4"/>
                  <a:pt x="190" y="9"/>
                </a:cubicBezTo>
                <a:cubicBezTo>
                  <a:pt x="194" y="14"/>
                  <a:pt x="196" y="19"/>
                  <a:pt x="196" y="24"/>
                </a:cubicBezTo>
                <a:cubicBezTo>
                  <a:pt x="196" y="28"/>
                  <a:pt x="193" y="41"/>
                  <a:pt x="188" y="62"/>
                </a:cubicBezTo>
                <a:cubicBezTo>
                  <a:pt x="184" y="84"/>
                  <a:pt x="178" y="105"/>
                  <a:pt x="172" y="126"/>
                </a:cubicBezTo>
                <a:lnTo>
                  <a:pt x="164" y="155"/>
                </a:lnTo>
                <a:cubicBezTo>
                  <a:pt x="164" y="157"/>
                  <a:pt x="178" y="157"/>
                  <a:pt x="204" y="157"/>
                </a:cubicBezTo>
                <a:lnTo>
                  <a:pt x="245" y="157"/>
                </a:lnTo>
                <a:cubicBezTo>
                  <a:pt x="249" y="161"/>
                  <a:pt x="251" y="164"/>
                  <a:pt x="251" y="166"/>
                </a:cubicBezTo>
                <a:cubicBezTo>
                  <a:pt x="251" y="178"/>
                  <a:pt x="248" y="187"/>
                  <a:pt x="241" y="194"/>
                </a:cubicBezTo>
                <a:lnTo>
                  <a:pt x="154" y="194"/>
                </a:lnTo>
                <a:lnTo>
                  <a:pt x="125" y="312"/>
                </a:lnTo>
                <a:cubicBezTo>
                  <a:pt x="104" y="398"/>
                  <a:pt x="93" y="444"/>
                  <a:pt x="93" y="450"/>
                </a:cubicBezTo>
                <a:cubicBezTo>
                  <a:pt x="93" y="473"/>
                  <a:pt x="100" y="484"/>
                  <a:pt x="115" y="484"/>
                </a:cubicBezTo>
                <a:cubicBezTo>
                  <a:pt x="134" y="484"/>
                  <a:pt x="152" y="475"/>
                  <a:pt x="171" y="457"/>
                </a:cubicBezTo>
                <a:cubicBezTo>
                  <a:pt x="188" y="438"/>
                  <a:pt x="203" y="416"/>
                  <a:pt x="213" y="389"/>
                </a:cubicBezTo>
                <a:cubicBezTo>
                  <a:pt x="214" y="386"/>
                  <a:pt x="216" y="384"/>
                  <a:pt x="217" y="383"/>
                </a:cubicBezTo>
                <a:cubicBezTo>
                  <a:pt x="219" y="383"/>
                  <a:pt x="223" y="382"/>
                  <a:pt x="229" y="382"/>
                </a:cubicBezTo>
                <a:lnTo>
                  <a:pt x="233" y="382"/>
                </a:lnTo>
                <a:cubicBezTo>
                  <a:pt x="241" y="382"/>
                  <a:pt x="245" y="384"/>
                  <a:pt x="245" y="388"/>
                </a:cubicBezTo>
                <a:cubicBezTo>
                  <a:pt x="245" y="390"/>
                  <a:pt x="244" y="393"/>
                  <a:pt x="242" y="398"/>
                </a:cubicBezTo>
                <a:cubicBezTo>
                  <a:pt x="240" y="406"/>
                  <a:pt x="235" y="417"/>
                  <a:pt x="228" y="428"/>
                </a:cubicBezTo>
                <a:cubicBezTo>
                  <a:pt x="221" y="440"/>
                  <a:pt x="212" y="453"/>
                  <a:pt x="200" y="466"/>
                </a:cubicBezTo>
                <a:cubicBezTo>
                  <a:pt x="189" y="480"/>
                  <a:pt x="175" y="491"/>
                  <a:pt x="158" y="500"/>
                </a:cubicBezTo>
                <a:cubicBezTo>
                  <a:pt x="142" y="509"/>
                  <a:pt x="126" y="514"/>
                  <a:pt x="109" y="514"/>
                </a:cubicBezTo>
                <a:cubicBezTo>
                  <a:pt x="93" y="514"/>
                  <a:pt x="78" y="510"/>
                  <a:pt x="63" y="502"/>
                </a:cubicBezTo>
                <a:cubicBezTo>
                  <a:pt x="49" y="494"/>
                  <a:pt x="38" y="480"/>
                  <a:pt x="32" y="460"/>
                </a:cubicBezTo>
                <a:cubicBezTo>
                  <a:pt x="31" y="456"/>
                  <a:pt x="30" y="448"/>
                  <a:pt x="30" y="438"/>
                </a:cubicBezTo>
                <a:lnTo>
                  <a:pt x="30" y="424"/>
                </a:lnTo>
                <a:lnTo>
                  <a:pt x="59" y="311"/>
                </a:lnTo>
                <a:cubicBezTo>
                  <a:pt x="77" y="235"/>
                  <a:pt x="87" y="196"/>
                  <a:pt x="88" y="196"/>
                </a:cubicBezTo>
                <a:cubicBezTo>
                  <a:pt x="88" y="195"/>
                  <a:pt x="74" y="194"/>
                  <a:pt x="47" y="194"/>
                </a:cubicBezTo>
                <a:lnTo>
                  <a:pt x="5" y="194"/>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579" name=""/>
          <p:cNvSpPr/>
          <p:nvPr/>
        </p:nvSpPr>
        <p:spPr>
          <a:xfrm>
            <a:off x="9296640" y="2248200"/>
            <a:ext cx="158400" cy="281520"/>
          </a:xfrm>
          <a:custGeom>
            <a:avLst/>
            <a:gdLst/>
            <a:ahLst/>
            <a:rect l="0" t="0" r="r" b="b"/>
            <a:pathLst>
              <a:path w="440" h="782">
                <a:moveTo>
                  <a:pt x="425" y="782"/>
                </a:moveTo>
                <a:cubicBezTo>
                  <a:pt x="404" y="780"/>
                  <a:pt x="336" y="779"/>
                  <a:pt x="220" y="779"/>
                </a:cubicBezTo>
                <a:cubicBezTo>
                  <a:pt x="104" y="779"/>
                  <a:pt x="36" y="780"/>
                  <a:pt x="15" y="782"/>
                </a:cubicBezTo>
                <a:lnTo>
                  <a:pt x="0" y="782"/>
                </a:lnTo>
                <a:lnTo>
                  <a:pt x="0" y="712"/>
                </a:lnTo>
                <a:lnTo>
                  <a:pt x="130" y="712"/>
                </a:lnTo>
                <a:lnTo>
                  <a:pt x="130" y="71"/>
                </a:lnTo>
                <a:lnTo>
                  <a:pt x="0" y="71"/>
                </a:lnTo>
                <a:lnTo>
                  <a:pt x="0" y="0"/>
                </a:lnTo>
                <a:lnTo>
                  <a:pt x="15" y="0"/>
                </a:lnTo>
                <a:cubicBezTo>
                  <a:pt x="36" y="3"/>
                  <a:pt x="104" y="4"/>
                  <a:pt x="220" y="4"/>
                </a:cubicBezTo>
                <a:cubicBezTo>
                  <a:pt x="336" y="4"/>
                  <a:pt x="404" y="3"/>
                  <a:pt x="425" y="0"/>
                </a:cubicBezTo>
                <a:lnTo>
                  <a:pt x="440" y="0"/>
                </a:lnTo>
                <a:lnTo>
                  <a:pt x="440" y="71"/>
                </a:lnTo>
                <a:lnTo>
                  <a:pt x="310" y="71"/>
                </a:lnTo>
                <a:lnTo>
                  <a:pt x="310" y="712"/>
                </a:lnTo>
                <a:lnTo>
                  <a:pt x="440" y="712"/>
                </a:lnTo>
                <a:lnTo>
                  <a:pt x="440" y="782"/>
                </a:lnTo>
                <a:lnTo>
                  <a:pt x="425" y="782"/>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580" name=""/>
          <p:cNvSpPr/>
          <p:nvPr/>
        </p:nvSpPr>
        <p:spPr>
          <a:xfrm>
            <a:off x="9487800" y="2222280"/>
            <a:ext cx="98280" cy="410040"/>
          </a:xfrm>
          <a:custGeom>
            <a:avLst/>
            <a:gdLst/>
            <a:ahLst/>
            <a:rect l="0" t="0" r="r" b="b"/>
            <a:pathLst>
              <a:path w="273" h="1139">
                <a:moveTo>
                  <a:pt x="6" y="1"/>
                </a:moveTo>
                <a:lnTo>
                  <a:pt x="10" y="0"/>
                </a:lnTo>
                <a:cubicBezTo>
                  <a:pt x="14" y="0"/>
                  <a:pt x="18" y="0"/>
                  <a:pt x="21" y="0"/>
                </a:cubicBezTo>
                <a:lnTo>
                  <a:pt x="35" y="0"/>
                </a:lnTo>
                <a:lnTo>
                  <a:pt x="67" y="27"/>
                </a:lnTo>
                <a:cubicBezTo>
                  <a:pt x="138" y="92"/>
                  <a:pt x="191" y="173"/>
                  <a:pt x="224" y="269"/>
                </a:cubicBezTo>
                <a:cubicBezTo>
                  <a:pt x="257" y="366"/>
                  <a:pt x="273" y="466"/>
                  <a:pt x="273" y="570"/>
                </a:cubicBezTo>
                <a:cubicBezTo>
                  <a:pt x="273" y="621"/>
                  <a:pt x="269" y="671"/>
                  <a:pt x="261" y="719"/>
                </a:cubicBezTo>
                <a:cubicBezTo>
                  <a:pt x="254" y="767"/>
                  <a:pt x="245" y="807"/>
                  <a:pt x="235" y="840"/>
                </a:cubicBezTo>
                <a:cubicBezTo>
                  <a:pt x="225" y="874"/>
                  <a:pt x="211" y="907"/>
                  <a:pt x="193" y="941"/>
                </a:cubicBezTo>
                <a:cubicBezTo>
                  <a:pt x="175" y="974"/>
                  <a:pt x="160" y="999"/>
                  <a:pt x="149" y="1017"/>
                </a:cubicBezTo>
                <a:cubicBezTo>
                  <a:pt x="138" y="1034"/>
                  <a:pt x="123" y="1054"/>
                  <a:pt x="102" y="1075"/>
                </a:cubicBezTo>
                <a:cubicBezTo>
                  <a:pt x="82" y="1096"/>
                  <a:pt x="70" y="1109"/>
                  <a:pt x="66" y="1113"/>
                </a:cubicBezTo>
                <a:cubicBezTo>
                  <a:pt x="62" y="1116"/>
                  <a:pt x="53" y="1124"/>
                  <a:pt x="40" y="1134"/>
                </a:cubicBezTo>
                <a:cubicBezTo>
                  <a:pt x="37" y="1136"/>
                  <a:pt x="36" y="1138"/>
                  <a:pt x="35" y="1139"/>
                </a:cubicBezTo>
                <a:lnTo>
                  <a:pt x="21" y="1139"/>
                </a:lnTo>
                <a:cubicBezTo>
                  <a:pt x="15" y="1139"/>
                  <a:pt x="11" y="1139"/>
                  <a:pt x="9" y="1139"/>
                </a:cubicBezTo>
                <a:cubicBezTo>
                  <a:pt x="7" y="1139"/>
                  <a:pt x="5" y="1138"/>
                  <a:pt x="3" y="1135"/>
                </a:cubicBezTo>
                <a:cubicBezTo>
                  <a:pt x="2" y="1133"/>
                  <a:pt x="1" y="1130"/>
                  <a:pt x="0" y="1125"/>
                </a:cubicBezTo>
                <a:cubicBezTo>
                  <a:pt x="1" y="1124"/>
                  <a:pt x="5" y="1119"/>
                  <a:pt x="12" y="1110"/>
                </a:cubicBezTo>
                <a:cubicBezTo>
                  <a:pt x="130" y="988"/>
                  <a:pt x="190" y="808"/>
                  <a:pt x="190" y="570"/>
                </a:cubicBezTo>
                <a:cubicBezTo>
                  <a:pt x="190" y="331"/>
                  <a:pt x="130" y="151"/>
                  <a:pt x="12" y="28"/>
                </a:cubicBezTo>
                <a:cubicBezTo>
                  <a:pt x="5" y="19"/>
                  <a:pt x="1" y="14"/>
                  <a:pt x="0" y="13"/>
                </a:cubicBezTo>
                <a:cubicBezTo>
                  <a:pt x="0" y="7"/>
                  <a:pt x="2" y="3"/>
                  <a:pt x="6" y="1"/>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581" name=""/>
          <p:cNvSpPr txBox="1"/>
          <p:nvPr/>
        </p:nvSpPr>
        <p:spPr>
          <a:xfrm>
            <a:off x="380880" y="1403280"/>
            <a:ext cx="1669680" cy="334080"/>
          </a:xfrm>
          <a:prstGeom prst="rect">
            <a:avLst/>
          </a:prstGeom>
          <a:noFill/>
          <a:ln w="0">
            <a:noFill/>
          </a:ln>
        </p:spPr>
        <p:txBody>
          <a:bodyPr wrap="none" lIns="0" rIns="0" tIns="0" bIns="0" anchor="t">
            <a:spAutoFit/>
          </a:bodyPr>
          <a:p>
            <a:r>
              <a:rPr b="0" lang="zh-CN" sz="2620" strike="noStrike" u="none">
                <a:solidFill>
                  <a:srgbClr val="333333"/>
                </a:solidFill>
                <a:effectLst/>
                <a:uFillTx/>
                <a:latin typeface="NotoSansJP-Thin_"/>
                <a:ea typeface="NotoSansJP-Thin_"/>
              </a:rPr>
              <a:t>可能になる</a:t>
            </a:r>
            <a:endParaRPr b="0" lang="en-US" sz="2620" strike="noStrike" u="none">
              <a:solidFill>
                <a:srgbClr val="000000"/>
              </a:solidFill>
              <a:effectLst/>
              <a:uFillTx/>
              <a:latin typeface="Times New Roman"/>
            </a:endParaRPr>
          </a:p>
        </p:txBody>
      </p:sp>
      <p:sp>
        <p:nvSpPr>
          <p:cNvPr id="582" name=""/>
          <p:cNvSpPr/>
          <p:nvPr/>
        </p:nvSpPr>
        <p:spPr>
          <a:xfrm>
            <a:off x="2709360" y="4161600"/>
            <a:ext cx="265680" cy="271800"/>
          </a:xfrm>
          <a:custGeom>
            <a:avLst/>
            <a:gdLst/>
            <a:ahLst/>
            <a:rect l="0" t="0" r="r" b="b"/>
            <a:pathLst>
              <a:path w="738" h="755">
                <a:moveTo>
                  <a:pt x="297" y="524"/>
                </a:moveTo>
                <a:cubicBezTo>
                  <a:pt x="275" y="524"/>
                  <a:pt x="256" y="523"/>
                  <a:pt x="240" y="521"/>
                </a:cubicBezTo>
                <a:cubicBezTo>
                  <a:pt x="224" y="519"/>
                  <a:pt x="211" y="516"/>
                  <a:pt x="204" y="514"/>
                </a:cubicBezTo>
                <a:cubicBezTo>
                  <a:pt x="196" y="512"/>
                  <a:pt x="191" y="511"/>
                  <a:pt x="190" y="511"/>
                </a:cubicBezTo>
                <a:cubicBezTo>
                  <a:pt x="189" y="511"/>
                  <a:pt x="186" y="524"/>
                  <a:pt x="180" y="552"/>
                </a:cubicBezTo>
                <a:cubicBezTo>
                  <a:pt x="174" y="579"/>
                  <a:pt x="166" y="609"/>
                  <a:pt x="157" y="642"/>
                </a:cubicBezTo>
                <a:cubicBezTo>
                  <a:pt x="148" y="674"/>
                  <a:pt x="141" y="696"/>
                  <a:pt x="138" y="706"/>
                </a:cubicBezTo>
                <a:cubicBezTo>
                  <a:pt x="122" y="739"/>
                  <a:pt x="95" y="755"/>
                  <a:pt x="59" y="755"/>
                </a:cubicBezTo>
                <a:cubicBezTo>
                  <a:pt x="41" y="755"/>
                  <a:pt x="26" y="750"/>
                  <a:pt x="16" y="738"/>
                </a:cubicBezTo>
                <a:cubicBezTo>
                  <a:pt x="5" y="727"/>
                  <a:pt x="0" y="712"/>
                  <a:pt x="0" y="695"/>
                </a:cubicBezTo>
                <a:cubicBezTo>
                  <a:pt x="2" y="684"/>
                  <a:pt x="28" y="578"/>
                  <a:pt x="78" y="375"/>
                </a:cubicBezTo>
                <a:cubicBezTo>
                  <a:pt x="128" y="172"/>
                  <a:pt x="155" y="65"/>
                  <a:pt x="159" y="54"/>
                </a:cubicBezTo>
                <a:cubicBezTo>
                  <a:pt x="165" y="39"/>
                  <a:pt x="175" y="26"/>
                  <a:pt x="190" y="16"/>
                </a:cubicBezTo>
                <a:cubicBezTo>
                  <a:pt x="204" y="5"/>
                  <a:pt x="222" y="0"/>
                  <a:pt x="240" y="0"/>
                </a:cubicBezTo>
                <a:cubicBezTo>
                  <a:pt x="260" y="0"/>
                  <a:pt x="275" y="6"/>
                  <a:pt x="285" y="18"/>
                </a:cubicBezTo>
                <a:cubicBezTo>
                  <a:pt x="295" y="30"/>
                  <a:pt x="301" y="42"/>
                  <a:pt x="301" y="54"/>
                </a:cubicBezTo>
                <a:cubicBezTo>
                  <a:pt x="301" y="63"/>
                  <a:pt x="290" y="115"/>
                  <a:pt x="266" y="209"/>
                </a:cubicBezTo>
                <a:cubicBezTo>
                  <a:pt x="242" y="302"/>
                  <a:pt x="230" y="361"/>
                  <a:pt x="230" y="385"/>
                </a:cubicBezTo>
                <a:cubicBezTo>
                  <a:pt x="230" y="439"/>
                  <a:pt x="256" y="466"/>
                  <a:pt x="309" y="466"/>
                </a:cubicBezTo>
                <a:cubicBezTo>
                  <a:pt x="337" y="466"/>
                  <a:pt x="364" y="457"/>
                  <a:pt x="389" y="438"/>
                </a:cubicBezTo>
                <a:cubicBezTo>
                  <a:pt x="414" y="419"/>
                  <a:pt x="430" y="403"/>
                  <a:pt x="438" y="390"/>
                </a:cubicBezTo>
                <a:cubicBezTo>
                  <a:pt x="439" y="388"/>
                  <a:pt x="453" y="334"/>
                  <a:pt x="480" y="227"/>
                </a:cubicBezTo>
                <a:cubicBezTo>
                  <a:pt x="507" y="119"/>
                  <a:pt x="521" y="64"/>
                  <a:pt x="522" y="62"/>
                </a:cubicBezTo>
                <a:cubicBezTo>
                  <a:pt x="539" y="27"/>
                  <a:pt x="565" y="9"/>
                  <a:pt x="602" y="9"/>
                </a:cubicBezTo>
                <a:cubicBezTo>
                  <a:pt x="621" y="9"/>
                  <a:pt x="636" y="14"/>
                  <a:pt x="646" y="26"/>
                </a:cubicBezTo>
                <a:cubicBezTo>
                  <a:pt x="657" y="37"/>
                  <a:pt x="662" y="49"/>
                  <a:pt x="662" y="62"/>
                </a:cubicBezTo>
                <a:cubicBezTo>
                  <a:pt x="662" y="70"/>
                  <a:pt x="656" y="99"/>
                  <a:pt x="644" y="151"/>
                </a:cubicBezTo>
                <a:cubicBezTo>
                  <a:pt x="632" y="202"/>
                  <a:pt x="618" y="256"/>
                  <a:pt x="603" y="313"/>
                </a:cubicBezTo>
                <a:cubicBezTo>
                  <a:pt x="588" y="369"/>
                  <a:pt x="580" y="402"/>
                  <a:pt x="579" y="409"/>
                </a:cubicBezTo>
                <a:cubicBezTo>
                  <a:pt x="578" y="418"/>
                  <a:pt x="577" y="426"/>
                  <a:pt x="577" y="433"/>
                </a:cubicBezTo>
                <a:cubicBezTo>
                  <a:pt x="577" y="456"/>
                  <a:pt x="584" y="467"/>
                  <a:pt x="597" y="467"/>
                </a:cubicBezTo>
                <a:cubicBezTo>
                  <a:pt x="614" y="467"/>
                  <a:pt x="628" y="455"/>
                  <a:pt x="641" y="430"/>
                </a:cubicBezTo>
                <a:cubicBezTo>
                  <a:pt x="648" y="415"/>
                  <a:pt x="656" y="393"/>
                  <a:pt x="663" y="363"/>
                </a:cubicBezTo>
                <a:cubicBezTo>
                  <a:pt x="667" y="347"/>
                  <a:pt x="670" y="338"/>
                  <a:pt x="672" y="335"/>
                </a:cubicBezTo>
                <a:cubicBezTo>
                  <a:pt x="675" y="333"/>
                  <a:pt x="683" y="331"/>
                  <a:pt x="697" y="331"/>
                </a:cubicBezTo>
                <a:lnTo>
                  <a:pt x="703" y="331"/>
                </a:lnTo>
                <a:lnTo>
                  <a:pt x="716" y="331"/>
                </a:lnTo>
                <a:cubicBezTo>
                  <a:pt x="731" y="331"/>
                  <a:pt x="738" y="336"/>
                  <a:pt x="738" y="347"/>
                </a:cubicBezTo>
                <a:cubicBezTo>
                  <a:pt x="738" y="351"/>
                  <a:pt x="737" y="357"/>
                  <a:pt x="735" y="365"/>
                </a:cubicBezTo>
                <a:cubicBezTo>
                  <a:pt x="733" y="372"/>
                  <a:pt x="728" y="387"/>
                  <a:pt x="719" y="408"/>
                </a:cubicBezTo>
                <a:cubicBezTo>
                  <a:pt x="710" y="429"/>
                  <a:pt x="701" y="447"/>
                  <a:pt x="692" y="462"/>
                </a:cubicBezTo>
                <a:cubicBezTo>
                  <a:pt x="683" y="476"/>
                  <a:pt x="668" y="490"/>
                  <a:pt x="647" y="505"/>
                </a:cubicBezTo>
                <a:cubicBezTo>
                  <a:pt x="627" y="519"/>
                  <a:pt x="606" y="526"/>
                  <a:pt x="586" y="524"/>
                </a:cubicBezTo>
                <a:cubicBezTo>
                  <a:pt x="567" y="524"/>
                  <a:pt x="549" y="522"/>
                  <a:pt x="534" y="519"/>
                </a:cubicBezTo>
                <a:cubicBezTo>
                  <a:pt x="518" y="515"/>
                  <a:pt x="505" y="509"/>
                  <a:pt x="495" y="503"/>
                </a:cubicBezTo>
                <a:cubicBezTo>
                  <a:pt x="485" y="496"/>
                  <a:pt x="477" y="490"/>
                  <a:pt x="470" y="484"/>
                </a:cubicBezTo>
                <a:cubicBezTo>
                  <a:pt x="463" y="479"/>
                  <a:pt x="458" y="474"/>
                  <a:pt x="454" y="470"/>
                </a:cubicBezTo>
                <a:lnTo>
                  <a:pt x="450" y="463"/>
                </a:lnTo>
                <a:cubicBezTo>
                  <a:pt x="403" y="504"/>
                  <a:pt x="352" y="524"/>
                  <a:pt x="297" y="524"/>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583" name=""/>
          <p:cNvSpPr/>
          <p:nvPr/>
        </p:nvSpPr>
        <p:spPr>
          <a:xfrm>
            <a:off x="2784960" y="4076280"/>
            <a:ext cx="136800" cy="42480"/>
          </a:xfrm>
          <a:custGeom>
            <a:avLst/>
            <a:gdLst/>
            <a:ahLst/>
            <a:rect l="0" t="0" r="r" b="b"/>
            <a:pathLst>
              <a:path w="380" h="118">
                <a:moveTo>
                  <a:pt x="111" y="76"/>
                </a:moveTo>
                <a:cubicBezTo>
                  <a:pt x="99" y="76"/>
                  <a:pt x="89" y="78"/>
                  <a:pt x="79" y="83"/>
                </a:cubicBezTo>
                <a:cubicBezTo>
                  <a:pt x="69" y="88"/>
                  <a:pt x="61" y="93"/>
                  <a:pt x="56" y="96"/>
                </a:cubicBezTo>
                <a:cubicBezTo>
                  <a:pt x="51" y="100"/>
                  <a:pt x="43" y="107"/>
                  <a:pt x="32" y="118"/>
                </a:cubicBezTo>
                <a:lnTo>
                  <a:pt x="16" y="104"/>
                </a:lnTo>
                <a:lnTo>
                  <a:pt x="0" y="92"/>
                </a:lnTo>
                <a:cubicBezTo>
                  <a:pt x="0" y="91"/>
                  <a:pt x="5" y="84"/>
                  <a:pt x="14" y="74"/>
                </a:cubicBezTo>
                <a:cubicBezTo>
                  <a:pt x="23" y="63"/>
                  <a:pt x="33" y="52"/>
                  <a:pt x="45" y="40"/>
                </a:cubicBezTo>
                <a:cubicBezTo>
                  <a:pt x="55" y="28"/>
                  <a:pt x="63" y="20"/>
                  <a:pt x="68" y="16"/>
                </a:cubicBezTo>
                <a:cubicBezTo>
                  <a:pt x="86" y="5"/>
                  <a:pt x="103" y="0"/>
                  <a:pt x="120" y="0"/>
                </a:cubicBezTo>
                <a:cubicBezTo>
                  <a:pt x="136" y="0"/>
                  <a:pt x="161" y="7"/>
                  <a:pt x="195" y="20"/>
                </a:cubicBezTo>
                <a:cubicBezTo>
                  <a:pt x="228" y="34"/>
                  <a:pt x="254" y="41"/>
                  <a:pt x="271" y="41"/>
                </a:cubicBezTo>
                <a:cubicBezTo>
                  <a:pt x="282" y="41"/>
                  <a:pt x="293" y="39"/>
                  <a:pt x="303" y="34"/>
                </a:cubicBezTo>
                <a:cubicBezTo>
                  <a:pt x="313" y="29"/>
                  <a:pt x="320" y="25"/>
                  <a:pt x="326" y="21"/>
                </a:cubicBezTo>
                <a:cubicBezTo>
                  <a:pt x="331" y="18"/>
                  <a:pt x="339" y="10"/>
                  <a:pt x="348" y="0"/>
                </a:cubicBezTo>
                <a:lnTo>
                  <a:pt x="364" y="13"/>
                </a:lnTo>
                <a:lnTo>
                  <a:pt x="380" y="26"/>
                </a:lnTo>
                <a:cubicBezTo>
                  <a:pt x="349" y="71"/>
                  <a:pt x="322" y="99"/>
                  <a:pt x="298" y="110"/>
                </a:cubicBezTo>
                <a:cubicBezTo>
                  <a:pt x="288" y="115"/>
                  <a:pt x="276" y="118"/>
                  <a:pt x="263" y="118"/>
                </a:cubicBezTo>
                <a:cubicBezTo>
                  <a:pt x="247" y="118"/>
                  <a:pt x="222" y="111"/>
                  <a:pt x="189" y="98"/>
                </a:cubicBezTo>
                <a:cubicBezTo>
                  <a:pt x="156" y="83"/>
                  <a:pt x="130" y="76"/>
                  <a:pt x="111" y="76"/>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584" name=""/>
          <p:cNvSpPr/>
          <p:nvPr/>
        </p:nvSpPr>
        <p:spPr>
          <a:xfrm>
            <a:off x="3004560" y="4226760"/>
            <a:ext cx="90360" cy="185040"/>
          </a:xfrm>
          <a:custGeom>
            <a:avLst/>
            <a:gdLst/>
            <a:ahLst/>
            <a:rect l="0" t="0" r="r" b="b"/>
            <a:pathLst>
              <a:path w="251" h="514">
                <a:moveTo>
                  <a:pt x="6" y="194"/>
                </a:moveTo>
                <a:cubicBezTo>
                  <a:pt x="2" y="190"/>
                  <a:pt x="0" y="188"/>
                  <a:pt x="0" y="186"/>
                </a:cubicBezTo>
                <a:cubicBezTo>
                  <a:pt x="0" y="184"/>
                  <a:pt x="1" y="180"/>
                  <a:pt x="2" y="173"/>
                </a:cubicBezTo>
                <a:cubicBezTo>
                  <a:pt x="4" y="167"/>
                  <a:pt x="5" y="163"/>
                  <a:pt x="6" y="162"/>
                </a:cubicBezTo>
                <a:cubicBezTo>
                  <a:pt x="7" y="159"/>
                  <a:pt x="10" y="158"/>
                  <a:pt x="14" y="158"/>
                </a:cubicBezTo>
                <a:cubicBezTo>
                  <a:pt x="17" y="158"/>
                  <a:pt x="32" y="158"/>
                  <a:pt x="56" y="157"/>
                </a:cubicBezTo>
                <a:lnTo>
                  <a:pt x="98" y="157"/>
                </a:lnTo>
                <a:lnTo>
                  <a:pt x="114" y="93"/>
                </a:lnTo>
                <a:cubicBezTo>
                  <a:pt x="115" y="87"/>
                  <a:pt x="117" y="79"/>
                  <a:pt x="119" y="69"/>
                </a:cubicBezTo>
                <a:cubicBezTo>
                  <a:pt x="121" y="60"/>
                  <a:pt x="123" y="53"/>
                  <a:pt x="125" y="48"/>
                </a:cubicBezTo>
                <a:cubicBezTo>
                  <a:pt x="126" y="44"/>
                  <a:pt x="128" y="39"/>
                  <a:pt x="130" y="32"/>
                </a:cubicBezTo>
                <a:cubicBezTo>
                  <a:pt x="131" y="26"/>
                  <a:pt x="133" y="21"/>
                  <a:pt x="136" y="19"/>
                </a:cubicBezTo>
                <a:cubicBezTo>
                  <a:pt x="139" y="16"/>
                  <a:pt x="141" y="13"/>
                  <a:pt x="144" y="9"/>
                </a:cubicBezTo>
                <a:cubicBezTo>
                  <a:pt x="147" y="5"/>
                  <a:pt x="151" y="3"/>
                  <a:pt x="155" y="2"/>
                </a:cubicBezTo>
                <a:cubicBezTo>
                  <a:pt x="160" y="1"/>
                  <a:pt x="165" y="0"/>
                  <a:pt x="170" y="0"/>
                </a:cubicBezTo>
                <a:cubicBezTo>
                  <a:pt x="180" y="1"/>
                  <a:pt x="186" y="4"/>
                  <a:pt x="190" y="9"/>
                </a:cubicBezTo>
                <a:cubicBezTo>
                  <a:pt x="194" y="14"/>
                  <a:pt x="196" y="19"/>
                  <a:pt x="196" y="24"/>
                </a:cubicBezTo>
                <a:cubicBezTo>
                  <a:pt x="196" y="28"/>
                  <a:pt x="193" y="41"/>
                  <a:pt x="188" y="62"/>
                </a:cubicBezTo>
                <a:cubicBezTo>
                  <a:pt x="184" y="84"/>
                  <a:pt x="178" y="105"/>
                  <a:pt x="172" y="126"/>
                </a:cubicBezTo>
                <a:lnTo>
                  <a:pt x="164" y="155"/>
                </a:lnTo>
                <a:cubicBezTo>
                  <a:pt x="164" y="156"/>
                  <a:pt x="178" y="157"/>
                  <a:pt x="205" y="157"/>
                </a:cubicBezTo>
                <a:lnTo>
                  <a:pt x="246" y="157"/>
                </a:lnTo>
                <a:cubicBezTo>
                  <a:pt x="249" y="161"/>
                  <a:pt x="251" y="164"/>
                  <a:pt x="251" y="166"/>
                </a:cubicBezTo>
                <a:cubicBezTo>
                  <a:pt x="251" y="178"/>
                  <a:pt x="248" y="187"/>
                  <a:pt x="241" y="194"/>
                </a:cubicBezTo>
                <a:lnTo>
                  <a:pt x="155" y="194"/>
                </a:lnTo>
                <a:lnTo>
                  <a:pt x="126" y="312"/>
                </a:lnTo>
                <a:cubicBezTo>
                  <a:pt x="105" y="398"/>
                  <a:pt x="94" y="444"/>
                  <a:pt x="94" y="450"/>
                </a:cubicBezTo>
                <a:cubicBezTo>
                  <a:pt x="94" y="473"/>
                  <a:pt x="101" y="484"/>
                  <a:pt x="116" y="484"/>
                </a:cubicBezTo>
                <a:cubicBezTo>
                  <a:pt x="135" y="484"/>
                  <a:pt x="153" y="475"/>
                  <a:pt x="171" y="457"/>
                </a:cubicBezTo>
                <a:cubicBezTo>
                  <a:pt x="188" y="438"/>
                  <a:pt x="203" y="416"/>
                  <a:pt x="213" y="389"/>
                </a:cubicBezTo>
                <a:cubicBezTo>
                  <a:pt x="214" y="386"/>
                  <a:pt x="216" y="384"/>
                  <a:pt x="217" y="383"/>
                </a:cubicBezTo>
                <a:cubicBezTo>
                  <a:pt x="219" y="383"/>
                  <a:pt x="223" y="382"/>
                  <a:pt x="229" y="382"/>
                </a:cubicBezTo>
                <a:lnTo>
                  <a:pt x="233" y="382"/>
                </a:lnTo>
                <a:cubicBezTo>
                  <a:pt x="241" y="382"/>
                  <a:pt x="245" y="384"/>
                  <a:pt x="245" y="388"/>
                </a:cubicBezTo>
                <a:cubicBezTo>
                  <a:pt x="245" y="390"/>
                  <a:pt x="244" y="393"/>
                  <a:pt x="242" y="398"/>
                </a:cubicBezTo>
                <a:cubicBezTo>
                  <a:pt x="240" y="406"/>
                  <a:pt x="235" y="417"/>
                  <a:pt x="228" y="428"/>
                </a:cubicBezTo>
                <a:cubicBezTo>
                  <a:pt x="221" y="440"/>
                  <a:pt x="212" y="453"/>
                  <a:pt x="200" y="466"/>
                </a:cubicBezTo>
                <a:cubicBezTo>
                  <a:pt x="189" y="480"/>
                  <a:pt x="176" y="491"/>
                  <a:pt x="159" y="500"/>
                </a:cubicBezTo>
                <a:cubicBezTo>
                  <a:pt x="143" y="509"/>
                  <a:pt x="127" y="514"/>
                  <a:pt x="110" y="514"/>
                </a:cubicBezTo>
                <a:cubicBezTo>
                  <a:pt x="94" y="514"/>
                  <a:pt x="79" y="510"/>
                  <a:pt x="64" y="502"/>
                </a:cubicBezTo>
                <a:cubicBezTo>
                  <a:pt x="50" y="494"/>
                  <a:pt x="40" y="480"/>
                  <a:pt x="33" y="460"/>
                </a:cubicBezTo>
                <a:cubicBezTo>
                  <a:pt x="32" y="456"/>
                  <a:pt x="31" y="448"/>
                  <a:pt x="31" y="438"/>
                </a:cubicBezTo>
                <a:lnTo>
                  <a:pt x="31" y="424"/>
                </a:lnTo>
                <a:lnTo>
                  <a:pt x="60" y="311"/>
                </a:lnTo>
                <a:cubicBezTo>
                  <a:pt x="78" y="234"/>
                  <a:pt x="88" y="196"/>
                  <a:pt x="89" y="196"/>
                </a:cubicBezTo>
                <a:cubicBezTo>
                  <a:pt x="89" y="195"/>
                  <a:pt x="75" y="194"/>
                  <a:pt x="48" y="194"/>
                </a:cubicBezTo>
                <a:lnTo>
                  <a:pt x="6" y="194"/>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585" name=""/>
          <p:cNvSpPr/>
          <p:nvPr/>
        </p:nvSpPr>
        <p:spPr>
          <a:xfrm>
            <a:off x="3162600" y="4039200"/>
            <a:ext cx="98280" cy="410400"/>
          </a:xfrm>
          <a:custGeom>
            <a:avLst/>
            <a:gdLst/>
            <a:ahLst/>
            <a:rect l="0" t="0" r="r" b="b"/>
            <a:pathLst>
              <a:path w="273" h="1140">
                <a:moveTo>
                  <a:pt x="0" y="570"/>
                </a:moveTo>
                <a:cubicBezTo>
                  <a:pt x="0" y="517"/>
                  <a:pt x="4" y="467"/>
                  <a:pt x="12" y="420"/>
                </a:cubicBezTo>
                <a:cubicBezTo>
                  <a:pt x="19" y="373"/>
                  <a:pt x="28" y="333"/>
                  <a:pt x="38" y="299"/>
                </a:cubicBezTo>
                <a:cubicBezTo>
                  <a:pt x="48" y="264"/>
                  <a:pt x="63" y="231"/>
                  <a:pt x="81" y="198"/>
                </a:cubicBezTo>
                <a:cubicBezTo>
                  <a:pt x="99" y="166"/>
                  <a:pt x="113" y="140"/>
                  <a:pt x="124" y="122"/>
                </a:cubicBezTo>
                <a:cubicBezTo>
                  <a:pt x="135" y="104"/>
                  <a:pt x="151" y="84"/>
                  <a:pt x="172" y="63"/>
                </a:cubicBezTo>
                <a:cubicBezTo>
                  <a:pt x="193" y="42"/>
                  <a:pt x="206" y="29"/>
                  <a:pt x="209" y="24"/>
                </a:cubicBezTo>
                <a:cubicBezTo>
                  <a:pt x="213" y="20"/>
                  <a:pt x="223" y="12"/>
                  <a:pt x="238" y="0"/>
                </a:cubicBezTo>
                <a:lnTo>
                  <a:pt x="253" y="0"/>
                </a:lnTo>
                <a:lnTo>
                  <a:pt x="257" y="0"/>
                </a:lnTo>
                <a:cubicBezTo>
                  <a:pt x="268" y="0"/>
                  <a:pt x="273" y="4"/>
                  <a:pt x="273" y="11"/>
                </a:cubicBezTo>
                <a:cubicBezTo>
                  <a:pt x="273" y="13"/>
                  <a:pt x="267" y="21"/>
                  <a:pt x="254" y="35"/>
                </a:cubicBezTo>
                <a:cubicBezTo>
                  <a:pt x="241" y="48"/>
                  <a:pt x="225" y="68"/>
                  <a:pt x="207" y="95"/>
                </a:cubicBezTo>
                <a:cubicBezTo>
                  <a:pt x="189" y="121"/>
                  <a:pt x="170" y="154"/>
                  <a:pt x="151" y="193"/>
                </a:cubicBezTo>
                <a:cubicBezTo>
                  <a:pt x="132" y="231"/>
                  <a:pt x="116" y="284"/>
                  <a:pt x="104" y="350"/>
                </a:cubicBezTo>
                <a:cubicBezTo>
                  <a:pt x="91" y="416"/>
                  <a:pt x="84" y="489"/>
                  <a:pt x="84" y="570"/>
                </a:cubicBezTo>
                <a:cubicBezTo>
                  <a:pt x="84" y="650"/>
                  <a:pt x="91" y="723"/>
                  <a:pt x="104" y="789"/>
                </a:cubicBezTo>
                <a:cubicBezTo>
                  <a:pt x="116" y="854"/>
                  <a:pt x="132" y="907"/>
                  <a:pt x="150" y="947"/>
                </a:cubicBezTo>
                <a:cubicBezTo>
                  <a:pt x="168" y="988"/>
                  <a:pt x="187" y="1020"/>
                  <a:pt x="206" y="1045"/>
                </a:cubicBezTo>
                <a:cubicBezTo>
                  <a:pt x="225" y="1070"/>
                  <a:pt x="241" y="1090"/>
                  <a:pt x="254" y="1106"/>
                </a:cubicBezTo>
                <a:cubicBezTo>
                  <a:pt x="267" y="1121"/>
                  <a:pt x="273" y="1129"/>
                  <a:pt x="273" y="1129"/>
                </a:cubicBezTo>
                <a:cubicBezTo>
                  <a:pt x="273" y="1136"/>
                  <a:pt x="268" y="1140"/>
                  <a:pt x="256" y="1140"/>
                </a:cubicBezTo>
                <a:lnTo>
                  <a:pt x="253" y="1140"/>
                </a:lnTo>
                <a:lnTo>
                  <a:pt x="238" y="1140"/>
                </a:lnTo>
                <a:lnTo>
                  <a:pt x="206" y="1112"/>
                </a:lnTo>
                <a:cubicBezTo>
                  <a:pt x="135" y="1048"/>
                  <a:pt x="83" y="967"/>
                  <a:pt x="49" y="871"/>
                </a:cubicBezTo>
                <a:cubicBezTo>
                  <a:pt x="16" y="775"/>
                  <a:pt x="0" y="674"/>
                  <a:pt x="0" y="570"/>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586" name=""/>
          <p:cNvSpPr/>
          <p:nvPr/>
        </p:nvSpPr>
        <p:spPr>
          <a:xfrm>
            <a:off x="3292200" y="4164840"/>
            <a:ext cx="231840" cy="182160"/>
          </a:xfrm>
          <a:custGeom>
            <a:avLst/>
            <a:gdLst/>
            <a:ahLst/>
            <a:rect l="0" t="0" r="r" b="b"/>
            <a:pathLst>
              <a:path w="644" h="506">
                <a:moveTo>
                  <a:pt x="235" y="506"/>
                </a:moveTo>
                <a:cubicBezTo>
                  <a:pt x="224" y="504"/>
                  <a:pt x="184" y="503"/>
                  <a:pt x="114" y="503"/>
                </a:cubicBezTo>
                <a:cubicBezTo>
                  <a:pt x="52" y="503"/>
                  <a:pt x="17" y="504"/>
                  <a:pt x="8" y="506"/>
                </a:cubicBezTo>
                <a:lnTo>
                  <a:pt x="0" y="506"/>
                </a:lnTo>
                <a:lnTo>
                  <a:pt x="0" y="436"/>
                </a:lnTo>
                <a:lnTo>
                  <a:pt x="109" y="436"/>
                </a:lnTo>
                <a:lnTo>
                  <a:pt x="256" y="263"/>
                </a:lnTo>
                <a:lnTo>
                  <a:pt x="100" y="70"/>
                </a:lnTo>
                <a:lnTo>
                  <a:pt x="6" y="70"/>
                </a:lnTo>
                <a:lnTo>
                  <a:pt x="6" y="0"/>
                </a:lnTo>
                <a:lnTo>
                  <a:pt x="15" y="0"/>
                </a:lnTo>
                <a:cubicBezTo>
                  <a:pt x="26" y="2"/>
                  <a:pt x="67" y="3"/>
                  <a:pt x="139" y="3"/>
                </a:cubicBezTo>
                <a:cubicBezTo>
                  <a:pt x="219" y="3"/>
                  <a:pt x="265" y="2"/>
                  <a:pt x="279" y="0"/>
                </a:cubicBezTo>
                <a:lnTo>
                  <a:pt x="289" y="0"/>
                </a:lnTo>
                <a:lnTo>
                  <a:pt x="289" y="70"/>
                </a:lnTo>
                <a:lnTo>
                  <a:pt x="257" y="70"/>
                </a:lnTo>
                <a:lnTo>
                  <a:pt x="297" y="119"/>
                </a:lnTo>
                <a:cubicBezTo>
                  <a:pt x="323" y="151"/>
                  <a:pt x="336" y="167"/>
                  <a:pt x="337" y="167"/>
                </a:cubicBezTo>
                <a:cubicBezTo>
                  <a:pt x="340" y="167"/>
                  <a:pt x="354" y="150"/>
                  <a:pt x="380" y="117"/>
                </a:cubicBezTo>
                <a:lnTo>
                  <a:pt x="420" y="70"/>
                </a:lnTo>
                <a:lnTo>
                  <a:pt x="378" y="70"/>
                </a:lnTo>
                <a:lnTo>
                  <a:pt x="378" y="0"/>
                </a:lnTo>
                <a:lnTo>
                  <a:pt x="387" y="0"/>
                </a:lnTo>
                <a:cubicBezTo>
                  <a:pt x="398" y="2"/>
                  <a:pt x="438" y="3"/>
                  <a:pt x="507" y="3"/>
                </a:cubicBezTo>
                <a:cubicBezTo>
                  <a:pt x="569" y="3"/>
                  <a:pt x="604" y="2"/>
                  <a:pt x="613" y="0"/>
                </a:cubicBezTo>
                <a:lnTo>
                  <a:pt x="621" y="0"/>
                </a:lnTo>
                <a:lnTo>
                  <a:pt x="621" y="70"/>
                </a:lnTo>
                <a:lnTo>
                  <a:pt x="513" y="70"/>
                </a:lnTo>
                <a:lnTo>
                  <a:pt x="381" y="225"/>
                </a:lnTo>
                <a:lnTo>
                  <a:pt x="551" y="434"/>
                </a:lnTo>
                <a:lnTo>
                  <a:pt x="597" y="436"/>
                </a:lnTo>
                <a:lnTo>
                  <a:pt x="644" y="436"/>
                </a:lnTo>
                <a:lnTo>
                  <a:pt x="644" y="506"/>
                </a:lnTo>
                <a:lnTo>
                  <a:pt x="635" y="506"/>
                </a:lnTo>
                <a:cubicBezTo>
                  <a:pt x="624" y="504"/>
                  <a:pt x="582" y="503"/>
                  <a:pt x="511" y="503"/>
                </a:cubicBezTo>
                <a:cubicBezTo>
                  <a:pt x="432" y="503"/>
                  <a:pt x="386" y="504"/>
                  <a:pt x="372" y="506"/>
                </a:cubicBezTo>
                <a:lnTo>
                  <a:pt x="362" y="506"/>
                </a:lnTo>
                <a:lnTo>
                  <a:pt x="362" y="436"/>
                </a:lnTo>
                <a:lnTo>
                  <a:pt x="394" y="436"/>
                </a:lnTo>
                <a:cubicBezTo>
                  <a:pt x="394" y="435"/>
                  <a:pt x="378" y="416"/>
                  <a:pt x="348" y="379"/>
                </a:cubicBezTo>
                <a:cubicBezTo>
                  <a:pt x="318" y="341"/>
                  <a:pt x="302" y="322"/>
                  <a:pt x="301" y="321"/>
                </a:cubicBezTo>
                <a:lnTo>
                  <a:pt x="202" y="434"/>
                </a:lnTo>
                <a:lnTo>
                  <a:pt x="224" y="436"/>
                </a:lnTo>
                <a:lnTo>
                  <a:pt x="244" y="436"/>
                </a:lnTo>
                <a:lnTo>
                  <a:pt x="244" y="506"/>
                </a:lnTo>
                <a:lnTo>
                  <a:pt x="235" y="506"/>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587" name=""/>
          <p:cNvSpPr/>
          <p:nvPr/>
        </p:nvSpPr>
        <p:spPr>
          <a:xfrm>
            <a:off x="3551400" y="4226760"/>
            <a:ext cx="90360" cy="185040"/>
          </a:xfrm>
          <a:custGeom>
            <a:avLst/>
            <a:gdLst/>
            <a:ahLst/>
            <a:rect l="0" t="0" r="r" b="b"/>
            <a:pathLst>
              <a:path w="251" h="514">
                <a:moveTo>
                  <a:pt x="5" y="194"/>
                </a:moveTo>
                <a:cubicBezTo>
                  <a:pt x="2" y="190"/>
                  <a:pt x="0" y="188"/>
                  <a:pt x="0" y="186"/>
                </a:cubicBezTo>
                <a:cubicBezTo>
                  <a:pt x="0" y="184"/>
                  <a:pt x="1" y="180"/>
                  <a:pt x="2" y="173"/>
                </a:cubicBezTo>
                <a:cubicBezTo>
                  <a:pt x="4" y="167"/>
                  <a:pt x="5" y="163"/>
                  <a:pt x="6" y="162"/>
                </a:cubicBezTo>
                <a:cubicBezTo>
                  <a:pt x="7" y="159"/>
                  <a:pt x="11" y="158"/>
                  <a:pt x="14" y="158"/>
                </a:cubicBezTo>
                <a:cubicBezTo>
                  <a:pt x="18" y="158"/>
                  <a:pt x="32" y="158"/>
                  <a:pt x="56" y="157"/>
                </a:cubicBezTo>
                <a:lnTo>
                  <a:pt x="98" y="157"/>
                </a:lnTo>
                <a:lnTo>
                  <a:pt x="113" y="93"/>
                </a:lnTo>
                <a:cubicBezTo>
                  <a:pt x="115" y="87"/>
                  <a:pt x="117" y="79"/>
                  <a:pt x="119" y="69"/>
                </a:cubicBezTo>
                <a:cubicBezTo>
                  <a:pt x="121" y="60"/>
                  <a:pt x="123" y="53"/>
                  <a:pt x="125" y="48"/>
                </a:cubicBezTo>
                <a:cubicBezTo>
                  <a:pt x="126" y="44"/>
                  <a:pt x="128" y="39"/>
                  <a:pt x="130" y="32"/>
                </a:cubicBezTo>
                <a:cubicBezTo>
                  <a:pt x="131" y="26"/>
                  <a:pt x="133" y="21"/>
                  <a:pt x="136" y="19"/>
                </a:cubicBezTo>
                <a:cubicBezTo>
                  <a:pt x="139" y="16"/>
                  <a:pt x="141" y="13"/>
                  <a:pt x="144" y="9"/>
                </a:cubicBezTo>
                <a:cubicBezTo>
                  <a:pt x="147" y="5"/>
                  <a:pt x="151" y="3"/>
                  <a:pt x="155" y="2"/>
                </a:cubicBezTo>
                <a:cubicBezTo>
                  <a:pt x="160" y="1"/>
                  <a:pt x="165" y="0"/>
                  <a:pt x="170" y="0"/>
                </a:cubicBezTo>
                <a:cubicBezTo>
                  <a:pt x="179" y="1"/>
                  <a:pt x="186" y="4"/>
                  <a:pt x="190" y="9"/>
                </a:cubicBezTo>
                <a:cubicBezTo>
                  <a:pt x="194" y="14"/>
                  <a:pt x="196" y="19"/>
                  <a:pt x="196" y="24"/>
                </a:cubicBezTo>
                <a:cubicBezTo>
                  <a:pt x="196" y="28"/>
                  <a:pt x="193" y="41"/>
                  <a:pt x="188" y="62"/>
                </a:cubicBezTo>
                <a:cubicBezTo>
                  <a:pt x="184" y="84"/>
                  <a:pt x="178" y="105"/>
                  <a:pt x="172" y="126"/>
                </a:cubicBezTo>
                <a:lnTo>
                  <a:pt x="164" y="155"/>
                </a:lnTo>
                <a:cubicBezTo>
                  <a:pt x="164" y="156"/>
                  <a:pt x="178" y="157"/>
                  <a:pt x="204" y="157"/>
                </a:cubicBezTo>
                <a:lnTo>
                  <a:pt x="245" y="157"/>
                </a:lnTo>
                <a:cubicBezTo>
                  <a:pt x="249" y="161"/>
                  <a:pt x="251" y="164"/>
                  <a:pt x="251" y="166"/>
                </a:cubicBezTo>
                <a:cubicBezTo>
                  <a:pt x="251" y="178"/>
                  <a:pt x="248" y="187"/>
                  <a:pt x="241" y="194"/>
                </a:cubicBezTo>
                <a:lnTo>
                  <a:pt x="155" y="194"/>
                </a:lnTo>
                <a:lnTo>
                  <a:pt x="126" y="312"/>
                </a:lnTo>
                <a:cubicBezTo>
                  <a:pt x="105" y="398"/>
                  <a:pt x="94" y="444"/>
                  <a:pt x="94" y="450"/>
                </a:cubicBezTo>
                <a:cubicBezTo>
                  <a:pt x="94" y="473"/>
                  <a:pt x="101" y="484"/>
                  <a:pt x="116" y="484"/>
                </a:cubicBezTo>
                <a:cubicBezTo>
                  <a:pt x="135" y="484"/>
                  <a:pt x="153" y="475"/>
                  <a:pt x="171" y="457"/>
                </a:cubicBezTo>
                <a:cubicBezTo>
                  <a:pt x="188" y="438"/>
                  <a:pt x="203" y="416"/>
                  <a:pt x="213" y="389"/>
                </a:cubicBezTo>
                <a:cubicBezTo>
                  <a:pt x="214" y="386"/>
                  <a:pt x="216" y="384"/>
                  <a:pt x="217" y="383"/>
                </a:cubicBezTo>
                <a:cubicBezTo>
                  <a:pt x="219" y="383"/>
                  <a:pt x="223" y="382"/>
                  <a:pt x="229" y="382"/>
                </a:cubicBezTo>
                <a:lnTo>
                  <a:pt x="233" y="382"/>
                </a:lnTo>
                <a:cubicBezTo>
                  <a:pt x="241" y="382"/>
                  <a:pt x="245" y="384"/>
                  <a:pt x="245" y="388"/>
                </a:cubicBezTo>
                <a:cubicBezTo>
                  <a:pt x="245" y="390"/>
                  <a:pt x="244" y="393"/>
                  <a:pt x="242" y="398"/>
                </a:cubicBezTo>
                <a:cubicBezTo>
                  <a:pt x="240" y="406"/>
                  <a:pt x="235" y="417"/>
                  <a:pt x="228" y="428"/>
                </a:cubicBezTo>
                <a:cubicBezTo>
                  <a:pt x="221" y="440"/>
                  <a:pt x="212" y="453"/>
                  <a:pt x="200" y="466"/>
                </a:cubicBezTo>
                <a:cubicBezTo>
                  <a:pt x="189" y="480"/>
                  <a:pt x="175" y="491"/>
                  <a:pt x="159" y="500"/>
                </a:cubicBezTo>
                <a:cubicBezTo>
                  <a:pt x="143" y="509"/>
                  <a:pt x="127" y="514"/>
                  <a:pt x="110" y="514"/>
                </a:cubicBezTo>
                <a:cubicBezTo>
                  <a:pt x="94" y="514"/>
                  <a:pt x="79" y="510"/>
                  <a:pt x="64" y="502"/>
                </a:cubicBezTo>
                <a:cubicBezTo>
                  <a:pt x="50" y="494"/>
                  <a:pt x="39" y="480"/>
                  <a:pt x="33" y="460"/>
                </a:cubicBezTo>
                <a:cubicBezTo>
                  <a:pt x="32" y="456"/>
                  <a:pt x="31" y="448"/>
                  <a:pt x="31" y="438"/>
                </a:cubicBezTo>
                <a:lnTo>
                  <a:pt x="31" y="424"/>
                </a:lnTo>
                <a:lnTo>
                  <a:pt x="60" y="311"/>
                </a:lnTo>
                <a:cubicBezTo>
                  <a:pt x="78" y="234"/>
                  <a:pt x="88" y="196"/>
                  <a:pt x="89" y="196"/>
                </a:cubicBezTo>
                <a:cubicBezTo>
                  <a:pt x="89" y="195"/>
                  <a:pt x="75" y="194"/>
                  <a:pt x="47" y="194"/>
                </a:cubicBezTo>
                <a:lnTo>
                  <a:pt x="5" y="194"/>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588" name=""/>
          <p:cNvSpPr/>
          <p:nvPr/>
        </p:nvSpPr>
        <p:spPr>
          <a:xfrm>
            <a:off x="3702960" y="4296960"/>
            <a:ext cx="54360" cy="129600"/>
          </a:xfrm>
          <a:custGeom>
            <a:avLst/>
            <a:gdLst/>
            <a:ahLst/>
            <a:rect l="0" t="0" r="r" b="b"/>
            <a:pathLst>
              <a:path w="151" h="360">
                <a:moveTo>
                  <a:pt x="0" y="99"/>
                </a:moveTo>
                <a:cubicBezTo>
                  <a:pt x="0" y="99"/>
                  <a:pt x="0" y="90"/>
                  <a:pt x="0" y="71"/>
                </a:cubicBezTo>
                <a:cubicBezTo>
                  <a:pt x="0" y="51"/>
                  <a:pt x="6" y="35"/>
                  <a:pt x="18" y="21"/>
                </a:cubicBezTo>
                <a:cubicBezTo>
                  <a:pt x="30" y="7"/>
                  <a:pt x="46" y="0"/>
                  <a:pt x="67" y="0"/>
                </a:cubicBezTo>
                <a:cubicBezTo>
                  <a:pt x="88" y="0"/>
                  <a:pt x="107" y="10"/>
                  <a:pt x="124" y="29"/>
                </a:cubicBezTo>
                <a:cubicBezTo>
                  <a:pt x="142" y="48"/>
                  <a:pt x="150" y="82"/>
                  <a:pt x="151" y="130"/>
                </a:cubicBezTo>
                <a:cubicBezTo>
                  <a:pt x="151" y="157"/>
                  <a:pt x="148" y="182"/>
                  <a:pt x="141" y="207"/>
                </a:cubicBezTo>
                <a:cubicBezTo>
                  <a:pt x="133" y="232"/>
                  <a:pt x="125" y="254"/>
                  <a:pt x="116" y="272"/>
                </a:cubicBezTo>
                <a:cubicBezTo>
                  <a:pt x="107" y="291"/>
                  <a:pt x="97" y="306"/>
                  <a:pt x="86" y="319"/>
                </a:cubicBezTo>
                <a:cubicBezTo>
                  <a:pt x="76" y="332"/>
                  <a:pt x="67" y="342"/>
                  <a:pt x="59" y="350"/>
                </a:cubicBezTo>
                <a:cubicBezTo>
                  <a:pt x="51" y="357"/>
                  <a:pt x="46" y="361"/>
                  <a:pt x="44" y="360"/>
                </a:cubicBezTo>
                <a:cubicBezTo>
                  <a:pt x="41" y="360"/>
                  <a:pt x="36" y="357"/>
                  <a:pt x="29" y="350"/>
                </a:cubicBezTo>
                <a:cubicBezTo>
                  <a:pt x="23" y="343"/>
                  <a:pt x="19" y="338"/>
                  <a:pt x="19" y="335"/>
                </a:cubicBezTo>
                <a:cubicBezTo>
                  <a:pt x="19" y="332"/>
                  <a:pt x="23" y="326"/>
                  <a:pt x="32" y="317"/>
                </a:cubicBezTo>
                <a:cubicBezTo>
                  <a:pt x="40" y="308"/>
                  <a:pt x="49" y="296"/>
                  <a:pt x="60" y="283"/>
                </a:cubicBezTo>
                <a:cubicBezTo>
                  <a:pt x="71" y="269"/>
                  <a:pt x="81" y="250"/>
                  <a:pt x="90" y="226"/>
                </a:cubicBezTo>
                <a:cubicBezTo>
                  <a:pt x="99" y="201"/>
                  <a:pt x="105" y="174"/>
                  <a:pt x="108" y="143"/>
                </a:cubicBezTo>
                <a:lnTo>
                  <a:pt x="108" y="129"/>
                </a:lnTo>
                <a:lnTo>
                  <a:pt x="107" y="130"/>
                </a:lnTo>
                <a:cubicBezTo>
                  <a:pt x="105" y="131"/>
                  <a:pt x="103" y="132"/>
                  <a:pt x="101" y="132"/>
                </a:cubicBezTo>
                <a:cubicBezTo>
                  <a:pt x="99" y="133"/>
                  <a:pt x="96" y="134"/>
                  <a:pt x="94" y="136"/>
                </a:cubicBezTo>
                <a:cubicBezTo>
                  <a:pt x="92" y="137"/>
                  <a:pt x="89" y="138"/>
                  <a:pt x="84" y="138"/>
                </a:cubicBezTo>
                <a:cubicBezTo>
                  <a:pt x="79" y="138"/>
                  <a:pt x="75" y="138"/>
                  <a:pt x="70" y="139"/>
                </a:cubicBezTo>
                <a:cubicBezTo>
                  <a:pt x="50" y="139"/>
                  <a:pt x="33" y="133"/>
                  <a:pt x="20" y="120"/>
                </a:cubicBezTo>
                <a:lnTo>
                  <a:pt x="0" y="99"/>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589" name=""/>
          <p:cNvSpPr/>
          <p:nvPr/>
        </p:nvSpPr>
        <p:spPr>
          <a:xfrm>
            <a:off x="3861720" y="4164840"/>
            <a:ext cx="231840" cy="182160"/>
          </a:xfrm>
          <a:custGeom>
            <a:avLst/>
            <a:gdLst/>
            <a:ahLst/>
            <a:rect l="0" t="0" r="r" b="b"/>
            <a:pathLst>
              <a:path w="644" h="506">
                <a:moveTo>
                  <a:pt x="235" y="506"/>
                </a:moveTo>
                <a:cubicBezTo>
                  <a:pt x="223" y="504"/>
                  <a:pt x="183" y="503"/>
                  <a:pt x="114" y="503"/>
                </a:cubicBezTo>
                <a:cubicBezTo>
                  <a:pt x="52" y="503"/>
                  <a:pt x="17" y="504"/>
                  <a:pt x="8" y="506"/>
                </a:cubicBezTo>
                <a:lnTo>
                  <a:pt x="0" y="506"/>
                </a:lnTo>
                <a:lnTo>
                  <a:pt x="0" y="436"/>
                </a:lnTo>
                <a:lnTo>
                  <a:pt x="109" y="436"/>
                </a:lnTo>
                <a:lnTo>
                  <a:pt x="255" y="263"/>
                </a:lnTo>
                <a:lnTo>
                  <a:pt x="100" y="70"/>
                </a:lnTo>
                <a:lnTo>
                  <a:pt x="6" y="70"/>
                </a:lnTo>
                <a:lnTo>
                  <a:pt x="6" y="0"/>
                </a:lnTo>
                <a:lnTo>
                  <a:pt x="15" y="0"/>
                </a:lnTo>
                <a:cubicBezTo>
                  <a:pt x="26" y="2"/>
                  <a:pt x="68" y="3"/>
                  <a:pt x="139" y="3"/>
                </a:cubicBezTo>
                <a:cubicBezTo>
                  <a:pt x="218" y="3"/>
                  <a:pt x="264" y="2"/>
                  <a:pt x="278" y="0"/>
                </a:cubicBezTo>
                <a:lnTo>
                  <a:pt x="288" y="0"/>
                </a:lnTo>
                <a:lnTo>
                  <a:pt x="288" y="70"/>
                </a:lnTo>
                <a:lnTo>
                  <a:pt x="256" y="70"/>
                </a:lnTo>
                <a:lnTo>
                  <a:pt x="296" y="119"/>
                </a:lnTo>
                <a:cubicBezTo>
                  <a:pt x="322" y="151"/>
                  <a:pt x="335" y="167"/>
                  <a:pt x="336" y="167"/>
                </a:cubicBezTo>
                <a:cubicBezTo>
                  <a:pt x="339" y="167"/>
                  <a:pt x="353" y="150"/>
                  <a:pt x="379" y="117"/>
                </a:cubicBezTo>
                <a:lnTo>
                  <a:pt x="419" y="70"/>
                </a:lnTo>
                <a:lnTo>
                  <a:pt x="377" y="70"/>
                </a:lnTo>
                <a:lnTo>
                  <a:pt x="377" y="0"/>
                </a:lnTo>
                <a:lnTo>
                  <a:pt x="386" y="0"/>
                </a:lnTo>
                <a:cubicBezTo>
                  <a:pt x="397" y="2"/>
                  <a:pt x="438" y="3"/>
                  <a:pt x="507" y="3"/>
                </a:cubicBezTo>
                <a:cubicBezTo>
                  <a:pt x="569" y="3"/>
                  <a:pt x="604" y="2"/>
                  <a:pt x="614" y="0"/>
                </a:cubicBezTo>
                <a:lnTo>
                  <a:pt x="621" y="0"/>
                </a:lnTo>
                <a:lnTo>
                  <a:pt x="621" y="70"/>
                </a:lnTo>
                <a:lnTo>
                  <a:pt x="512" y="70"/>
                </a:lnTo>
                <a:lnTo>
                  <a:pt x="380" y="225"/>
                </a:lnTo>
                <a:lnTo>
                  <a:pt x="551" y="434"/>
                </a:lnTo>
                <a:lnTo>
                  <a:pt x="598" y="436"/>
                </a:lnTo>
                <a:lnTo>
                  <a:pt x="644" y="436"/>
                </a:lnTo>
                <a:lnTo>
                  <a:pt x="644" y="506"/>
                </a:lnTo>
                <a:lnTo>
                  <a:pt x="635" y="506"/>
                </a:lnTo>
                <a:cubicBezTo>
                  <a:pt x="624" y="504"/>
                  <a:pt x="582" y="503"/>
                  <a:pt x="510" y="503"/>
                </a:cubicBezTo>
                <a:cubicBezTo>
                  <a:pt x="431" y="503"/>
                  <a:pt x="385" y="504"/>
                  <a:pt x="371" y="506"/>
                </a:cubicBezTo>
                <a:lnTo>
                  <a:pt x="361" y="506"/>
                </a:lnTo>
                <a:lnTo>
                  <a:pt x="361" y="436"/>
                </a:lnTo>
                <a:lnTo>
                  <a:pt x="393" y="436"/>
                </a:lnTo>
                <a:cubicBezTo>
                  <a:pt x="393" y="435"/>
                  <a:pt x="378" y="416"/>
                  <a:pt x="347" y="379"/>
                </a:cubicBezTo>
                <a:cubicBezTo>
                  <a:pt x="317" y="341"/>
                  <a:pt x="301" y="322"/>
                  <a:pt x="301" y="321"/>
                </a:cubicBezTo>
                <a:lnTo>
                  <a:pt x="202" y="434"/>
                </a:lnTo>
                <a:lnTo>
                  <a:pt x="223" y="436"/>
                </a:lnTo>
                <a:lnTo>
                  <a:pt x="244" y="436"/>
                </a:lnTo>
                <a:lnTo>
                  <a:pt x="244" y="506"/>
                </a:lnTo>
                <a:lnTo>
                  <a:pt x="235" y="506"/>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590" name=""/>
          <p:cNvSpPr/>
          <p:nvPr/>
        </p:nvSpPr>
        <p:spPr>
          <a:xfrm>
            <a:off x="4126680" y="4215240"/>
            <a:ext cx="122400" cy="199800"/>
          </a:xfrm>
          <a:custGeom>
            <a:avLst/>
            <a:gdLst/>
            <a:ahLst/>
            <a:rect l="0" t="0" r="r" b="b"/>
            <a:pathLst>
              <a:path w="340" h="555">
                <a:moveTo>
                  <a:pt x="46" y="65"/>
                </a:moveTo>
                <a:cubicBezTo>
                  <a:pt x="76" y="22"/>
                  <a:pt x="117" y="0"/>
                  <a:pt x="169" y="0"/>
                </a:cubicBezTo>
                <a:cubicBezTo>
                  <a:pt x="195" y="0"/>
                  <a:pt x="222" y="7"/>
                  <a:pt x="247" y="21"/>
                </a:cubicBezTo>
                <a:cubicBezTo>
                  <a:pt x="273" y="35"/>
                  <a:pt x="294" y="59"/>
                  <a:pt x="310" y="95"/>
                </a:cubicBezTo>
                <a:cubicBezTo>
                  <a:pt x="330" y="139"/>
                  <a:pt x="340" y="202"/>
                  <a:pt x="340" y="279"/>
                </a:cubicBezTo>
                <a:cubicBezTo>
                  <a:pt x="340" y="363"/>
                  <a:pt x="328" y="426"/>
                  <a:pt x="305" y="470"/>
                </a:cubicBezTo>
                <a:cubicBezTo>
                  <a:pt x="295" y="493"/>
                  <a:pt x="280" y="511"/>
                  <a:pt x="261" y="524"/>
                </a:cubicBezTo>
                <a:cubicBezTo>
                  <a:pt x="242" y="537"/>
                  <a:pt x="226" y="546"/>
                  <a:pt x="212" y="549"/>
                </a:cubicBezTo>
                <a:cubicBezTo>
                  <a:pt x="197" y="552"/>
                  <a:pt x="183" y="554"/>
                  <a:pt x="170" y="555"/>
                </a:cubicBezTo>
                <a:cubicBezTo>
                  <a:pt x="156" y="555"/>
                  <a:pt x="142" y="553"/>
                  <a:pt x="128" y="550"/>
                </a:cubicBezTo>
                <a:cubicBezTo>
                  <a:pt x="114" y="547"/>
                  <a:pt x="98" y="538"/>
                  <a:pt x="79" y="524"/>
                </a:cubicBezTo>
                <a:cubicBezTo>
                  <a:pt x="60" y="510"/>
                  <a:pt x="45" y="492"/>
                  <a:pt x="35" y="470"/>
                </a:cubicBezTo>
                <a:cubicBezTo>
                  <a:pt x="12" y="426"/>
                  <a:pt x="0" y="363"/>
                  <a:pt x="0" y="279"/>
                </a:cubicBezTo>
                <a:cubicBezTo>
                  <a:pt x="0" y="186"/>
                  <a:pt x="15" y="114"/>
                  <a:pt x="46" y="65"/>
                </a:cubicBezTo>
                <a:moveTo>
                  <a:pt x="228" y="55"/>
                </a:moveTo>
                <a:cubicBezTo>
                  <a:pt x="212" y="38"/>
                  <a:pt x="192" y="30"/>
                  <a:pt x="170" y="30"/>
                </a:cubicBezTo>
                <a:cubicBezTo>
                  <a:pt x="147" y="30"/>
                  <a:pt x="128" y="38"/>
                  <a:pt x="112" y="55"/>
                </a:cubicBezTo>
                <a:cubicBezTo>
                  <a:pt x="99" y="69"/>
                  <a:pt x="90" y="89"/>
                  <a:pt x="85" y="113"/>
                </a:cubicBezTo>
                <a:cubicBezTo>
                  <a:pt x="81" y="138"/>
                  <a:pt x="79" y="191"/>
                  <a:pt x="79" y="269"/>
                </a:cubicBezTo>
                <a:cubicBezTo>
                  <a:pt x="79" y="354"/>
                  <a:pt x="81" y="409"/>
                  <a:pt x="85" y="436"/>
                </a:cubicBezTo>
                <a:cubicBezTo>
                  <a:pt x="90" y="463"/>
                  <a:pt x="99" y="484"/>
                  <a:pt x="114" y="500"/>
                </a:cubicBezTo>
                <a:cubicBezTo>
                  <a:pt x="129" y="516"/>
                  <a:pt x="148" y="524"/>
                  <a:pt x="170" y="524"/>
                </a:cubicBezTo>
                <a:cubicBezTo>
                  <a:pt x="191" y="524"/>
                  <a:pt x="211" y="516"/>
                  <a:pt x="226" y="500"/>
                </a:cubicBezTo>
                <a:cubicBezTo>
                  <a:pt x="241" y="484"/>
                  <a:pt x="251" y="461"/>
                  <a:pt x="255" y="432"/>
                </a:cubicBezTo>
                <a:cubicBezTo>
                  <a:pt x="258" y="403"/>
                  <a:pt x="261" y="349"/>
                  <a:pt x="261" y="269"/>
                </a:cubicBezTo>
                <a:cubicBezTo>
                  <a:pt x="261" y="191"/>
                  <a:pt x="259" y="139"/>
                  <a:pt x="255" y="114"/>
                </a:cubicBezTo>
                <a:cubicBezTo>
                  <a:pt x="250" y="89"/>
                  <a:pt x="241" y="70"/>
                  <a:pt x="228" y="55"/>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591" name=""/>
          <p:cNvSpPr/>
          <p:nvPr/>
        </p:nvSpPr>
        <p:spPr>
          <a:xfrm>
            <a:off x="4303440" y="4039200"/>
            <a:ext cx="98280" cy="410400"/>
          </a:xfrm>
          <a:custGeom>
            <a:avLst/>
            <a:gdLst/>
            <a:ahLst/>
            <a:rect l="0" t="0" r="r" b="b"/>
            <a:pathLst>
              <a:path w="273" h="1140">
                <a:moveTo>
                  <a:pt x="5" y="2"/>
                </a:moveTo>
                <a:lnTo>
                  <a:pt x="10" y="0"/>
                </a:lnTo>
                <a:cubicBezTo>
                  <a:pt x="14" y="0"/>
                  <a:pt x="18" y="0"/>
                  <a:pt x="21" y="0"/>
                </a:cubicBezTo>
                <a:lnTo>
                  <a:pt x="35" y="0"/>
                </a:lnTo>
                <a:lnTo>
                  <a:pt x="67" y="28"/>
                </a:lnTo>
                <a:cubicBezTo>
                  <a:pt x="138" y="92"/>
                  <a:pt x="191" y="173"/>
                  <a:pt x="224" y="269"/>
                </a:cubicBezTo>
                <a:cubicBezTo>
                  <a:pt x="257" y="365"/>
                  <a:pt x="273" y="466"/>
                  <a:pt x="273" y="570"/>
                </a:cubicBezTo>
                <a:cubicBezTo>
                  <a:pt x="273" y="621"/>
                  <a:pt x="269" y="671"/>
                  <a:pt x="261" y="719"/>
                </a:cubicBezTo>
                <a:cubicBezTo>
                  <a:pt x="254" y="767"/>
                  <a:pt x="245" y="808"/>
                  <a:pt x="235" y="841"/>
                </a:cubicBezTo>
                <a:cubicBezTo>
                  <a:pt x="225" y="875"/>
                  <a:pt x="211" y="908"/>
                  <a:pt x="193" y="942"/>
                </a:cubicBezTo>
                <a:cubicBezTo>
                  <a:pt x="175" y="975"/>
                  <a:pt x="161" y="1000"/>
                  <a:pt x="149" y="1018"/>
                </a:cubicBezTo>
                <a:cubicBezTo>
                  <a:pt x="138" y="1035"/>
                  <a:pt x="123" y="1055"/>
                  <a:pt x="102" y="1076"/>
                </a:cubicBezTo>
                <a:cubicBezTo>
                  <a:pt x="82" y="1097"/>
                  <a:pt x="70" y="1110"/>
                  <a:pt x="66" y="1114"/>
                </a:cubicBezTo>
                <a:cubicBezTo>
                  <a:pt x="62" y="1117"/>
                  <a:pt x="53" y="1125"/>
                  <a:pt x="40" y="1135"/>
                </a:cubicBezTo>
                <a:cubicBezTo>
                  <a:pt x="37" y="1137"/>
                  <a:pt x="36" y="1139"/>
                  <a:pt x="35" y="1140"/>
                </a:cubicBezTo>
                <a:lnTo>
                  <a:pt x="21" y="1140"/>
                </a:lnTo>
                <a:cubicBezTo>
                  <a:pt x="15" y="1140"/>
                  <a:pt x="11" y="1140"/>
                  <a:pt x="9" y="1140"/>
                </a:cubicBezTo>
                <a:cubicBezTo>
                  <a:pt x="7" y="1140"/>
                  <a:pt x="5" y="1139"/>
                  <a:pt x="3" y="1136"/>
                </a:cubicBezTo>
                <a:cubicBezTo>
                  <a:pt x="2" y="1134"/>
                  <a:pt x="1" y="1131"/>
                  <a:pt x="0" y="1126"/>
                </a:cubicBezTo>
                <a:cubicBezTo>
                  <a:pt x="1" y="1125"/>
                  <a:pt x="5" y="1120"/>
                  <a:pt x="12" y="1111"/>
                </a:cubicBezTo>
                <a:cubicBezTo>
                  <a:pt x="130" y="989"/>
                  <a:pt x="190" y="809"/>
                  <a:pt x="190" y="570"/>
                </a:cubicBezTo>
                <a:cubicBezTo>
                  <a:pt x="190" y="331"/>
                  <a:pt x="130" y="151"/>
                  <a:pt x="12" y="29"/>
                </a:cubicBezTo>
                <a:cubicBezTo>
                  <a:pt x="5" y="20"/>
                  <a:pt x="1" y="15"/>
                  <a:pt x="0" y="14"/>
                </a:cubicBezTo>
                <a:cubicBezTo>
                  <a:pt x="0" y="8"/>
                  <a:pt x="2" y="4"/>
                  <a:pt x="5" y="2"/>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592" name=""/>
          <p:cNvSpPr/>
          <p:nvPr/>
        </p:nvSpPr>
        <p:spPr>
          <a:xfrm>
            <a:off x="4586040" y="4170600"/>
            <a:ext cx="50040" cy="176400"/>
          </a:xfrm>
          <a:custGeom>
            <a:avLst/>
            <a:gdLst/>
            <a:ahLst/>
            <a:rect l="0" t="0" r="r" b="b"/>
            <a:pathLst>
              <a:path w="139" h="490">
                <a:moveTo>
                  <a:pt x="0" y="68"/>
                </a:moveTo>
                <a:cubicBezTo>
                  <a:pt x="0" y="50"/>
                  <a:pt x="6" y="34"/>
                  <a:pt x="19" y="20"/>
                </a:cubicBezTo>
                <a:cubicBezTo>
                  <a:pt x="32" y="6"/>
                  <a:pt x="48" y="0"/>
                  <a:pt x="68" y="0"/>
                </a:cubicBezTo>
                <a:cubicBezTo>
                  <a:pt x="87" y="0"/>
                  <a:pt x="103" y="6"/>
                  <a:pt x="117" y="18"/>
                </a:cubicBezTo>
                <a:cubicBezTo>
                  <a:pt x="131" y="30"/>
                  <a:pt x="138" y="46"/>
                  <a:pt x="139" y="67"/>
                </a:cubicBezTo>
                <a:cubicBezTo>
                  <a:pt x="139" y="86"/>
                  <a:pt x="132" y="102"/>
                  <a:pt x="119" y="116"/>
                </a:cubicBezTo>
                <a:cubicBezTo>
                  <a:pt x="106" y="129"/>
                  <a:pt x="90" y="136"/>
                  <a:pt x="69" y="136"/>
                </a:cubicBezTo>
                <a:cubicBezTo>
                  <a:pt x="50" y="136"/>
                  <a:pt x="33" y="130"/>
                  <a:pt x="20" y="117"/>
                </a:cubicBezTo>
                <a:cubicBezTo>
                  <a:pt x="8" y="104"/>
                  <a:pt x="1" y="88"/>
                  <a:pt x="0" y="68"/>
                </a:cubicBezTo>
                <a:moveTo>
                  <a:pt x="0" y="422"/>
                </a:moveTo>
                <a:cubicBezTo>
                  <a:pt x="0" y="404"/>
                  <a:pt x="6" y="387"/>
                  <a:pt x="19" y="373"/>
                </a:cubicBezTo>
                <a:cubicBezTo>
                  <a:pt x="32" y="359"/>
                  <a:pt x="48" y="353"/>
                  <a:pt x="68" y="353"/>
                </a:cubicBezTo>
                <a:cubicBezTo>
                  <a:pt x="87" y="353"/>
                  <a:pt x="103" y="359"/>
                  <a:pt x="117" y="371"/>
                </a:cubicBezTo>
                <a:cubicBezTo>
                  <a:pt x="131" y="383"/>
                  <a:pt x="138" y="400"/>
                  <a:pt x="139" y="421"/>
                </a:cubicBezTo>
                <a:cubicBezTo>
                  <a:pt x="139" y="440"/>
                  <a:pt x="132" y="456"/>
                  <a:pt x="119" y="470"/>
                </a:cubicBezTo>
                <a:cubicBezTo>
                  <a:pt x="106" y="483"/>
                  <a:pt x="90" y="490"/>
                  <a:pt x="69" y="490"/>
                </a:cubicBezTo>
                <a:cubicBezTo>
                  <a:pt x="50" y="490"/>
                  <a:pt x="33" y="484"/>
                  <a:pt x="20" y="471"/>
                </a:cubicBezTo>
                <a:cubicBezTo>
                  <a:pt x="8" y="458"/>
                  <a:pt x="1" y="442"/>
                  <a:pt x="0" y="422"/>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593" name=""/>
          <p:cNvSpPr/>
          <p:nvPr/>
        </p:nvSpPr>
        <p:spPr>
          <a:xfrm>
            <a:off x="4690800" y="4196160"/>
            <a:ext cx="273240" cy="96480"/>
          </a:xfrm>
          <a:custGeom>
            <a:avLst/>
            <a:gdLst/>
            <a:ahLst/>
            <a:rect l="0" t="0" r="r" b="b"/>
            <a:pathLst>
              <a:path w="759" h="268">
                <a:moveTo>
                  <a:pt x="0" y="23"/>
                </a:moveTo>
                <a:cubicBezTo>
                  <a:pt x="0" y="13"/>
                  <a:pt x="6" y="6"/>
                  <a:pt x="16" y="0"/>
                </a:cubicBezTo>
                <a:lnTo>
                  <a:pt x="742" y="0"/>
                </a:lnTo>
                <a:cubicBezTo>
                  <a:pt x="754" y="6"/>
                  <a:pt x="759" y="14"/>
                  <a:pt x="759" y="23"/>
                </a:cubicBezTo>
                <a:cubicBezTo>
                  <a:pt x="759" y="31"/>
                  <a:pt x="754" y="39"/>
                  <a:pt x="744" y="45"/>
                </a:cubicBezTo>
                <a:lnTo>
                  <a:pt x="382" y="46"/>
                </a:lnTo>
                <a:lnTo>
                  <a:pt x="19" y="46"/>
                </a:lnTo>
                <a:cubicBezTo>
                  <a:pt x="6" y="42"/>
                  <a:pt x="0" y="35"/>
                  <a:pt x="0" y="23"/>
                </a:cubicBezTo>
                <a:moveTo>
                  <a:pt x="0" y="245"/>
                </a:moveTo>
                <a:cubicBezTo>
                  <a:pt x="0" y="234"/>
                  <a:pt x="6" y="226"/>
                  <a:pt x="19" y="222"/>
                </a:cubicBezTo>
                <a:lnTo>
                  <a:pt x="744" y="222"/>
                </a:lnTo>
                <a:cubicBezTo>
                  <a:pt x="754" y="230"/>
                  <a:pt x="759" y="237"/>
                  <a:pt x="759" y="245"/>
                </a:cubicBezTo>
                <a:cubicBezTo>
                  <a:pt x="759" y="255"/>
                  <a:pt x="754" y="262"/>
                  <a:pt x="742" y="268"/>
                </a:cubicBezTo>
                <a:lnTo>
                  <a:pt x="16" y="268"/>
                </a:lnTo>
                <a:cubicBezTo>
                  <a:pt x="6" y="262"/>
                  <a:pt x="0" y="255"/>
                  <a:pt x="0" y="245"/>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594" name=""/>
          <p:cNvSpPr/>
          <p:nvPr/>
        </p:nvSpPr>
        <p:spPr>
          <a:xfrm>
            <a:off x="5497560" y="3796560"/>
            <a:ext cx="141480" cy="273600"/>
          </a:xfrm>
          <a:custGeom>
            <a:avLst/>
            <a:gdLst/>
            <a:ahLst/>
            <a:rect l="0" t="0" r="r" b="b"/>
            <a:pathLst>
              <a:path w="393" h="760">
                <a:moveTo>
                  <a:pt x="148" y="101"/>
                </a:moveTo>
                <a:lnTo>
                  <a:pt x="133" y="106"/>
                </a:lnTo>
                <a:cubicBezTo>
                  <a:pt x="123" y="110"/>
                  <a:pt x="107" y="114"/>
                  <a:pt x="88" y="118"/>
                </a:cubicBezTo>
                <a:cubicBezTo>
                  <a:pt x="68" y="122"/>
                  <a:pt x="46" y="124"/>
                  <a:pt x="22" y="126"/>
                </a:cubicBezTo>
                <a:lnTo>
                  <a:pt x="0" y="126"/>
                </a:lnTo>
                <a:lnTo>
                  <a:pt x="0" y="73"/>
                </a:lnTo>
                <a:lnTo>
                  <a:pt x="22" y="73"/>
                </a:lnTo>
                <a:cubicBezTo>
                  <a:pt x="57" y="72"/>
                  <a:pt x="90" y="66"/>
                  <a:pt x="121" y="56"/>
                </a:cubicBezTo>
                <a:cubicBezTo>
                  <a:pt x="151" y="46"/>
                  <a:pt x="172" y="37"/>
                  <a:pt x="186" y="29"/>
                </a:cubicBezTo>
                <a:cubicBezTo>
                  <a:pt x="198" y="21"/>
                  <a:pt x="208" y="12"/>
                  <a:pt x="217" y="4"/>
                </a:cubicBezTo>
                <a:cubicBezTo>
                  <a:pt x="219" y="2"/>
                  <a:pt x="223" y="0"/>
                  <a:pt x="231" y="0"/>
                </a:cubicBezTo>
                <a:cubicBezTo>
                  <a:pt x="238" y="0"/>
                  <a:pt x="244" y="3"/>
                  <a:pt x="250" y="7"/>
                </a:cubicBezTo>
                <a:lnTo>
                  <a:pt x="250" y="348"/>
                </a:lnTo>
                <a:lnTo>
                  <a:pt x="252" y="690"/>
                </a:lnTo>
                <a:cubicBezTo>
                  <a:pt x="257" y="695"/>
                  <a:pt x="261" y="699"/>
                  <a:pt x="265" y="700"/>
                </a:cubicBezTo>
                <a:cubicBezTo>
                  <a:pt x="269" y="702"/>
                  <a:pt x="278" y="703"/>
                  <a:pt x="293" y="705"/>
                </a:cubicBezTo>
                <a:cubicBezTo>
                  <a:pt x="307" y="706"/>
                  <a:pt x="330" y="707"/>
                  <a:pt x="363" y="707"/>
                </a:cubicBezTo>
                <a:lnTo>
                  <a:pt x="393" y="707"/>
                </a:lnTo>
                <a:lnTo>
                  <a:pt x="393" y="760"/>
                </a:lnTo>
                <a:lnTo>
                  <a:pt x="380" y="760"/>
                </a:lnTo>
                <a:cubicBezTo>
                  <a:pt x="364" y="757"/>
                  <a:pt x="304" y="756"/>
                  <a:pt x="199" y="756"/>
                </a:cubicBezTo>
                <a:cubicBezTo>
                  <a:pt x="95" y="756"/>
                  <a:pt x="35" y="757"/>
                  <a:pt x="19" y="760"/>
                </a:cubicBezTo>
                <a:lnTo>
                  <a:pt x="6" y="760"/>
                </a:lnTo>
                <a:lnTo>
                  <a:pt x="6" y="707"/>
                </a:lnTo>
                <a:lnTo>
                  <a:pt x="35" y="707"/>
                </a:lnTo>
                <a:cubicBezTo>
                  <a:pt x="52" y="707"/>
                  <a:pt x="67" y="707"/>
                  <a:pt x="79" y="707"/>
                </a:cubicBezTo>
                <a:cubicBezTo>
                  <a:pt x="91" y="707"/>
                  <a:pt x="100" y="707"/>
                  <a:pt x="107" y="706"/>
                </a:cubicBezTo>
                <a:cubicBezTo>
                  <a:pt x="114" y="705"/>
                  <a:pt x="120" y="704"/>
                  <a:pt x="125" y="703"/>
                </a:cubicBezTo>
                <a:cubicBezTo>
                  <a:pt x="131" y="701"/>
                  <a:pt x="134" y="700"/>
                  <a:pt x="134" y="700"/>
                </a:cubicBezTo>
                <a:cubicBezTo>
                  <a:pt x="135" y="700"/>
                  <a:pt x="137" y="699"/>
                  <a:pt x="141" y="695"/>
                </a:cubicBezTo>
                <a:cubicBezTo>
                  <a:pt x="145" y="691"/>
                  <a:pt x="147" y="689"/>
                  <a:pt x="148" y="690"/>
                </a:cubicBezTo>
                <a:lnTo>
                  <a:pt x="148" y="101"/>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595" name=""/>
          <p:cNvSpPr/>
          <p:nvPr/>
        </p:nvSpPr>
        <p:spPr>
          <a:xfrm>
            <a:off x="5554440" y="4464720"/>
            <a:ext cx="233280" cy="185760"/>
          </a:xfrm>
          <a:custGeom>
            <a:avLst/>
            <a:gdLst/>
            <a:ahLst/>
            <a:rect l="0" t="0" r="r" b="b"/>
            <a:pathLst>
              <a:path w="648" h="516">
                <a:moveTo>
                  <a:pt x="0" y="326"/>
                </a:moveTo>
                <a:cubicBezTo>
                  <a:pt x="0" y="240"/>
                  <a:pt x="32" y="163"/>
                  <a:pt x="98" y="97"/>
                </a:cubicBezTo>
                <a:cubicBezTo>
                  <a:pt x="163" y="32"/>
                  <a:pt x="235" y="0"/>
                  <a:pt x="313" y="0"/>
                </a:cubicBezTo>
                <a:cubicBezTo>
                  <a:pt x="366" y="0"/>
                  <a:pt x="408" y="15"/>
                  <a:pt x="441" y="45"/>
                </a:cubicBezTo>
                <a:cubicBezTo>
                  <a:pt x="473" y="75"/>
                  <a:pt x="495" y="113"/>
                  <a:pt x="506" y="157"/>
                </a:cubicBezTo>
                <a:cubicBezTo>
                  <a:pt x="511" y="179"/>
                  <a:pt x="513" y="204"/>
                  <a:pt x="514" y="234"/>
                </a:cubicBezTo>
                <a:lnTo>
                  <a:pt x="514" y="267"/>
                </a:lnTo>
                <a:cubicBezTo>
                  <a:pt x="551" y="210"/>
                  <a:pt x="580" y="147"/>
                  <a:pt x="599" y="77"/>
                </a:cubicBezTo>
                <a:cubicBezTo>
                  <a:pt x="602" y="66"/>
                  <a:pt x="605" y="60"/>
                  <a:pt x="606" y="59"/>
                </a:cubicBezTo>
                <a:cubicBezTo>
                  <a:pt x="608" y="57"/>
                  <a:pt x="614" y="56"/>
                  <a:pt x="624" y="55"/>
                </a:cubicBezTo>
                <a:cubicBezTo>
                  <a:pt x="640" y="55"/>
                  <a:pt x="648" y="58"/>
                  <a:pt x="648" y="64"/>
                </a:cubicBezTo>
                <a:cubicBezTo>
                  <a:pt x="648" y="71"/>
                  <a:pt x="645" y="86"/>
                  <a:pt x="638" y="109"/>
                </a:cubicBezTo>
                <a:cubicBezTo>
                  <a:pt x="631" y="132"/>
                  <a:pt x="618" y="164"/>
                  <a:pt x="597" y="206"/>
                </a:cubicBezTo>
                <a:cubicBezTo>
                  <a:pt x="577" y="248"/>
                  <a:pt x="554" y="286"/>
                  <a:pt x="528" y="320"/>
                </a:cubicBezTo>
                <a:lnTo>
                  <a:pt x="515" y="336"/>
                </a:lnTo>
                <a:lnTo>
                  <a:pt x="516" y="364"/>
                </a:lnTo>
                <a:cubicBezTo>
                  <a:pt x="518" y="406"/>
                  <a:pt x="521" y="435"/>
                  <a:pt x="525" y="450"/>
                </a:cubicBezTo>
                <a:cubicBezTo>
                  <a:pt x="530" y="465"/>
                  <a:pt x="537" y="473"/>
                  <a:pt x="547" y="474"/>
                </a:cubicBezTo>
                <a:cubicBezTo>
                  <a:pt x="558" y="473"/>
                  <a:pt x="568" y="468"/>
                  <a:pt x="577" y="462"/>
                </a:cubicBezTo>
                <a:cubicBezTo>
                  <a:pt x="586" y="455"/>
                  <a:pt x="592" y="446"/>
                  <a:pt x="596" y="435"/>
                </a:cubicBezTo>
                <a:cubicBezTo>
                  <a:pt x="598" y="430"/>
                  <a:pt x="599" y="427"/>
                  <a:pt x="602" y="426"/>
                </a:cubicBezTo>
                <a:cubicBezTo>
                  <a:pt x="604" y="426"/>
                  <a:pt x="610" y="425"/>
                  <a:pt x="619" y="424"/>
                </a:cubicBezTo>
                <a:cubicBezTo>
                  <a:pt x="634" y="424"/>
                  <a:pt x="642" y="427"/>
                  <a:pt x="642" y="433"/>
                </a:cubicBezTo>
                <a:cubicBezTo>
                  <a:pt x="642" y="438"/>
                  <a:pt x="639" y="445"/>
                  <a:pt x="635" y="455"/>
                </a:cubicBezTo>
                <a:cubicBezTo>
                  <a:pt x="626" y="473"/>
                  <a:pt x="612" y="487"/>
                  <a:pt x="595" y="498"/>
                </a:cubicBezTo>
                <a:cubicBezTo>
                  <a:pt x="577" y="509"/>
                  <a:pt x="561" y="514"/>
                  <a:pt x="545" y="515"/>
                </a:cubicBezTo>
                <a:lnTo>
                  <a:pt x="537" y="515"/>
                </a:lnTo>
                <a:cubicBezTo>
                  <a:pt x="486" y="515"/>
                  <a:pt x="451" y="488"/>
                  <a:pt x="433" y="433"/>
                </a:cubicBezTo>
                <a:lnTo>
                  <a:pt x="430" y="425"/>
                </a:lnTo>
                <a:lnTo>
                  <a:pt x="416" y="434"/>
                </a:lnTo>
                <a:cubicBezTo>
                  <a:pt x="409" y="440"/>
                  <a:pt x="397" y="448"/>
                  <a:pt x="382" y="457"/>
                </a:cubicBezTo>
                <a:cubicBezTo>
                  <a:pt x="367" y="466"/>
                  <a:pt x="350" y="475"/>
                  <a:pt x="331" y="483"/>
                </a:cubicBezTo>
                <a:cubicBezTo>
                  <a:pt x="312" y="492"/>
                  <a:pt x="290" y="499"/>
                  <a:pt x="265" y="506"/>
                </a:cubicBezTo>
                <a:cubicBezTo>
                  <a:pt x="240" y="513"/>
                  <a:pt x="216" y="516"/>
                  <a:pt x="192" y="516"/>
                </a:cubicBezTo>
                <a:cubicBezTo>
                  <a:pt x="132" y="516"/>
                  <a:pt x="85" y="497"/>
                  <a:pt x="51" y="459"/>
                </a:cubicBezTo>
                <a:cubicBezTo>
                  <a:pt x="17" y="421"/>
                  <a:pt x="0" y="377"/>
                  <a:pt x="0" y="326"/>
                </a:cubicBezTo>
                <a:moveTo>
                  <a:pt x="198" y="474"/>
                </a:moveTo>
                <a:cubicBezTo>
                  <a:pt x="235" y="474"/>
                  <a:pt x="272" y="466"/>
                  <a:pt x="309" y="450"/>
                </a:cubicBezTo>
                <a:cubicBezTo>
                  <a:pt x="346" y="434"/>
                  <a:pt x="374" y="418"/>
                  <a:pt x="392" y="401"/>
                </a:cubicBezTo>
                <a:lnTo>
                  <a:pt x="420" y="376"/>
                </a:lnTo>
                <a:cubicBezTo>
                  <a:pt x="418" y="268"/>
                  <a:pt x="416" y="199"/>
                  <a:pt x="412" y="173"/>
                </a:cubicBezTo>
                <a:cubicBezTo>
                  <a:pt x="401" y="85"/>
                  <a:pt x="366" y="42"/>
                  <a:pt x="307" y="42"/>
                </a:cubicBezTo>
                <a:cubicBezTo>
                  <a:pt x="255" y="42"/>
                  <a:pt x="209" y="69"/>
                  <a:pt x="169" y="125"/>
                </a:cubicBezTo>
                <a:cubicBezTo>
                  <a:pt x="149" y="155"/>
                  <a:pt x="132" y="196"/>
                  <a:pt x="119" y="249"/>
                </a:cubicBezTo>
                <a:cubicBezTo>
                  <a:pt x="106" y="300"/>
                  <a:pt x="99" y="340"/>
                  <a:pt x="99" y="367"/>
                </a:cubicBezTo>
                <a:cubicBezTo>
                  <a:pt x="99" y="404"/>
                  <a:pt x="108" y="431"/>
                  <a:pt x="127" y="448"/>
                </a:cubicBezTo>
                <a:cubicBezTo>
                  <a:pt x="146" y="465"/>
                  <a:pt x="170" y="473"/>
                  <a:pt x="198" y="474"/>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596" name=""/>
          <p:cNvSpPr/>
          <p:nvPr/>
        </p:nvSpPr>
        <p:spPr>
          <a:xfrm>
            <a:off x="5821560" y="4525920"/>
            <a:ext cx="90720" cy="184680"/>
          </a:xfrm>
          <a:custGeom>
            <a:avLst/>
            <a:gdLst/>
            <a:ahLst/>
            <a:rect l="0" t="0" r="r" b="b"/>
            <a:pathLst>
              <a:path w="252" h="513">
                <a:moveTo>
                  <a:pt x="6" y="194"/>
                </a:moveTo>
                <a:cubicBezTo>
                  <a:pt x="2" y="190"/>
                  <a:pt x="0" y="187"/>
                  <a:pt x="0" y="186"/>
                </a:cubicBezTo>
                <a:cubicBezTo>
                  <a:pt x="0" y="183"/>
                  <a:pt x="1" y="179"/>
                  <a:pt x="3" y="173"/>
                </a:cubicBezTo>
                <a:cubicBezTo>
                  <a:pt x="4" y="166"/>
                  <a:pt x="6" y="162"/>
                  <a:pt x="7" y="161"/>
                </a:cubicBezTo>
                <a:cubicBezTo>
                  <a:pt x="8" y="159"/>
                  <a:pt x="10" y="157"/>
                  <a:pt x="14" y="157"/>
                </a:cubicBezTo>
                <a:cubicBezTo>
                  <a:pt x="18" y="157"/>
                  <a:pt x="31" y="157"/>
                  <a:pt x="55" y="157"/>
                </a:cubicBezTo>
                <a:lnTo>
                  <a:pt x="98" y="157"/>
                </a:lnTo>
                <a:lnTo>
                  <a:pt x="113" y="92"/>
                </a:lnTo>
                <a:cubicBezTo>
                  <a:pt x="115" y="86"/>
                  <a:pt x="117" y="79"/>
                  <a:pt x="119" y="69"/>
                </a:cubicBezTo>
                <a:cubicBezTo>
                  <a:pt x="121" y="59"/>
                  <a:pt x="123" y="52"/>
                  <a:pt x="124" y="48"/>
                </a:cubicBezTo>
                <a:cubicBezTo>
                  <a:pt x="126" y="44"/>
                  <a:pt x="128" y="38"/>
                  <a:pt x="129" y="32"/>
                </a:cubicBezTo>
                <a:cubicBezTo>
                  <a:pt x="131" y="25"/>
                  <a:pt x="133" y="21"/>
                  <a:pt x="136" y="18"/>
                </a:cubicBezTo>
                <a:cubicBezTo>
                  <a:pt x="138" y="15"/>
                  <a:pt x="141" y="12"/>
                  <a:pt x="144" y="8"/>
                </a:cubicBezTo>
                <a:cubicBezTo>
                  <a:pt x="146" y="5"/>
                  <a:pt x="150" y="2"/>
                  <a:pt x="155" y="1"/>
                </a:cubicBezTo>
                <a:cubicBezTo>
                  <a:pt x="160" y="0"/>
                  <a:pt x="165" y="0"/>
                  <a:pt x="169" y="0"/>
                </a:cubicBezTo>
                <a:cubicBezTo>
                  <a:pt x="179" y="0"/>
                  <a:pt x="186" y="3"/>
                  <a:pt x="189" y="8"/>
                </a:cubicBezTo>
                <a:cubicBezTo>
                  <a:pt x="193" y="14"/>
                  <a:pt x="195" y="19"/>
                  <a:pt x="195" y="24"/>
                </a:cubicBezTo>
                <a:cubicBezTo>
                  <a:pt x="195" y="28"/>
                  <a:pt x="193" y="40"/>
                  <a:pt x="188" y="62"/>
                </a:cubicBezTo>
                <a:cubicBezTo>
                  <a:pt x="183" y="83"/>
                  <a:pt x="178" y="104"/>
                  <a:pt x="172" y="125"/>
                </a:cubicBezTo>
                <a:lnTo>
                  <a:pt x="164" y="155"/>
                </a:lnTo>
                <a:cubicBezTo>
                  <a:pt x="164" y="156"/>
                  <a:pt x="177" y="157"/>
                  <a:pt x="205" y="157"/>
                </a:cubicBezTo>
                <a:lnTo>
                  <a:pt x="246" y="157"/>
                </a:lnTo>
                <a:cubicBezTo>
                  <a:pt x="250" y="160"/>
                  <a:pt x="252" y="163"/>
                  <a:pt x="252" y="165"/>
                </a:cubicBezTo>
                <a:cubicBezTo>
                  <a:pt x="252" y="177"/>
                  <a:pt x="248" y="187"/>
                  <a:pt x="241" y="194"/>
                </a:cubicBezTo>
                <a:lnTo>
                  <a:pt x="154" y="194"/>
                </a:lnTo>
                <a:lnTo>
                  <a:pt x="125" y="310"/>
                </a:lnTo>
                <a:cubicBezTo>
                  <a:pt x="104" y="396"/>
                  <a:pt x="94" y="442"/>
                  <a:pt x="94" y="449"/>
                </a:cubicBezTo>
                <a:cubicBezTo>
                  <a:pt x="94" y="471"/>
                  <a:pt x="101" y="483"/>
                  <a:pt x="115" y="483"/>
                </a:cubicBezTo>
                <a:cubicBezTo>
                  <a:pt x="134" y="483"/>
                  <a:pt x="152" y="473"/>
                  <a:pt x="170" y="455"/>
                </a:cubicBezTo>
                <a:cubicBezTo>
                  <a:pt x="188" y="437"/>
                  <a:pt x="202" y="414"/>
                  <a:pt x="214" y="388"/>
                </a:cubicBezTo>
                <a:cubicBezTo>
                  <a:pt x="215" y="384"/>
                  <a:pt x="216" y="382"/>
                  <a:pt x="218" y="382"/>
                </a:cubicBezTo>
                <a:cubicBezTo>
                  <a:pt x="219" y="381"/>
                  <a:pt x="223" y="381"/>
                  <a:pt x="230" y="380"/>
                </a:cubicBezTo>
                <a:lnTo>
                  <a:pt x="233" y="380"/>
                </a:lnTo>
                <a:cubicBezTo>
                  <a:pt x="241" y="380"/>
                  <a:pt x="245" y="382"/>
                  <a:pt x="245" y="387"/>
                </a:cubicBezTo>
                <a:cubicBezTo>
                  <a:pt x="245" y="388"/>
                  <a:pt x="244" y="392"/>
                  <a:pt x="243" y="396"/>
                </a:cubicBezTo>
                <a:cubicBezTo>
                  <a:pt x="240" y="405"/>
                  <a:pt x="235" y="415"/>
                  <a:pt x="228" y="427"/>
                </a:cubicBezTo>
                <a:cubicBezTo>
                  <a:pt x="221" y="439"/>
                  <a:pt x="212" y="451"/>
                  <a:pt x="200" y="465"/>
                </a:cubicBezTo>
                <a:cubicBezTo>
                  <a:pt x="189" y="478"/>
                  <a:pt x="175" y="491"/>
                  <a:pt x="159" y="500"/>
                </a:cubicBezTo>
                <a:cubicBezTo>
                  <a:pt x="143" y="509"/>
                  <a:pt x="126" y="513"/>
                  <a:pt x="110" y="513"/>
                </a:cubicBezTo>
                <a:cubicBezTo>
                  <a:pt x="94" y="513"/>
                  <a:pt x="78" y="509"/>
                  <a:pt x="64" y="501"/>
                </a:cubicBezTo>
                <a:cubicBezTo>
                  <a:pt x="49" y="493"/>
                  <a:pt x="39" y="478"/>
                  <a:pt x="33" y="458"/>
                </a:cubicBezTo>
                <a:cubicBezTo>
                  <a:pt x="31" y="454"/>
                  <a:pt x="31" y="447"/>
                  <a:pt x="31" y="437"/>
                </a:cubicBezTo>
                <a:lnTo>
                  <a:pt x="31" y="422"/>
                </a:lnTo>
                <a:lnTo>
                  <a:pt x="59" y="309"/>
                </a:lnTo>
                <a:cubicBezTo>
                  <a:pt x="78" y="234"/>
                  <a:pt x="88" y="196"/>
                  <a:pt x="88" y="195"/>
                </a:cubicBezTo>
                <a:cubicBezTo>
                  <a:pt x="88" y="194"/>
                  <a:pt x="74" y="194"/>
                  <a:pt x="47" y="194"/>
                </a:cubicBezTo>
                <a:lnTo>
                  <a:pt x="6" y="194"/>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597" name=""/>
          <p:cNvSpPr/>
          <p:nvPr/>
        </p:nvSpPr>
        <p:spPr>
          <a:xfrm>
            <a:off x="5220360" y="4354920"/>
            <a:ext cx="320400" cy="410040"/>
          </a:xfrm>
          <a:custGeom>
            <a:avLst/>
            <a:gdLst/>
            <a:ahLst/>
            <a:rect l="0" t="0" r="r" b="b"/>
            <a:pathLst>
              <a:path w="890" h="1139">
                <a:moveTo>
                  <a:pt x="26" y="708"/>
                </a:moveTo>
                <a:cubicBezTo>
                  <a:pt x="22" y="708"/>
                  <a:pt x="16" y="705"/>
                  <a:pt x="10" y="699"/>
                </a:cubicBezTo>
                <a:cubicBezTo>
                  <a:pt x="4" y="693"/>
                  <a:pt x="1" y="687"/>
                  <a:pt x="0" y="683"/>
                </a:cubicBezTo>
                <a:cubicBezTo>
                  <a:pt x="-1" y="678"/>
                  <a:pt x="11" y="667"/>
                  <a:pt x="35" y="649"/>
                </a:cubicBezTo>
                <a:cubicBezTo>
                  <a:pt x="59" y="631"/>
                  <a:pt x="84" y="612"/>
                  <a:pt x="110" y="592"/>
                </a:cubicBezTo>
                <a:cubicBezTo>
                  <a:pt x="136" y="572"/>
                  <a:pt x="151" y="561"/>
                  <a:pt x="154" y="559"/>
                </a:cubicBezTo>
                <a:cubicBezTo>
                  <a:pt x="155" y="557"/>
                  <a:pt x="157" y="557"/>
                  <a:pt x="159" y="557"/>
                </a:cubicBezTo>
                <a:lnTo>
                  <a:pt x="160" y="557"/>
                </a:lnTo>
                <a:cubicBezTo>
                  <a:pt x="165" y="557"/>
                  <a:pt x="171" y="563"/>
                  <a:pt x="177" y="576"/>
                </a:cubicBezTo>
                <a:cubicBezTo>
                  <a:pt x="183" y="589"/>
                  <a:pt x="204" y="633"/>
                  <a:pt x="239" y="709"/>
                </a:cubicBezTo>
                <a:cubicBezTo>
                  <a:pt x="253" y="742"/>
                  <a:pt x="265" y="768"/>
                  <a:pt x="274" y="788"/>
                </a:cubicBezTo>
                <a:lnTo>
                  <a:pt x="371" y="999"/>
                </a:lnTo>
                <a:cubicBezTo>
                  <a:pt x="372" y="999"/>
                  <a:pt x="411" y="917"/>
                  <a:pt x="489" y="756"/>
                </a:cubicBezTo>
                <a:cubicBezTo>
                  <a:pt x="567" y="594"/>
                  <a:pt x="646" y="431"/>
                  <a:pt x="724" y="267"/>
                </a:cubicBezTo>
                <a:cubicBezTo>
                  <a:pt x="802" y="104"/>
                  <a:pt x="843" y="20"/>
                  <a:pt x="846" y="16"/>
                </a:cubicBezTo>
                <a:cubicBezTo>
                  <a:pt x="850" y="5"/>
                  <a:pt x="858" y="0"/>
                  <a:pt x="868" y="0"/>
                </a:cubicBezTo>
                <a:cubicBezTo>
                  <a:pt x="874" y="0"/>
                  <a:pt x="878" y="2"/>
                  <a:pt x="882" y="7"/>
                </a:cubicBezTo>
                <a:cubicBezTo>
                  <a:pt x="886" y="11"/>
                  <a:pt x="888" y="16"/>
                  <a:pt x="890" y="20"/>
                </a:cubicBezTo>
                <a:lnTo>
                  <a:pt x="890" y="27"/>
                </a:lnTo>
                <a:lnTo>
                  <a:pt x="625" y="577"/>
                </a:lnTo>
                <a:lnTo>
                  <a:pt x="357" y="1131"/>
                </a:lnTo>
                <a:cubicBezTo>
                  <a:pt x="354" y="1137"/>
                  <a:pt x="347" y="1139"/>
                  <a:pt x="336" y="1139"/>
                </a:cubicBezTo>
                <a:cubicBezTo>
                  <a:pt x="329" y="1139"/>
                  <a:pt x="324" y="1138"/>
                  <a:pt x="322" y="1136"/>
                </a:cubicBezTo>
                <a:cubicBezTo>
                  <a:pt x="320" y="1134"/>
                  <a:pt x="283" y="1054"/>
                  <a:pt x="210" y="894"/>
                </a:cubicBezTo>
                <a:lnTo>
                  <a:pt x="100" y="654"/>
                </a:lnTo>
                <a:lnTo>
                  <a:pt x="82" y="667"/>
                </a:lnTo>
                <a:cubicBezTo>
                  <a:pt x="70" y="676"/>
                  <a:pt x="59" y="685"/>
                  <a:pt x="47" y="694"/>
                </a:cubicBezTo>
                <a:cubicBezTo>
                  <a:pt x="34" y="703"/>
                  <a:pt x="28" y="708"/>
                  <a:pt x="26" y="708"/>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598" name=""/>
          <p:cNvSpPr/>
          <p:nvPr/>
        </p:nvSpPr>
        <p:spPr>
          <a:xfrm>
            <a:off x="5540400" y="4354920"/>
            <a:ext cx="401400" cy="24840"/>
          </a:xfrm>
          <a:custGeom>
            <a:avLst/>
            <a:gdLst/>
            <a:ahLst/>
            <a:rect l="0" t="0" r="r" b="b"/>
            <a:pathLst>
              <a:path w="1115" h="69">
                <a:moveTo>
                  <a:pt x="0" y="0"/>
                </a:moveTo>
                <a:lnTo>
                  <a:pt x="1115" y="0"/>
                </a:lnTo>
                <a:lnTo>
                  <a:pt x="1115" y="69"/>
                </a:lnTo>
                <a:lnTo>
                  <a:pt x="0" y="69"/>
                </a:lnTo>
                <a:lnTo>
                  <a:pt x="0" y="0"/>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599" name=""/>
          <p:cNvSpPr/>
          <p:nvPr/>
        </p:nvSpPr>
        <p:spPr>
          <a:xfrm>
            <a:off x="5149800" y="4231800"/>
            <a:ext cx="832680" cy="25200"/>
          </a:xfrm>
          <a:custGeom>
            <a:avLst/>
            <a:gdLst/>
            <a:ahLst/>
            <a:rect l="0" t="0" r="r" b="b"/>
            <a:pathLst>
              <a:path w="2313" h="70">
                <a:moveTo>
                  <a:pt x="0" y="0"/>
                </a:moveTo>
                <a:lnTo>
                  <a:pt x="2313" y="0"/>
                </a:lnTo>
                <a:lnTo>
                  <a:pt x="2313" y="70"/>
                </a:lnTo>
                <a:lnTo>
                  <a:pt x="0" y="70"/>
                </a:lnTo>
                <a:lnTo>
                  <a:pt x="0" y="0"/>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600" name=""/>
          <p:cNvSpPr/>
          <p:nvPr/>
        </p:nvSpPr>
        <p:spPr>
          <a:xfrm>
            <a:off x="6117120" y="3752640"/>
            <a:ext cx="201960" cy="983520"/>
          </a:xfrm>
          <a:custGeom>
            <a:avLst/>
            <a:gdLst/>
            <a:ahLst/>
            <a:rect l="0" t="0" r="r" b="b"/>
            <a:pathLst>
              <a:path w="561" h="2732">
                <a:moveTo>
                  <a:pt x="561" y="2722"/>
                </a:moveTo>
                <a:cubicBezTo>
                  <a:pt x="561" y="2724"/>
                  <a:pt x="559" y="2727"/>
                  <a:pt x="554" y="2732"/>
                </a:cubicBezTo>
                <a:lnTo>
                  <a:pt x="519" y="2732"/>
                </a:lnTo>
                <a:cubicBezTo>
                  <a:pt x="517" y="2731"/>
                  <a:pt x="507" y="2720"/>
                  <a:pt x="487" y="2701"/>
                </a:cubicBezTo>
                <a:cubicBezTo>
                  <a:pt x="467" y="2682"/>
                  <a:pt x="450" y="2666"/>
                  <a:pt x="436" y="2652"/>
                </a:cubicBezTo>
                <a:cubicBezTo>
                  <a:pt x="421" y="2639"/>
                  <a:pt x="401" y="2616"/>
                  <a:pt x="374" y="2583"/>
                </a:cubicBezTo>
                <a:cubicBezTo>
                  <a:pt x="348" y="2550"/>
                  <a:pt x="324" y="2520"/>
                  <a:pt x="304" y="2491"/>
                </a:cubicBezTo>
                <a:cubicBezTo>
                  <a:pt x="283" y="2462"/>
                  <a:pt x="259" y="2424"/>
                  <a:pt x="232" y="2376"/>
                </a:cubicBezTo>
                <a:cubicBezTo>
                  <a:pt x="205" y="2328"/>
                  <a:pt x="181" y="2280"/>
                  <a:pt x="161" y="2233"/>
                </a:cubicBezTo>
                <a:cubicBezTo>
                  <a:pt x="142" y="2186"/>
                  <a:pt x="121" y="2130"/>
                  <a:pt x="99" y="2064"/>
                </a:cubicBezTo>
                <a:cubicBezTo>
                  <a:pt x="76" y="1998"/>
                  <a:pt x="59" y="1931"/>
                  <a:pt x="47" y="1863"/>
                </a:cubicBezTo>
                <a:cubicBezTo>
                  <a:pt x="35" y="1795"/>
                  <a:pt x="23" y="1718"/>
                  <a:pt x="14" y="1631"/>
                </a:cubicBezTo>
                <a:cubicBezTo>
                  <a:pt x="4" y="1545"/>
                  <a:pt x="-1" y="1456"/>
                  <a:pt x="0" y="1365"/>
                </a:cubicBezTo>
                <a:cubicBezTo>
                  <a:pt x="0" y="825"/>
                  <a:pt x="139" y="404"/>
                  <a:pt x="415" y="101"/>
                </a:cubicBezTo>
                <a:cubicBezTo>
                  <a:pt x="433" y="82"/>
                  <a:pt x="449" y="66"/>
                  <a:pt x="464" y="51"/>
                </a:cubicBezTo>
                <a:cubicBezTo>
                  <a:pt x="479" y="37"/>
                  <a:pt x="492" y="25"/>
                  <a:pt x="502" y="15"/>
                </a:cubicBezTo>
                <a:cubicBezTo>
                  <a:pt x="512" y="5"/>
                  <a:pt x="517" y="0"/>
                  <a:pt x="519" y="0"/>
                </a:cubicBezTo>
                <a:lnTo>
                  <a:pt x="554" y="0"/>
                </a:lnTo>
                <a:cubicBezTo>
                  <a:pt x="559" y="5"/>
                  <a:pt x="561" y="8"/>
                  <a:pt x="561" y="10"/>
                </a:cubicBezTo>
                <a:cubicBezTo>
                  <a:pt x="561" y="14"/>
                  <a:pt x="553" y="24"/>
                  <a:pt x="538" y="40"/>
                </a:cubicBezTo>
                <a:cubicBezTo>
                  <a:pt x="523" y="56"/>
                  <a:pt x="503" y="78"/>
                  <a:pt x="479" y="107"/>
                </a:cubicBezTo>
                <a:cubicBezTo>
                  <a:pt x="455" y="136"/>
                  <a:pt x="427" y="172"/>
                  <a:pt x="397" y="215"/>
                </a:cubicBezTo>
                <a:cubicBezTo>
                  <a:pt x="367" y="258"/>
                  <a:pt x="336" y="313"/>
                  <a:pt x="305" y="378"/>
                </a:cubicBezTo>
                <a:cubicBezTo>
                  <a:pt x="274" y="443"/>
                  <a:pt x="245" y="516"/>
                  <a:pt x="218" y="595"/>
                </a:cubicBezTo>
                <a:cubicBezTo>
                  <a:pt x="192" y="675"/>
                  <a:pt x="169" y="771"/>
                  <a:pt x="150" y="882"/>
                </a:cubicBezTo>
                <a:cubicBezTo>
                  <a:pt x="131" y="994"/>
                  <a:pt x="119" y="1114"/>
                  <a:pt x="114" y="1242"/>
                </a:cubicBezTo>
                <a:cubicBezTo>
                  <a:pt x="112" y="1271"/>
                  <a:pt x="111" y="1312"/>
                  <a:pt x="111" y="1366"/>
                </a:cubicBezTo>
                <a:cubicBezTo>
                  <a:pt x="111" y="1661"/>
                  <a:pt x="147" y="1920"/>
                  <a:pt x="218" y="2141"/>
                </a:cubicBezTo>
                <a:cubicBezTo>
                  <a:pt x="290" y="2362"/>
                  <a:pt x="400" y="2550"/>
                  <a:pt x="549" y="2704"/>
                </a:cubicBezTo>
                <a:cubicBezTo>
                  <a:pt x="557" y="2713"/>
                  <a:pt x="561" y="2719"/>
                  <a:pt x="561" y="2722"/>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601" name=""/>
          <p:cNvSpPr/>
          <p:nvPr/>
        </p:nvSpPr>
        <p:spPr>
          <a:xfrm>
            <a:off x="6341760" y="4164840"/>
            <a:ext cx="231840" cy="182160"/>
          </a:xfrm>
          <a:custGeom>
            <a:avLst/>
            <a:gdLst/>
            <a:ahLst/>
            <a:rect l="0" t="0" r="r" b="b"/>
            <a:pathLst>
              <a:path w="644" h="506">
                <a:moveTo>
                  <a:pt x="235" y="506"/>
                </a:moveTo>
                <a:cubicBezTo>
                  <a:pt x="224" y="504"/>
                  <a:pt x="184" y="503"/>
                  <a:pt x="115" y="503"/>
                </a:cubicBezTo>
                <a:cubicBezTo>
                  <a:pt x="52" y="503"/>
                  <a:pt x="17" y="504"/>
                  <a:pt x="8" y="506"/>
                </a:cubicBezTo>
                <a:lnTo>
                  <a:pt x="0" y="506"/>
                </a:lnTo>
                <a:lnTo>
                  <a:pt x="0" y="436"/>
                </a:lnTo>
                <a:lnTo>
                  <a:pt x="110" y="436"/>
                </a:lnTo>
                <a:lnTo>
                  <a:pt x="256" y="263"/>
                </a:lnTo>
                <a:lnTo>
                  <a:pt x="101" y="70"/>
                </a:lnTo>
                <a:lnTo>
                  <a:pt x="5" y="70"/>
                </a:lnTo>
                <a:lnTo>
                  <a:pt x="5" y="0"/>
                </a:lnTo>
                <a:lnTo>
                  <a:pt x="15" y="0"/>
                </a:lnTo>
                <a:cubicBezTo>
                  <a:pt x="26" y="2"/>
                  <a:pt x="68" y="3"/>
                  <a:pt x="140" y="3"/>
                </a:cubicBezTo>
                <a:cubicBezTo>
                  <a:pt x="219" y="3"/>
                  <a:pt x="265" y="2"/>
                  <a:pt x="279" y="0"/>
                </a:cubicBezTo>
                <a:lnTo>
                  <a:pt x="289" y="0"/>
                </a:lnTo>
                <a:lnTo>
                  <a:pt x="289" y="70"/>
                </a:lnTo>
                <a:lnTo>
                  <a:pt x="257" y="70"/>
                </a:lnTo>
                <a:lnTo>
                  <a:pt x="297" y="119"/>
                </a:lnTo>
                <a:cubicBezTo>
                  <a:pt x="323" y="151"/>
                  <a:pt x="336" y="167"/>
                  <a:pt x="337" y="167"/>
                </a:cubicBezTo>
                <a:cubicBezTo>
                  <a:pt x="340" y="167"/>
                  <a:pt x="354" y="150"/>
                  <a:pt x="380" y="117"/>
                </a:cubicBezTo>
                <a:lnTo>
                  <a:pt x="420" y="70"/>
                </a:lnTo>
                <a:lnTo>
                  <a:pt x="378" y="70"/>
                </a:lnTo>
                <a:lnTo>
                  <a:pt x="378" y="0"/>
                </a:lnTo>
                <a:lnTo>
                  <a:pt x="387" y="0"/>
                </a:lnTo>
                <a:cubicBezTo>
                  <a:pt x="398" y="2"/>
                  <a:pt x="438" y="3"/>
                  <a:pt x="507" y="3"/>
                </a:cubicBezTo>
                <a:cubicBezTo>
                  <a:pt x="569" y="3"/>
                  <a:pt x="604" y="2"/>
                  <a:pt x="613" y="0"/>
                </a:cubicBezTo>
                <a:lnTo>
                  <a:pt x="621" y="0"/>
                </a:lnTo>
                <a:lnTo>
                  <a:pt x="621" y="70"/>
                </a:lnTo>
                <a:lnTo>
                  <a:pt x="513" y="70"/>
                </a:lnTo>
                <a:lnTo>
                  <a:pt x="381" y="225"/>
                </a:lnTo>
                <a:lnTo>
                  <a:pt x="551" y="434"/>
                </a:lnTo>
                <a:lnTo>
                  <a:pt x="597" y="436"/>
                </a:lnTo>
                <a:lnTo>
                  <a:pt x="644" y="436"/>
                </a:lnTo>
                <a:lnTo>
                  <a:pt x="644" y="506"/>
                </a:lnTo>
                <a:lnTo>
                  <a:pt x="635" y="506"/>
                </a:lnTo>
                <a:cubicBezTo>
                  <a:pt x="623" y="504"/>
                  <a:pt x="582" y="503"/>
                  <a:pt x="511" y="503"/>
                </a:cubicBezTo>
                <a:cubicBezTo>
                  <a:pt x="432" y="503"/>
                  <a:pt x="386" y="504"/>
                  <a:pt x="372" y="506"/>
                </a:cubicBezTo>
                <a:lnTo>
                  <a:pt x="362" y="506"/>
                </a:lnTo>
                <a:lnTo>
                  <a:pt x="362" y="436"/>
                </a:lnTo>
                <a:lnTo>
                  <a:pt x="394" y="436"/>
                </a:lnTo>
                <a:cubicBezTo>
                  <a:pt x="394" y="435"/>
                  <a:pt x="378" y="416"/>
                  <a:pt x="348" y="379"/>
                </a:cubicBezTo>
                <a:cubicBezTo>
                  <a:pt x="318" y="341"/>
                  <a:pt x="302" y="322"/>
                  <a:pt x="301" y="321"/>
                </a:cubicBezTo>
                <a:lnTo>
                  <a:pt x="202" y="434"/>
                </a:lnTo>
                <a:lnTo>
                  <a:pt x="224" y="436"/>
                </a:lnTo>
                <a:lnTo>
                  <a:pt x="244" y="436"/>
                </a:lnTo>
                <a:lnTo>
                  <a:pt x="244" y="506"/>
                </a:lnTo>
                <a:lnTo>
                  <a:pt x="235" y="506"/>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602" name=""/>
          <p:cNvSpPr/>
          <p:nvPr/>
        </p:nvSpPr>
        <p:spPr>
          <a:xfrm>
            <a:off x="6600960" y="4226760"/>
            <a:ext cx="90360" cy="185040"/>
          </a:xfrm>
          <a:custGeom>
            <a:avLst/>
            <a:gdLst/>
            <a:ahLst/>
            <a:rect l="0" t="0" r="r" b="b"/>
            <a:pathLst>
              <a:path w="251" h="514">
                <a:moveTo>
                  <a:pt x="5" y="194"/>
                </a:moveTo>
                <a:cubicBezTo>
                  <a:pt x="2" y="190"/>
                  <a:pt x="0" y="188"/>
                  <a:pt x="0" y="186"/>
                </a:cubicBezTo>
                <a:cubicBezTo>
                  <a:pt x="0" y="184"/>
                  <a:pt x="1" y="180"/>
                  <a:pt x="2" y="173"/>
                </a:cubicBezTo>
                <a:cubicBezTo>
                  <a:pt x="4" y="167"/>
                  <a:pt x="5" y="163"/>
                  <a:pt x="6" y="162"/>
                </a:cubicBezTo>
                <a:cubicBezTo>
                  <a:pt x="7" y="159"/>
                  <a:pt x="10" y="158"/>
                  <a:pt x="13" y="158"/>
                </a:cubicBezTo>
                <a:cubicBezTo>
                  <a:pt x="17" y="158"/>
                  <a:pt x="31" y="158"/>
                  <a:pt x="55" y="157"/>
                </a:cubicBezTo>
                <a:lnTo>
                  <a:pt x="98" y="157"/>
                </a:lnTo>
                <a:lnTo>
                  <a:pt x="113" y="93"/>
                </a:lnTo>
                <a:cubicBezTo>
                  <a:pt x="115" y="87"/>
                  <a:pt x="117" y="79"/>
                  <a:pt x="119" y="69"/>
                </a:cubicBezTo>
                <a:cubicBezTo>
                  <a:pt x="121" y="60"/>
                  <a:pt x="123" y="53"/>
                  <a:pt x="125" y="48"/>
                </a:cubicBezTo>
                <a:cubicBezTo>
                  <a:pt x="126" y="44"/>
                  <a:pt x="128" y="39"/>
                  <a:pt x="130" y="32"/>
                </a:cubicBezTo>
                <a:cubicBezTo>
                  <a:pt x="131" y="26"/>
                  <a:pt x="133" y="21"/>
                  <a:pt x="136" y="19"/>
                </a:cubicBezTo>
                <a:cubicBezTo>
                  <a:pt x="139" y="16"/>
                  <a:pt x="141" y="13"/>
                  <a:pt x="144" y="9"/>
                </a:cubicBezTo>
                <a:cubicBezTo>
                  <a:pt x="147" y="5"/>
                  <a:pt x="150" y="3"/>
                  <a:pt x="155" y="2"/>
                </a:cubicBezTo>
                <a:cubicBezTo>
                  <a:pt x="160" y="1"/>
                  <a:pt x="165" y="0"/>
                  <a:pt x="170" y="0"/>
                </a:cubicBezTo>
                <a:cubicBezTo>
                  <a:pt x="179" y="1"/>
                  <a:pt x="186" y="4"/>
                  <a:pt x="190" y="9"/>
                </a:cubicBezTo>
                <a:cubicBezTo>
                  <a:pt x="194" y="14"/>
                  <a:pt x="196" y="19"/>
                  <a:pt x="196" y="24"/>
                </a:cubicBezTo>
                <a:cubicBezTo>
                  <a:pt x="196" y="28"/>
                  <a:pt x="193" y="41"/>
                  <a:pt x="188" y="62"/>
                </a:cubicBezTo>
                <a:cubicBezTo>
                  <a:pt x="183" y="84"/>
                  <a:pt x="178" y="105"/>
                  <a:pt x="172" y="126"/>
                </a:cubicBezTo>
                <a:lnTo>
                  <a:pt x="164" y="155"/>
                </a:lnTo>
                <a:cubicBezTo>
                  <a:pt x="164" y="156"/>
                  <a:pt x="178" y="157"/>
                  <a:pt x="204" y="157"/>
                </a:cubicBezTo>
                <a:lnTo>
                  <a:pt x="245" y="157"/>
                </a:lnTo>
                <a:cubicBezTo>
                  <a:pt x="249" y="161"/>
                  <a:pt x="251" y="164"/>
                  <a:pt x="251" y="166"/>
                </a:cubicBezTo>
                <a:cubicBezTo>
                  <a:pt x="251" y="178"/>
                  <a:pt x="248" y="187"/>
                  <a:pt x="241" y="194"/>
                </a:cubicBezTo>
                <a:lnTo>
                  <a:pt x="154" y="194"/>
                </a:lnTo>
                <a:lnTo>
                  <a:pt x="125" y="312"/>
                </a:lnTo>
                <a:cubicBezTo>
                  <a:pt x="105" y="398"/>
                  <a:pt x="94" y="444"/>
                  <a:pt x="94" y="450"/>
                </a:cubicBezTo>
                <a:cubicBezTo>
                  <a:pt x="94" y="473"/>
                  <a:pt x="101" y="484"/>
                  <a:pt x="116" y="484"/>
                </a:cubicBezTo>
                <a:cubicBezTo>
                  <a:pt x="135" y="484"/>
                  <a:pt x="153" y="475"/>
                  <a:pt x="171" y="457"/>
                </a:cubicBezTo>
                <a:cubicBezTo>
                  <a:pt x="188" y="438"/>
                  <a:pt x="202" y="416"/>
                  <a:pt x="213" y="389"/>
                </a:cubicBezTo>
                <a:cubicBezTo>
                  <a:pt x="214" y="386"/>
                  <a:pt x="216" y="384"/>
                  <a:pt x="217" y="383"/>
                </a:cubicBezTo>
                <a:cubicBezTo>
                  <a:pt x="219" y="383"/>
                  <a:pt x="223" y="382"/>
                  <a:pt x="229" y="382"/>
                </a:cubicBezTo>
                <a:lnTo>
                  <a:pt x="233" y="382"/>
                </a:lnTo>
                <a:cubicBezTo>
                  <a:pt x="241" y="382"/>
                  <a:pt x="245" y="384"/>
                  <a:pt x="245" y="388"/>
                </a:cubicBezTo>
                <a:cubicBezTo>
                  <a:pt x="245" y="390"/>
                  <a:pt x="244" y="393"/>
                  <a:pt x="242" y="398"/>
                </a:cubicBezTo>
                <a:cubicBezTo>
                  <a:pt x="240" y="406"/>
                  <a:pt x="235" y="417"/>
                  <a:pt x="228" y="428"/>
                </a:cubicBezTo>
                <a:cubicBezTo>
                  <a:pt x="221" y="440"/>
                  <a:pt x="212" y="453"/>
                  <a:pt x="200" y="466"/>
                </a:cubicBezTo>
                <a:cubicBezTo>
                  <a:pt x="189" y="480"/>
                  <a:pt x="175" y="491"/>
                  <a:pt x="159" y="500"/>
                </a:cubicBezTo>
                <a:cubicBezTo>
                  <a:pt x="143" y="509"/>
                  <a:pt x="127" y="514"/>
                  <a:pt x="110" y="514"/>
                </a:cubicBezTo>
                <a:cubicBezTo>
                  <a:pt x="94" y="514"/>
                  <a:pt x="79" y="510"/>
                  <a:pt x="64" y="502"/>
                </a:cubicBezTo>
                <a:cubicBezTo>
                  <a:pt x="50" y="494"/>
                  <a:pt x="38" y="480"/>
                  <a:pt x="32" y="460"/>
                </a:cubicBezTo>
                <a:cubicBezTo>
                  <a:pt x="31" y="456"/>
                  <a:pt x="30" y="448"/>
                  <a:pt x="30" y="438"/>
                </a:cubicBezTo>
                <a:lnTo>
                  <a:pt x="30" y="424"/>
                </a:lnTo>
                <a:lnTo>
                  <a:pt x="59" y="311"/>
                </a:lnTo>
                <a:cubicBezTo>
                  <a:pt x="78" y="234"/>
                  <a:pt x="88" y="196"/>
                  <a:pt x="88" y="196"/>
                </a:cubicBezTo>
                <a:cubicBezTo>
                  <a:pt x="88" y="195"/>
                  <a:pt x="75" y="194"/>
                  <a:pt x="47" y="194"/>
                </a:cubicBezTo>
                <a:lnTo>
                  <a:pt x="5" y="194"/>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603" name=""/>
          <p:cNvSpPr/>
          <p:nvPr/>
        </p:nvSpPr>
        <p:spPr>
          <a:xfrm>
            <a:off x="6846120" y="4236120"/>
            <a:ext cx="250200" cy="16560"/>
          </a:xfrm>
          <a:custGeom>
            <a:avLst/>
            <a:gdLst/>
            <a:ahLst/>
            <a:rect l="0" t="0" r="r" b="b"/>
            <a:pathLst>
              <a:path w="695" h="46">
                <a:moveTo>
                  <a:pt x="15" y="0"/>
                </a:moveTo>
                <a:lnTo>
                  <a:pt x="678" y="0"/>
                </a:lnTo>
                <a:cubicBezTo>
                  <a:pt x="689" y="7"/>
                  <a:pt x="695" y="14"/>
                  <a:pt x="695" y="24"/>
                </a:cubicBezTo>
                <a:cubicBezTo>
                  <a:pt x="695" y="33"/>
                  <a:pt x="689" y="40"/>
                  <a:pt x="678" y="46"/>
                </a:cubicBezTo>
                <a:lnTo>
                  <a:pt x="15" y="46"/>
                </a:lnTo>
                <a:cubicBezTo>
                  <a:pt x="5" y="41"/>
                  <a:pt x="0" y="33"/>
                  <a:pt x="0" y="24"/>
                </a:cubicBezTo>
                <a:cubicBezTo>
                  <a:pt x="0" y="14"/>
                  <a:pt x="5" y="6"/>
                  <a:pt x="15" y="0"/>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604" name=""/>
          <p:cNvSpPr/>
          <p:nvPr/>
        </p:nvSpPr>
        <p:spPr>
          <a:xfrm>
            <a:off x="7520400" y="3796560"/>
            <a:ext cx="141480" cy="273600"/>
          </a:xfrm>
          <a:custGeom>
            <a:avLst/>
            <a:gdLst/>
            <a:ahLst/>
            <a:rect l="0" t="0" r="r" b="b"/>
            <a:pathLst>
              <a:path w="393" h="760">
                <a:moveTo>
                  <a:pt x="149" y="101"/>
                </a:moveTo>
                <a:lnTo>
                  <a:pt x="134" y="106"/>
                </a:lnTo>
                <a:cubicBezTo>
                  <a:pt x="124" y="110"/>
                  <a:pt x="108" y="114"/>
                  <a:pt x="89" y="118"/>
                </a:cubicBezTo>
                <a:cubicBezTo>
                  <a:pt x="69" y="122"/>
                  <a:pt x="47" y="124"/>
                  <a:pt x="22" y="126"/>
                </a:cubicBezTo>
                <a:lnTo>
                  <a:pt x="0" y="126"/>
                </a:lnTo>
                <a:lnTo>
                  <a:pt x="0" y="73"/>
                </a:lnTo>
                <a:lnTo>
                  <a:pt x="22" y="73"/>
                </a:lnTo>
                <a:cubicBezTo>
                  <a:pt x="58" y="72"/>
                  <a:pt x="91" y="66"/>
                  <a:pt x="122" y="56"/>
                </a:cubicBezTo>
                <a:cubicBezTo>
                  <a:pt x="152" y="46"/>
                  <a:pt x="173" y="37"/>
                  <a:pt x="185" y="29"/>
                </a:cubicBezTo>
                <a:cubicBezTo>
                  <a:pt x="198" y="21"/>
                  <a:pt x="208" y="12"/>
                  <a:pt x="217" y="4"/>
                </a:cubicBezTo>
                <a:cubicBezTo>
                  <a:pt x="219" y="2"/>
                  <a:pt x="223" y="0"/>
                  <a:pt x="231" y="0"/>
                </a:cubicBezTo>
                <a:cubicBezTo>
                  <a:pt x="238" y="0"/>
                  <a:pt x="244" y="3"/>
                  <a:pt x="250" y="7"/>
                </a:cubicBezTo>
                <a:lnTo>
                  <a:pt x="250" y="348"/>
                </a:lnTo>
                <a:lnTo>
                  <a:pt x="251" y="690"/>
                </a:lnTo>
                <a:cubicBezTo>
                  <a:pt x="257" y="695"/>
                  <a:pt x="261" y="699"/>
                  <a:pt x="265" y="700"/>
                </a:cubicBezTo>
                <a:cubicBezTo>
                  <a:pt x="269" y="702"/>
                  <a:pt x="278" y="703"/>
                  <a:pt x="292" y="705"/>
                </a:cubicBezTo>
                <a:cubicBezTo>
                  <a:pt x="307" y="706"/>
                  <a:pt x="330" y="707"/>
                  <a:pt x="363" y="707"/>
                </a:cubicBezTo>
                <a:lnTo>
                  <a:pt x="393" y="707"/>
                </a:lnTo>
                <a:lnTo>
                  <a:pt x="393" y="760"/>
                </a:lnTo>
                <a:lnTo>
                  <a:pt x="380" y="760"/>
                </a:lnTo>
                <a:cubicBezTo>
                  <a:pt x="364" y="757"/>
                  <a:pt x="304" y="756"/>
                  <a:pt x="199" y="756"/>
                </a:cubicBezTo>
                <a:cubicBezTo>
                  <a:pt x="96" y="756"/>
                  <a:pt x="36" y="757"/>
                  <a:pt x="19" y="760"/>
                </a:cubicBezTo>
                <a:lnTo>
                  <a:pt x="6" y="760"/>
                </a:lnTo>
                <a:lnTo>
                  <a:pt x="6" y="707"/>
                </a:lnTo>
                <a:lnTo>
                  <a:pt x="36" y="707"/>
                </a:lnTo>
                <a:cubicBezTo>
                  <a:pt x="53" y="707"/>
                  <a:pt x="67" y="707"/>
                  <a:pt x="80" y="707"/>
                </a:cubicBezTo>
                <a:cubicBezTo>
                  <a:pt x="92" y="707"/>
                  <a:pt x="101" y="707"/>
                  <a:pt x="108" y="706"/>
                </a:cubicBezTo>
                <a:cubicBezTo>
                  <a:pt x="115" y="705"/>
                  <a:pt x="121" y="704"/>
                  <a:pt x="126" y="703"/>
                </a:cubicBezTo>
                <a:cubicBezTo>
                  <a:pt x="131" y="701"/>
                  <a:pt x="135" y="700"/>
                  <a:pt x="135" y="700"/>
                </a:cubicBezTo>
                <a:cubicBezTo>
                  <a:pt x="136" y="700"/>
                  <a:pt x="138" y="699"/>
                  <a:pt x="142" y="695"/>
                </a:cubicBezTo>
                <a:cubicBezTo>
                  <a:pt x="146" y="691"/>
                  <a:pt x="148" y="689"/>
                  <a:pt x="149" y="690"/>
                </a:cubicBezTo>
                <a:lnTo>
                  <a:pt x="149" y="101"/>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605" name=""/>
          <p:cNvSpPr/>
          <p:nvPr/>
        </p:nvSpPr>
        <p:spPr>
          <a:xfrm>
            <a:off x="7816680" y="3958920"/>
            <a:ext cx="250560" cy="16920"/>
          </a:xfrm>
          <a:custGeom>
            <a:avLst/>
            <a:gdLst/>
            <a:ahLst/>
            <a:rect l="0" t="0" r="r" b="b"/>
            <a:pathLst>
              <a:path w="696" h="47">
                <a:moveTo>
                  <a:pt x="16" y="0"/>
                </a:moveTo>
                <a:lnTo>
                  <a:pt x="679" y="0"/>
                </a:lnTo>
                <a:cubicBezTo>
                  <a:pt x="690" y="7"/>
                  <a:pt x="696" y="15"/>
                  <a:pt x="696" y="24"/>
                </a:cubicBezTo>
                <a:cubicBezTo>
                  <a:pt x="696" y="33"/>
                  <a:pt x="690" y="41"/>
                  <a:pt x="679" y="47"/>
                </a:cubicBezTo>
                <a:lnTo>
                  <a:pt x="16" y="47"/>
                </a:lnTo>
                <a:cubicBezTo>
                  <a:pt x="6" y="41"/>
                  <a:pt x="0" y="34"/>
                  <a:pt x="0" y="24"/>
                </a:cubicBezTo>
                <a:cubicBezTo>
                  <a:pt x="0" y="14"/>
                  <a:pt x="6" y="7"/>
                  <a:pt x="16" y="0"/>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606" name=""/>
          <p:cNvSpPr/>
          <p:nvPr/>
        </p:nvSpPr>
        <p:spPr>
          <a:xfrm>
            <a:off x="8206200" y="3888360"/>
            <a:ext cx="233640" cy="186120"/>
          </a:xfrm>
          <a:custGeom>
            <a:avLst/>
            <a:gdLst/>
            <a:ahLst/>
            <a:rect l="0" t="0" r="r" b="b"/>
            <a:pathLst>
              <a:path w="649" h="517">
                <a:moveTo>
                  <a:pt x="0" y="327"/>
                </a:moveTo>
                <a:cubicBezTo>
                  <a:pt x="0" y="240"/>
                  <a:pt x="33" y="164"/>
                  <a:pt x="98" y="98"/>
                </a:cubicBezTo>
                <a:cubicBezTo>
                  <a:pt x="163" y="33"/>
                  <a:pt x="236" y="0"/>
                  <a:pt x="314" y="0"/>
                </a:cubicBezTo>
                <a:cubicBezTo>
                  <a:pt x="367" y="0"/>
                  <a:pt x="410" y="16"/>
                  <a:pt x="441" y="46"/>
                </a:cubicBezTo>
                <a:cubicBezTo>
                  <a:pt x="473" y="76"/>
                  <a:pt x="495" y="114"/>
                  <a:pt x="506" y="158"/>
                </a:cubicBezTo>
                <a:cubicBezTo>
                  <a:pt x="511" y="180"/>
                  <a:pt x="514" y="205"/>
                  <a:pt x="514" y="234"/>
                </a:cubicBezTo>
                <a:lnTo>
                  <a:pt x="514" y="267"/>
                </a:lnTo>
                <a:cubicBezTo>
                  <a:pt x="552" y="211"/>
                  <a:pt x="580" y="148"/>
                  <a:pt x="600" y="78"/>
                </a:cubicBezTo>
                <a:cubicBezTo>
                  <a:pt x="603" y="67"/>
                  <a:pt x="605" y="61"/>
                  <a:pt x="607" y="60"/>
                </a:cubicBezTo>
                <a:cubicBezTo>
                  <a:pt x="608" y="58"/>
                  <a:pt x="614" y="57"/>
                  <a:pt x="625" y="56"/>
                </a:cubicBezTo>
                <a:cubicBezTo>
                  <a:pt x="641" y="56"/>
                  <a:pt x="649" y="59"/>
                  <a:pt x="649" y="65"/>
                </a:cubicBezTo>
                <a:cubicBezTo>
                  <a:pt x="649" y="72"/>
                  <a:pt x="645" y="87"/>
                  <a:pt x="638" y="110"/>
                </a:cubicBezTo>
                <a:cubicBezTo>
                  <a:pt x="632" y="133"/>
                  <a:pt x="618" y="165"/>
                  <a:pt x="597" y="206"/>
                </a:cubicBezTo>
                <a:cubicBezTo>
                  <a:pt x="577" y="248"/>
                  <a:pt x="554" y="287"/>
                  <a:pt x="528" y="321"/>
                </a:cubicBezTo>
                <a:lnTo>
                  <a:pt x="515" y="337"/>
                </a:lnTo>
                <a:lnTo>
                  <a:pt x="517" y="365"/>
                </a:lnTo>
                <a:cubicBezTo>
                  <a:pt x="518" y="407"/>
                  <a:pt x="521" y="436"/>
                  <a:pt x="526" y="451"/>
                </a:cubicBezTo>
                <a:cubicBezTo>
                  <a:pt x="530" y="466"/>
                  <a:pt x="537" y="474"/>
                  <a:pt x="547" y="475"/>
                </a:cubicBezTo>
                <a:cubicBezTo>
                  <a:pt x="558" y="473"/>
                  <a:pt x="568" y="469"/>
                  <a:pt x="577" y="462"/>
                </a:cubicBezTo>
                <a:cubicBezTo>
                  <a:pt x="586" y="456"/>
                  <a:pt x="592" y="447"/>
                  <a:pt x="596" y="436"/>
                </a:cubicBezTo>
                <a:cubicBezTo>
                  <a:pt x="598" y="431"/>
                  <a:pt x="600" y="428"/>
                  <a:pt x="602" y="427"/>
                </a:cubicBezTo>
                <a:cubicBezTo>
                  <a:pt x="604" y="426"/>
                  <a:pt x="610" y="426"/>
                  <a:pt x="619" y="425"/>
                </a:cubicBezTo>
                <a:cubicBezTo>
                  <a:pt x="634" y="425"/>
                  <a:pt x="642" y="428"/>
                  <a:pt x="642" y="434"/>
                </a:cubicBezTo>
                <a:cubicBezTo>
                  <a:pt x="642" y="439"/>
                  <a:pt x="640" y="446"/>
                  <a:pt x="635" y="456"/>
                </a:cubicBezTo>
                <a:cubicBezTo>
                  <a:pt x="626" y="474"/>
                  <a:pt x="613" y="488"/>
                  <a:pt x="595" y="499"/>
                </a:cubicBezTo>
                <a:cubicBezTo>
                  <a:pt x="578" y="510"/>
                  <a:pt x="561" y="515"/>
                  <a:pt x="545" y="516"/>
                </a:cubicBezTo>
                <a:lnTo>
                  <a:pt x="537" y="516"/>
                </a:lnTo>
                <a:cubicBezTo>
                  <a:pt x="486" y="516"/>
                  <a:pt x="452" y="489"/>
                  <a:pt x="433" y="434"/>
                </a:cubicBezTo>
                <a:lnTo>
                  <a:pt x="430" y="426"/>
                </a:lnTo>
                <a:lnTo>
                  <a:pt x="418" y="435"/>
                </a:lnTo>
                <a:cubicBezTo>
                  <a:pt x="410" y="441"/>
                  <a:pt x="399" y="449"/>
                  <a:pt x="383" y="458"/>
                </a:cubicBezTo>
                <a:cubicBezTo>
                  <a:pt x="368" y="467"/>
                  <a:pt x="351" y="476"/>
                  <a:pt x="332" y="484"/>
                </a:cubicBezTo>
                <a:cubicBezTo>
                  <a:pt x="313" y="492"/>
                  <a:pt x="291" y="500"/>
                  <a:pt x="266" y="507"/>
                </a:cubicBezTo>
                <a:cubicBezTo>
                  <a:pt x="241" y="514"/>
                  <a:pt x="217" y="517"/>
                  <a:pt x="193" y="517"/>
                </a:cubicBezTo>
                <a:cubicBezTo>
                  <a:pt x="132" y="517"/>
                  <a:pt x="85" y="498"/>
                  <a:pt x="51" y="460"/>
                </a:cubicBezTo>
                <a:cubicBezTo>
                  <a:pt x="17" y="422"/>
                  <a:pt x="0" y="378"/>
                  <a:pt x="0" y="327"/>
                </a:cubicBezTo>
                <a:moveTo>
                  <a:pt x="199" y="475"/>
                </a:moveTo>
                <a:cubicBezTo>
                  <a:pt x="236" y="475"/>
                  <a:pt x="273" y="467"/>
                  <a:pt x="311" y="451"/>
                </a:cubicBezTo>
                <a:cubicBezTo>
                  <a:pt x="348" y="435"/>
                  <a:pt x="375" y="419"/>
                  <a:pt x="394" y="402"/>
                </a:cubicBezTo>
                <a:lnTo>
                  <a:pt x="421" y="377"/>
                </a:lnTo>
                <a:cubicBezTo>
                  <a:pt x="419" y="268"/>
                  <a:pt x="417" y="200"/>
                  <a:pt x="413" y="173"/>
                </a:cubicBezTo>
                <a:cubicBezTo>
                  <a:pt x="402" y="86"/>
                  <a:pt x="367" y="43"/>
                  <a:pt x="308" y="43"/>
                </a:cubicBezTo>
                <a:cubicBezTo>
                  <a:pt x="256" y="43"/>
                  <a:pt x="210" y="70"/>
                  <a:pt x="170" y="126"/>
                </a:cubicBezTo>
                <a:cubicBezTo>
                  <a:pt x="149" y="156"/>
                  <a:pt x="132" y="197"/>
                  <a:pt x="119" y="249"/>
                </a:cubicBezTo>
                <a:cubicBezTo>
                  <a:pt x="107" y="301"/>
                  <a:pt x="100" y="341"/>
                  <a:pt x="99" y="368"/>
                </a:cubicBezTo>
                <a:cubicBezTo>
                  <a:pt x="99" y="405"/>
                  <a:pt x="108" y="432"/>
                  <a:pt x="127" y="449"/>
                </a:cubicBezTo>
                <a:cubicBezTo>
                  <a:pt x="146" y="466"/>
                  <a:pt x="170" y="474"/>
                  <a:pt x="199" y="475"/>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607" name=""/>
          <p:cNvSpPr/>
          <p:nvPr/>
        </p:nvSpPr>
        <p:spPr>
          <a:xfrm>
            <a:off x="8473680" y="3949920"/>
            <a:ext cx="90360" cy="184680"/>
          </a:xfrm>
          <a:custGeom>
            <a:avLst/>
            <a:gdLst/>
            <a:ahLst/>
            <a:rect l="0" t="0" r="r" b="b"/>
            <a:pathLst>
              <a:path w="251" h="513">
                <a:moveTo>
                  <a:pt x="5" y="195"/>
                </a:moveTo>
                <a:cubicBezTo>
                  <a:pt x="1" y="191"/>
                  <a:pt x="0" y="188"/>
                  <a:pt x="0" y="186"/>
                </a:cubicBezTo>
                <a:cubicBezTo>
                  <a:pt x="0" y="184"/>
                  <a:pt x="0" y="180"/>
                  <a:pt x="2" y="174"/>
                </a:cubicBezTo>
                <a:cubicBezTo>
                  <a:pt x="4" y="167"/>
                  <a:pt x="5" y="163"/>
                  <a:pt x="6" y="162"/>
                </a:cubicBezTo>
                <a:cubicBezTo>
                  <a:pt x="7" y="160"/>
                  <a:pt x="10" y="158"/>
                  <a:pt x="13" y="158"/>
                </a:cubicBezTo>
                <a:cubicBezTo>
                  <a:pt x="17" y="158"/>
                  <a:pt x="31" y="158"/>
                  <a:pt x="54" y="157"/>
                </a:cubicBezTo>
                <a:lnTo>
                  <a:pt x="98" y="157"/>
                </a:lnTo>
                <a:lnTo>
                  <a:pt x="113" y="93"/>
                </a:lnTo>
                <a:cubicBezTo>
                  <a:pt x="115" y="87"/>
                  <a:pt x="117" y="79"/>
                  <a:pt x="119" y="70"/>
                </a:cubicBezTo>
                <a:cubicBezTo>
                  <a:pt x="121" y="60"/>
                  <a:pt x="123" y="53"/>
                  <a:pt x="125" y="49"/>
                </a:cubicBezTo>
                <a:cubicBezTo>
                  <a:pt x="126" y="45"/>
                  <a:pt x="128" y="39"/>
                  <a:pt x="129" y="32"/>
                </a:cubicBezTo>
                <a:cubicBezTo>
                  <a:pt x="131" y="25"/>
                  <a:pt x="133" y="21"/>
                  <a:pt x="136" y="18"/>
                </a:cubicBezTo>
                <a:cubicBezTo>
                  <a:pt x="139" y="15"/>
                  <a:pt x="141" y="12"/>
                  <a:pt x="144" y="8"/>
                </a:cubicBezTo>
                <a:cubicBezTo>
                  <a:pt x="147" y="5"/>
                  <a:pt x="150" y="2"/>
                  <a:pt x="155" y="1"/>
                </a:cubicBezTo>
                <a:cubicBezTo>
                  <a:pt x="160" y="0"/>
                  <a:pt x="165" y="0"/>
                  <a:pt x="170" y="0"/>
                </a:cubicBezTo>
                <a:cubicBezTo>
                  <a:pt x="179" y="0"/>
                  <a:pt x="186" y="3"/>
                  <a:pt x="190" y="8"/>
                </a:cubicBezTo>
                <a:cubicBezTo>
                  <a:pt x="194" y="14"/>
                  <a:pt x="195" y="19"/>
                  <a:pt x="195" y="24"/>
                </a:cubicBezTo>
                <a:cubicBezTo>
                  <a:pt x="195" y="27"/>
                  <a:pt x="193" y="41"/>
                  <a:pt x="188" y="63"/>
                </a:cubicBezTo>
                <a:cubicBezTo>
                  <a:pt x="183" y="84"/>
                  <a:pt x="178" y="105"/>
                  <a:pt x="172" y="126"/>
                </a:cubicBezTo>
                <a:lnTo>
                  <a:pt x="164" y="156"/>
                </a:lnTo>
                <a:cubicBezTo>
                  <a:pt x="164" y="157"/>
                  <a:pt x="177" y="157"/>
                  <a:pt x="204" y="157"/>
                </a:cubicBezTo>
                <a:lnTo>
                  <a:pt x="245" y="157"/>
                </a:lnTo>
                <a:cubicBezTo>
                  <a:pt x="249" y="161"/>
                  <a:pt x="251" y="164"/>
                  <a:pt x="251" y="166"/>
                </a:cubicBezTo>
                <a:cubicBezTo>
                  <a:pt x="251" y="178"/>
                  <a:pt x="247" y="188"/>
                  <a:pt x="240" y="195"/>
                </a:cubicBezTo>
                <a:lnTo>
                  <a:pt x="154" y="195"/>
                </a:lnTo>
                <a:lnTo>
                  <a:pt x="125" y="311"/>
                </a:lnTo>
                <a:cubicBezTo>
                  <a:pt x="104" y="397"/>
                  <a:pt x="94" y="443"/>
                  <a:pt x="94" y="450"/>
                </a:cubicBezTo>
                <a:cubicBezTo>
                  <a:pt x="94" y="472"/>
                  <a:pt x="101" y="483"/>
                  <a:pt x="116" y="483"/>
                </a:cubicBezTo>
                <a:cubicBezTo>
                  <a:pt x="134" y="483"/>
                  <a:pt x="153" y="474"/>
                  <a:pt x="170" y="456"/>
                </a:cubicBezTo>
                <a:cubicBezTo>
                  <a:pt x="188" y="438"/>
                  <a:pt x="202" y="415"/>
                  <a:pt x="213" y="388"/>
                </a:cubicBezTo>
                <a:cubicBezTo>
                  <a:pt x="214" y="385"/>
                  <a:pt x="216" y="383"/>
                  <a:pt x="217" y="383"/>
                </a:cubicBezTo>
                <a:cubicBezTo>
                  <a:pt x="219" y="382"/>
                  <a:pt x="223" y="382"/>
                  <a:pt x="229" y="381"/>
                </a:cubicBezTo>
                <a:lnTo>
                  <a:pt x="232" y="381"/>
                </a:lnTo>
                <a:cubicBezTo>
                  <a:pt x="240" y="381"/>
                  <a:pt x="244" y="383"/>
                  <a:pt x="244" y="388"/>
                </a:cubicBezTo>
                <a:cubicBezTo>
                  <a:pt x="244" y="389"/>
                  <a:pt x="244" y="392"/>
                  <a:pt x="242" y="397"/>
                </a:cubicBezTo>
                <a:cubicBezTo>
                  <a:pt x="239" y="406"/>
                  <a:pt x="235" y="416"/>
                  <a:pt x="228" y="428"/>
                </a:cubicBezTo>
                <a:cubicBezTo>
                  <a:pt x="221" y="440"/>
                  <a:pt x="211" y="452"/>
                  <a:pt x="200" y="466"/>
                </a:cubicBezTo>
                <a:cubicBezTo>
                  <a:pt x="189" y="479"/>
                  <a:pt x="175" y="490"/>
                  <a:pt x="159" y="500"/>
                </a:cubicBezTo>
                <a:cubicBezTo>
                  <a:pt x="143" y="509"/>
                  <a:pt x="127" y="513"/>
                  <a:pt x="110" y="513"/>
                </a:cubicBezTo>
                <a:cubicBezTo>
                  <a:pt x="94" y="513"/>
                  <a:pt x="78" y="509"/>
                  <a:pt x="63" y="501"/>
                </a:cubicBezTo>
                <a:cubicBezTo>
                  <a:pt x="49" y="493"/>
                  <a:pt x="38" y="479"/>
                  <a:pt x="32" y="459"/>
                </a:cubicBezTo>
                <a:cubicBezTo>
                  <a:pt x="31" y="455"/>
                  <a:pt x="30" y="448"/>
                  <a:pt x="30" y="438"/>
                </a:cubicBezTo>
                <a:lnTo>
                  <a:pt x="30" y="423"/>
                </a:lnTo>
                <a:lnTo>
                  <a:pt x="58" y="310"/>
                </a:lnTo>
                <a:cubicBezTo>
                  <a:pt x="77" y="235"/>
                  <a:pt x="88" y="197"/>
                  <a:pt x="88" y="196"/>
                </a:cubicBezTo>
                <a:cubicBezTo>
                  <a:pt x="88" y="195"/>
                  <a:pt x="74" y="195"/>
                  <a:pt x="46" y="195"/>
                </a:cubicBezTo>
                <a:lnTo>
                  <a:pt x="5" y="195"/>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608" name=""/>
          <p:cNvSpPr/>
          <p:nvPr/>
        </p:nvSpPr>
        <p:spPr>
          <a:xfrm>
            <a:off x="7695000" y="4424040"/>
            <a:ext cx="141480" cy="273600"/>
          </a:xfrm>
          <a:custGeom>
            <a:avLst/>
            <a:gdLst/>
            <a:ahLst/>
            <a:rect l="0" t="0" r="r" b="b"/>
            <a:pathLst>
              <a:path w="393" h="760">
                <a:moveTo>
                  <a:pt x="148" y="101"/>
                </a:moveTo>
                <a:lnTo>
                  <a:pt x="134" y="106"/>
                </a:lnTo>
                <a:cubicBezTo>
                  <a:pt x="123" y="110"/>
                  <a:pt x="108" y="114"/>
                  <a:pt x="88" y="118"/>
                </a:cubicBezTo>
                <a:cubicBezTo>
                  <a:pt x="68" y="121"/>
                  <a:pt x="46" y="124"/>
                  <a:pt x="22" y="126"/>
                </a:cubicBezTo>
                <a:lnTo>
                  <a:pt x="0" y="126"/>
                </a:lnTo>
                <a:lnTo>
                  <a:pt x="0" y="73"/>
                </a:lnTo>
                <a:lnTo>
                  <a:pt x="22" y="73"/>
                </a:lnTo>
                <a:cubicBezTo>
                  <a:pt x="58" y="72"/>
                  <a:pt x="91" y="66"/>
                  <a:pt x="121" y="56"/>
                </a:cubicBezTo>
                <a:cubicBezTo>
                  <a:pt x="152" y="46"/>
                  <a:pt x="173" y="37"/>
                  <a:pt x="185" y="29"/>
                </a:cubicBezTo>
                <a:cubicBezTo>
                  <a:pt x="197" y="21"/>
                  <a:pt x="208" y="12"/>
                  <a:pt x="217" y="4"/>
                </a:cubicBezTo>
                <a:cubicBezTo>
                  <a:pt x="218" y="2"/>
                  <a:pt x="223" y="0"/>
                  <a:pt x="230" y="0"/>
                </a:cubicBezTo>
                <a:cubicBezTo>
                  <a:pt x="237" y="0"/>
                  <a:pt x="244" y="3"/>
                  <a:pt x="250" y="7"/>
                </a:cubicBezTo>
                <a:lnTo>
                  <a:pt x="250" y="349"/>
                </a:lnTo>
                <a:lnTo>
                  <a:pt x="251" y="690"/>
                </a:lnTo>
                <a:cubicBezTo>
                  <a:pt x="256" y="695"/>
                  <a:pt x="261" y="699"/>
                  <a:pt x="265" y="700"/>
                </a:cubicBezTo>
                <a:cubicBezTo>
                  <a:pt x="268" y="702"/>
                  <a:pt x="277" y="703"/>
                  <a:pt x="292" y="705"/>
                </a:cubicBezTo>
                <a:cubicBezTo>
                  <a:pt x="306" y="706"/>
                  <a:pt x="331" y="707"/>
                  <a:pt x="363" y="707"/>
                </a:cubicBezTo>
                <a:lnTo>
                  <a:pt x="393" y="707"/>
                </a:lnTo>
                <a:lnTo>
                  <a:pt x="393" y="760"/>
                </a:lnTo>
                <a:lnTo>
                  <a:pt x="381" y="760"/>
                </a:lnTo>
                <a:cubicBezTo>
                  <a:pt x="365" y="757"/>
                  <a:pt x="303" y="756"/>
                  <a:pt x="199" y="756"/>
                </a:cubicBezTo>
                <a:cubicBezTo>
                  <a:pt x="95" y="756"/>
                  <a:pt x="36" y="757"/>
                  <a:pt x="20" y="760"/>
                </a:cubicBezTo>
                <a:lnTo>
                  <a:pt x="6" y="760"/>
                </a:lnTo>
                <a:lnTo>
                  <a:pt x="6" y="707"/>
                </a:lnTo>
                <a:lnTo>
                  <a:pt x="36" y="707"/>
                </a:lnTo>
                <a:cubicBezTo>
                  <a:pt x="52" y="707"/>
                  <a:pt x="67" y="707"/>
                  <a:pt x="79" y="707"/>
                </a:cubicBezTo>
                <a:cubicBezTo>
                  <a:pt x="91" y="707"/>
                  <a:pt x="101" y="707"/>
                  <a:pt x="107" y="706"/>
                </a:cubicBezTo>
                <a:cubicBezTo>
                  <a:pt x="114" y="705"/>
                  <a:pt x="120" y="704"/>
                  <a:pt x="126" y="703"/>
                </a:cubicBezTo>
                <a:cubicBezTo>
                  <a:pt x="131" y="701"/>
                  <a:pt x="134" y="700"/>
                  <a:pt x="135" y="700"/>
                </a:cubicBezTo>
                <a:cubicBezTo>
                  <a:pt x="136" y="700"/>
                  <a:pt x="138" y="698"/>
                  <a:pt x="142" y="695"/>
                </a:cubicBezTo>
                <a:cubicBezTo>
                  <a:pt x="145" y="691"/>
                  <a:pt x="148" y="689"/>
                  <a:pt x="148" y="690"/>
                </a:cubicBezTo>
                <a:lnTo>
                  <a:pt x="148" y="101"/>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609" name=""/>
          <p:cNvSpPr/>
          <p:nvPr/>
        </p:nvSpPr>
        <p:spPr>
          <a:xfrm>
            <a:off x="7991640" y="4586400"/>
            <a:ext cx="250200" cy="16920"/>
          </a:xfrm>
          <a:custGeom>
            <a:avLst/>
            <a:gdLst/>
            <a:ahLst/>
            <a:rect l="0" t="0" r="r" b="b"/>
            <a:pathLst>
              <a:path w="695" h="47">
                <a:moveTo>
                  <a:pt x="16" y="0"/>
                </a:moveTo>
                <a:lnTo>
                  <a:pt x="678" y="0"/>
                </a:lnTo>
                <a:cubicBezTo>
                  <a:pt x="689" y="6"/>
                  <a:pt x="695" y="14"/>
                  <a:pt x="695" y="24"/>
                </a:cubicBezTo>
                <a:cubicBezTo>
                  <a:pt x="695" y="33"/>
                  <a:pt x="689" y="41"/>
                  <a:pt x="678" y="47"/>
                </a:cubicBezTo>
                <a:lnTo>
                  <a:pt x="16" y="47"/>
                </a:lnTo>
                <a:cubicBezTo>
                  <a:pt x="5" y="41"/>
                  <a:pt x="0" y="34"/>
                  <a:pt x="0" y="24"/>
                </a:cubicBezTo>
                <a:cubicBezTo>
                  <a:pt x="0" y="13"/>
                  <a:pt x="5" y="6"/>
                  <a:pt x="16" y="0"/>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610" name=""/>
          <p:cNvSpPr/>
          <p:nvPr/>
        </p:nvSpPr>
        <p:spPr>
          <a:xfrm>
            <a:off x="8380800" y="4515840"/>
            <a:ext cx="233640" cy="186120"/>
          </a:xfrm>
          <a:custGeom>
            <a:avLst/>
            <a:gdLst/>
            <a:ahLst/>
            <a:rect l="0" t="0" r="r" b="b"/>
            <a:pathLst>
              <a:path w="649" h="517">
                <a:moveTo>
                  <a:pt x="0" y="327"/>
                </a:moveTo>
                <a:cubicBezTo>
                  <a:pt x="0" y="240"/>
                  <a:pt x="33" y="165"/>
                  <a:pt x="98" y="99"/>
                </a:cubicBezTo>
                <a:cubicBezTo>
                  <a:pt x="164" y="33"/>
                  <a:pt x="235" y="0"/>
                  <a:pt x="313" y="0"/>
                </a:cubicBezTo>
                <a:cubicBezTo>
                  <a:pt x="368" y="0"/>
                  <a:pt x="410" y="16"/>
                  <a:pt x="442" y="46"/>
                </a:cubicBezTo>
                <a:cubicBezTo>
                  <a:pt x="474" y="77"/>
                  <a:pt x="495" y="114"/>
                  <a:pt x="507" y="159"/>
                </a:cubicBezTo>
                <a:cubicBezTo>
                  <a:pt x="511" y="181"/>
                  <a:pt x="514" y="206"/>
                  <a:pt x="515" y="235"/>
                </a:cubicBezTo>
                <a:lnTo>
                  <a:pt x="515" y="268"/>
                </a:lnTo>
                <a:cubicBezTo>
                  <a:pt x="552" y="212"/>
                  <a:pt x="580" y="149"/>
                  <a:pt x="600" y="79"/>
                </a:cubicBezTo>
                <a:cubicBezTo>
                  <a:pt x="603" y="67"/>
                  <a:pt x="606" y="61"/>
                  <a:pt x="607" y="60"/>
                </a:cubicBezTo>
                <a:cubicBezTo>
                  <a:pt x="609" y="58"/>
                  <a:pt x="615" y="57"/>
                  <a:pt x="625" y="56"/>
                </a:cubicBezTo>
                <a:cubicBezTo>
                  <a:pt x="641" y="56"/>
                  <a:pt x="649" y="59"/>
                  <a:pt x="649" y="65"/>
                </a:cubicBezTo>
                <a:cubicBezTo>
                  <a:pt x="649" y="72"/>
                  <a:pt x="646" y="88"/>
                  <a:pt x="639" y="111"/>
                </a:cubicBezTo>
                <a:cubicBezTo>
                  <a:pt x="632" y="133"/>
                  <a:pt x="618" y="166"/>
                  <a:pt x="598" y="207"/>
                </a:cubicBezTo>
                <a:cubicBezTo>
                  <a:pt x="577" y="249"/>
                  <a:pt x="554" y="287"/>
                  <a:pt x="528" y="321"/>
                </a:cubicBezTo>
                <a:lnTo>
                  <a:pt x="516" y="337"/>
                </a:lnTo>
                <a:lnTo>
                  <a:pt x="517" y="365"/>
                </a:lnTo>
                <a:cubicBezTo>
                  <a:pt x="519" y="407"/>
                  <a:pt x="522" y="436"/>
                  <a:pt x="526" y="451"/>
                </a:cubicBezTo>
                <a:cubicBezTo>
                  <a:pt x="531" y="466"/>
                  <a:pt x="538" y="474"/>
                  <a:pt x="548" y="475"/>
                </a:cubicBezTo>
                <a:cubicBezTo>
                  <a:pt x="558" y="473"/>
                  <a:pt x="568" y="469"/>
                  <a:pt x="577" y="462"/>
                </a:cubicBezTo>
                <a:cubicBezTo>
                  <a:pt x="587" y="456"/>
                  <a:pt x="593" y="447"/>
                  <a:pt x="597" y="436"/>
                </a:cubicBezTo>
                <a:cubicBezTo>
                  <a:pt x="598" y="431"/>
                  <a:pt x="600" y="428"/>
                  <a:pt x="602" y="427"/>
                </a:cubicBezTo>
                <a:cubicBezTo>
                  <a:pt x="605" y="426"/>
                  <a:pt x="610" y="426"/>
                  <a:pt x="620" y="425"/>
                </a:cubicBezTo>
                <a:cubicBezTo>
                  <a:pt x="635" y="425"/>
                  <a:pt x="642" y="428"/>
                  <a:pt x="642" y="434"/>
                </a:cubicBezTo>
                <a:cubicBezTo>
                  <a:pt x="642" y="439"/>
                  <a:pt x="640" y="446"/>
                  <a:pt x="635" y="456"/>
                </a:cubicBezTo>
                <a:cubicBezTo>
                  <a:pt x="626" y="474"/>
                  <a:pt x="613" y="488"/>
                  <a:pt x="596" y="499"/>
                </a:cubicBezTo>
                <a:cubicBezTo>
                  <a:pt x="578" y="509"/>
                  <a:pt x="562" y="515"/>
                  <a:pt x="546" y="516"/>
                </a:cubicBezTo>
                <a:lnTo>
                  <a:pt x="538" y="516"/>
                </a:lnTo>
                <a:cubicBezTo>
                  <a:pt x="487" y="516"/>
                  <a:pt x="452" y="489"/>
                  <a:pt x="434" y="434"/>
                </a:cubicBezTo>
                <a:lnTo>
                  <a:pt x="431" y="426"/>
                </a:lnTo>
                <a:lnTo>
                  <a:pt x="418" y="435"/>
                </a:lnTo>
                <a:cubicBezTo>
                  <a:pt x="410" y="441"/>
                  <a:pt x="399" y="449"/>
                  <a:pt x="384" y="458"/>
                </a:cubicBezTo>
                <a:cubicBezTo>
                  <a:pt x="369" y="467"/>
                  <a:pt x="352" y="476"/>
                  <a:pt x="332" y="484"/>
                </a:cubicBezTo>
                <a:cubicBezTo>
                  <a:pt x="313" y="492"/>
                  <a:pt x="291" y="500"/>
                  <a:pt x="266" y="507"/>
                </a:cubicBezTo>
                <a:cubicBezTo>
                  <a:pt x="241" y="514"/>
                  <a:pt x="216" y="517"/>
                  <a:pt x="193" y="517"/>
                </a:cubicBezTo>
                <a:cubicBezTo>
                  <a:pt x="133" y="517"/>
                  <a:pt x="86" y="498"/>
                  <a:pt x="52" y="460"/>
                </a:cubicBezTo>
                <a:cubicBezTo>
                  <a:pt x="18" y="422"/>
                  <a:pt x="0" y="378"/>
                  <a:pt x="0" y="327"/>
                </a:cubicBezTo>
                <a:moveTo>
                  <a:pt x="199" y="475"/>
                </a:moveTo>
                <a:cubicBezTo>
                  <a:pt x="236" y="475"/>
                  <a:pt x="273" y="467"/>
                  <a:pt x="310" y="451"/>
                </a:cubicBezTo>
                <a:cubicBezTo>
                  <a:pt x="348" y="435"/>
                  <a:pt x="376" y="419"/>
                  <a:pt x="394" y="402"/>
                </a:cubicBezTo>
                <a:lnTo>
                  <a:pt x="421" y="377"/>
                </a:lnTo>
                <a:cubicBezTo>
                  <a:pt x="420" y="269"/>
                  <a:pt x="417" y="201"/>
                  <a:pt x="414" y="174"/>
                </a:cubicBezTo>
                <a:cubicBezTo>
                  <a:pt x="403" y="87"/>
                  <a:pt x="368" y="43"/>
                  <a:pt x="308" y="43"/>
                </a:cubicBezTo>
                <a:cubicBezTo>
                  <a:pt x="255" y="43"/>
                  <a:pt x="210" y="70"/>
                  <a:pt x="170" y="127"/>
                </a:cubicBezTo>
                <a:cubicBezTo>
                  <a:pt x="150" y="157"/>
                  <a:pt x="133" y="198"/>
                  <a:pt x="120" y="250"/>
                </a:cubicBezTo>
                <a:cubicBezTo>
                  <a:pt x="107" y="301"/>
                  <a:pt x="100" y="341"/>
                  <a:pt x="99" y="368"/>
                </a:cubicBezTo>
                <a:cubicBezTo>
                  <a:pt x="99" y="405"/>
                  <a:pt x="109" y="432"/>
                  <a:pt x="128" y="449"/>
                </a:cubicBezTo>
                <a:cubicBezTo>
                  <a:pt x="147" y="465"/>
                  <a:pt x="170" y="474"/>
                  <a:pt x="199" y="475"/>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611" name=""/>
          <p:cNvSpPr/>
          <p:nvPr/>
        </p:nvSpPr>
        <p:spPr>
          <a:xfrm>
            <a:off x="8435520" y="4454280"/>
            <a:ext cx="148320" cy="19080"/>
          </a:xfrm>
          <a:custGeom>
            <a:avLst/>
            <a:gdLst/>
            <a:ahLst/>
            <a:rect l="0" t="0" r="r" b="b"/>
            <a:pathLst>
              <a:path w="412" h="53">
                <a:moveTo>
                  <a:pt x="0" y="0"/>
                </a:moveTo>
                <a:lnTo>
                  <a:pt x="412" y="0"/>
                </a:lnTo>
                <a:lnTo>
                  <a:pt x="412" y="53"/>
                </a:lnTo>
                <a:lnTo>
                  <a:pt x="0" y="53"/>
                </a:lnTo>
                <a:lnTo>
                  <a:pt x="0" y="0"/>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612" name=""/>
          <p:cNvSpPr/>
          <p:nvPr/>
        </p:nvSpPr>
        <p:spPr>
          <a:xfrm>
            <a:off x="8648280" y="4577040"/>
            <a:ext cx="90360" cy="185040"/>
          </a:xfrm>
          <a:custGeom>
            <a:avLst/>
            <a:gdLst/>
            <a:ahLst/>
            <a:rect l="0" t="0" r="r" b="b"/>
            <a:pathLst>
              <a:path w="251" h="514">
                <a:moveTo>
                  <a:pt x="6" y="194"/>
                </a:moveTo>
                <a:cubicBezTo>
                  <a:pt x="2" y="191"/>
                  <a:pt x="0" y="188"/>
                  <a:pt x="0" y="186"/>
                </a:cubicBezTo>
                <a:cubicBezTo>
                  <a:pt x="0" y="184"/>
                  <a:pt x="1" y="180"/>
                  <a:pt x="3" y="174"/>
                </a:cubicBezTo>
                <a:cubicBezTo>
                  <a:pt x="4" y="167"/>
                  <a:pt x="5" y="163"/>
                  <a:pt x="7" y="162"/>
                </a:cubicBezTo>
                <a:cubicBezTo>
                  <a:pt x="8" y="160"/>
                  <a:pt x="10" y="158"/>
                  <a:pt x="14" y="158"/>
                </a:cubicBezTo>
                <a:cubicBezTo>
                  <a:pt x="18" y="158"/>
                  <a:pt x="31" y="158"/>
                  <a:pt x="55" y="157"/>
                </a:cubicBezTo>
                <a:lnTo>
                  <a:pt x="98" y="157"/>
                </a:lnTo>
                <a:lnTo>
                  <a:pt x="114" y="93"/>
                </a:lnTo>
                <a:cubicBezTo>
                  <a:pt x="115" y="87"/>
                  <a:pt x="117" y="79"/>
                  <a:pt x="119" y="70"/>
                </a:cubicBezTo>
                <a:cubicBezTo>
                  <a:pt x="122" y="60"/>
                  <a:pt x="123" y="53"/>
                  <a:pt x="125" y="49"/>
                </a:cubicBezTo>
                <a:cubicBezTo>
                  <a:pt x="127" y="44"/>
                  <a:pt x="128" y="39"/>
                  <a:pt x="130" y="33"/>
                </a:cubicBezTo>
                <a:cubicBezTo>
                  <a:pt x="132" y="26"/>
                  <a:pt x="134" y="22"/>
                  <a:pt x="136" y="19"/>
                </a:cubicBezTo>
                <a:cubicBezTo>
                  <a:pt x="139" y="16"/>
                  <a:pt x="142" y="13"/>
                  <a:pt x="144" y="9"/>
                </a:cubicBezTo>
                <a:cubicBezTo>
                  <a:pt x="147" y="6"/>
                  <a:pt x="151" y="3"/>
                  <a:pt x="156" y="2"/>
                </a:cubicBezTo>
                <a:cubicBezTo>
                  <a:pt x="160" y="1"/>
                  <a:pt x="165" y="0"/>
                  <a:pt x="170" y="0"/>
                </a:cubicBezTo>
                <a:cubicBezTo>
                  <a:pt x="180" y="1"/>
                  <a:pt x="187" y="4"/>
                  <a:pt x="190" y="9"/>
                </a:cubicBezTo>
                <a:cubicBezTo>
                  <a:pt x="194" y="15"/>
                  <a:pt x="196" y="20"/>
                  <a:pt x="196" y="25"/>
                </a:cubicBezTo>
                <a:cubicBezTo>
                  <a:pt x="196" y="28"/>
                  <a:pt x="193" y="41"/>
                  <a:pt x="189" y="62"/>
                </a:cubicBezTo>
                <a:cubicBezTo>
                  <a:pt x="184" y="84"/>
                  <a:pt x="178" y="105"/>
                  <a:pt x="173" y="126"/>
                </a:cubicBezTo>
                <a:lnTo>
                  <a:pt x="165" y="156"/>
                </a:lnTo>
                <a:cubicBezTo>
                  <a:pt x="165" y="157"/>
                  <a:pt x="178" y="157"/>
                  <a:pt x="205" y="157"/>
                </a:cubicBezTo>
                <a:lnTo>
                  <a:pt x="246" y="157"/>
                </a:lnTo>
                <a:cubicBezTo>
                  <a:pt x="250" y="161"/>
                  <a:pt x="251" y="164"/>
                  <a:pt x="251" y="166"/>
                </a:cubicBezTo>
                <a:cubicBezTo>
                  <a:pt x="251" y="178"/>
                  <a:pt x="248" y="187"/>
                  <a:pt x="241" y="194"/>
                </a:cubicBezTo>
                <a:lnTo>
                  <a:pt x="155" y="194"/>
                </a:lnTo>
                <a:lnTo>
                  <a:pt x="126" y="311"/>
                </a:lnTo>
                <a:cubicBezTo>
                  <a:pt x="105" y="398"/>
                  <a:pt x="93" y="444"/>
                  <a:pt x="93" y="451"/>
                </a:cubicBezTo>
                <a:cubicBezTo>
                  <a:pt x="93" y="473"/>
                  <a:pt x="101" y="484"/>
                  <a:pt x="116" y="484"/>
                </a:cubicBezTo>
                <a:cubicBezTo>
                  <a:pt x="135" y="484"/>
                  <a:pt x="153" y="475"/>
                  <a:pt x="171" y="457"/>
                </a:cubicBezTo>
                <a:cubicBezTo>
                  <a:pt x="189" y="439"/>
                  <a:pt x="203" y="416"/>
                  <a:pt x="214" y="389"/>
                </a:cubicBezTo>
                <a:cubicBezTo>
                  <a:pt x="215" y="386"/>
                  <a:pt x="216" y="384"/>
                  <a:pt x="218" y="384"/>
                </a:cubicBezTo>
                <a:cubicBezTo>
                  <a:pt x="219" y="383"/>
                  <a:pt x="223" y="383"/>
                  <a:pt x="230" y="382"/>
                </a:cubicBezTo>
                <a:lnTo>
                  <a:pt x="233" y="382"/>
                </a:lnTo>
                <a:cubicBezTo>
                  <a:pt x="241" y="382"/>
                  <a:pt x="245" y="384"/>
                  <a:pt x="245" y="389"/>
                </a:cubicBezTo>
                <a:cubicBezTo>
                  <a:pt x="245" y="390"/>
                  <a:pt x="244" y="393"/>
                  <a:pt x="243" y="398"/>
                </a:cubicBezTo>
                <a:cubicBezTo>
                  <a:pt x="240" y="407"/>
                  <a:pt x="235" y="417"/>
                  <a:pt x="228" y="429"/>
                </a:cubicBezTo>
                <a:cubicBezTo>
                  <a:pt x="221" y="441"/>
                  <a:pt x="212" y="453"/>
                  <a:pt x="201" y="467"/>
                </a:cubicBezTo>
                <a:cubicBezTo>
                  <a:pt x="189" y="480"/>
                  <a:pt x="176" y="491"/>
                  <a:pt x="160" y="500"/>
                </a:cubicBezTo>
                <a:cubicBezTo>
                  <a:pt x="144" y="510"/>
                  <a:pt x="127" y="514"/>
                  <a:pt x="111" y="514"/>
                </a:cubicBezTo>
                <a:cubicBezTo>
                  <a:pt x="93" y="514"/>
                  <a:pt x="78" y="510"/>
                  <a:pt x="64" y="502"/>
                </a:cubicBezTo>
                <a:cubicBezTo>
                  <a:pt x="49" y="494"/>
                  <a:pt x="39" y="480"/>
                  <a:pt x="32" y="460"/>
                </a:cubicBezTo>
                <a:cubicBezTo>
                  <a:pt x="31" y="456"/>
                  <a:pt x="31" y="449"/>
                  <a:pt x="31" y="439"/>
                </a:cubicBezTo>
                <a:lnTo>
                  <a:pt x="31" y="424"/>
                </a:lnTo>
                <a:lnTo>
                  <a:pt x="59" y="310"/>
                </a:lnTo>
                <a:cubicBezTo>
                  <a:pt x="78" y="235"/>
                  <a:pt x="87" y="197"/>
                  <a:pt x="88" y="196"/>
                </a:cubicBezTo>
                <a:cubicBezTo>
                  <a:pt x="88" y="195"/>
                  <a:pt x="74" y="194"/>
                  <a:pt x="47" y="194"/>
                </a:cubicBezTo>
                <a:lnTo>
                  <a:pt x="6" y="194"/>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613" name=""/>
          <p:cNvSpPr/>
          <p:nvPr/>
        </p:nvSpPr>
        <p:spPr>
          <a:xfrm>
            <a:off x="7341120" y="4354920"/>
            <a:ext cx="320400" cy="410040"/>
          </a:xfrm>
          <a:custGeom>
            <a:avLst/>
            <a:gdLst/>
            <a:ahLst/>
            <a:rect l="0" t="0" r="r" b="b"/>
            <a:pathLst>
              <a:path w="890" h="1139">
                <a:moveTo>
                  <a:pt x="26" y="708"/>
                </a:moveTo>
                <a:cubicBezTo>
                  <a:pt x="22" y="708"/>
                  <a:pt x="16" y="705"/>
                  <a:pt x="10" y="699"/>
                </a:cubicBezTo>
                <a:cubicBezTo>
                  <a:pt x="4" y="693"/>
                  <a:pt x="1" y="687"/>
                  <a:pt x="0" y="683"/>
                </a:cubicBezTo>
                <a:cubicBezTo>
                  <a:pt x="-1" y="678"/>
                  <a:pt x="11" y="667"/>
                  <a:pt x="35" y="649"/>
                </a:cubicBezTo>
                <a:cubicBezTo>
                  <a:pt x="60" y="631"/>
                  <a:pt x="85" y="612"/>
                  <a:pt x="110" y="592"/>
                </a:cubicBezTo>
                <a:cubicBezTo>
                  <a:pt x="136" y="572"/>
                  <a:pt x="151" y="561"/>
                  <a:pt x="154" y="559"/>
                </a:cubicBezTo>
                <a:cubicBezTo>
                  <a:pt x="155" y="557"/>
                  <a:pt x="157" y="557"/>
                  <a:pt x="159" y="557"/>
                </a:cubicBezTo>
                <a:lnTo>
                  <a:pt x="160" y="557"/>
                </a:lnTo>
                <a:cubicBezTo>
                  <a:pt x="165" y="557"/>
                  <a:pt x="170" y="563"/>
                  <a:pt x="176" y="576"/>
                </a:cubicBezTo>
                <a:cubicBezTo>
                  <a:pt x="182" y="589"/>
                  <a:pt x="203" y="633"/>
                  <a:pt x="238" y="709"/>
                </a:cubicBezTo>
                <a:cubicBezTo>
                  <a:pt x="252" y="742"/>
                  <a:pt x="264" y="768"/>
                  <a:pt x="273" y="788"/>
                </a:cubicBezTo>
                <a:lnTo>
                  <a:pt x="370" y="999"/>
                </a:lnTo>
                <a:cubicBezTo>
                  <a:pt x="371" y="999"/>
                  <a:pt x="410" y="917"/>
                  <a:pt x="488" y="756"/>
                </a:cubicBezTo>
                <a:cubicBezTo>
                  <a:pt x="567" y="594"/>
                  <a:pt x="646" y="431"/>
                  <a:pt x="724" y="267"/>
                </a:cubicBezTo>
                <a:cubicBezTo>
                  <a:pt x="802" y="104"/>
                  <a:pt x="843" y="20"/>
                  <a:pt x="846" y="16"/>
                </a:cubicBezTo>
                <a:cubicBezTo>
                  <a:pt x="850" y="5"/>
                  <a:pt x="858" y="0"/>
                  <a:pt x="868" y="0"/>
                </a:cubicBezTo>
                <a:cubicBezTo>
                  <a:pt x="874" y="0"/>
                  <a:pt x="878" y="2"/>
                  <a:pt x="882" y="7"/>
                </a:cubicBezTo>
                <a:cubicBezTo>
                  <a:pt x="886" y="11"/>
                  <a:pt x="888" y="16"/>
                  <a:pt x="890" y="20"/>
                </a:cubicBezTo>
                <a:lnTo>
                  <a:pt x="890" y="27"/>
                </a:lnTo>
                <a:lnTo>
                  <a:pt x="625" y="577"/>
                </a:lnTo>
                <a:lnTo>
                  <a:pt x="356" y="1131"/>
                </a:lnTo>
                <a:cubicBezTo>
                  <a:pt x="353" y="1137"/>
                  <a:pt x="346" y="1139"/>
                  <a:pt x="335" y="1139"/>
                </a:cubicBezTo>
                <a:cubicBezTo>
                  <a:pt x="328" y="1139"/>
                  <a:pt x="323" y="1138"/>
                  <a:pt x="321" y="1136"/>
                </a:cubicBezTo>
                <a:cubicBezTo>
                  <a:pt x="319" y="1134"/>
                  <a:pt x="282" y="1054"/>
                  <a:pt x="209" y="894"/>
                </a:cubicBezTo>
                <a:lnTo>
                  <a:pt x="100" y="654"/>
                </a:lnTo>
                <a:lnTo>
                  <a:pt x="82" y="667"/>
                </a:lnTo>
                <a:cubicBezTo>
                  <a:pt x="71" y="676"/>
                  <a:pt x="59" y="685"/>
                  <a:pt x="47" y="694"/>
                </a:cubicBezTo>
                <a:cubicBezTo>
                  <a:pt x="34" y="703"/>
                  <a:pt x="28" y="708"/>
                  <a:pt x="26" y="708"/>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614" name=""/>
          <p:cNvSpPr/>
          <p:nvPr/>
        </p:nvSpPr>
        <p:spPr>
          <a:xfrm>
            <a:off x="7661160" y="4354920"/>
            <a:ext cx="1107000" cy="24840"/>
          </a:xfrm>
          <a:custGeom>
            <a:avLst/>
            <a:gdLst/>
            <a:ahLst/>
            <a:rect l="0" t="0" r="r" b="b"/>
            <a:pathLst>
              <a:path w="3075" h="69">
                <a:moveTo>
                  <a:pt x="0" y="0"/>
                </a:moveTo>
                <a:lnTo>
                  <a:pt x="3075" y="0"/>
                </a:lnTo>
                <a:lnTo>
                  <a:pt x="3075" y="69"/>
                </a:lnTo>
                <a:lnTo>
                  <a:pt x="0" y="69"/>
                </a:lnTo>
                <a:lnTo>
                  <a:pt x="0" y="0"/>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615" name=""/>
          <p:cNvSpPr/>
          <p:nvPr/>
        </p:nvSpPr>
        <p:spPr>
          <a:xfrm>
            <a:off x="7270560" y="4231800"/>
            <a:ext cx="1538640" cy="25200"/>
          </a:xfrm>
          <a:custGeom>
            <a:avLst/>
            <a:gdLst/>
            <a:ahLst/>
            <a:rect l="0" t="0" r="r" b="b"/>
            <a:pathLst>
              <a:path w="4274" h="70">
                <a:moveTo>
                  <a:pt x="0" y="0"/>
                </a:moveTo>
                <a:lnTo>
                  <a:pt x="4274" y="0"/>
                </a:lnTo>
                <a:lnTo>
                  <a:pt x="4274" y="70"/>
                </a:lnTo>
                <a:lnTo>
                  <a:pt x="0" y="70"/>
                </a:lnTo>
                <a:lnTo>
                  <a:pt x="0" y="0"/>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616" name=""/>
          <p:cNvSpPr/>
          <p:nvPr/>
        </p:nvSpPr>
        <p:spPr>
          <a:xfrm>
            <a:off x="8876160" y="4164840"/>
            <a:ext cx="166680" cy="185040"/>
          </a:xfrm>
          <a:custGeom>
            <a:avLst/>
            <a:gdLst/>
            <a:ahLst/>
            <a:rect l="0" t="0" r="r" b="b"/>
            <a:pathLst>
              <a:path w="463" h="514">
                <a:moveTo>
                  <a:pt x="423" y="404"/>
                </a:moveTo>
                <a:cubicBezTo>
                  <a:pt x="429" y="404"/>
                  <a:pt x="435" y="410"/>
                  <a:pt x="439" y="421"/>
                </a:cubicBezTo>
                <a:cubicBezTo>
                  <a:pt x="444" y="432"/>
                  <a:pt x="446" y="443"/>
                  <a:pt x="447" y="453"/>
                </a:cubicBezTo>
                <a:cubicBezTo>
                  <a:pt x="447" y="455"/>
                  <a:pt x="446" y="458"/>
                  <a:pt x="445" y="461"/>
                </a:cubicBezTo>
                <a:cubicBezTo>
                  <a:pt x="443" y="463"/>
                  <a:pt x="438" y="467"/>
                  <a:pt x="429" y="472"/>
                </a:cubicBezTo>
                <a:cubicBezTo>
                  <a:pt x="420" y="477"/>
                  <a:pt x="405" y="484"/>
                  <a:pt x="383" y="494"/>
                </a:cubicBezTo>
                <a:cubicBezTo>
                  <a:pt x="362" y="502"/>
                  <a:pt x="340" y="508"/>
                  <a:pt x="317" y="512"/>
                </a:cubicBezTo>
                <a:cubicBezTo>
                  <a:pt x="309" y="513"/>
                  <a:pt x="293" y="514"/>
                  <a:pt x="271" y="514"/>
                </a:cubicBezTo>
                <a:cubicBezTo>
                  <a:pt x="221" y="514"/>
                  <a:pt x="178" y="508"/>
                  <a:pt x="142" y="495"/>
                </a:cubicBezTo>
                <a:cubicBezTo>
                  <a:pt x="106" y="481"/>
                  <a:pt x="78" y="464"/>
                  <a:pt x="57" y="444"/>
                </a:cubicBezTo>
                <a:cubicBezTo>
                  <a:pt x="37" y="423"/>
                  <a:pt x="23" y="402"/>
                  <a:pt x="14" y="380"/>
                </a:cubicBezTo>
                <a:cubicBezTo>
                  <a:pt x="4" y="358"/>
                  <a:pt x="0" y="336"/>
                  <a:pt x="0" y="315"/>
                </a:cubicBezTo>
                <a:lnTo>
                  <a:pt x="0" y="299"/>
                </a:lnTo>
                <a:cubicBezTo>
                  <a:pt x="0" y="238"/>
                  <a:pt x="19" y="181"/>
                  <a:pt x="57" y="131"/>
                </a:cubicBezTo>
                <a:cubicBezTo>
                  <a:pt x="65" y="120"/>
                  <a:pt x="75" y="109"/>
                  <a:pt x="86" y="99"/>
                </a:cubicBezTo>
                <a:cubicBezTo>
                  <a:pt x="98" y="88"/>
                  <a:pt x="114" y="75"/>
                  <a:pt x="135" y="60"/>
                </a:cubicBezTo>
                <a:cubicBezTo>
                  <a:pt x="156" y="45"/>
                  <a:pt x="184" y="32"/>
                  <a:pt x="217" y="21"/>
                </a:cubicBezTo>
                <a:cubicBezTo>
                  <a:pt x="251" y="11"/>
                  <a:pt x="286" y="4"/>
                  <a:pt x="323" y="1"/>
                </a:cubicBezTo>
                <a:cubicBezTo>
                  <a:pt x="324" y="1"/>
                  <a:pt x="332" y="1"/>
                  <a:pt x="347" y="1"/>
                </a:cubicBezTo>
                <a:cubicBezTo>
                  <a:pt x="362" y="1"/>
                  <a:pt x="375" y="0"/>
                  <a:pt x="387" y="0"/>
                </a:cubicBezTo>
                <a:cubicBezTo>
                  <a:pt x="426" y="0"/>
                  <a:pt x="448" y="2"/>
                  <a:pt x="454" y="7"/>
                </a:cubicBezTo>
                <a:cubicBezTo>
                  <a:pt x="460" y="13"/>
                  <a:pt x="463" y="21"/>
                  <a:pt x="463" y="32"/>
                </a:cubicBezTo>
                <a:cubicBezTo>
                  <a:pt x="460" y="50"/>
                  <a:pt x="450" y="62"/>
                  <a:pt x="433" y="69"/>
                </a:cubicBezTo>
                <a:lnTo>
                  <a:pt x="379" y="70"/>
                </a:lnTo>
                <a:cubicBezTo>
                  <a:pt x="326" y="71"/>
                  <a:pt x="289" y="76"/>
                  <a:pt x="267" y="85"/>
                </a:cubicBezTo>
                <a:cubicBezTo>
                  <a:pt x="231" y="100"/>
                  <a:pt x="204" y="129"/>
                  <a:pt x="188" y="170"/>
                </a:cubicBezTo>
                <a:cubicBezTo>
                  <a:pt x="181" y="186"/>
                  <a:pt x="177" y="196"/>
                  <a:pt x="177" y="200"/>
                </a:cubicBezTo>
                <a:cubicBezTo>
                  <a:pt x="177" y="201"/>
                  <a:pt x="212" y="201"/>
                  <a:pt x="282" y="201"/>
                </a:cubicBezTo>
                <a:cubicBezTo>
                  <a:pt x="293" y="201"/>
                  <a:pt x="306" y="201"/>
                  <a:pt x="321" y="201"/>
                </a:cubicBezTo>
                <a:cubicBezTo>
                  <a:pt x="336" y="201"/>
                  <a:pt x="347" y="201"/>
                  <a:pt x="353" y="200"/>
                </a:cubicBezTo>
                <a:cubicBezTo>
                  <a:pt x="375" y="200"/>
                  <a:pt x="391" y="202"/>
                  <a:pt x="399" y="206"/>
                </a:cubicBezTo>
                <a:cubicBezTo>
                  <a:pt x="408" y="210"/>
                  <a:pt x="412" y="218"/>
                  <a:pt x="413" y="231"/>
                </a:cubicBezTo>
                <a:cubicBezTo>
                  <a:pt x="413" y="251"/>
                  <a:pt x="403" y="265"/>
                  <a:pt x="383" y="271"/>
                </a:cubicBezTo>
                <a:cubicBezTo>
                  <a:pt x="380" y="271"/>
                  <a:pt x="341" y="272"/>
                  <a:pt x="268" y="272"/>
                </a:cubicBezTo>
                <a:cubicBezTo>
                  <a:pt x="196" y="272"/>
                  <a:pt x="159" y="273"/>
                  <a:pt x="159" y="274"/>
                </a:cubicBezTo>
                <a:cubicBezTo>
                  <a:pt x="152" y="295"/>
                  <a:pt x="149" y="318"/>
                  <a:pt x="149" y="346"/>
                </a:cubicBezTo>
                <a:cubicBezTo>
                  <a:pt x="149" y="386"/>
                  <a:pt x="162" y="414"/>
                  <a:pt x="188" y="431"/>
                </a:cubicBezTo>
                <a:cubicBezTo>
                  <a:pt x="213" y="448"/>
                  <a:pt x="245" y="456"/>
                  <a:pt x="283" y="456"/>
                </a:cubicBezTo>
                <a:cubicBezTo>
                  <a:pt x="286" y="456"/>
                  <a:pt x="289" y="456"/>
                  <a:pt x="292" y="456"/>
                </a:cubicBezTo>
                <a:cubicBezTo>
                  <a:pt x="296" y="456"/>
                  <a:pt x="299" y="456"/>
                  <a:pt x="300" y="455"/>
                </a:cubicBezTo>
                <a:cubicBezTo>
                  <a:pt x="323" y="451"/>
                  <a:pt x="348" y="442"/>
                  <a:pt x="374" y="427"/>
                </a:cubicBezTo>
                <a:cubicBezTo>
                  <a:pt x="401" y="411"/>
                  <a:pt x="417" y="404"/>
                  <a:pt x="423" y="404"/>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617" name=""/>
          <p:cNvSpPr/>
          <p:nvPr/>
        </p:nvSpPr>
        <p:spPr>
          <a:xfrm>
            <a:off x="9075240" y="4226760"/>
            <a:ext cx="90360" cy="185040"/>
          </a:xfrm>
          <a:custGeom>
            <a:avLst/>
            <a:gdLst/>
            <a:ahLst/>
            <a:rect l="0" t="0" r="r" b="b"/>
            <a:pathLst>
              <a:path w="251" h="514">
                <a:moveTo>
                  <a:pt x="5" y="194"/>
                </a:moveTo>
                <a:cubicBezTo>
                  <a:pt x="1" y="190"/>
                  <a:pt x="0" y="188"/>
                  <a:pt x="0" y="186"/>
                </a:cubicBezTo>
                <a:cubicBezTo>
                  <a:pt x="0" y="184"/>
                  <a:pt x="0" y="180"/>
                  <a:pt x="2" y="173"/>
                </a:cubicBezTo>
                <a:cubicBezTo>
                  <a:pt x="4" y="167"/>
                  <a:pt x="5" y="163"/>
                  <a:pt x="6" y="162"/>
                </a:cubicBezTo>
                <a:cubicBezTo>
                  <a:pt x="7" y="159"/>
                  <a:pt x="9" y="158"/>
                  <a:pt x="13" y="158"/>
                </a:cubicBezTo>
                <a:cubicBezTo>
                  <a:pt x="17" y="158"/>
                  <a:pt x="31" y="158"/>
                  <a:pt x="54" y="157"/>
                </a:cubicBezTo>
                <a:lnTo>
                  <a:pt x="97" y="157"/>
                </a:lnTo>
                <a:lnTo>
                  <a:pt x="112" y="93"/>
                </a:lnTo>
                <a:cubicBezTo>
                  <a:pt x="114" y="87"/>
                  <a:pt x="116" y="79"/>
                  <a:pt x="118" y="69"/>
                </a:cubicBezTo>
                <a:cubicBezTo>
                  <a:pt x="120" y="60"/>
                  <a:pt x="122" y="53"/>
                  <a:pt x="123" y="48"/>
                </a:cubicBezTo>
                <a:cubicBezTo>
                  <a:pt x="125" y="44"/>
                  <a:pt x="127" y="39"/>
                  <a:pt x="128" y="32"/>
                </a:cubicBezTo>
                <a:cubicBezTo>
                  <a:pt x="130" y="26"/>
                  <a:pt x="132" y="21"/>
                  <a:pt x="135" y="19"/>
                </a:cubicBezTo>
                <a:cubicBezTo>
                  <a:pt x="137" y="16"/>
                  <a:pt x="140" y="13"/>
                  <a:pt x="143" y="9"/>
                </a:cubicBezTo>
                <a:cubicBezTo>
                  <a:pt x="145" y="5"/>
                  <a:pt x="149" y="3"/>
                  <a:pt x="154" y="2"/>
                </a:cubicBezTo>
                <a:cubicBezTo>
                  <a:pt x="159" y="1"/>
                  <a:pt x="164" y="0"/>
                  <a:pt x="170" y="0"/>
                </a:cubicBezTo>
                <a:cubicBezTo>
                  <a:pt x="179" y="1"/>
                  <a:pt x="186" y="4"/>
                  <a:pt x="190" y="9"/>
                </a:cubicBezTo>
                <a:cubicBezTo>
                  <a:pt x="193" y="14"/>
                  <a:pt x="195" y="19"/>
                  <a:pt x="195" y="24"/>
                </a:cubicBezTo>
                <a:cubicBezTo>
                  <a:pt x="195" y="28"/>
                  <a:pt x="193" y="41"/>
                  <a:pt x="188" y="62"/>
                </a:cubicBezTo>
                <a:cubicBezTo>
                  <a:pt x="183" y="84"/>
                  <a:pt x="178" y="105"/>
                  <a:pt x="172" y="126"/>
                </a:cubicBezTo>
                <a:lnTo>
                  <a:pt x="163" y="155"/>
                </a:lnTo>
                <a:cubicBezTo>
                  <a:pt x="163" y="156"/>
                  <a:pt x="177" y="157"/>
                  <a:pt x="204" y="157"/>
                </a:cubicBezTo>
                <a:lnTo>
                  <a:pt x="245" y="157"/>
                </a:lnTo>
                <a:cubicBezTo>
                  <a:pt x="249" y="161"/>
                  <a:pt x="251" y="164"/>
                  <a:pt x="251" y="166"/>
                </a:cubicBezTo>
                <a:cubicBezTo>
                  <a:pt x="251" y="178"/>
                  <a:pt x="247" y="187"/>
                  <a:pt x="240" y="194"/>
                </a:cubicBezTo>
                <a:lnTo>
                  <a:pt x="153" y="194"/>
                </a:lnTo>
                <a:lnTo>
                  <a:pt x="124" y="312"/>
                </a:lnTo>
                <a:cubicBezTo>
                  <a:pt x="103" y="398"/>
                  <a:pt x="93" y="444"/>
                  <a:pt x="93" y="450"/>
                </a:cubicBezTo>
                <a:cubicBezTo>
                  <a:pt x="93" y="473"/>
                  <a:pt x="100" y="484"/>
                  <a:pt x="115" y="484"/>
                </a:cubicBezTo>
                <a:cubicBezTo>
                  <a:pt x="133" y="484"/>
                  <a:pt x="152" y="475"/>
                  <a:pt x="170" y="457"/>
                </a:cubicBezTo>
                <a:cubicBezTo>
                  <a:pt x="188" y="438"/>
                  <a:pt x="202" y="416"/>
                  <a:pt x="213" y="389"/>
                </a:cubicBezTo>
                <a:cubicBezTo>
                  <a:pt x="214" y="386"/>
                  <a:pt x="215" y="384"/>
                  <a:pt x="217" y="383"/>
                </a:cubicBezTo>
                <a:cubicBezTo>
                  <a:pt x="219" y="383"/>
                  <a:pt x="223" y="382"/>
                  <a:pt x="229" y="382"/>
                </a:cubicBezTo>
                <a:lnTo>
                  <a:pt x="232" y="382"/>
                </a:lnTo>
                <a:cubicBezTo>
                  <a:pt x="240" y="382"/>
                  <a:pt x="244" y="384"/>
                  <a:pt x="244" y="388"/>
                </a:cubicBezTo>
                <a:cubicBezTo>
                  <a:pt x="244" y="390"/>
                  <a:pt x="244" y="393"/>
                  <a:pt x="242" y="398"/>
                </a:cubicBezTo>
                <a:cubicBezTo>
                  <a:pt x="239" y="406"/>
                  <a:pt x="234" y="417"/>
                  <a:pt x="227" y="428"/>
                </a:cubicBezTo>
                <a:cubicBezTo>
                  <a:pt x="221" y="440"/>
                  <a:pt x="211" y="453"/>
                  <a:pt x="200" y="466"/>
                </a:cubicBezTo>
                <a:cubicBezTo>
                  <a:pt x="189" y="480"/>
                  <a:pt x="175" y="491"/>
                  <a:pt x="158" y="500"/>
                </a:cubicBezTo>
                <a:cubicBezTo>
                  <a:pt x="142" y="509"/>
                  <a:pt x="126" y="514"/>
                  <a:pt x="109" y="514"/>
                </a:cubicBezTo>
                <a:cubicBezTo>
                  <a:pt x="93" y="514"/>
                  <a:pt x="78" y="510"/>
                  <a:pt x="63" y="502"/>
                </a:cubicBezTo>
                <a:cubicBezTo>
                  <a:pt x="49" y="494"/>
                  <a:pt x="38" y="480"/>
                  <a:pt x="32" y="460"/>
                </a:cubicBezTo>
                <a:cubicBezTo>
                  <a:pt x="31" y="456"/>
                  <a:pt x="30" y="448"/>
                  <a:pt x="30" y="438"/>
                </a:cubicBezTo>
                <a:lnTo>
                  <a:pt x="30" y="424"/>
                </a:lnTo>
                <a:lnTo>
                  <a:pt x="58" y="311"/>
                </a:lnTo>
                <a:cubicBezTo>
                  <a:pt x="77" y="234"/>
                  <a:pt x="87" y="196"/>
                  <a:pt x="87" y="196"/>
                </a:cubicBezTo>
                <a:cubicBezTo>
                  <a:pt x="87" y="195"/>
                  <a:pt x="74" y="194"/>
                  <a:pt x="46" y="194"/>
                </a:cubicBezTo>
                <a:lnTo>
                  <a:pt x="5" y="194"/>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618" name=""/>
          <p:cNvSpPr/>
          <p:nvPr/>
        </p:nvSpPr>
        <p:spPr>
          <a:xfrm>
            <a:off x="9208440" y="3752640"/>
            <a:ext cx="202320" cy="983520"/>
          </a:xfrm>
          <a:custGeom>
            <a:avLst/>
            <a:gdLst/>
            <a:ahLst/>
            <a:rect l="0" t="0" r="r" b="b"/>
            <a:pathLst>
              <a:path w="562" h="2732">
                <a:moveTo>
                  <a:pt x="0" y="14"/>
                </a:moveTo>
                <a:cubicBezTo>
                  <a:pt x="0" y="8"/>
                  <a:pt x="2" y="4"/>
                  <a:pt x="4" y="2"/>
                </a:cubicBezTo>
                <a:cubicBezTo>
                  <a:pt x="6" y="1"/>
                  <a:pt x="11" y="0"/>
                  <a:pt x="19" y="0"/>
                </a:cubicBezTo>
                <a:lnTo>
                  <a:pt x="26" y="0"/>
                </a:lnTo>
                <a:lnTo>
                  <a:pt x="43" y="0"/>
                </a:lnTo>
                <a:cubicBezTo>
                  <a:pt x="44" y="2"/>
                  <a:pt x="55" y="12"/>
                  <a:pt x="74" y="31"/>
                </a:cubicBezTo>
                <a:cubicBezTo>
                  <a:pt x="94" y="50"/>
                  <a:pt x="111" y="66"/>
                  <a:pt x="126" y="80"/>
                </a:cubicBezTo>
                <a:cubicBezTo>
                  <a:pt x="140" y="93"/>
                  <a:pt x="161" y="117"/>
                  <a:pt x="187" y="149"/>
                </a:cubicBezTo>
                <a:cubicBezTo>
                  <a:pt x="214" y="182"/>
                  <a:pt x="237" y="213"/>
                  <a:pt x="258" y="241"/>
                </a:cubicBezTo>
                <a:cubicBezTo>
                  <a:pt x="278" y="270"/>
                  <a:pt x="302" y="309"/>
                  <a:pt x="329" y="356"/>
                </a:cubicBezTo>
                <a:cubicBezTo>
                  <a:pt x="357" y="404"/>
                  <a:pt x="380" y="451"/>
                  <a:pt x="400" y="498"/>
                </a:cubicBezTo>
                <a:cubicBezTo>
                  <a:pt x="420" y="544"/>
                  <a:pt x="441" y="600"/>
                  <a:pt x="464" y="667"/>
                </a:cubicBezTo>
                <a:cubicBezTo>
                  <a:pt x="486" y="734"/>
                  <a:pt x="503" y="801"/>
                  <a:pt x="515" y="868"/>
                </a:cubicBezTo>
                <a:cubicBezTo>
                  <a:pt x="527" y="934"/>
                  <a:pt x="538" y="1011"/>
                  <a:pt x="548" y="1099"/>
                </a:cubicBezTo>
                <a:cubicBezTo>
                  <a:pt x="558" y="1186"/>
                  <a:pt x="562" y="1275"/>
                  <a:pt x="562" y="1365"/>
                </a:cubicBezTo>
                <a:cubicBezTo>
                  <a:pt x="562" y="1454"/>
                  <a:pt x="559" y="1529"/>
                  <a:pt x="554" y="1590"/>
                </a:cubicBezTo>
                <a:cubicBezTo>
                  <a:pt x="518" y="2025"/>
                  <a:pt x="381" y="2372"/>
                  <a:pt x="146" y="2631"/>
                </a:cubicBezTo>
                <a:cubicBezTo>
                  <a:pt x="129" y="2650"/>
                  <a:pt x="112" y="2666"/>
                  <a:pt x="97" y="2681"/>
                </a:cubicBezTo>
                <a:cubicBezTo>
                  <a:pt x="82" y="2695"/>
                  <a:pt x="70" y="2707"/>
                  <a:pt x="60" y="2717"/>
                </a:cubicBezTo>
                <a:cubicBezTo>
                  <a:pt x="50" y="2727"/>
                  <a:pt x="44" y="2732"/>
                  <a:pt x="43" y="2732"/>
                </a:cubicBezTo>
                <a:lnTo>
                  <a:pt x="26" y="2732"/>
                </a:lnTo>
                <a:cubicBezTo>
                  <a:pt x="16" y="2732"/>
                  <a:pt x="9" y="2731"/>
                  <a:pt x="6" y="2730"/>
                </a:cubicBezTo>
                <a:cubicBezTo>
                  <a:pt x="3" y="2728"/>
                  <a:pt x="1" y="2724"/>
                  <a:pt x="0" y="2718"/>
                </a:cubicBezTo>
                <a:cubicBezTo>
                  <a:pt x="41" y="2677"/>
                  <a:pt x="82" y="2630"/>
                  <a:pt x="121" y="2577"/>
                </a:cubicBezTo>
                <a:cubicBezTo>
                  <a:pt x="340" y="2287"/>
                  <a:pt x="449" y="1883"/>
                  <a:pt x="449" y="1365"/>
                </a:cubicBezTo>
                <a:cubicBezTo>
                  <a:pt x="449" y="1212"/>
                  <a:pt x="439" y="1069"/>
                  <a:pt x="419" y="936"/>
                </a:cubicBezTo>
                <a:cubicBezTo>
                  <a:pt x="400" y="803"/>
                  <a:pt x="375" y="691"/>
                  <a:pt x="347" y="601"/>
                </a:cubicBezTo>
                <a:cubicBezTo>
                  <a:pt x="318" y="511"/>
                  <a:pt x="282" y="426"/>
                  <a:pt x="241" y="346"/>
                </a:cubicBezTo>
                <a:cubicBezTo>
                  <a:pt x="199" y="266"/>
                  <a:pt x="161" y="205"/>
                  <a:pt x="127" y="161"/>
                </a:cubicBezTo>
                <a:cubicBezTo>
                  <a:pt x="93" y="117"/>
                  <a:pt x="55" y="73"/>
                  <a:pt x="14" y="29"/>
                </a:cubicBezTo>
                <a:cubicBezTo>
                  <a:pt x="13" y="27"/>
                  <a:pt x="11" y="26"/>
                  <a:pt x="10" y="24"/>
                </a:cubicBezTo>
                <a:cubicBezTo>
                  <a:pt x="8" y="22"/>
                  <a:pt x="7" y="21"/>
                  <a:pt x="6" y="19"/>
                </a:cubicBezTo>
                <a:cubicBezTo>
                  <a:pt x="5" y="18"/>
                  <a:pt x="4" y="17"/>
                  <a:pt x="3" y="16"/>
                </a:cubicBezTo>
                <a:lnTo>
                  <a:pt x="0" y="14"/>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619" name=""/>
          <p:cNvSpPr txBox="1"/>
          <p:nvPr/>
        </p:nvSpPr>
        <p:spPr>
          <a:xfrm>
            <a:off x="380880" y="3031920"/>
            <a:ext cx="1001880" cy="334080"/>
          </a:xfrm>
          <a:prstGeom prst="rect">
            <a:avLst/>
          </a:prstGeom>
          <a:noFill/>
          <a:ln w="0">
            <a:noFill/>
          </a:ln>
        </p:spPr>
        <p:txBody>
          <a:bodyPr wrap="none" lIns="0" rIns="0" tIns="0" bIns="0" anchor="t">
            <a:spAutoFit/>
          </a:bodyPr>
          <a:p>
            <a:r>
              <a:rPr b="0" lang="zh-CN" sz="2620" strike="noStrike" u="none">
                <a:solidFill>
                  <a:srgbClr val="333333"/>
                </a:solidFill>
                <a:effectLst/>
                <a:uFillTx/>
                <a:latin typeface="NotoSansJP-Thin_"/>
                <a:ea typeface="NotoSansJP-Thin_"/>
              </a:rPr>
              <a:t>ここで</a:t>
            </a:r>
            <a:endParaRPr b="0" lang="en-US" sz="2620" strike="noStrike" u="none">
              <a:solidFill>
                <a:srgbClr val="000000"/>
              </a:solidFill>
              <a:effectLst/>
              <a:uFillTx/>
              <a:latin typeface="Times New Roman"/>
            </a:endParaRPr>
          </a:p>
        </p:txBody>
      </p:sp>
      <p:sp>
        <p:nvSpPr>
          <p:cNvPr id="620" name=""/>
          <p:cNvSpPr/>
          <p:nvPr/>
        </p:nvSpPr>
        <p:spPr>
          <a:xfrm>
            <a:off x="741960" y="5286240"/>
            <a:ext cx="166320" cy="185040"/>
          </a:xfrm>
          <a:custGeom>
            <a:avLst/>
            <a:gdLst/>
            <a:ahLst/>
            <a:rect l="0" t="0" r="r" b="b"/>
            <a:pathLst>
              <a:path w="462" h="514">
                <a:moveTo>
                  <a:pt x="423" y="404"/>
                </a:moveTo>
                <a:cubicBezTo>
                  <a:pt x="429" y="404"/>
                  <a:pt x="434" y="409"/>
                  <a:pt x="439" y="421"/>
                </a:cubicBezTo>
                <a:cubicBezTo>
                  <a:pt x="443" y="432"/>
                  <a:pt x="446" y="443"/>
                  <a:pt x="447" y="454"/>
                </a:cubicBezTo>
                <a:cubicBezTo>
                  <a:pt x="447" y="456"/>
                  <a:pt x="446" y="459"/>
                  <a:pt x="444" y="462"/>
                </a:cubicBezTo>
                <a:cubicBezTo>
                  <a:pt x="443" y="464"/>
                  <a:pt x="437" y="468"/>
                  <a:pt x="428" y="473"/>
                </a:cubicBezTo>
                <a:cubicBezTo>
                  <a:pt x="419" y="478"/>
                  <a:pt x="404" y="485"/>
                  <a:pt x="383" y="493"/>
                </a:cubicBezTo>
                <a:cubicBezTo>
                  <a:pt x="362" y="502"/>
                  <a:pt x="340" y="508"/>
                  <a:pt x="317" y="512"/>
                </a:cubicBezTo>
                <a:cubicBezTo>
                  <a:pt x="309" y="513"/>
                  <a:pt x="293" y="514"/>
                  <a:pt x="270" y="514"/>
                </a:cubicBezTo>
                <a:cubicBezTo>
                  <a:pt x="221" y="514"/>
                  <a:pt x="178" y="507"/>
                  <a:pt x="142" y="495"/>
                </a:cubicBezTo>
                <a:cubicBezTo>
                  <a:pt x="105" y="482"/>
                  <a:pt x="77" y="465"/>
                  <a:pt x="57" y="444"/>
                </a:cubicBezTo>
                <a:cubicBezTo>
                  <a:pt x="38" y="423"/>
                  <a:pt x="23" y="402"/>
                  <a:pt x="13" y="380"/>
                </a:cubicBezTo>
                <a:cubicBezTo>
                  <a:pt x="4" y="358"/>
                  <a:pt x="0" y="336"/>
                  <a:pt x="0" y="315"/>
                </a:cubicBezTo>
                <a:lnTo>
                  <a:pt x="0" y="299"/>
                </a:lnTo>
                <a:cubicBezTo>
                  <a:pt x="0" y="238"/>
                  <a:pt x="20" y="182"/>
                  <a:pt x="57" y="131"/>
                </a:cubicBezTo>
                <a:cubicBezTo>
                  <a:pt x="65" y="120"/>
                  <a:pt x="75" y="109"/>
                  <a:pt x="86" y="99"/>
                </a:cubicBezTo>
                <a:cubicBezTo>
                  <a:pt x="97" y="88"/>
                  <a:pt x="114" y="75"/>
                  <a:pt x="135" y="60"/>
                </a:cubicBezTo>
                <a:cubicBezTo>
                  <a:pt x="156" y="45"/>
                  <a:pt x="183" y="32"/>
                  <a:pt x="217" y="21"/>
                </a:cubicBezTo>
                <a:cubicBezTo>
                  <a:pt x="250" y="11"/>
                  <a:pt x="285" y="4"/>
                  <a:pt x="323" y="1"/>
                </a:cubicBezTo>
                <a:cubicBezTo>
                  <a:pt x="323" y="1"/>
                  <a:pt x="331" y="1"/>
                  <a:pt x="346" y="1"/>
                </a:cubicBezTo>
                <a:cubicBezTo>
                  <a:pt x="362" y="1"/>
                  <a:pt x="375" y="1"/>
                  <a:pt x="386" y="0"/>
                </a:cubicBezTo>
                <a:cubicBezTo>
                  <a:pt x="425" y="0"/>
                  <a:pt x="447" y="2"/>
                  <a:pt x="453" y="7"/>
                </a:cubicBezTo>
                <a:cubicBezTo>
                  <a:pt x="459" y="13"/>
                  <a:pt x="462" y="21"/>
                  <a:pt x="462" y="32"/>
                </a:cubicBezTo>
                <a:cubicBezTo>
                  <a:pt x="459" y="50"/>
                  <a:pt x="450" y="62"/>
                  <a:pt x="433" y="69"/>
                </a:cubicBezTo>
                <a:lnTo>
                  <a:pt x="378" y="70"/>
                </a:lnTo>
                <a:cubicBezTo>
                  <a:pt x="325" y="71"/>
                  <a:pt x="288" y="76"/>
                  <a:pt x="267" y="85"/>
                </a:cubicBezTo>
                <a:cubicBezTo>
                  <a:pt x="230" y="100"/>
                  <a:pt x="204" y="129"/>
                  <a:pt x="187" y="171"/>
                </a:cubicBezTo>
                <a:cubicBezTo>
                  <a:pt x="180" y="186"/>
                  <a:pt x="177" y="196"/>
                  <a:pt x="177" y="200"/>
                </a:cubicBezTo>
                <a:cubicBezTo>
                  <a:pt x="177" y="201"/>
                  <a:pt x="212" y="201"/>
                  <a:pt x="282" y="201"/>
                </a:cubicBezTo>
                <a:cubicBezTo>
                  <a:pt x="292" y="201"/>
                  <a:pt x="305" y="201"/>
                  <a:pt x="320" y="201"/>
                </a:cubicBezTo>
                <a:cubicBezTo>
                  <a:pt x="335" y="201"/>
                  <a:pt x="346" y="201"/>
                  <a:pt x="352" y="200"/>
                </a:cubicBezTo>
                <a:cubicBezTo>
                  <a:pt x="375" y="200"/>
                  <a:pt x="390" y="202"/>
                  <a:pt x="399" y="206"/>
                </a:cubicBezTo>
                <a:cubicBezTo>
                  <a:pt x="407" y="210"/>
                  <a:pt x="412" y="218"/>
                  <a:pt x="412" y="231"/>
                </a:cubicBezTo>
                <a:cubicBezTo>
                  <a:pt x="412" y="251"/>
                  <a:pt x="403" y="265"/>
                  <a:pt x="383" y="271"/>
                </a:cubicBezTo>
                <a:cubicBezTo>
                  <a:pt x="379" y="271"/>
                  <a:pt x="341" y="272"/>
                  <a:pt x="268" y="272"/>
                </a:cubicBezTo>
                <a:cubicBezTo>
                  <a:pt x="195" y="272"/>
                  <a:pt x="159" y="273"/>
                  <a:pt x="159" y="274"/>
                </a:cubicBezTo>
                <a:cubicBezTo>
                  <a:pt x="152" y="295"/>
                  <a:pt x="148" y="318"/>
                  <a:pt x="148" y="346"/>
                </a:cubicBezTo>
                <a:cubicBezTo>
                  <a:pt x="148" y="386"/>
                  <a:pt x="161" y="414"/>
                  <a:pt x="187" y="431"/>
                </a:cubicBezTo>
                <a:cubicBezTo>
                  <a:pt x="213" y="448"/>
                  <a:pt x="245" y="457"/>
                  <a:pt x="283" y="457"/>
                </a:cubicBezTo>
                <a:cubicBezTo>
                  <a:pt x="285" y="457"/>
                  <a:pt x="288" y="457"/>
                  <a:pt x="292" y="457"/>
                </a:cubicBezTo>
                <a:cubicBezTo>
                  <a:pt x="296" y="457"/>
                  <a:pt x="298" y="457"/>
                  <a:pt x="300" y="456"/>
                </a:cubicBezTo>
                <a:cubicBezTo>
                  <a:pt x="323" y="452"/>
                  <a:pt x="347" y="442"/>
                  <a:pt x="374" y="426"/>
                </a:cubicBezTo>
                <a:cubicBezTo>
                  <a:pt x="400" y="411"/>
                  <a:pt x="417" y="404"/>
                  <a:pt x="423" y="404"/>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621" name=""/>
          <p:cNvSpPr/>
          <p:nvPr/>
        </p:nvSpPr>
        <p:spPr>
          <a:xfrm>
            <a:off x="940680" y="5348160"/>
            <a:ext cx="90360" cy="184680"/>
          </a:xfrm>
          <a:custGeom>
            <a:avLst/>
            <a:gdLst/>
            <a:ahLst/>
            <a:rect l="0" t="0" r="r" b="b"/>
            <a:pathLst>
              <a:path w="251" h="513">
                <a:moveTo>
                  <a:pt x="5" y="194"/>
                </a:moveTo>
                <a:cubicBezTo>
                  <a:pt x="2" y="190"/>
                  <a:pt x="0" y="188"/>
                  <a:pt x="0" y="186"/>
                </a:cubicBezTo>
                <a:cubicBezTo>
                  <a:pt x="0" y="184"/>
                  <a:pt x="1" y="179"/>
                  <a:pt x="2" y="173"/>
                </a:cubicBezTo>
                <a:cubicBezTo>
                  <a:pt x="4" y="167"/>
                  <a:pt x="5" y="163"/>
                  <a:pt x="6" y="162"/>
                </a:cubicBezTo>
                <a:cubicBezTo>
                  <a:pt x="7" y="159"/>
                  <a:pt x="10" y="158"/>
                  <a:pt x="14" y="158"/>
                </a:cubicBezTo>
                <a:cubicBezTo>
                  <a:pt x="18" y="158"/>
                  <a:pt x="32" y="157"/>
                  <a:pt x="56" y="157"/>
                </a:cubicBezTo>
                <a:lnTo>
                  <a:pt x="98" y="157"/>
                </a:lnTo>
                <a:lnTo>
                  <a:pt x="113" y="93"/>
                </a:lnTo>
                <a:cubicBezTo>
                  <a:pt x="115" y="87"/>
                  <a:pt x="117" y="79"/>
                  <a:pt x="119" y="69"/>
                </a:cubicBezTo>
                <a:cubicBezTo>
                  <a:pt x="121" y="60"/>
                  <a:pt x="123" y="53"/>
                  <a:pt x="125" y="48"/>
                </a:cubicBezTo>
                <a:cubicBezTo>
                  <a:pt x="126" y="44"/>
                  <a:pt x="128" y="39"/>
                  <a:pt x="130" y="32"/>
                </a:cubicBezTo>
                <a:cubicBezTo>
                  <a:pt x="131" y="26"/>
                  <a:pt x="133" y="21"/>
                  <a:pt x="136" y="19"/>
                </a:cubicBezTo>
                <a:cubicBezTo>
                  <a:pt x="139" y="16"/>
                  <a:pt x="141" y="13"/>
                  <a:pt x="144" y="9"/>
                </a:cubicBezTo>
                <a:cubicBezTo>
                  <a:pt x="147" y="5"/>
                  <a:pt x="150" y="3"/>
                  <a:pt x="155" y="2"/>
                </a:cubicBezTo>
                <a:cubicBezTo>
                  <a:pt x="160" y="1"/>
                  <a:pt x="165" y="0"/>
                  <a:pt x="170" y="0"/>
                </a:cubicBezTo>
                <a:cubicBezTo>
                  <a:pt x="179" y="1"/>
                  <a:pt x="186" y="4"/>
                  <a:pt x="190" y="9"/>
                </a:cubicBezTo>
                <a:cubicBezTo>
                  <a:pt x="194" y="14"/>
                  <a:pt x="195" y="19"/>
                  <a:pt x="195" y="24"/>
                </a:cubicBezTo>
                <a:cubicBezTo>
                  <a:pt x="195" y="28"/>
                  <a:pt x="193" y="41"/>
                  <a:pt x="188" y="62"/>
                </a:cubicBezTo>
                <a:cubicBezTo>
                  <a:pt x="183" y="84"/>
                  <a:pt x="178" y="105"/>
                  <a:pt x="172" y="126"/>
                </a:cubicBezTo>
                <a:lnTo>
                  <a:pt x="164" y="155"/>
                </a:lnTo>
                <a:cubicBezTo>
                  <a:pt x="164" y="156"/>
                  <a:pt x="177" y="157"/>
                  <a:pt x="204" y="157"/>
                </a:cubicBezTo>
                <a:lnTo>
                  <a:pt x="245" y="157"/>
                </a:lnTo>
                <a:cubicBezTo>
                  <a:pt x="249" y="161"/>
                  <a:pt x="251" y="164"/>
                  <a:pt x="251" y="166"/>
                </a:cubicBezTo>
                <a:cubicBezTo>
                  <a:pt x="251" y="178"/>
                  <a:pt x="247" y="187"/>
                  <a:pt x="240" y="194"/>
                </a:cubicBezTo>
                <a:lnTo>
                  <a:pt x="154" y="194"/>
                </a:lnTo>
                <a:lnTo>
                  <a:pt x="125" y="312"/>
                </a:lnTo>
                <a:cubicBezTo>
                  <a:pt x="105" y="397"/>
                  <a:pt x="94" y="443"/>
                  <a:pt x="94" y="450"/>
                </a:cubicBezTo>
                <a:cubicBezTo>
                  <a:pt x="94" y="472"/>
                  <a:pt x="101" y="484"/>
                  <a:pt x="116" y="484"/>
                </a:cubicBezTo>
                <a:cubicBezTo>
                  <a:pt x="135" y="484"/>
                  <a:pt x="153" y="475"/>
                  <a:pt x="171" y="456"/>
                </a:cubicBezTo>
                <a:cubicBezTo>
                  <a:pt x="188" y="438"/>
                  <a:pt x="202" y="416"/>
                  <a:pt x="213" y="389"/>
                </a:cubicBezTo>
                <a:cubicBezTo>
                  <a:pt x="214" y="386"/>
                  <a:pt x="216" y="384"/>
                  <a:pt x="217" y="383"/>
                </a:cubicBezTo>
                <a:cubicBezTo>
                  <a:pt x="219" y="383"/>
                  <a:pt x="223" y="382"/>
                  <a:pt x="229" y="382"/>
                </a:cubicBezTo>
                <a:lnTo>
                  <a:pt x="232" y="382"/>
                </a:lnTo>
                <a:cubicBezTo>
                  <a:pt x="240" y="382"/>
                  <a:pt x="245" y="384"/>
                  <a:pt x="245" y="388"/>
                </a:cubicBezTo>
                <a:cubicBezTo>
                  <a:pt x="245" y="390"/>
                  <a:pt x="244" y="393"/>
                  <a:pt x="242" y="398"/>
                </a:cubicBezTo>
                <a:cubicBezTo>
                  <a:pt x="239" y="406"/>
                  <a:pt x="235" y="416"/>
                  <a:pt x="228" y="428"/>
                </a:cubicBezTo>
                <a:cubicBezTo>
                  <a:pt x="221" y="440"/>
                  <a:pt x="212" y="453"/>
                  <a:pt x="200" y="466"/>
                </a:cubicBezTo>
                <a:cubicBezTo>
                  <a:pt x="189" y="479"/>
                  <a:pt x="175" y="491"/>
                  <a:pt x="159" y="500"/>
                </a:cubicBezTo>
                <a:cubicBezTo>
                  <a:pt x="143" y="509"/>
                  <a:pt x="127" y="513"/>
                  <a:pt x="110" y="513"/>
                </a:cubicBezTo>
                <a:cubicBezTo>
                  <a:pt x="94" y="513"/>
                  <a:pt x="79" y="509"/>
                  <a:pt x="64" y="501"/>
                </a:cubicBezTo>
                <a:cubicBezTo>
                  <a:pt x="50" y="493"/>
                  <a:pt x="39" y="479"/>
                  <a:pt x="33" y="460"/>
                </a:cubicBezTo>
                <a:cubicBezTo>
                  <a:pt x="32" y="455"/>
                  <a:pt x="31" y="448"/>
                  <a:pt x="31" y="438"/>
                </a:cubicBezTo>
                <a:lnTo>
                  <a:pt x="31" y="423"/>
                </a:lnTo>
                <a:lnTo>
                  <a:pt x="60" y="311"/>
                </a:lnTo>
                <a:cubicBezTo>
                  <a:pt x="78" y="234"/>
                  <a:pt x="88" y="196"/>
                  <a:pt x="88" y="196"/>
                </a:cubicBezTo>
                <a:cubicBezTo>
                  <a:pt x="88" y="194"/>
                  <a:pt x="75" y="194"/>
                  <a:pt x="47" y="194"/>
                </a:cubicBezTo>
                <a:lnTo>
                  <a:pt x="5" y="194"/>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622" name=""/>
          <p:cNvSpPr/>
          <p:nvPr/>
        </p:nvSpPr>
        <p:spPr>
          <a:xfrm>
            <a:off x="1589760" y="5286240"/>
            <a:ext cx="231840" cy="182160"/>
          </a:xfrm>
          <a:custGeom>
            <a:avLst/>
            <a:gdLst/>
            <a:ahLst/>
            <a:rect l="0" t="0" r="r" b="b"/>
            <a:pathLst>
              <a:path w="644" h="506">
                <a:moveTo>
                  <a:pt x="234" y="506"/>
                </a:moveTo>
                <a:cubicBezTo>
                  <a:pt x="223" y="504"/>
                  <a:pt x="183" y="503"/>
                  <a:pt x="114" y="503"/>
                </a:cubicBezTo>
                <a:cubicBezTo>
                  <a:pt x="52" y="503"/>
                  <a:pt x="17" y="504"/>
                  <a:pt x="8" y="506"/>
                </a:cubicBezTo>
                <a:lnTo>
                  <a:pt x="0" y="506"/>
                </a:lnTo>
                <a:lnTo>
                  <a:pt x="0" y="435"/>
                </a:lnTo>
                <a:lnTo>
                  <a:pt x="109" y="435"/>
                </a:lnTo>
                <a:lnTo>
                  <a:pt x="255" y="264"/>
                </a:lnTo>
                <a:lnTo>
                  <a:pt x="100" y="70"/>
                </a:lnTo>
                <a:lnTo>
                  <a:pt x="6" y="70"/>
                </a:lnTo>
                <a:lnTo>
                  <a:pt x="6" y="0"/>
                </a:lnTo>
                <a:lnTo>
                  <a:pt x="15" y="0"/>
                </a:lnTo>
                <a:cubicBezTo>
                  <a:pt x="26" y="2"/>
                  <a:pt x="67" y="3"/>
                  <a:pt x="139" y="3"/>
                </a:cubicBezTo>
                <a:cubicBezTo>
                  <a:pt x="218" y="3"/>
                  <a:pt x="264" y="2"/>
                  <a:pt x="277" y="0"/>
                </a:cubicBezTo>
                <a:lnTo>
                  <a:pt x="288" y="0"/>
                </a:lnTo>
                <a:lnTo>
                  <a:pt x="288" y="70"/>
                </a:lnTo>
                <a:lnTo>
                  <a:pt x="256" y="70"/>
                </a:lnTo>
                <a:lnTo>
                  <a:pt x="296" y="119"/>
                </a:lnTo>
                <a:cubicBezTo>
                  <a:pt x="321" y="151"/>
                  <a:pt x="335" y="167"/>
                  <a:pt x="335" y="167"/>
                </a:cubicBezTo>
                <a:cubicBezTo>
                  <a:pt x="338" y="167"/>
                  <a:pt x="353" y="150"/>
                  <a:pt x="379" y="117"/>
                </a:cubicBezTo>
                <a:lnTo>
                  <a:pt x="419" y="70"/>
                </a:lnTo>
                <a:lnTo>
                  <a:pt x="376" y="70"/>
                </a:lnTo>
                <a:lnTo>
                  <a:pt x="376" y="0"/>
                </a:lnTo>
                <a:lnTo>
                  <a:pt x="385" y="0"/>
                </a:lnTo>
                <a:cubicBezTo>
                  <a:pt x="397" y="2"/>
                  <a:pt x="438" y="3"/>
                  <a:pt x="507" y="3"/>
                </a:cubicBezTo>
                <a:cubicBezTo>
                  <a:pt x="569" y="3"/>
                  <a:pt x="604" y="2"/>
                  <a:pt x="613" y="0"/>
                </a:cubicBezTo>
                <a:lnTo>
                  <a:pt x="621" y="0"/>
                </a:lnTo>
                <a:lnTo>
                  <a:pt x="621" y="70"/>
                </a:lnTo>
                <a:lnTo>
                  <a:pt x="513" y="70"/>
                </a:lnTo>
                <a:lnTo>
                  <a:pt x="380" y="226"/>
                </a:lnTo>
                <a:lnTo>
                  <a:pt x="550" y="434"/>
                </a:lnTo>
                <a:lnTo>
                  <a:pt x="597" y="435"/>
                </a:lnTo>
                <a:lnTo>
                  <a:pt x="644" y="435"/>
                </a:lnTo>
                <a:lnTo>
                  <a:pt x="644" y="506"/>
                </a:lnTo>
                <a:lnTo>
                  <a:pt x="634" y="506"/>
                </a:lnTo>
                <a:cubicBezTo>
                  <a:pt x="623" y="504"/>
                  <a:pt x="582" y="503"/>
                  <a:pt x="510" y="503"/>
                </a:cubicBezTo>
                <a:cubicBezTo>
                  <a:pt x="432" y="503"/>
                  <a:pt x="384" y="504"/>
                  <a:pt x="371" y="506"/>
                </a:cubicBezTo>
                <a:lnTo>
                  <a:pt x="360" y="506"/>
                </a:lnTo>
                <a:lnTo>
                  <a:pt x="360" y="435"/>
                </a:lnTo>
                <a:lnTo>
                  <a:pt x="392" y="435"/>
                </a:lnTo>
                <a:cubicBezTo>
                  <a:pt x="392" y="435"/>
                  <a:pt x="377" y="416"/>
                  <a:pt x="347" y="379"/>
                </a:cubicBezTo>
                <a:cubicBezTo>
                  <a:pt x="316" y="341"/>
                  <a:pt x="301" y="322"/>
                  <a:pt x="300" y="321"/>
                </a:cubicBezTo>
                <a:lnTo>
                  <a:pt x="201" y="434"/>
                </a:lnTo>
                <a:lnTo>
                  <a:pt x="223" y="435"/>
                </a:lnTo>
                <a:lnTo>
                  <a:pt x="243" y="435"/>
                </a:lnTo>
                <a:lnTo>
                  <a:pt x="243" y="506"/>
                </a:lnTo>
                <a:lnTo>
                  <a:pt x="234" y="506"/>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623" name=""/>
          <p:cNvSpPr/>
          <p:nvPr/>
        </p:nvSpPr>
        <p:spPr>
          <a:xfrm>
            <a:off x="1848600" y="5348160"/>
            <a:ext cx="90360" cy="184680"/>
          </a:xfrm>
          <a:custGeom>
            <a:avLst/>
            <a:gdLst/>
            <a:ahLst/>
            <a:rect l="0" t="0" r="r" b="b"/>
            <a:pathLst>
              <a:path w="251" h="513">
                <a:moveTo>
                  <a:pt x="6" y="194"/>
                </a:moveTo>
                <a:cubicBezTo>
                  <a:pt x="2" y="190"/>
                  <a:pt x="0" y="188"/>
                  <a:pt x="0" y="186"/>
                </a:cubicBezTo>
                <a:cubicBezTo>
                  <a:pt x="0" y="184"/>
                  <a:pt x="1" y="179"/>
                  <a:pt x="3" y="173"/>
                </a:cubicBezTo>
                <a:cubicBezTo>
                  <a:pt x="4" y="167"/>
                  <a:pt x="6" y="163"/>
                  <a:pt x="7" y="162"/>
                </a:cubicBezTo>
                <a:cubicBezTo>
                  <a:pt x="8" y="159"/>
                  <a:pt x="10" y="158"/>
                  <a:pt x="14" y="158"/>
                </a:cubicBezTo>
                <a:cubicBezTo>
                  <a:pt x="18" y="158"/>
                  <a:pt x="31" y="157"/>
                  <a:pt x="55" y="157"/>
                </a:cubicBezTo>
                <a:lnTo>
                  <a:pt x="98" y="157"/>
                </a:lnTo>
                <a:lnTo>
                  <a:pt x="113" y="93"/>
                </a:lnTo>
                <a:cubicBezTo>
                  <a:pt x="115" y="87"/>
                  <a:pt x="116" y="79"/>
                  <a:pt x="119" y="69"/>
                </a:cubicBezTo>
                <a:cubicBezTo>
                  <a:pt x="121" y="60"/>
                  <a:pt x="123" y="53"/>
                  <a:pt x="124" y="48"/>
                </a:cubicBezTo>
                <a:cubicBezTo>
                  <a:pt x="126" y="44"/>
                  <a:pt x="127" y="39"/>
                  <a:pt x="129" y="32"/>
                </a:cubicBezTo>
                <a:cubicBezTo>
                  <a:pt x="131" y="26"/>
                  <a:pt x="133" y="21"/>
                  <a:pt x="135" y="19"/>
                </a:cubicBezTo>
                <a:cubicBezTo>
                  <a:pt x="138" y="16"/>
                  <a:pt x="141" y="13"/>
                  <a:pt x="143" y="9"/>
                </a:cubicBezTo>
                <a:cubicBezTo>
                  <a:pt x="146" y="5"/>
                  <a:pt x="150" y="3"/>
                  <a:pt x="155" y="2"/>
                </a:cubicBezTo>
                <a:cubicBezTo>
                  <a:pt x="160" y="1"/>
                  <a:pt x="164" y="0"/>
                  <a:pt x="169" y="0"/>
                </a:cubicBezTo>
                <a:cubicBezTo>
                  <a:pt x="179" y="1"/>
                  <a:pt x="186" y="4"/>
                  <a:pt x="189" y="9"/>
                </a:cubicBezTo>
                <a:cubicBezTo>
                  <a:pt x="193" y="14"/>
                  <a:pt x="195" y="19"/>
                  <a:pt x="195" y="24"/>
                </a:cubicBezTo>
                <a:cubicBezTo>
                  <a:pt x="195" y="28"/>
                  <a:pt x="193" y="41"/>
                  <a:pt x="188" y="62"/>
                </a:cubicBezTo>
                <a:cubicBezTo>
                  <a:pt x="183" y="84"/>
                  <a:pt x="178" y="105"/>
                  <a:pt x="172" y="126"/>
                </a:cubicBezTo>
                <a:lnTo>
                  <a:pt x="164" y="155"/>
                </a:lnTo>
                <a:cubicBezTo>
                  <a:pt x="164" y="156"/>
                  <a:pt x="177" y="157"/>
                  <a:pt x="204" y="157"/>
                </a:cubicBezTo>
                <a:lnTo>
                  <a:pt x="246" y="157"/>
                </a:lnTo>
                <a:cubicBezTo>
                  <a:pt x="250" y="161"/>
                  <a:pt x="251" y="164"/>
                  <a:pt x="251" y="166"/>
                </a:cubicBezTo>
                <a:cubicBezTo>
                  <a:pt x="251" y="178"/>
                  <a:pt x="248" y="187"/>
                  <a:pt x="241" y="194"/>
                </a:cubicBezTo>
                <a:lnTo>
                  <a:pt x="154" y="194"/>
                </a:lnTo>
                <a:lnTo>
                  <a:pt x="125" y="312"/>
                </a:lnTo>
                <a:cubicBezTo>
                  <a:pt x="104" y="397"/>
                  <a:pt x="94" y="443"/>
                  <a:pt x="94" y="450"/>
                </a:cubicBezTo>
                <a:cubicBezTo>
                  <a:pt x="94" y="472"/>
                  <a:pt x="101" y="484"/>
                  <a:pt x="115" y="484"/>
                </a:cubicBezTo>
                <a:cubicBezTo>
                  <a:pt x="134" y="484"/>
                  <a:pt x="152" y="475"/>
                  <a:pt x="170" y="456"/>
                </a:cubicBezTo>
                <a:cubicBezTo>
                  <a:pt x="188" y="438"/>
                  <a:pt x="202" y="416"/>
                  <a:pt x="213" y="389"/>
                </a:cubicBezTo>
                <a:cubicBezTo>
                  <a:pt x="214" y="386"/>
                  <a:pt x="215" y="384"/>
                  <a:pt x="217" y="383"/>
                </a:cubicBezTo>
                <a:cubicBezTo>
                  <a:pt x="218" y="383"/>
                  <a:pt x="222" y="382"/>
                  <a:pt x="229" y="382"/>
                </a:cubicBezTo>
                <a:lnTo>
                  <a:pt x="232" y="382"/>
                </a:lnTo>
                <a:cubicBezTo>
                  <a:pt x="241" y="382"/>
                  <a:pt x="245" y="384"/>
                  <a:pt x="245" y="388"/>
                </a:cubicBezTo>
                <a:cubicBezTo>
                  <a:pt x="245" y="390"/>
                  <a:pt x="244" y="393"/>
                  <a:pt x="243" y="398"/>
                </a:cubicBezTo>
                <a:cubicBezTo>
                  <a:pt x="239" y="406"/>
                  <a:pt x="234" y="416"/>
                  <a:pt x="227" y="428"/>
                </a:cubicBezTo>
                <a:cubicBezTo>
                  <a:pt x="220" y="440"/>
                  <a:pt x="211" y="453"/>
                  <a:pt x="200" y="466"/>
                </a:cubicBezTo>
                <a:cubicBezTo>
                  <a:pt x="189" y="479"/>
                  <a:pt x="175" y="491"/>
                  <a:pt x="159" y="500"/>
                </a:cubicBezTo>
                <a:cubicBezTo>
                  <a:pt x="143" y="509"/>
                  <a:pt x="126" y="513"/>
                  <a:pt x="110" y="513"/>
                </a:cubicBezTo>
                <a:cubicBezTo>
                  <a:pt x="94" y="513"/>
                  <a:pt x="78" y="509"/>
                  <a:pt x="64" y="501"/>
                </a:cubicBezTo>
                <a:cubicBezTo>
                  <a:pt x="49" y="493"/>
                  <a:pt x="39" y="479"/>
                  <a:pt x="32" y="460"/>
                </a:cubicBezTo>
                <a:cubicBezTo>
                  <a:pt x="31" y="455"/>
                  <a:pt x="31" y="448"/>
                  <a:pt x="31" y="438"/>
                </a:cubicBezTo>
                <a:lnTo>
                  <a:pt x="31" y="423"/>
                </a:lnTo>
                <a:lnTo>
                  <a:pt x="59" y="311"/>
                </a:lnTo>
                <a:cubicBezTo>
                  <a:pt x="78" y="234"/>
                  <a:pt x="87" y="196"/>
                  <a:pt x="88" y="196"/>
                </a:cubicBezTo>
                <a:cubicBezTo>
                  <a:pt x="88" y="194"/>
                  <a:pt x="74" y="194"/>
                  <a:pt x="47" y="194"/>
                </a:cubicBezTo>
                <a:lnTo>
                  <a:pt x="6" y="194"/>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624" name=""/>
          <p:cNvSpPr txBox="1"/>
          <p:nvPr/>
        </p:nvSpPr>
        <p:spPr>
          <a:xfrm>
            <a:off x="380880" y="5165640"/>
            <a:ext cx="1168920" cy="334080"/>
          </a:xfrm>
          <a:prstGeom prst="rect">
            <a:avLst/>
          </a:prstGeom>
          <a:noFill/>
          <a:ln w="0">
            <a:noFill/>
          </a:ln>
        </p:spPr>
        <p:txBody>
          <a:bodyPr wrap="none" lIns="0" rIns="0" tIns="0" bIns="0" anchor="t">
            <a:spAutoFit/>
          </a:bodyPr>
          <a:p>
            <a:r>
              <a:rPr b="0" lang="zh-CN" sz="2620" strike="noStrike" u="none">
                <a:solidFill>
                  <a:srgbClr val="333333"/>
                </a:solidFill>
                <a:effectLst/>
                <a:uFillTx/>
                <a:latin typeface="NotoSansJP-Thin_"/>
                <a:ea typeface="NotoSansJP-Thin_"/>
              </a:rPr>
              <a:t>（  は </a:t>
            </a:r>
            <a:endParaRPr b="0" lang="en-US" sz="2620" strike="noStrike" u="none">
              <a:solidFill>
                <a:srgbClr val="000000"/>
              </a:solidFill>
              <a:effectLst/>
              <a:uFillTx/>
              <a:latin typeface="Times New Roman"/>
            </a:endParaRPr>
          </a:p>
        </p:txBody>
      </p:sp>
      <p:sp>
        <p:nvSpPr>
          <p:cNvPr id="625" name=""/>
          <p:cNvSpPr/>
          <p:nvPr/>
        </p:nvSpPr>
        <p:spPr>
          <a:xfrm>
            <a:off x="393840" y="5972040"/>
            <a:ext cx="252360" cy="280800"/>
          </a:xfrm>
          <a:custGeom>
            <a:avLst/>
            <a:gdLst/>
            <a:ahLst/>
            <a:rect l="0" t="0" r="r" b="b"/>
            <a:pathLst>
              <a:path w="701" h="780">
                <a:moveTo>
                  <a:pt x="224" y="52"/>
                </a:moveTo>
                <a:cubicBezTo>
                  <a:pt x="198" y="52"/>
                  <a:pt x="184" y="51"/>
                  <a:pt x="183" y="48"/>
                </a:cubicBezTo>
                <a:cubicBezTo>
                  <a:pt x="182" y="46"/>
                  <a:pt x="181" y="43"/>
                  <a:pt x="181" y="39"/>
                </a:cubicBezTo>
                <a:cubicBezTo>
                  <a:pt x="181" y="20"/>
                  <a:pt x="186" y="8"/>
                  <a:pt x="194" y="1"/>
                </a:cubicBezTo>
                <a:cubicBezTo>
                  <a:pt x="195" y="0"/>
                  <a:pt x="201" y="0"/>
                  <a:pt x="211" y="0"/>
                </a:cubicBezTo>
                <a:cubicBezTo>
                  <a:pt x="252" y="2"/>
                  <a:pt x="300" y="3"/>
                  <a:pt x="356" y="3"/>
                </a:cubicBezTo>
                <a:cubicBezTo>
                  <a:pt x="463" y="3"/>
                  <a:pt x="524" y="2"/>
                  <a:pt x="540" y="0"/>
                </a:cubicBezTo>
                <a:lnTo>
                  <a:pt x="554" y="0"/>
                </a:lnTo>
                <a:cubicBezTo>
                  <a:pt x="558" y="4"/>
                  <a:pt x="560" y="8"/>
                  <a:pt x="560" y="10"/>
                </a:cubicBezTo>
                <a:cubicBezTo>
                  <a:pt x="560" y="12"/>
                  <a:pt x="560" y="19"/>
                  <a:pt x="558" y="31"/>
                </a:cubicBezTo>
                <a:cubicBezTo>
                  <a:pt x="554" y="42"/>
                  <a:pt x="551" y="49"/>
                  <a:pt x="548" y="52"/>
                </a:cubicBezTo>
                <a:lnTo>
                  <a:pt x="505" y="52"/>
                </a:lnTo>
                <a:cubicBezTo>
                  <a:pt x="452" y="53"/>
                  <a:pt x="422" y="56"/>
                  <a:pt x="412" y="62"/>
                </a:cubicBezTo>
                <a:cubicBezTo>
                  <a:pt x="407" y="66"/>
                  <a:pt x="402" y="76"/>
                  <a:pt x="397" y="94"/>
                </a:cubicBezTo>
                <a:cubicBezTo>
                  <a:pt x="391" y="113"/>
                  <a:pt x="366" y="214"/>
                  <a:pt x="320" y="396"/>
                </a:cubicBezTo>
                <a:cubicBezTo>
                  <a:pt x="308" y="445"/>
                  <a:pt x="295" y="497"/>
                  <a:pt x="282" y="553"/>
                </a:cubicBezTo>
                <a:cubicBezTo>
                  <a:pt x="268" y="608"/>
                  <a:pt x="258" y="650"/>
                  <a:pt x="251" y="678"/>
                </a:cubicBezTo>
                <a:lnTo>
                  <a:pt x="241" y="719"/>
                </a:lnTo>
                <a:cubicBezTo>
                  <a:pt x="241" y="722"/>
                  <a:pt x="244" y="724"/>
                  <a:pt x="251" y="724"/>
                </a:cubicBezTo>
                <a:cubicBezTo>
                  <a:pt x="258" y="724"/>
                  <a:pt x="280" y="724"/>
                  <a:pt x="318" y="726"/>
                </a:cubicBezTo>
                <a:lnTo>
                  <a:pt x="337" y="726"/>
                </a:lnTo>
                <a:cubicBezTo>
                  <a:pt x="362" y="726"/>
                  <a:pt x="381" y="726"/>
                  <a:pt x="395" y="725"/>
                </a:cubicBezTo>
                <a:cubicBezTo>
                  <a:pt x="410" y="724"/>
                  <a:pt x="428" y="721"/>
                  <a:pt x="451" y="717"/>
                </a:cubicBezTo>
                <a:cubicBezTo>
                  <a:pt x="474" y="712"/>
                  <a:pt x="493" y="705"/>
                  <a:pt x="508" y="696"/>
                </a:cubicBezTo>
                <a:cubicBezTo>
                  <a:pt x="523" y="687"/>
                  <a:pt x="540" y="674"/>
                  <a:pt x="558" y="658"/>
                </a:cubicBezTo>
                <a:cubicBezTo>
                  <a:pt x="576" y="641"/>
                  <a:pt x="592" y="620"/>
                  <a:pt x="606" y="595"/>
                </a:cubicBezTo>
                <a:cubicBezTo>
                  <a:pt x="618" y="572"/>
                  <a:pt x="630" y="547"/>
                  <a:pt x="640" y="519"/>
                </a:cubicBezTo>
                <a:cubicBezTo>
                  <a:pt x="651" y="491"/>
                  <a:pt x="658" y="475"/>
                  <a:pt x="660" y="471"/>
                </a:cubicBezTo>
                <a:cubicBezTo>
                  <a:pt x="664" y="469"/>
                  <a:pt x="671" y="468"/>
                  <a:pt x="680" y="468"/>
                </a:cubicBezTo>
                <a:lnTo>
                  <a:pt x="695" y="468"/>
                </a:lnTo>
                <a:cubicBezTo>
                  <a:pt x="699" y="474"/>
                  <a:pt x="701" y="479"/>
                  <a:pt x="701" y="480"/>
                </a:cubicBezTo>
                <a:cubicBezTo>
                  <a:pt x="701" y="482"/>
                  <a:pt x="694" y="504"/>
                  <a:pt x="679" y="547"/>
                </a:cubicBezTo>
                <a:cubicBezTo>
                  <a:pt x="664" y="590"/>
                  <a:pt x="646" y="636"/>
                  <a:pt x="628" y="684"/>
                </a:cubicBezTo>
                <a:cubicBezTo>
                  <a:pt x="609" y="732"/>
                  <a:pt x="600" y="760"/>
                  <a:pt x="598" y="768"/>
                </a:cubicBezTo>
                <a:cubicBezTo>
                  <a:pt x="596" y="772"/>
                  <a:pt x="595" y="774"/>
                  <a:pt x="593" y="775"/>
                </a:cubicBezTo>
                <a:cubicBezTo>
                  <a:pt x="592" y="776"/>
                  <a:pt x="586" y="777"/>
                  <a:pt x="575" y="778"/>
                </a:cubicBezTo>
                <a:cubicBezTo>
                  <a:pt x="565" y="780"/>
                  <a:pt x="548" y="780"/>
                  <a:pt x="526" y="779"/>
                </a:cubicBezTo>
                <a:cubicBezTo>
                  <a:pt x="518" y="779"/>
                  <a:pt x="489" y="779"/>
                  <a:pt x="440" y="779"/>
                </a:cubicBezTo>
                <a:cubicBezTo>
                  <a:pt x="390" y="779"/>
                  <a:pt x="343" y="779"/>
                  <a:pt x="299" y="778"/>
                </a:cubicBezTo>
                <a:lnTo>
                  <a:pt x="96" y="778"/>
                </a:lnTo>
                <a:cubicBezTo>
                  <a:pt x="32" y="778"/>
                  <a:pt x="0" y="774"/>
                  <a:pt x="0" y="767"/>
                </a:cubicBezTo>
                <a:cubicBezTo>
                  <a:pt x="0" y="762"/>
                  <a:pt x="1" y="756"/>
                  <a:pt x="3" y="751"/>
                </a:cubicBezTo>
                <a:cubicBezTo>
                  <a:pt x="7" y="737"/>
                  <a:pt x="10" y="729"/>
                  <a:pt x="14" y="727"/>
                </a:cubicBezTo>
                <a:cubicBezTo>
                  <a:pt x="17" y="726"/>
                  <a:pt x="23" y="726"/>
                  <a:pt x="31" y="726"/>
                </a:cubicBezTo>
                <a:lnTo>
                  <a:pt x="38" y="726"/>
                </a:lnTo>
                <a:cubicBezTo>
                  <a:pt x="59" y="726"/>
                  <a:pt x="81" y="725"/>
                  <a:pt x="106" y="722"/>
                </a:cubicBezTo>
                <a:cubicBezTo>
                  <a:pt x="117" y="720"/>
                  <a:pt x="124" y="716"/>
                  <a:pt x="128" y="709"/>
                </a:cubicBezTo>
                <a:cubicBezTo>
                  <a:pt x="130" y="706"/>
                  <a:pt x="158" y="600"/>
                  <a:pt x="210" y="392"/>
                </a:cubicBezTo>
                <a:cubicBezTo>
                  <a:pt x="262" y="184"/>
                  <a:pt x="288" y="74"/>
                  <a:pt x="288" y="62"/>
                </a:cubicBezTo>
                <a:cubicBezTo>
                  <a:pt x="288" y="57"/>
                  <a:pt x="267" y="54"/>
                  <a:pt x="224" y="52"/>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626" name=""/>
          <p:cNvSpPr/>
          <p:nvPr/>
        </p:nvSpPr>
        <p:spPr>
          <a:xfrm>
            <a:off x="678960" y="6131880"/>
            <a:ext cx="90360" cy="185040"/>
          </a:xfrm>
          <a:custGeom>
            <a:avLst/>
            <a:gdLst/>
            <a:ahLst/>
            <a:rect l="0" t="0" r="r" b="b"/>
            <a:pathLst>
              <a:path w="251" h="514">
                <a:moveTo>
                  <a:pt x="6" y="195"/>
                </a:moveTo>
                <a:cubicBezTo>
                  <a:pt x="2" y="191"/>
                  <a:pt x="0" y="189"/>
                  <a:pt x="0" y="187"/>
                </a:cubicBezTo>
                <a:cubicBezTo>
                  <a:pt x="0" y="185"/>
                  <a:pt x="1" y="181"/>
                  <a:pt x="2" y="174"/>
                </a:cubicBezTo>
                <a:cubicBezTo>
                  <a:pt x="4" y="168"/>
                  <a:pt x="5" y="164"/>
                  <a:pt x="6" y="163"/>
                </a:cubicBezTo>
                <a:cubicBezTo>
                  <a:pt x="8" y="160"/>
                  <a:pt x="10" y="159"/>
                  <a:pt x="14" y="159"/>
                </a:cubicBezTo>
                <a:cubicBezTo>
                  <a:pt x="17" y="159"/>
                  <a:pt x="31" y="159"/>
                  <a:pt x="55" y="158"/>
                </a:cubicBezTo>
                <a:lnTo>
                  <a:pt x="97" y="158"/>
                </a:lnTo>
                <a:lnTo>
                  <a:pt x="113" y="93"/>
                </a:lnTo>
                <a:cubicBezTo>
                  <a:pt x="114" y="87"/>
                  <a:pt x="116" y="79"/>
                  <a:pt x="118" y="69"/>
                </a:cubicBezTo>
                <a:cubicBezTo>
                  <a:pt x="120" y="60"/>
                  <a:pt x="122" y="53"/>
                  <a:pt x="124" y="49"/>
                </a:cubicBezTo>
                <a:cubicBezTo>
                  <a:pt x="126" y="44"/>
                  <a:pt x="127" y="39"/>
                  <a:pt x="129" y="32"/>
                </a:cubicBezTo>
                <a:cubicBezTo>
                  <a:pt x="130" y="26"/>
                  <a:pt x="132" y="21"/>
                  <a:pt x="135" y="19"/>
                </a:cubicBezTo>
                <a:cubicBezTo>
                  <a:pt x="138" y="16"/>
                  <a:pt x="141" y="13"/>
                  <a:pt x="143" y="9"/>
                </a:cubicBezTo>
                <a:cubicBezTo>
                  <a:pt x="146" y="5"/>
                  <a:pt x="150" y="3"/>
                  <a:pt x="154" y="2"/>
                </a:cubicBezTo>
                <a:cubicBezTo>
                  <a:pt x="159" y="1"/>
                  <a:pt x="164" y="0"/>
                  <a:pt x="169" y="0"/>
                </a:cubicBezTo>
                <a:cubicBezTo>
                  <a:pt x="179" y="1"/>
                  <a:pt x="185" y="4"/>
                  <a:pt x="189" y="9"/>
                </a:cubicBezTo>
                <a:cubicBezTo>
                  <a:pt x="193" y="14"/>
                  <a:pt x="195" y="20"/>
                  <a:pt x="195" y="24"/>
                </a:cubicBezTo>
                <a:cubicBezTo>
                  <a:pt x="195" y="28"/>
                  <a:pt x="192" y="41"/>
                  <a:pt x="187" y="62"/>
                </a:cubicBezTo>
                <a:cubicBezTo>
                  <a:pt x="183" y="84"/>
                  <a:pt x="177" y="105"/>
                  <a:pt x="171" y="127"/>
                </a:cubicBezTo>
                <a:lnTo>
                  <a:pt x="163" y="157"/>
                </a:lnTo>
                <a:cubicBezTo>
                  <a:pt x="163" y="158"/>
                  <a:pt x="177" y="158"/>
                  <a:pt x="204" y="158"/>
                </a:cubicBezTo>
                <a:lnTo>
                  <a:pt x="246" y="158"/>
                </a:lnTo>
                <a:cubicBezTo>
                  <a:pt x="249" y="162"/>
                  <a:pt x="251" y="165"/>
                  <a:pt x="251" y="167"/>
                </a:cubicBezTo>
                <a:cubicBezTo>
                  <a:pt x="251" y="179"/>
                  <a:pt x="248" y="188"/>
                  <a:pt x="241" y="195"/>
                </a:cubicBezTo>
                <a:lnTo>
                  <a:pt x="154" y="195"/>
                </a:lnTo>
                <a:lnTo>
                  <a:pt x="125" y="312"/>
                </a:lnTo>
                <a:cubicBezTo>
                  <a:pt x="104" y="398"/>
                  <a:pt x="93" y="444"/>
                  <a:pt x="93" y="450"/>
                </a:cubicBezTo>
                <a:cubicBezTo>
                  <a:pt x="93" y="473"/>
                  <a:pt x="101" y="484"/>
                  <a:pt x="115" y="484"/>
                </a:cubicBezTo>
                <a:cubicBezTo>
                  <a:pt x="134" y="484"/>
                  <a:pt x="152" y="475"/>
                  <a:pt x="170" y="457"/>
                </a:cubicBezTo>
                <a:cubicBezTo>
                  <a:pt x="187" y="438"/>
                  <a:pt x="202" y="416"/>
                  <a:pt x="212" y="389"/>
                </a:cubicBezTo>
                <a:cubicBezTo>
                  <a:pt x="213" y="386"/>
                  <a:pt x="215" y="384"/>
                  <a:pt x="216" y="383"/>
                </a:cubicBezTo>
                <a:cubicBezTo>
                  <a:pt x="218" y="383"/>
                  <a:pt x="222" y="382"/>
                  <a:pt x="229" y="382"/>
                </a:cubicBezTo>
                <a:lnTo>
                  <a:pt x="232" y="382"/>
                </a:lnTo>
                <a:cubicBezTo>
                  <a:pt x="241" y="382"/>
                  <a:pt x="245" y="384"/>
                  <a:pt x="245" y="388"/>
                </a:cubicBezTo>
                <a:cubicBezTo>
                  <a:pt x="245" y="390"/>
                  <a:pt x="244" y="393"/>
                  <a:pt x="242" y="398"/>
                </a:cubicBezTo>
                <a:cubicBezTo>
                  <a:pt x="240" y="407"/>
                  <a:pt x="234" y="417"/>
                  <a:pt x="227" y="429"/>
                </a:cubicBezTo>
                <a:cubicBezTo>
                  <a:pt x="220" y="440"/>
                  <a:pt x="211" y="453"/>
                  <a:pt x="200" y="466"/>
                </a:cubicBezTo>
                <a:cubicBezTo>
                  <a:pt x="188" y="480"/>
                  <a:pt x="175" y="491"/>
                  <a:pt x="159" y="500"/>
                </a:cubicBezTo>
                <a:cubicBezTo>
                  <a:pt x="142" y="509"/>
                  <a:pt x="126" y="514"/>
                  <a:pt x="109" y="514"/>
                </a:cubicBezTo>
                <a:cubicBezTo>
                  <a:pt x="93" y="514"/>
                  <a:pt x="78" y="510"/>
                  <a:pt x="64" y="502"/>
                </a:cubicBezTo>
                <a:cubicBezTo>
                  <a:pt x="49" y="494"/>
                  <a:pt x="39" y="480"/>
                  <a:pt x="32" y="460"/>
                </a:cubicBezTo>
                <a:cubicBezTo>
                  <a:pt x="31" y="456"/>
                  <a:pt x="31" y="448"/>
                  <a:pt x="31" y="438"/>
                </a:cubicBezTo>
                <a:lnTo>
                  <a:pt x="31" y="424"/>
                </a:lnTo>
                <a:lnTo>
                  <a:pt x="59" y="311"/>
                </a:lnTo>
                <a:cubicBezTo>
                  <a:pt x="78" y="235"/>
                  <a:pt x="87" y="197"/>
                  <a:pt x="88" y="197"/>
                </a:cubicBezTo>
                <a:cubicBezTo>
                  <a:pt x="88" y="196"/>
                  <a:pt x="74" y="195"/>
                  <a:pt x="47" y="195"/>
                </a:cubicBezTo>
                <a:lnTo>
                  <a:pt x="6" y="195"/>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627" name=""/>
          <p:cNvSpPr/>
          <p:nvPr/>
        </p:nvSpPr>
        <p:spPr>
          <a:xfrm>
            <a:off x="802440" y="6235200"/>
            <a:ext cx="177120" cy="11880"/>
          </a:xfrm>
          <a:custGeom>
            <a:avLst/>
            <a:gdLst/>
            <a:ahLst/>
            <a:rect l="0" t="0" r="r" b="b"/>
            <a:pathLst>
              <a:path w="492" h="33">
                <a:moveTo>
                  <a:pt x="11" y="0"/>
                </a:moveTo>
                <a:lnTo>
                  <a:pt x="480" y="0"/>
                </a:lnTo>
                <a:cubicBezTo>
                  <a:pt x="488" y="4"/>
                  <a:pt x="492" y="10"/>
                  <a:pt x="492" y="17"/>
                </a:cubicBezTo>
                <a:cubicBezTo>
                  <a:pt x="492" y="23"/>
                  <a:pt x="488" y="29"/>
                  <a:pt x="480" y="33"/>
                </a:cubicBezTo>
                <a:lnTo>
                  <a:pt x="11" y="33"/>
                </a:lnTo>
                <a:cubicBezTo>
                  <a:pt x="4" y="29"/>
                  <a:pt x="0" y="24"/>
                  <a:pt x="0" y="17"/>
                </a:cubicBezTo>
                <a:cubicBezTo>
                  <a:pt x="0" y="10"/>
                  <a:pt x="4" y="3"/>
                  <a:pt x="11" y="0"/>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628" name=""/>
          <p:cNvSpPr/>
          <p:nvPr/>
        </p:nvSpPr>
        <p:spPr>
          <a:xfrm>
            <a:off x="1027440" y="6120360"/>
            <a:ext cx="100080" cy="193320"/>
          </a:xfrm>
          <a:custGeom>
            <a:avLst/>
            <a:gdLst/>
            <a:ahLst/>
            <a:rect l="0" t="0" r="r" b="b"/>
            <a:pathLst>
              <a:path w="278" h="537">
                <a:moveTo>
                  <a:pt x="106" y="71"/>
                </a:moveTo>
                <a:lnTo>
                  <a:pt x="95" y="75"/>
                </a:lnTo>
                <a:cubicBezTo>
                  <a:pt x="88" y="78"/>
                  <a:pt x="77" y="80"/>
                  <a:pt x="63" y="83"/>
                </a:cubicBezTo>
                <a:cubicBezTo>
                  <a:pt x="49" y="86"/>
                  <a:pt x="32" y="87"/>
                  <a:pt x="15" y="89"/>
                </a:cubicBezTo>
                <a:lnTo>
                  <a:pt x="0" y="89"/>
                </a:lnTo>
                <a:lnTo>
                  <a:pt x="0" y="52"/>
                </a:lnTo>
                <a:lnTo>
                  <a:pt x="15" y="52"/>
                </a:lnTo>
                <a:cubicBezTo>
                  <a:pt x="41" y="50"/>
                  <a:pt x="65" y="46"/>
                  <a:pt x="86" y="39"/>
                </a:cubicBezTo>
                <a:cubicBezTo>
                  <a:pt x="108" y="32"/>
                  <a:pt x="123" y="26"/>
                  <a:pt x="131" y="20"/>
                </a:cubicBezTo>
                <a:cubicBezTo>
                  <a:pt x="140" y="14"/>
                  <a:pt x="147" y="8"/>
                  <a:pt x="154" y="2"/>
                </a:cubicBezTo>
                <a:cubicBezTo>
                  <a:pt x="155" y="1"/>
                  <a:pt x="158" y="0"/>
                  <a:pt x="164" y="0"/>
                </a:cubicBezTo>
                <a:cubicBezTo>
                  <a:pt x="168" y="0"/>
                  <a:pt x="173" y="2"/>
                  <a:pt x="177" y="5"/>
                </a:cubicBezTo>
                <a:lnTo>
                  <a:pt x="177" y="245"/>
                </a:lnTo>
                <a:lnTo>
                  <a:pt x="178" y="488"/>
                </a:lnTo>
                <a:cubicBezTo>
                  <a:pt x="182" y="492"/>
                  <a:pt x="185" y="494"/>
                  <a:pt x="188" y="495"/>
                </a:cubicBezTo>
                <a:cubicBezTo>
                  <a:pt x="190" y="496"/>
                  <a:pt x="197" y="497"/>
                  <a:pt x="207" y="498"/>
                </a:cubicBezTo>
                <a:cubicBezTo>
                  <a:pt x="217" y="499"/>
                  <a:pt x="234" y="500"/>
                  <a:pt x="257" y="500"/>
                </a:cubicBezTo>
                <a:lnTo>
                  <a:pt x="278" y="500"/>
                </a:lnTo>
                <a:lnTo>
                  <a:pt x="278" y="537"/>
                </a:lnTo>
                <a:lnTo>
                  <a:pt x="269" y="537"/>
                </a:lnTo>
                <a:cubicBezTo>
                  <a:pt x="258" y="535"/>
                  <a:pt x="215" y="535"/>
                  <a:pt x="141" y="535"/>
                </a:cubicBezTo>
                <a:cubicBezTo>
                  <a:pt x="68" y="535"/>
                  <a:pt x="25" y="535"/>
                  <a:pt x="14" y="537"/>
                </a:cubicBezTo>
                <a:lnTo>
                  <a:pt x="4" y="537"/>
                </a:lnTo>
                <a:lnTo>
                  <a:pt x="4" y="500"/>
                </a:lnTo>
                <a:lnTo>
                  <a:pt x="25" y="500"/>
                </a:lnTo>
                <a:cubicBezTo>
                  <a:pt x="37" y="500"/>
                  <a:pt x="48" y="500"/>
                  <a:pt x="57" y="500"/>
                </a:cubicBezTo>
                <a:cubicBezTo>
                  <a:pt x="65" y="500"/>
                  <a:pt x="72" y="500"/>
                  <a:pt x="77" y="499"/>
                </a:cubicBezTo>
                <a:cubicBezTo>
                  <a:pt x="81" y="499"/>
                  <a:pt x="86" y="498"/>
                  <a:pt x="90" y="497"/>
                </a:cubicBezTo>
                <a:cubicBezTo>
                  <a:pt x="93" y="496"/>
                  <a:pt x="95" y="495"/>
                  <a:pt x="96" y="495"/>
                </a:cubicBezTo>
                <a:cubicBezTo>
                  <a:pt x="97" y="495"/>
                  <a:pt x="98" y="494"/>
                  <a:pt x="101" y="491"/>
                </a:cubicBezTo>
                <a:cubicBezTo>
                  <a:pt x="103" y="488"/>
                  <a:pt x="105" y="487"/>
                  <a:pt x="106" y="488"/>
                </a:cubicBezTo>
                <a:lnTo>
                  <a:pt x="106" y="71"/>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629" name=""/>
          <p:cNvSpPr txBox="1"/>
          <p:nvPr/>
        </p:nvSpPr>
        <p:spPr>
          <a:xfrm>
            <a:off x="1968480" y="5165640"/>
            <a:ext cx="4172760" cy="334080"/>
          </a:xfrm>
          <a:prstGeom prst="rect">
            <a:avLst/>
          </a:prstGeom>
          <a:noFill/>
          <a:ln w="0">
            <a:noFill/>
          </a:ln>
        </p:spPr>
        <p:txBody>
          <a:bodyPr wrap="none" lIns="0" rIns="0" tIns="0" bIns="0" anchor="t">
            <a:spAutoFit/>
          </a:bodyPr>
          <a:p>
            <a:r>
              <a:rPr b="0" lang="en-US" sz="2620" strike="noStrike" u="none">
                <a:solidFill>
                  <a:srgbClr val="333333"/>
                </a:solidFill>
                <a:effectLst/>
                <a:uFillTx/>
                <a:latin typeface="NotoSansJP-Thin_"/>
                <a:ea typeface="NotoSansJP-Thin_"/>
              </a:rPr>
              <a:t> の生成に使われたノイズ）</a:t>
            </a:r>
            <a:endParaRPr b="0" lang="en-US" sz="2620" strike="noStrike" u="none">
              <a:solidFill>
                <a:srgbClr val="000000"/>
              </a:solidFill>
              <a:effectLst/>
              <a:uFillTx/>
              <a:latin typeface="Times New Roman"/>
            </a:endParaRPr>
          </a:p>
        </p:txBody>
      </p:sp>
      <p:sp>
        <p:nvSpPr>
          <p:cNvPr id="630" name=""/>
          <p:cNvSpPr/>
          <p:nvPr/>
        </p:nvSpPr>
        <p:spPr>
          <a:xfrm>
            <a:off x="4205160" y="6054480"/>
            <a:ext cx="273960" cy="280080"/>
          </a:xfrm>
          <a:custGeom>
            <a:avLst/>
            <a:gdLst/>
            <a:ahLst/>
            <a:rect l="0" t="0" r="r" b="b"/>
            <a:pathLst>
              <a:path w="761" h="778">
                <a:moveTo>
                  <a:pt x="306" y="539"/>
                </a:moveTo>
                <a:cubicBezTo>
                  <a:pt x="283" y="539"/>
                  <a:pt x="264" y="538"/>
                  <a:pt x="247" y="536"/>
                </a:cubicBezTo>
                <a:cubicBezTo>
                  <a:pt x="231" y="533"/>
                  <a:pt x="219" y="531"/>
                  <a:pt x="211" y="528"/>
                </a:cubicBezTo>
                <a:cubicBezTo>
                  <a:pt x="203" y="526"/>
                  <a:pt x="198" y="525"/>
                  <a:pt x="197" y="525"/>
                </a:cubicBezTo>
                <a:cubicBezTo>
                  <a:pt x="196" y="525"/>
                  <a:pt x="193" y="539"/>
                  <a:pt x="186" y="567"/>
                </a:cubicBezTo>
                <a:cubicBezTo>
                  <a:pt x="180" y="595"/>
                  <a:pt x="172" y="626"/>
                  <a:pt x="163" y="660"/>
                </a:cubicBezTo>
                <a:cubicBezTo>
                  <a:pt x="153" y="694"/>
                  <a:pt x="147" y="717"/>
                  <a:pt x="143" y="728"/>
                </a:cubicBezTo>
                <a:cubicBezTo>
                  <a:pt x="126" y="761"/>
                  <a:pt x="99" y="778"/>
                  <a:pt x="61" y="778"/>
                </a:cubicBezTo>
                <a:cubicBezTo>
                  <a:pt x="42" y="778"/>
                  <a:pt x="27" y="772"/>
                  <a:pt x="16" y="760"/>
                </a:cubicBezTo>
                <a:cubicBezTo>
                  <a:pt x="5" y="749"/>
                  <a:pt x="0" y="734"/>
                  <a:pt x="0" y="716"/>
                </a:cubicBezTo>
                <a:cubicBezTo>
                  <a:pt x="2" y="705"/>
                  <a:pt x="29" y="594"/>
                  <a:pt x="81" y="385"/>
                </a:cubicBezTo>
                <a:cubicBezTo>
                  <a:pt x="133" y="177"/>
                  <a:pt x="161" y="67"/>
                  <a:pt x="165" y="56"/>
                </a:cubicBezTo>
                <a:cubicBezTo>
                  <a:pt x="171" y="40"/>
                  <a:pt x="182" y="27"/>
                  <a:pt x="197" y="16"/>
                </a:cubicBezTo>
                <a:cubicBezTo>
                  <a:pt x="212" y="5"/>
                  <a:pt x="228" y="0"/>
                  <a:pt x="247" y="0"/>
                </a:cubicBezTo>
                <a:cubicBezTo>
                  <a:pt x="268" y="0"/>
                  <a:pt x="284" y="6"/>
                  <a:pt x="294" y="19"/>
                </a:cubicBezTo>
                <a:cubicBezTo>
                  <a:pt x="304" y="31"/>
                  <a:pt x="310" y="44"/>
                  <a:pt x="311" y="56"/>
                </a:cubicBezTo>
                <a:cubicBezTo>
                  <a:pt x="311" y="65"/>
                  <a:pt x="298" y="118"/>
                  <a:pt x="274" y="214"/>
                </a:cubicBezTo>
                <a:cubicBezTo>
                  <a:pt x="250" y="310"/>
                  <a:pt x="237" y="371"/>
                  <a:pt x="237" y="396"/>
                </a:cubicBezTo>
                <a:cubicBezTo>
                  <a:pt x="237" y="451"/>
                  <a:pt x="264" y="479"/>
                  <a:pt x="319" y="479"/>
                </a:cubicBezTo>
                <a:cubicBezTo>
                  <a:pt x="348" y="479"/>
                  <a:pt x="375" y="469"/>
                  <a:pt x="401" y="450"/>
                </a:cubicBezTo>
                <a:cubicBezTo>
                  <a:pt x="427" y="430"/>
                  <a:pt x="443" y="414"/>
                  <a:pt x="451" y="401"/>
                </a:cubicBezTo>
                <a:cubicBezTo>
                  <a:pt x="453" y="399"/>
                  <a:pt x="467" y="343"/>
                  <a:pt x="495" y="233"/>
                </a:cubicBezTo>
                <a:cubicBezTo>
                  <a:pt x="522" y="123"/>
                  <a:pt x="536" y="67"/>
                  <a:pt x="538" y="64"/>
                </a:cubicBezTo>
                <a:cubicBezTo>
                  <a:pt x="555" y="28"/>
                  <a:pt x="582" y="9"/>
                  <a:pt x="620" y="9"/>
                </a:cubicBezTo>
                <a:cubicBezTo>
                  <a:pt x="640" y="9"/>
                  <a:pt x="655" y="15"/>
                  <a:pt x="666" y="27"/>
                </a:cubicBezTo>
                <a:cubicBezTo>
                  <a:pt x="677" y="38"/>
                  <a:pt x="682" y="51"/>
                  <a:pt x="682" y="64"/>
                </a:cubicBezTo>
                <a:cubicBezTo>
                  <a:pt x="682" y="72"/>
                  <a:pt x="676" y="102"/>
                  <a:pt x="663" y="155"/>
                </a:cubicBezTo>
                <a:cubicBezTo>
                  <a:pt x="651" y="207"/>
                  <a:pt x="637" y="262"/>
                  <a:pt x="621" y="321"/>
                </a:cubicBezTo>
                <a:cubicBezTo>
                  <a:pt x="606" y="380"/>
                  <a:pt x="597" y="413"/>
                  <a:pt x="597" y="421"/>
                </a:cubicBezTo>
                <a:cubicBezTo>
                  <a:pt x="595" y="430"/>
                  <a:pt x="594" y="438"/>
                  <a:pt x="594" y="445"/>
                </a:cubicBezTo>
                <a:cubicBezTo>
                  <a:pt x="594" y="469"/>
                  <a:pt x="601" y="480"/>
                  <a:pt x="615" y="480"/>
                </a:cubicBezTo>
                <a:cubicBezTo>
                  <a:pt x="633" y="480"/>
                  <a:pt x="647" y="468"/>
                  <a:pt x="660" y="442"/>
                </a:cubicBezTo>
                <a:cubicBezTo>
                  <a:pt x="668" y="427"/>
                  <a:pt x="675" y="404"/>
                  <a:pt x="683" y="373"/>
                </a:cubicBezTo>
                <a:cubicBezTo>
                  <a:pt x="687" y="356"/>
                  <a:pt x="690" y="347"/>
                  <a:pt x="693" y="344"/>
                </a:cubicBezTo>
                <a:cubicBezTo>
                  <a:pt x="695" y="342"/>
                  <a:pt x="704" y="341"/>
                  <a:pt x="718" y="340"/>
                </a:cubicBezTo>
                <a:lnTo>
                  <a:pt x="724" y="340"/>
                </a:lnTo>
                <a:lnTo>
                  <a:pt x="737" y="340"/>
                </a:lnTo>
                <a:cubicBezTo>
                  <a:pt x="753" y="340"/>
                  <a:pt x="761" y="345"/>
                  <a:pt x="761" y="356"/>
                </a:cubicBezTo>
                <a:cubicBezTo>
                  <a:pt x="760" y="361"/>
                  <a:pt x="759" y="367"/>
                  <a:pt x="757" y="375"/>
                </a:cubicBezTo>
                <a:cubicBezTo>
                  <a:pt x="756" y="383"/>
                  <a:pt x="750" y="398"/>
                  <a:pt x="741" y="419"/>
                </a:cubicBezTo>
                <a:cubicBezTo>
                  <a:pt x="731" y="441"/>
                  <a:pt x="722" y="460"/>
                  <a:pt x="713" y="475"/>
                </a:cubicBezTo>
                <a:cubicBezTo>
                  <a:pt x="703" y="489"/>
                  <a:pt x="688" y="504"/>
                  <a:pt x="667" y="519"/>
                </a:cubicBezTo>
                <a:cubicBezTo>
                  <a:pt x="646" y="534"/>
                  <a:pt x="625" y="541"/>
                  <a:pt x="604" y="539"/>
                </a:cubicBezTo>
                <a:cubicBezTo>
                  <a:pt x="584" y="539"/>
                  <a:pt x="566" y="537"/>
                  <a:pt x="550" y="533"/>
                </a:cubicBezTo>
                <a:cubicBezTo>
                  <a:pt x="533" y="529"/>
                  <a:pt x="520" y="524"/>
                  <a:pt x="510" y="517"/>
                </a:cubicBezTo>
                <a:cubicBezTo>
                  <a:pt x="500" y="510"/>
                  <a:pt x="491" y="503"/>
                  <a:pt x="484" y="498"/>
                </a:cubicBezTo>
                <a:cubicBezTo>
                  <a:pt x="477" y="493"/>
                  <a:pt x="472" y="487"/>
                  <a:pt x="468" y="483"/>
                </a:cubicBezTo>
                <a:lnTo>
                  <a:pt x="464" y="476"/>
                </a:lnTo>
                <a:cubicBezTo>
                  <a:pt x="416" y="518"/>
                  <a:pt x="363" y="539"/>
                  <a:pt x="306" y="539"/>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631" name=""/>
          <p:cNvSpPr/>
          <p:nvPr/>
        </p:nvSpPr>
        <p:spPr>
          <a:xfrm>
            <a:off x="4283280" y="5966640"/>
            <a:ext cx="140760" cy="43920"/>
          </a:xfrm>
          <a:custGeom>
            <a:avLst/>
            <a:gdLst/>
            <a:ahLst/>
            <a:rect l="0" t="0" r="r" b="b"/>
            <a:pathLst>
              <a:path w="391" h="122">
                <a:moveTo>
                  <a:pt x="112" y="79"/>
                </a:moveTo>
                <a:cubicBezTo>
                  <a:pt x="101" y="79"/>
                  <a:pt x="90" y="82"/>
                  <a:pt x="80" y="87"/>
                </a:cubicBezTo>
                <a:cubicBezTo>
                  <a:pt x="69" y="91"/>
                  <a:pt x="62" y="95"/>
                  <a:pt x="56" y="99"/>
                </a:cubicBezTo>
                <a:cubicBezTo>
                  <a:pt x="51" y="103"/>
                  <a:pt x="43" y="111"/>
                  <a:pt x="33" y="122"/>
                </a:cubicBezTo>
                <a:lnTo>
                  <a:pt x="16" y="108"/>
                </a:lnTo>
                <a:lnTo>
                  <a:pt x="0" y="95"/>
                </a:lnTo>
                <a:cubicBezTo>
                  <a:pt x="0" y="94"/>
                  <a:pt x="4" y="88"/>
                  <a:pt x="14" y="77"/>
                </a:cubicBezTo>
                <a:cubicBezTo>
                  <a:pt x="23" y="66"/>
                  <a:pt x="33" y="54"/>
                  <a:pt x="44" y="41"/>
                </a:cubicBezTo>
                <a:cubicBezTo>
                  <a:pt x="55" y="28"/>
                  <a:pt x="63" y="20"/>
                  <a:pt x="69" y="16"/>
                </a:cubicBezTo>
                <a:cubicBezTo>
                  <a:pt x="87" y="5"/>
                  <a:pt x="105" y="0"/>
                  <a:pt x="122" y="0"/>
                </a:cubicBezTo>
                <a:cubicBezTo>
                  <a:pt x="139" y="0"/>
                  <a:pt x="165" y="7"/>
                  <a:pt x="199" y="21"/>
                </a:cubicBezTo>
                <a:cubicBezTo>
                  <a:pt x="233" y="35"/>
                  <a:pt x="260" y="42"/>
                  <a:pt x="278" y="42"/>
                </a:cubicBezTo>
                <a:cubicBezTo>
                  <a:pt x="289" y="42"/>
                  <a:pt x="300" y="40"/>
                  <a:pt x="310" y="35"/>
                </a:cubicBezTo>
                <a:cubicBezTo>
                  <a:pt x="321" y="30"/>
                  <a:pt x="328" y="26"/>
                  <a:pt x="334" y="22"/>
                </a:cubicBezTo>
                <a:cubicBezTo>
                  <a:pt x="339" y="18"/>
                  <a:pt x="347" y="11"/>
                  <a:pt x="357" y="0"/>
                </a:cubicBezTo>
                <a:lnTo>
                  <a:pt x="374" y="14"/>
                </a:lnTo>
                <a:lnTo>
                  <a:pt x="391" y="27"/>
                </a:lnTo>
                <a:cubicBezTo>
                  <a:pt x="358" y="74"/>
                  <a:pt x="330" y="103"/>
                  <a:pt x="306" y="113"/>
                </a:cubicBezTo>
                <a:cubicBezTo>
                  <a:pt x="295" y="119"/>
                  <a:pt x="283" y="122"/>
                  <a:pt x="269" y="122"/>
                </a:cubicBezTo>
                <a:cubicBezTo>
                  <a:pt x="253" y="122"/>
                  <a:pt x="228" y="115"/>
                  <a:pt x="193" y="101"/>
                </a:cubicBezTo>
                <a:cubicBezTo>
                  <a:pt x="159" y="87"/>
                  <a:pt x="132" y="79"/>
                  <a:pt x="112" y="79"/>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632" name=""/>
          <p:cNvSpPr/>
          <p:nvPr/>
        </p:nvSpPr>
        <p:spPr>
          <a:xfrm>
            <a:off x="4509360" y="6121800"/>
            <a:ext cx="92880" cy="190440"/>
          </a:xfrm>
          <a:custGeom>
            <a:avLst/>
            <a:gdLst/>
            <a:ahLst/>
            <a:rect l="0" t="0" r="r" b="b"/>
            <a:pathLst>
              <a:path w="258" h="529">
                <a:moveTo>
                  <a:pt x="5" y="200"/>
                </a:moveTo>
                <a:cubicBezTo>
                  <a:pt x="2" y="197"/>
                  <a:pt x="0" y="194"/>
                  <a:pt x="0" y="192"/>
                </a:cubicBezTo>
                <a:cubicBezTo>
                  <a:pt x="0" y="190"/>
                  <a:pt x="0" y="185"/>
                  <a:pt x="2" y="179"/>
                </a:cubicBezTo>
                <a:cubicBezTo>
                  <a:pt x="4" y="172"/>
                  <a:pt x="5" y="168"/>
                  <a:pt x="6" y="167"/>
                </a:cubicBezTo>
                <a:cubicBezTo>
                  <a:pt x="7" y="164"/>
                  <a:pt x="10" y="163"/>
                  <a:pt x="14" y="163"/>
                </a:cubicBezTo>
                <a:cubicBezTo>
                  <a:pt x="18" y="163"/>
                  <a:pt x="32" y="163"/>
                  <a:pt x="56" y="162"/>
                </a:cubicBezTo>
                <a:lnTo>
                  <a:pt x="100" y="162"/>
                </a:lnTo>
                <a:lnTo>
                  <a:pt x="116" y="95"/>
                </a:lnTo>
                <a:cubicBezTo>
                  <a:pt x="117" y="89"/>
                  <a:pt x="119" y="81"/>
                  <a:pt x="121" y="71"/>
                </a:cubicBezTo>
                <a:cubicBezTo>
                  <a:pt x="124" y="61"/>
                  <a:pt x="126" y="54"/>
                  <a:pt x="127" y="49"/>
                </a:cubicBezTo>
                <a:cubicBezTo>
                  <a:pt x="129" y="45"/>
                  <a:pt x="131" y="39"/>
                  <a:pt x="132" y="33"/>
                </a:cubicBezTo>
                <a:cubicBezTo>
                  <a:pt x="134" y="26"/>
                  <a:pt x="136" y="21"/>
                  <a:pt x="139" y="19"/>
                </a:cubicBezTo>
                <a:cubicBezTo>
                  <a:pt x="142" y="16"/>
                  <a:pt x="144" y="13"/>
                  <a:pt x="147" y="9"/>
                </a:cubicBezTo>
                <a:cubicBezTo>
                  <a:pt x="150" y="5"/>
                  <a:pt x="154" y="2"/>
                  <a:pt x="159" y="1"/>
                </a:cubicBezTo>
                <a:cubicBezTo>
                  <a:pt x="164" y="0"/>
                  <a:pt x="169" y="0"/>
                  <a:pt x="174" y="0"/>
                </a:cubicBezTo>
                <a:cubicBezTo>
                  <a:pt x="184" y="0"/>
                  <a:pt x="191" y="3"/>
                  <a:pt x="194" y="9"/>
                </a:cubicBezTo>
                <a:cubicBezTo>
                  <a:pt x="199" y="14"/>
                  <a:pt x="201" y="20"/>
                  <a:pt x="201" y="25"/>
                </a:cubicBezTo>
                <a:cubicBezTo>
                  <a:pt x="201" y="28"/>
                  <a:pt x="199" y="41"/>
                  <a:pt x="193" y="63"/>
                </a:cubicBezTo>
                <a:cubicBezTo>
                  <a:pt x="188" y="86"/>
                  <a:pt x="182" y="107"/>
                  <a:pt x="176" y="130"/>
                </a:cubicBezTo>
                <a:lnTo>
                  <a:pt x="168" y="161"/>
                </a:lnTo>
                <a:cubicBezTo>
                  <a:pt x="168" y="162"/>
                  <a:pt x="182" y="162"/>
                  <a:pt x="210" y="162"/>
                </a:cubicBezTo>
                <a:lnTo>
                  <a:pt x="253" y="162"/>
                </a:lnTo>
                <a:cubicBezTo>
                  <a:pt x="256" y="166"/>
                  <a:pt x="258" y="169"/>
                  <a:pt x="258" y="171"/>
                </a:cubicBezTo>
                <a:cubicBezTo>
                  <a:pt x="258" y="184"/>
                  <a:pt x="255" y="193"/>
                  <a:pt x="248" y="200"/>
                </a:cubicBezTo>
                <a:lnTo>
                  <a:pt x="158" y="200"/>
                </a:lnTo>
                <a:lnTo>
                  <a:pt x="128" y="321"/>
                </a:lnTo>
                <a:cubicBezTo>
                  <a:pt x="107" y="409"/>
                  <a:pt x="96" y="457"/>
                  <a:pt x="96" y="463"/>
                </a:cubicBezTo>
                <a:cubicBezTo>
                  <a:pt x="96" y="486"/>
                  <a:pt x="103" y="498"/>
                  <a:pt x="118" y="498"/>
                </a:cubicBezTo>
                <a:cubicBezTo>
                  <a:pt x="137" y="498"/>
                  <a:pt x="156" y="489"/>
                  <a:pt x="174" y="470"/>
                </a:cubicBezTo>
                <a:cubicBezTo>
                  <a:pt x="193" y="451"/>
                  <a:pt x="208" y="428"/>
                  <a:pt x="219" y="400"/>
                </a:cubicBezTo>
                <a:cubicBezTo>
                  <a:pt x="221" y="397"/>
                  <a:pt x="222" y="395"/>
                  <a:pt x="224" y="394"/>
                </a:cubicBezTo>
                <a:cubicBezTo>
                  <a:pt x="225" y="394"/>
                  <a:pt x="229" y="393"/>
                  <a:pt x="236" y="393"/>
                </a:cubicBezTo>
                <a:lnTo>
                  <a:pt x="239" y="393"/>
                </a:lnTo>
                <a:cubicBezTo>
                  <a:pt x="248" y="393"/>
                  <a:pt x="252" y="395"/>
                  <a:pt x="252" y="399"/>
                </a:cubicBezTo>
                <a:cubicBezTo>
                  <a:pt x="252" y="401"/>
                  <a:pt x="251" y="404"/>
                  <a:pt x="249" y="409"/>
                </a:cubicBezTo>
                <a:cubicBezTo>
                  <a:pt x="246" y="418"/>
                  <a:pt x="242" y="429"/>
                  <a:pt x="234" y="441"/>
                </a:cubicBezTo>
                <a:cubicBezTo>
                  <a:pt x="227" y="453"/>
                  <a:pt x="218" y="466"/>
                  <a:pt x="206" y="480"/>
                </a:cubicBezTo>
                <a:cubicBezTo>
                  <a:pt x="194" y="494"/>
                  <a:pt x="179" y="505"/>
                  <a:pt x="163" y="515"/>
                </a:cubicBezTo>
                <a:cubicBezTo>
                  <a:pt x="146" y="524"/>
                  <a:pt x="129" y="529"/>
                  <a:pt x="112" y="529"/>
                </a:cubicBezTo>
                <a:cubicBezTo>
                  <a:pt x="96" y="529"/>
                  <a:pt x="80" y="524"/>
                  <a:pt x="65" y="516"/>
                </a:cubicBezTo>
                <a:cubicBezTo>
                  <a:pt x="50" y="508"/>
                  <a:pt x="39" y="494"/>
                  <a:pt x="33" y="473"/>
                </a:cubicBezTo>
                <a:cubicBezTo>
                  <a:pt x="32" y="469"/>
                  <a:pt x="31" y="461"/>
                  <a:pt x="31" y="451"/>
                </a:cubicBezTo>
                <a:lnTo>
                  <a:pt x="31" y="436"/>
                </a:lnTo>
                <a:lnTo>
                  <a:pt x="60" y="320"/>
                </a:lnTo>
                <a:cubicBezTo>
                  <a:pt x="79" y="242"/>
                  <a:pt x="89" y="203"/>
                  <a:pt x="90" y="202"/>
                </a:cubicBezTo>
                <a:cubicBezTo>
                  <a:pt x="90" y="201"/>
                  <a:pt x="76" y="200"/>
                  <a:pt x="48" y="200"/>
                </a:cubicBezTo>
                <a:lnTo>
                  <a:pt x="5" y="200"/>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633" name=""/>
          <p:cNvSpPr txBox="1"/>
          <p:nvPr/>
        </p:nvSpPr>
        <p:spPr>
          <a:xfrm>
            <a:off x="1168920" y="5946840"/>
            <a:ext cx="3171600" cy="334080"/>
          </a:xfrm>
          <a:prstGeom prst="rect">
            <a:avLst/>
          </a:prstGeom>
          <a:noFill/>
          <a:ln w="0">
            <a:noFill/>
          </a:ln>
        </p:spPr>
        <p:txBody>
          <a:bodyPr wrap="none" lIns="0" rIns="0" tIns="0" bIns="0" anchor="t">
            <a:spAutoFit/>
          </a:bodyPr>
          <a:p>
            <a:r>
              <a:rPr b="0" lang="en-US" sz="2620" strike="noStrike" u="none">
                <a:solidFill>
                  <a:srgbClr val="333333"/>
                </a:solidFill>
                <a:effectLst/>
                <a:uFillTx/>
                <a:latin typeface="NotoSansJP-Thin_"/>
                <a:ea typeface="NotoSansJP-Thin_"/>
              </a:rPr>
              <a:t> は、この </a:t>
            </a:r>
            <a:r>
              <a:rPr b="1" lang="zh-CN" sz="2620" strike="noStrike" u="none">
                <a:solidFill>
                  <a:srgbClr val="333333"/>
                </a:solidFill>
                <a:effectLst/>
                <a:uFillTx/>
                <a:latin typeface="NotoSansJP-Thin_"/>
                <a:ea typeface="NotoSansJP-Thin_"/>
              </a:rPr>
              <a:t>真の平均 </a:t>
            </a:r>
            <a:endParaRPr b="0" lang="en-US" sz="2620" strike="noStrike" u="none">
              <a:solidFill>
                <a:srgbClr val="000000"/>
              </a:solidFill>
              <a:effectLst/>
              <a:uFillTx/>
              <a:latin typeface="Times New Roman"/>
            </a:endParaRPr>
          </a:p>
        </p:txBody>
      </p:sp>
      <p:sp>
        <p:nvSpPr>
          <p:cNvPr id="634" name=""/>
          <p:cNvSpPr/>
          <p:nvPr/>
        </p:nvSpPr>
        <p:spPr>
          <a:xfrm>
            <a:off x="6815160" y="6057720"/>
            <a:ext cx="273600" cy="280080"/>
          </a:xfrm>
          <a:custGeom>
            <a:avLst/>
            <a:gdLst/>
            <a:ahLst/>
            <a:rect l="0" t="0" r="r" b="b"/>
            <a:pathLst>
              <a:path w="760" h="778">
                <a:moveTo>
                  <a:pt x="305" y="539"/>
                </a:moveTo>
                <a:cubicBezTo>
                  <a:pt x="282" y="539"/>
                  <a:pt x="262" y="538"/>
                  <a:pt x="246" y="536"/>
                </a:cubicBezTo>
                <a:cubicBezTo>
                  <a:pt x="230" y="533"/>
                  <a:pt x="217" y="531"/>
                  <a:pt x="210" y="529"/>
                </a:cubicBezTo>
                <a:cubicBezTo>
                  <a:pt x="202" y="526"/>
                  <a:pt x="197" y="525"/>
                  <a:pt x="196" y="525"/>
                </a:cubicBezTo>
                <a:cubicBezTo>
                  <a:pt x="195" y="525"/>
                  <a:pt x="191" y="539"/>
                  <a:pt x="185" y="567"/>
                </a:cubicBezTo>
                <a:cubicBezTo>
                  <a:pt x="179" y="596"/>
                  <a:pt x="171" y="626"/>
                  <a:pt x="162" y="661"/>
                </a:cubicBezTo>
                <a:cubicBezTo>
                  <a:pt x="152" y="695"/>
                  <a:pt x="146" y="717"/>
                  <a:pt x="142" y="728"/>
                </a:cubicBezTo>
                <a:cubicBezTo>
                  <a:pt x="125" y="761"/>
                  <a:pt x="98" y="778"/>
                  <a:pt x="61" y="778"/>
                </a:cubicBezTo>
                <a:cubicBezTo>
                  <a:pt x="42" y="778"/>
                  <a:pt x="27" y="772"/>
                  <a:pt x="16" y="761"/>
                </a:cubicBezTo>
                <a:cubicBezTo>
                  <a:pt x="5" y="749"/>
                  <a:pt x="0" y="734"/>
                  <a:pt x="0" y="716"/>
                </a:cubicBezTo>
                <a:cubicBezTo>
                  <a:pt x="2" y="705"/>
                  <a:pt x="29" y="594"/>
                  <a:pt x="81" y="386"/>
                </a:cubicBezTo>
                <a:cubicBezTo>
                  <a:pt x="132" y="177"/>
                  <a:pt x="160" y="67"/>
                  <a:pt x="164" y="56"/>
                </a:cubicBezTo>
                <a:cubicBezTo>
                  <a:pt x="170" y="41"/>
                  <a:pt x="181" y="27"/>
                  <a:pt x="196" y="16"/>
                </a:cubicBezTo>
                <a:cubicBezTo>
                  <a:pt x="210" y="5"/>
                  <a:pt x="227" y="0"/>
                  <a:pt x="246" y="0"/>
                </a:cubicBezTo>
                <a:cubicBezTo>
                  <a:pt x="267" y="0"/>
                  <a:pt x="283" y="6"/>
                  <a:pt x="293" y="19"/>
                </a:cubicBezTo>
                <a:cubicBezTo>
                  <a:pt x="303" y="31"/>
                  <a:pt x="308" y="44"/>
                  <a:pt x="309" y="56"/>
                </a:cubicBezTo>
                <a:cubicBezTo>
                  <a:pt x="309" y="66"/>
                  <a:pt x="297" y="118"/>
                  <a:pt x="273" y="215"/>
                </a:cubicBezTo>
                <a:cubicBezTo>
                  <a:pt x="249" y="311"/>
                  <a:pt x="236" y="371"/>
                  <a:pt x="235" y="396"/>
                </a:cubicBezTo>
                <a:cubicBezTo>
                  <a:pt x="235" y="452"/>
                  <a:pt x="263" y="479"/>
                  <a:pt x="317" y="479"/>
                </a:cubicBezTo>
                <a:cubicBezTo>
                  <a:pt x="346" y="479"/>
                  <a:pt x="374" y="470"/>
                  <a:pt x="400" y="450"/>
                </a:cubicBezTo>
                <a:cubicBezTo>
                  <a:pt x="426" y="431"/>
                  <a:pt x="443" y="414"/>
                  <a:pt x="451" y="401"/>
                </a:cubicBezTo>
                <a:cubicBezTo>
                  <a:pt x="452" y="399"/>
                  <a:pt x="467" y="343"/>
                  <a:pt x="494" y="233"/>
                </a:cubicBezTo>
                <a:cubicBezTo>
                  <a:pt x="522" y="123"/>
                  <a:pt x="536" y="67"/>
                  <a:pt x="538" y="64"/>
                </a:cubicBezTo>
                <a:cubicBezTo>
                  <a:pt x="555" y="28"/>
                  <a:pt x="582" y="9"/>
                  <a:pt x="620" y="9"/>
                </a:cubicBezTo>
                <a:cubicBezTo>
                  <a:pt x="639" y="9"/>
                  <a:pt x="654" y="15"/>
                  <a:pt x="665" y="27"/>
                </a:cubicBezTo>
                <a:cubicBezTo>
                  <a:pt x="676" y="39"/>
                  <a:pt x="682" y="51"/>
                  <a:pt x="682" y="64"/>
                </a:cubicBezTo>
                <a:cubicBezTo>
                  <a:pt x="682" y="72"/>
                  <a:pt x="676" y="102"/>
                  <a:pt x="663" y="155"/>
                </a:cubicBezTo>
                <a:cubicBezTo>
                  <a:pt x="651" y="207"/>
                  <a:pt x="637" y="263"/>
                  <a:pt x="621" y="321"/>
                </a:cubicBezTo>
                <a:cubicBezTo>
                  <a:pt x="605" y="380"/>
                  <a:pt x="597" y="413"/>
                  <a:pt x="596" y="421"/>
                </a:cubicBezTo>
                <a:cubicBezTo>
                  <a:pt x="595" y="430"/>
                  <a:pt x="594" y="438"/>
                  <a:pt x="594" y="445"/>
                </a:cubicBezTo>
                <a:cubicBezTo>
                  <a:pt x="594" y="469"/>
                  <a:pt x="601" y="481"/>
                  <a:pt x="615" y="481"/>
                </a:cubicBezTo>
                <a:cubicBezTo>
                  <a:pt x="632" y="481"/>
                  <a:pt x="647" y="468"/>
                  <a:pt x="660" y="442"/>
                </a:cubicBezTo>
                <a:cubicBezTo>
                  <a:pt x="667" y="427"/>
                  <a:pt x="675" y="404"/>
                  <a:pt x="683" y="373"/>
                </a:cubicBezTo>
                <a:cubicBezTo>
                  <a:pt x="687" y="356"/>
                  <a:pt x="690" y="347"/>
                  <a:pt x="692" y="345"/>
                </a:cubicBezTo>
                <a:cubicBezTo>
                  <a:pt x="695" y="342"/>
                  <a:pt x="703" y="341"/>
                  <a:pt x="718" y="340"/>
                </a:cubicBezTo>
                <a:lnTo>
                  <a:pt x="724" y="340"/>
                </a:lnTo>
                <a:lnTo>
                  <a:pt x="737" y="340"/>
                </a:lnTo>
                <a:cubicBezTo>
                  <a:pt x="753" y="340"/>
                  <a:pt x="760" y="345"/>
                  <a:pt x="760" y="356"/>
                </a:cubicBezTo>
                <a:cubicBezTo>
                  <a:pt x="760" y="361"/>
                  <a:pt x="758" y="367"/>
                  <a:pt x="757" y="375"/>
                </a:cubicBezTo>
                <a:cubicBezTo>
                  <a:pt x="755" y="383"/>
                  <a:pt x="750" y="398"/>
                  <a:pt x="740" y="420"/>
                </a:cubicBezTo>
                <a:cubicBezTo>
                  <a:pt x="731" y="442"/>
                  <a:pt x="722" y="460"/>
                  <a:pt x="712" y="475"/>
                </a:cubicBezTo>
                <a:cubicBezTo>
                  <a:pt x="703" y="490"/>
                  <a:pt x="688" y="504"/>
                  <a:pt x="667" y="519"/>
                </a:cubicBezTo>
                <a:cubicBezTo>
                  <a:pt x="646" y="534"/>
                  <a:pt x="624" y="541"/>
                  <a:pt x="603" y="539"/>
                </a:cubicBezTo>
                <a:cubicBezTo>
                  <a:pt x="584" y="539"/>
                  <a:pt x="566" y="537"/>
                  <a:pt x="549" y="533"/>
                </a:cubicBezTo>
                <a:cubicBezTo>
                  <a:pt x="533" y="529"/>
                  <a:pt x="520" y="524"/>
                  <a:pt x="510" y="517"/>
                </a:cubicBezTo>
                <a:cubicBezTo>
                  <a:pt x="499" y="510"/>
                  <a:pt x="491" y="504"/>
                  <a:pt x="484" y="498"/>
                </a:cubicBezTo>
                <a:cubicBezTo>
                  <a:pt x="477" y="493"/>
                  <a:pt x="471" y="488"/>
                  <a:pt x="467" y="483"/>
                </a:cubicBezTo>
                <a:lnTo>
                  <a:pt x="464" y="476"/>
                </a:lnTo>
                <a:cubicBezTo>
                  <a:pt x="414" y="518"/>
                  <a:pt x="362" y="539"/>
                  <a:pt x="305" y="539"/>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635" name=""/>
          <p:cNvSpPr/>
          <p:nvPr/>
        </p:nvSpPr>
        <p:spPr>
          <a:xfrm>
            <a:off x="7124040" y="6101280"/>
            <a:ext cx="127440" cy="213840"/>
          </a:xfrm>
          <a:custGeom>
            <a:avLst/>
            <a:gdLst/>
            <a:ahLst/>
            <a:rect l="0" t="0" r="r" b="b"/>
            <a:pathLst>
              <a:path w="354" h="594">
                <a:moveTo>
                  <a:pt x="0" y="419"/>
                </a:moveTo>
                <a:cubicBezTo>
                  <a:pt x="0" y="363"/>
                  <a:pt x="10" y="303"/>
                  <a:pt x="32" y="241"/>
                </a:cubicBezTo>
                <a:cubicBezTo>
                  <a:pt x="53" y="178"/>
                  <a:pt x="83" y="124"/>
                  <a:pt x="120" y="79"/>
                </a:cubicBezTo>
                <a:cubicBezTo>
                  <a:pt x="158" y="34"/>
                  <a:pt x="196" y="8"/>
                  <a:pt x="236" y="1"/>
                </a:cubicBezTo>
                <a:cubicBezTo>
                  <a:pt x="236" y="1"/>
                  <a:pt x="239" y="1"/>
                  <a:pt x="243" y="1"/>
                </a:cubicBezTo>
                <a:cubicBezTo>
                  <a:pt x="246" y="1"/>
                  <a:pt x="250" y="1"/>
                  <a:pt x="253" y="0"/>
                </a:cubicBezTo>
                <a:cubicBezTo>
                  <a:pt x="282" y="3"/>
                  <a:pt x="306" y="16"/>
                  <a:pt x="322" y="41"/>
                </a:cubicBezTo>
                <a:cubicBezTo>
                  <a:pt x="344" y="74"/>
                  <a:pt x="354" y="119"/>
                  <a:pt x="354" y="174"/>
                </a:cubicBezTo>
                <a:cubicBezTo>
                  <a:pt x="354" y="238"/>
                  <a:pt x="342" y="303"/>
                  <a:pt x="317" y="368"/>
                </a:cubicBezTo>
                <a:cubicBezTo>
                  <a:pt x="292" y="434"/>
                  <a:pt x="261" y="488"/>
                  <a:pt x="222" y="531"/>
                </a:cubicBezTo>
                <a:cubicBezTo>
                  <a:pt x="183" y="573"/>
                  <a:pt x="145" y="594"/>
                  <a:pt x="110" y="594"/>
                </a:cubicBezTo>
                <a:lnTo>
                  <a:pt x="104" y="594"/>
                </a:lnTo>
                <a:cubicBezTo>
                  <a:pt x="84" y="594"/>
                  <a:pt x="67" y="588"/>
                  <a:pt x="53" y="577"/>
                </a:cubicBezTo>
                <a:cubicBezTo>
                  <a:pt x="38" y="566"/>
                  <a:pt x="27" y="552"/>
                  <a:pt x="20" y="533"/>
                </a:cubicBezTo>
                <a:cubicBezTo>
                  <a:pt x="13" y="514"/>
                  <a:pt x="8" y="496"/>
                  <a:pt x="5" y="477"/>
                </a:cubicBezTo>
                <a:cubicBezTo>
                  <a:pt x="1" y="458"/>
                  <a:pt x="0" y="439"/>
                  <a:pt x="0" y="419"/>
                </a:cubicBezTo>
                <a:moveTo>
                  <a:pt x="289" y="116"/>
                </a:moveTo>
                <a:cubicBezTo>
                  <a:pt x="289" y="59"/>
                  <a:pt x="274" y="31"/>
                  <a:pt x="245" y="31"/>
                </a:cubicBezTo>
                <a:cubicBezTo>
                  <a:pt x="225" y="31"/>
                  <a:pt x="206" y="44"/>
                  <a:pt x="187" y="68"/>
                </a:cubicBezTo>
                <a:cubicBezTo>
                  <a:pt x="168" y="93"/>
                  <a:pt x="152" y="121"/>
                  <a:pt x="140" y="153"/>
                </a:cubicBezTo>
                <a:cubicBezTo>
                  <a:pt x="127" y="184"/>
                  <a:pt x="118" y="212"/>
                  <a:pt x="111" y="236"/>
                </a:cubicBezTo>
                <a:cubicBezTo>
                  <a:pt x="105" y="260"/>
                  <a:pt x="101" y="273"/>
                  <a:pt x="101" y="277"/>
                </a:cubicBezTo>
                <a:cubicBezTo>
                  <a:pt x="128" y="278"/>
                  <a:pt x="155" y="278"/>
                  <a:pt x="182" y="278"/>
                </a:cubicBezTo>
                <a:lnTo>
                  <a:pt x="262" y="277"/>
                </a:lnTo>
                <a:cubicBezTo>
                  <a:pt x="263" y="277"/>
                  <a:pt x="265" y="268"/>
                  <a:pt x="269" y="250"/>
                </a:cubicBezTo>
                <a:cubicBezTo>
                  <a:pt x="273" y="232"/>
                  <a:pt x="277" y="210"/>
                  <a:pt x="282" y="184"/>
                </a:cubicBezTo>
                <a:cubicBezTo>
                  <a:pt x="287" y="157"/>
                  <a:pt x="290" y="134"/>
                  <a:pt x="289" y="116"/>
                </a:cubicBezTo>
                <a:moveTo>
                  <a:pt x="64" y="475"/>
                </a:moveTo>
                <a:cubicBezTo>
                  <a:pt x="64" y="535"/>
                  <a:pt x="79" y="564"/>
                  <a:pt x="108" y="564"/>
                </a:cubicBezTo>
                <a:cubicBezTo>
                  <a:pt x="116" y="564"/>
                  <a:pt x="125" y="561"/>
                  <a:pt x="135" y="556"/>
                </a:cubicBezTo>
                <a:cubicBezTo>
                  <a:pt x="144" y="550"/>
                  <a:pt x="155" y="540"/>
                  <a:pt x="170" y="524"/>
                </a:cubicBezTo>
                <a:cubicBezTo>
                  <a:pt x="183" y="508"/>
                  <a:pt x="196" y="484"/>
                  <a:pt x="209" y="451"/>
                </a:cubicBezTo>
                <a:cubicBezTo>
                  <a:pt x="223" y="419"/>
                  <a:pt x="236" y="378"/>
                  <a:pt x="249" y="330"/>
                </a:cubicBezTo>
                <a:lnTo>
                  <a:pt x="253" y="316"/>
                </a:lnTo>
                <a:lnTo>
                  <a:pt x="91" y="316"/>
                </a:lnTo>
                <a:cubicBezTo>
                  <a:pt x="91" y="318"/>
                  <a:pt x="88" y="328"/>
                  <a:pt x="83" y="348"/>
                </a:cubicBezTo>
                <a:cubicBezTo>
                  <a:pt x="78" y="367"/>
                  <a:pt x="74" y="389"/>
                  <a:pt x="70" y="412"/>
                </a:cubicBezTo>
                <a:cubicBezTo>
                  <a:pt x="66" y="436"/>
                  <a:pt x="64" y="457"/>
                  <a:pt x="64" y="475"/>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636" name=""/>
          <p:cNvSpPr txBox="1"/>
          <p:nvPr/>
        </p:nvSpPr>
        <p:spPr>
          <a:xfrm>
            <a:off x="4633560" y="5946840"/>
            <a:ext cx="2459160" cy="372240"/>
          </a:xfrm>
          <a:prstGeom prst="rect">
            <a:avLst/>
          </a:prstGeom>
          <a:noFill/>
          <a:ln w="0">
            <a:noFill/>
          </a:ln>
        </p:spPr>
        <p:txBody>
          <a:bodyPr wrap="none" lIns="0" rIns="0" tIns="0" bIns="0" anchor="t">
            <a:spAutoFit/>
          </a:bodyPr>
          <a:p>
            <a:r>
              <a:rPr b="0" lang="en-US" sz="2620" strike="noStrike" u="none">
                <a:solidFill>
                  <a:srgbClr val="333333"/>
                </a:solidFill>
                <a:effectLst/>
                <a:uFillTx/>
                <a:latin typeface="NotoSansJP-Thin_"/>
                <a:ea typeface="NotoSansJP-Thin_"/>
              </a:rPr>
              <a:t> と </a:t>
            </a:r>
            <a:r>
              <a:rPr b="1" lang="en-US" sz="2620" strike="noStrike" u="none">
                <a:solidFill>
                  <a:srgbClr val="333333"/>
                </a:solidFill>
                <a:effectLst/>
                <a:uFillTx/>
                <a:latin typeface="NotoSansJP-Thin_"/>
                <a:ea typeface="NotoSansJP-Thin_"/>
              </a:rPr>
              <a:t>NN</a:t>
            </a:r>
            <a:r>
              <a:rPr b="1" lang="zh-CN" sz="2620" strike="noStrike" u="none">
                <a:solidFill>
                  <a:srgbClr val="333333"/>
                </a:solidFill>
                <a:effectLst/>
                <a:uFillTx/>
                <a:latin typeface="NotoSansJP-Thin_"/>
                <a:ea typeface="NotoSansJP-Thin_"/>
              </a:rPr>
              <a:t>の予測 </a:t>
            </a:r>
            <a:endParaRPr b="0" lang="en-US" sz="2620" strike="noStrike" u="none">
              <a:solidFill>
                <a:srgbClr val="000000"/>
              </a:solidFill>
              <a:effectLst/>
              <a:uFillTx/>
              <a:latin typeface="Times New Roman"/>
            </a:endParaRPr>
          </a:p>
        </p:txBody>
      </p:sp>
      <p:sp>
        <p:nvSpPr>
          <p:cNvPr id="637" name=""/>
          <p:cNvSpPr txBox="1"/>
          <p:nvPr/>
        </p:nvSpPr>
        <p:spPr>
          <a:xfrm>
            <a:off x="7272360" y="5946840"/>
            <a:ext cx="3505320" cy="334080"/>
          </a:xfrm>
          <a:prstGeom prst="rect">
            <a:avLst/>
          </a:prstGeom>
          <a:noFill/>
          <a:ln w="0">
            <a:noFill/>
          </a:ln>
        </p:spPr>
        <p:txBody>
          <a:bodyPr wrap="none" lIns="0" rIns="0" tIns="0" bIns="0" anchor="t">
            <a:spAutoFit/>
          </a:bodyPr>
          <a:p>
            <a:r>
              <a:rPr b="0" lang="en-US" sz="2620" strike="noStrike" u="none">
                <a:solidFill>
                  <a:srgbClr val="333333"/>
                </a:solidFill>
                <a:effectLst/>
                <a:uFillTx/>
                <a:latin typeface="NotoSansJP-Thin_"/>
                <a:ea typeface="NotoSansJP-Thin_"/>
              </a:rPr>
              <a:t> の差を測る項になる。</a:t>
            </a:r>
            <a:endParaRPr b="0" lang="en-US" sz="2620" strike="noStrike" u="none">
              <a:solidFill>
                <a:srgbClr val="000000"/>
              </a:solidFill>
              <a:effectLst/>
              <a:uFillTx/>
              <a:latin typeface="Times New Roman"/>
            </a:endParaRPr>
          </a:p>
        </p:txBody>
      </p:sp>
      <p:sp>
        <p:nvSpPr>
          <p:cNvPr id="638" name=""/>
          <p:cNvSpPr/>
          <p:nvPr/>
        </p:nvSpPr>
        <p:spPr>
          <a:xfrm>
            <a:off x="0" y="0"/>
            <a:ext cx="12192120" cy="667080"/>
          </a:xfrm>
          <a:custGeom>
            <a:avLst/>
            <a:gdLst/>
            <a:ahLst/>
            <a:rect l="0" t="0" r="r" b="b"/>
            <a:pathLst>
              <a:path w="33867" h="1853">
                <a:moveTo>
                  <a:pt x="0" y="0"/>
                </a:moveTo>
                <a:lnTo>
                  <a:pt x="33867" y="0"/>
                </a:lnTo>
                <a:lnTo>
                  <a:pt x="33867" y="1853"/>
                </a:lnTo>
                <a:lnTo>
                  <a:pt x="0" y="1853"/>
                </a:lnTo>
                <a:lnTo>
                  <a:pt x="0" y="0"/>
                </a:lnTo>
                <a:close/>
              </a:path>
            </a:pathLst>
          </a:custGeom>
          <a:solidFill>
            <a:srgbClr val="800000"/>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639" name=""/>
          <p:cNvSpPr txBox="1"/>
          <p:nvPr/>
        </p:nvSpPr>
        <p:spPr>
          <a:xfrm>
            <a:off x="380880" y="6737400"/>
            <a:ext cx="8418600" cy="372240"/>
          </a:xfrm>
          <a:prstGeom prst="rect">
            <a:avLst/>
          </a:prstGeom>
          <a:noFill/>
          <a:ln w="0">
            <a:noFill/>
          </a:ln>
        </p:spPr>
        <p:txBody>
          <a:bodyPr wrap="none" lIns="0" rIns="0" tIns="0" bIns="0" anchor="t">
            <a:spAutoFit/>
          </a:bodyPr>
          <a:p>
            <a:r>
              <a:rPr b="0" lang="en-US" sz="2620" strike="noStrike" u="none">
                <a:solidFill>
                  <a:srgbClr val="333333"/>
                </a:solidFill>
                <a:effectLst/>
                <a:uFillTx/>
                <a:latin typeface="NotoSansJP-Thin_"/>
                <a:ea typeface="NotoSansJP-Thin_"/>
              </a:rPr>
              <a:t>// TODO </a:t>
            </a:r>
            <a:r>
              <a:rPr b="0" lang="zh-CN" sz="2620" strike="noStrike" u="none">
                <a:solidFill>
                  <a:srgbClr val="333333"/>
                </a:solidFill>
                <a:effectLst/>
                <a:uFillTx/>
                <a:latin typeface="NotoSansJP-Thin_"/>
                <a:ea typeface="NotoSansJP-Thin_"/>
              </a:rPr>
              <a:t>なぜ元のままだと計算が解析的にできないのか</a:t>
            </a:r>
            <a:endParaRPr b="0" lang="en-US" sz="2620" strike="noStrike" u="none">
              <a:solidFill>
                <a:srgbClr val="000000"/>
              </a:solidFill>
              <a:effectLst/>
              <a:uFillTx/>
              <a:latin typeface="Times New Roman"/>
            </a:endParaRPr>
          </a:p>
        </p:txBody>
      </p:sp>
      <p:sp>
        <p:nvSpPr>
          <p:cNvPr id="640" name=""/>
          <p:cNvSpPr txBox="1"/>
          <p:nvPr/>
        </p:nvSpPr>
        <p:spPr>
          <a:xfrm>
            <a:off x="237960" y="174600"/>
            <a:ext cx="3060720" cy="372240"/>
          </a:xfrm>
          <a:prstGeom prst="rect">
            <a:avLst/>
          </a:prstGeom>
          <a:noFill/>
          <a:ln w="0">
            <a:noFill/>
          </a:ln>
        </p:spPr>
        <p:txBody>
          <a:bodyPr wrap="none" lIns="0" rIns="0" tIns="0" bIns="0" anchor="t">
            <a:spAutoFit/>
          </a:bodyPr>
          <a:p>
            <a:r>
              <a:rPr b="1" lang="en-US" sz="2620" strike="noStrike" u="none">
                <a:solidFill>
                  <a:srgbClr val="ffffff"/>
                </a:solidFill>
                <a:effectLst/>
                <a:uFillTx/>
                <a:latin typeface="NotoSansJP-Thin_"/>
                <a:ea typeface="NotoSansJP-Thin_"/>
              </a:rPr>
              <a:t>3.1. </a:t>
            </a:r>
            <a:r>
              <a:rPr b="1" lang="zh-CN" sz="2620" strike="noStrike" u="none">
                <a:solidFill>
                  <a:srgbClr val="ffffff"/>
                </a:solidFill>
                <a:effectLst/>
                <a:uFillTx/>
                <a:latin typeface="NotoSansJP-Thin_"/>
                <a:ea typeface="NotoSansJP-Thin_"/>
              </a:rPr>
              <a:t>損失関数の導出</a:t>
            </a:r>
            <a:endParaRPr b="0" lang="en-US" sz="2620" strike="noStrike" u="none">
              <a:solidFill>
                <a:srgbClr val="000000"/>
              </a:solidFill>
              <a:effectLst/>
              <a:uFillTx/>
              <a:latin typeface="Times New Roman"/>
            </a:endParaRPr>
          </a:p>
        </p:txBody>
      </p:sp>
      <p:sp>
        <p:nvSpPr>
          <p:cNvPr id="641" name=""/>
          <p:cNvSpPr txBox="1"/>
          <p:nvPr/>
        </p:nvSpPr>
        <p:spPr>
          <a:xfrm>
            <a:off x="11161800" y="6397560"/>
            <a:ext cx="668160" cy="297720"/>
          </a:xfrm>
          <a:prstGeom prst="rect">
            <a:avLst/>
          </a:prstGeom>
          <a:noFill/>
          <a:ln w="0">
            <a:noFill/>
          </a:ln>
        </p:spPr>
        <p:txBody>
          <a:bodyPr wrap="none" lIns="0" rIns="0" tIns="0" bIns="0" anchor="t">
            <a:spAutoFit/>
          </a:bodyPr>
          <a:p>
            <a:r>
              <a:rPr b="1" lang="en-US" sz="2100" strike="noStrike" u="none">
                <a:solidFill>
                  <a:srgbClr val="333333"/>
                </a:solidFill>
                <a:effectLst/>
                <a:uFillTx/>
                <a:latin typeface="NotoSansJP-Thin_"/>
                <a:ea typeface="NotoSansJP-Thin_"/>
              </a:rPr>
              <a:t>12/24</a:t>
            </a:r>
            <a:endParaRPr b="0" lang="en-US" sz="2100" strike="noStrike" u="non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42"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643"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644"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645" name=""/>
          <p:cNvSpPr/>
          <p:nvPr/>
        </p:nvSpPr>
        <p:spPr>
          <a:xfrm>
            <a:off x="398520" y="961920"/>
            <a:ext cx="338040" cy="375840"/>
          </a:xfrm>
          <a:custGeom>
            <a:avLst/>
            <a:gdLst/>
            <a:ahLst/>
            <a:rect l="0" t="0" r="r" b="b"/>
            <a:pathLst>
              <a:path w="939" h="1044">
                <a:moveTo>
                  <a:pt x="300" y="70"/>
                </a:moveTo>
                <a:cubicBezTo>
                  <a:pt x="264" y="70"/>
                  <a:pt x="246" y="68"/>
                  <a:pt x="244" y="64"/>
                </a:cubicBezTo>
                <a:cubicBezTo>
                  <a:pt x="243" y="62"/>
                  <a:pt x="243" y="58"/>
                  <a:pt x="243" y="52"/>
                </a:cubicBezTo>
                <a:cubicBezTo>
                  <a:pt x="243" y="27"/>
                  <a:pt x="248" y="10"/>
                  <a:pt x="259" y="1"/>
                </a:cubicBezTo>
                <a:cubicBezTo>
                  <a:pt x="261" y="0"/>
                  <a:pt x="269" y="0"/>
                  <a:pt x="282" y="0"/>
                </a:cubicBezTo>
                <a:cubicBezTo>
                  <a:pt x="338" y="3"/>
                  <a:pt x="403" y="4"/>
                  <a:pt x="477" y="4"/>
                </a:cubicBezTo>
                <a:cubicBezTo>
                  <a:pt x="620" y="4"/>
                  <a:pt x="702" y="3"/>
                  <a:pt x="724" y="0"/>
                </a:cubicBezTo>
                <a:lnTo>
                  <a:pt x="742" y="0"/>
                </a:lnTo>
                <a:cubicBezTo>
                  <a:pt x="748" y="6"/>
                  <a:pt x="751" y="10"/>
                  <a:pt x="751" y="14"/>
                </a:cubicBezTo>
                <a:cubicBezTo>
                  <a:pt x="751" y="17"/>
                  <a:pt x="750" y="26"/>
                  <a:pt x="748" y="41"/>
                </a:cubicBezTo>
                <a:cubicBezTo>
                  <a:pt x="743" y="56"/>
                  <a:pt x="738" y="66"/>
                  <a:pt x="734" y="70"/>
                </a:cubicBezTo>
                <a:lnTo>
                  <a:pt x="676" y="70"/>
                </a:lnTo>
                <a:cubicBezTo>
                  <a:pt x="606" y="71"/>
                  <a:pt x="565" y="75"/>
                  <a:pt x="553" y="84"/>
                </a:cubicBezTo>
                <a:cubicBezTo>
                  <a:pt x="546" y="88"/>
                  <a:pt x="539" y="102"/>
                  <a:pt x="532" y="126"/>
                </a:cubicBezTo>
                <a:cubicBezTo>
                  <a:pt x="525" y="151"/>
                  <a:pt x="490" y="285"/>
                  <a:pt x="429" y="529"/>
                </a:cubicBezTo>
                <a:cubicBezTo>
                  <a:pt x="413" y="595"/>
                  <a:pt x="396" y="665"/>
                  <a:pt x="378" y="739"/>
                </a:cubicBezTo>
                <a:cubicBezTo>
                  <a:pt x="359" y="813"/>
                  <a:pt x="346" y="869"/>
                  <a:pt x="337" y="907"/>
                </a:cubicBezTo>
                <a:lnTo>
                  <a:pt x="323" y="962"/>
                </a:lnTo>
                <a:cubicBezTo>
                  <a:pt x="323" y="966"/>
                  <a:pt x="327" y="968"/>
                  <a:pt x="337" y="968"/>
                </a:cubicBezTo>
                <a:cubicBezTo>
                  <a:pt x="346" y="968"/>
                  <a:pt x="376" y="969"/>
                  <a:pt x="426" y="971"/>
                </a:cubicBezTo>
                <a:lnTo>
                  <a:pt x="452" y="971"/>
                </a:lnTo>
                <a:cubicBezTo>
                  <a:pt x="485" y="971"/>
                  <a:pt x="511" y="970"/>
                  <a:pt x="530" y="969"/>
                </a:cubicBezTo>
                <a:cubicBezTo>
                  <a:pt x="549" y="968"/>
                  <a:pt x="574" y="965"/>
                  <a:pt x="605" y="959"/>
                </a:cubicBezTo>
                <a:cubicBezTo>
                  <a:pt x="635" y="952"/>
                  <a:pt x="661" y="943"/>
                  <a:pt x="681" y="931"/>
                </a:cubicBezTo>
                <a:cubicBezTo>
                  <a:pt x="701" y="919"/>
                  <a:pt x="724" y="902"/>
                  <a:pt x="748" y="879"/>
                </a:cubicBezTo>
                <a:cubicBezTo>
                  <a:pt x="772" y="857"/>
                  <a:pt x="794" y="829"/>
                  <a:pt x="812" y="795"/>
                </a:cubicBezTo>
                <a:cubicBezTo>
                  <a:pt x="828" y="765"/>
                  <a:pt x="844" y="731"/>
                  <a:pt x="858" y="693"/>
                </a:cubicBezTo>
                <a:cubicBezTo>
                  <a:pt x="872" y="656"/>
                  <a:pt x="881" y="634"/>
                  <a:pt x="884" y="629"/>
                </a:cubicBezTo>
                <a:cubicBezTo>
                  <a:pt x="889" y="626"/>
                  <a:pt x="897" y="625"/>
                  <a:pt x="910" y="625"/>
                </a:cubicBezTo>
                <a:lnTo>
                  <a:pt x="929" y="625"/>
                </a:lnTo>
                <a:cubicBezTo>
                  <a:pt x="936" y="634"/>
                  <a:pt x="939" y="639"/>
                  <a:pt x="939" y="641"/>
                </a:cubicBezTo>
                <a:cubicBezTo>
                  <a:pt x="939" y="644"/>
                  <a:pt x="928" y="673"/>
                  <a:pt x="908" y="731"/>
                </a:cubicBezTo>
                <a:cubicBezTo>
                  <a:pt x="888" y="789"/>
                  <a:pt x="865" y="850"/>
                  <a:pt x="841" y="914"/>
                </a:cubicBezTo>
                <a:cubicBezTo>
                  <a:pt x="817" y="978"/>
                  <a:pt x="803" y="1017"/>
                  <a:pt x="801" y="1028"/>
                </a:cubicBezTo>
                <a:cubicBezTo>
                  <a:pt x="799" y="1033"/>
                  <a:pt x="797" y="1036"/>
                  <a:pt x="795" y="1037"/>
                </a:cubicBezTo>
                <a:cubicBezTo>
                  <a:pt x="793" y="1038"/>
                  <a:pt x="785" y="1040"/>
                  <a:pt x="771" y="1042"/>
                </a:cubicBezTo>
                <a:cubicBezTo>
                  <a:pt x="757" y="1044"/>
                  <a:pt x="735" y="1044"/>
                  <a:pt x="705" y="1043"/>
                </a:cubicBezTo>
                <a:cubicBezTo>
                  <a:pt x="694" y="1043"/>
                  <a:pt x="656" y="1043"/>
                  <a:pt x="590" y="1043"/>
                </a:cubicBezTo>
                <a:cubicBezTo>
                  <a:pt x="523" y="1043"/>
                  <a:pt x="460" y="1043"/>
                  <a:pt x="401" y="1042"/>
                </a:cubicBezTo>
                <a:lnTo>
                  <a:pt x="128" y="1042"/>
                </a:lnTo>
                <a:cubicBezTo>
                  <a:pt x="43" y="1042"/>
                  <a:pt x="0" y="1037"/>
                  <a:pt x="0" y="1027"/>
                </a:cubicBezTo>
                <a:cubicBezTo>
                  <a:pt x="0" y="1019"/>
                  <a:pt x="1" y="1012"/>
                  <a:pt x="3" y="1005"/>
                </a:cubicBezTo>
                <a:cubicBezTo>
                  <a:pt x="8" y="986"/>
                  <a:pt x="13" y="974"/>
                  <a:pt x="18" y="972"/>
                </a:cubicBezTo>
                <a:cubicBezTo>
                  <a:pt x="23" y="971"/>
                  <a:pt x="30" y="971"/>
                  <a:pt x="41" y="971"/>
                </a:cubicBezTo>
                <a:lnTo>
                  <a:pt x="50" y="971"/>
                </a:lnTo>
                <a:cubicBezTo>
                  <a:pt x="78" y="971"/>
                  <a:pt x="108" y="969"/>
                  <a:pt x="142" y="966"/>
                </a:cubicBezTo>
                <a:cubicBezTo>
                  <a:pt x="156" y="963"/>
                  <a:pt x="166" y="957"/>
                  <a:pt x="171" y="948"/>
                </a:cubicBezTo>
                <a:cubicBezTo>
                  <a:pt x="174" y="944"/>
                  <a:pt x="211" y="803"/>
                  <a:pt x="281" y="524"/>
                </a:cubicBezTo>
                <a:cubicBezTo>
                  <a:pt x="352" y="246"/>
                  <a:pt x="387" y="99"/>
                  <a:pt x="387" y="84"/>
                </a:cubicBezTo>
                <a:cubicBezTo>
                  <a:pt x="387" y="77"/>
                  <a:pt x="358" y="72"/>
                  <a:pt x="300" y="70"/>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646" name=""/>
          <p:cNvSpPr/>
          <p:nvPr/>
        </p:nvSpPr>
        <p:spPr>
          <a:xfrm>
            <a:off x="785520" y="1245240"/>
            <a:ext cx="127080" cy="178200"/>
          </a:xfrm>
          <a:custGeom>
            <a:avLst/>
            <a:gdLst/>
            <a:ahLst/>
            <a:rect l="0" t="0" r="r" b="b"/>
            <a:pathLst>
              <a:path w="353" h="495">
                <a:moveTo>
                  <a:pt x="284" y="142"/>
                </a:moveTo>
                <a:cubicBezTo>
                  <a:pt x="284" y="113"/>
                  <a:pt x="274" y="88"/>
                  <a:pt x="254" y="68"/>
                </a:cubicBezTo>
                <a:cubicBezTo>
                  <a:pt x="235" y="47"/>
                  <a:pt x="207" y="36"/>
                  <a:pt x="170" y="36"/>
                </a:cubicBezTo>
                <a:cubicBezTo>
                  <a:pt x="145" y="36"/>
                  <a:pt x="122" y="41"/>
                  <a:pt x="104" y="50"/>
                </a:cubicBezTo>
                <a:cubicBezTo>
                  <a:pt x="81" y="64"/>
                  <a:pt x="70" y="83"/>
                  <a:pt x="70" y="106"/>
                </a:cubicBezTo>
                <a:cubicBezTo>
                  <a:pt x="70" y="110"/>
                  <a:pt x="70" y="115"/>
                  <a:pt x="70" y="120"/>
                </a:cubicBezTo>
                <a:cubicBezTo>
                  <a:pt x="71" y="126"/>
                  <a:pt x="77" y="135"/>
                  <a:pt x="88" y="146"/>
                </a:cubicBezTo>
                <a:cubicBezTo>
                  <a:pt x="98" y="158"/>
                  <a:pt x="115" y="167"/>
                  <a:pt x="135" y="173"/>
                </a:cubicBezTo>
                <a:cubicBezTo>
                  <a:pt x="148" y="177"/>
                  <a:pt x="164" y="180"/>
                  <a:pt x="182" y="183"/>
                </a:cubicBezTo>
                <a:cubicBezTo>
                  <a:pt x="201" y="186"/>
                  <a:pt x="217" y="189"/>
                  <a:pt x="230" y="193"/>
                </a:cubicBezTo>
                <a:cubicBezTo>
                  <a:pt x="243" y="196"/>
                  <a:pt x="254" y="201"/>
                  <a:pt x="264" y="207"/>
                </a:cubicBezTo>
                <a:cubicBezTo>
                  <a:pt x="276" y="212"/>
                  <a:pt x="288" y="220"/>
                  <a:pt x="300" y="228"/>
                </a:cubicBezTo>
                <a:cubicBezTo>
                  <a:pt x="311" y="237"/>
                  <a:pt x="323" y="252"/>
                  <a:pt x="334" y="273"/>
                </a:cubicBezTo>
                <a:cubicBezTo>
                  <a:pt x="346" y="294"/>
                  <a:pt x="352" y="316"/>
                  <a:pt x="353" y="340"/>
                </a:cubicBezTo>
                <a:cubicBezTo>
                  <a:pt x="353" y="385"/>
                  <a:pt x="339" y="421"/>
                  <a:pt x="312" y="450"/>
                </a:cubicBezTo>
                <a:cubicBezTo>
                  <a:pt x="284" y="479"/>
                  <a:pt x="240" y="494"/>
                  <a:pt x="179" y="494"/>
                </a:cubicBezTo>
                <a:lnTo>
                  <a:pt x="170" y="494"/>
                </a:lnTo>
                <a:cubicBezTo>
                  <a:pt x="133" y="494"/>
                  <a:pt x="98" y="481"/>
                  <a:pt x="66" y="455"/>
                </a:cubicBezTo>
                <a:lnTo>
                  <a:pt x="57" y="463"/>
                </a:lnTo>
                <a:lnTo>
                  <a:pt x="48" y="473"/>
                </a:lnTo>
                <a:cubicBezTo>
                  <a:pt x="43" y="477"/>
                  <a:pt x="39" y="481"/>
                  <a:pt x="35" y="485"/>
                </a:cubicBezTo>
                <a:lnTo>
                  <a:pt x="23" y="495"/>
                </a:lnTo>
                <a:lnTo>
                  <a:pt x="14" y="495"/>
                </a:lnTo>
                <a:lnTo>
                  <a:pt x="10" y="495"/>
                </a:lnTo>
                <a:cubicBezTo>
                  <a:pt x="8" y="495"/>
                  <a:pt x="5" y="493"/>
                  <a:pt x="0" y="489"/>
                </a:cubicBezTo>
                <a:lnTo>
                  <a:pt x="0" y="404"/>
                </a:lnTo>
                <a:lnTo>
                  <a:pt x="0" y="341"/>
                </a:lnTo>
                <a:cubicBezTo>
                  <a:pt x="0" y="326"/>
                  <a:pt x="1" y="317"/>
                  <a:pt x="2" y="314"/>
                </a:cubicBezTo>
                <a:cubicBezTo>
                  <a:pt x="4" y="311"/>
                  <a:pt x="7" y="310"/>
                  <a:pt x="13" y="309"/>
                </a:cubicBezTo>
                <a:lnTo>
                  <a:pt x="23" y="309"/>
                </a:lnTo>
                <a:cubicBezTo>
                  <a:pt x="32" y="309"/>
                  <a:pt x="37" y="310"/>
                  <a:pt x="40" y="313"/>
                </a:cubicBezTo>
                <a:cubicBezTo>
                  <a:pt x="43" y="316"/>
                  <a:pt x="45" y="320"/>
                  <a:pt x="46" y="326"/>
                </a:cubicBezTo>
                <a:cubicBezTo>
                  <a:pt x="46" y="332"/>
                  <a:pt x="49" y="342"/>
                  <a:pt x="53" y="355"/>
                </a:cubicBezTo>
                <a:cubicBezTo>
                  <a:pt x="57" y="369"/>
                  <a:pt x="64" y="384"/>
                  <a:pt x="74" y="400"/>
                </a:cubicBezTo>
                <a:cubicBezTo>
                  <a:pt x="99" y="437"/>
                  <a:pt x="135" y="455"/>
                  <a:pt x="179" y="455"/>
                </a:cubicBezTo>
                <a:cubicBezTo>
                  <a:pt x="249" y="455"/>
                  <a:pt x="284" y="427"/>
                  <a:pt x="284" y="371"/>
                </a:cubicBezTo>
                <a:cubicBezTo>
                  <a:pt x="284" y="351"/>
                  <a:pt x="277" y="334"/>
                  <a:pt x="264" y="321"/>
                </a:cubicBezTo>
                <a:cubicBezTo>
                  <a:pt x="250" y="303"/>
                  <a:pt x="220" y="291"/>
                  <a:pt x="175" y="282"/>
                </a:cubicBezTo>
                <a:cubicBezTo>
                  <a:pt x="129" y="273"/>
                  <a:pt x="99" y="265"/>
                  <a:pt x="84" y="257"/>
                </a:cubicBezTo>
                <a:cubicBezTo>
                  <a:pt x="58" y="244"/>
                  <a:pt x="38" y="227"/>
                  <a:pt x="23" y="207"/>
                </a:cubicBezTo>
                <a:cubicBezTo>
                  <a:pt x="8" y="186"/>
                  <a:pt x="0" y="163"/>
                  <a:pt x="0" y="140"/>
                </a:cubicBezTo>
                <a:cubicBezTo>
                  <a:pt x="0" y="112"/>
                  <a:pt x="6" y="88"/>
                  <a:pt x="19" y="69"/>
                </a:cubicBezTo>
                <a:cubicBezTo>
                  <a:pt x="31" y="49"/>
                  <a:pt x="46" y="35"/>
                  <a:pt x="65" y="26"/>
                </a:cubicBezTo>
                <a:cubicBezTo>
                  <a:pt x="84" y="16"/>
                  <a:pt x="103" y="10"/>
                  <a:pt x="120" y="6"/>
                </a:cubicBezTo>
                <a:cubicBezTo>
                  <a:pt x="137" y="3"/>
                  <a:pt x="153" y="1"/>
                  <a:pt x="167" y="1"/>
                </a:cubicBezTo>
                <a:lnTo>
                  <a:pt x="179" y="1"/>
                </a:lnTo>
                <a:cubicBezTo>
                  <a:pt x="208" y="1"/>
                  <a:pt x="233" y="6"/>
                  <a:pt x="254" y="17"/>
                </a:cubicBezTo>
                <a:lnTo>
                  <a:pt x="271" y="26"/>
                </a:lnTo>
                <a:lnTo>
                  <a:pt x="280" y="18"/>
                </a:lnTo>
                <a:cubicBezTo>
                  <a:pt x="288" y="12"/>
                  <a:pt x="295" y="5"/>
                  <a:pt x="304" y="0"/>
                </a:cubicBezTo>
                <a:lnTo>
                  <a:pt x="313" y="0"/>
                </a:lnTo>
                <a:lnTo>
                  <a:pt x="317" y="0"/>
                </a:lnTo>
                <a:cubicBezTo>
                  <a:pt x="319" y="0"/>
                  <a:pt x="322" y="2"/>
                  <a:pt x="327" y="6"/>
                </a:cubicBezTo>
                <a:lnTo>
                  <a:pt x="327" y="148"/>
                </a:lnTo>
                <a:lnTo>
                  <a:pt x="320" y="155"/>
                </a:lnTo>
                <a:lnTo>
                  <a:pt x="290" y="155"/>
                </a:lnTo>
                <a:cubicBezTo>
                  <a:pt x="286" y="151"/>
                  <a:pt x="284" y="146"/>
                  <a:pt x="284" y="142"/>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647" name=""/>
          <p:cNvSpPr/>
          <p:nvPr/>
        </p:nvSpPr>
        <p:spPr>
          <a:xfrm>
            <a:off x="935640" y="1159560"/>
            <a:ext cx="89280" cy="259560"/>
          </a:xfrm>
          <a:custGeom>
            <a:avLst/>
            <a:gdLst/>
            <a:ahLst/>
            <a:rect l="0" t="0" r="r" b="b"/>
            <a:pathLst>
              <a:path w="248" h="721">
                <a:moveTo>
                  <a:pt x="47" y="65"/>
                </a:moveTo>
                <a:cubicBezTo>
                  <a:pt x="47" y="45"/>
                  <a:pt x="53" y="29"/>
                  <a:pt x="66" y="17"/>
                </a:cubicBezTo>
                <a:cubicBezTo>
                  <a:pt x="79" y="5"/>
                  <a:pt x="95" y="0"/>
                  <a:pt x="113" y="0"/>
                </a:cubicBezTo>
                <a:cubicBezTo>
                  <a:pt x="130" y="1"/>
                  <a:pt x="144" y="7"/>
                  <a:pt x="157" y="18"/>
                </a:cubicBezTo>
                <a:cubicBezTo>
                  <a:pt x="169" y="30"/>
                  <a:pt x="175" y="45"/>
                  <a:pt x="175" y="65"/>
                </a:cubicBezTo>
                <a:cubicBezTo>
                  <a:pt x="175" y="87"/>
                  <a:pt x="169" y="103"/>
                  <a:pt x="157" y="114"/>
                </a:cubicBezTo>
                <a:cubicBezTo>
                  <a:pt x="144" y="124"/>
                  <a:pt x="129" y="130"/>
                  <a:pt x="111" y="130"/>
                </a:cubicBezTo>
                <a:cubicBezTo>
                  <a:pt x="93" y="130"/>
                  <a:pt x="78" y="124"/>
                  <a:pt x="66" y="114"/>
                </a:cubicBezTo>
                <a:cubicBezTo>
                  <a:pt x="54" y="103"/>
                  <a:pt x="47" y="87"/>
                  <a:pt x="47" y="65"/>
                </a:cubicBezTo>
                <a:moveTo>
                  <a:pt x="239" y="721"/>
                </a:moveTo>
                <a:cubicBezTo>
                  <a:pt x="228" y="719"/>
                  <a:pt x="190" y="718"/>
                  <a:pt x="126" y="718"/>
                </a:cubicBezTo>
                <a:cubicBezTo>
                  <a:pt x="118" y="718"/>
                  <a:pt x="105" y="718"/>
                  <a:pt x="86" y="718"/>
                </a:cubicBezTo>
                <a:cubicBezTo>
                  <a:pt x="68" y="718"/>
                  <a:pt x="50" y="719"/>
                  <a:pt x="33" y="720"/>
                </a:cubicBezTo>
                <a:lnTo>
                  <a:pt x="9" y="721"/>
                </a:lnTo>
                <a:lnTo>
                  <a:pt x="0" y="721"/>
                </a:lnTo>
                <a:lnTo>
                  <a:pt x="0" y="672"/>
                </a:lnTo>
                <a:lnTo>
                  <a:pt x="18" y="672"/>
                </a:lnTo>
                <a:cubicBezTo>
                  <a:pt x="38" y="672"/>
                  <a:pt x="55" y="671"/>
                  <a:pt x="70" y="669"/>
                </a:cubicBezTo>
                <a:cubicBezTo>
                  <a:pt x="77" y="666"/>
                  <a:pt x="81" y="662"/>
                  <a:pt x="82" y="657"/>
                </a:cubicBezTo>
                <a:cubicBezTo>
                  <a:pt x="84" y="652"/>
                  <a:pt x="84" y="637"/>
                  <a:pt x="84" y="612"/>
                </a:cubicBezTo>
                <a:lnTo>
                  <a:pt x="84" y="501"/>
                </a:lnTo>
                <a:lnTo>
                  <a:pt x="84" y="406"/>
                </a:lnTo>
                <a:cubicBezTo>
                  <a:pt x="84" y="368"/>
                  <a:pt x="84" y="345"/>
                  <a:pt x="82" y="335"/>
                </a:cubicBezTo>
                <a:cubicBezTo>
                  <a:pt x="81" y="325"/>
                  <a:pt x="76" y="318"/>
                  <a:pt x="67" y="314"/>
                </a:cubicBezTo>
                <a:cubicBezTo>
                  <a:pt x="57" y="309"/>
                  <a:pt x="40" y="307"/>
                  <a:pt x="16" y="307"/>
                </a:cubicBezTo>
                <a:lnTo>
                  <a:pt x="5" y="307"/>
                </a:lnTo>
                <a:lnTo>
                  <a:pt x="5" y="282"/>
                </a:lnTo>
                <a:cubicBezTo>
                  <a:pt x="5" y="265"/>
                  <a:pt x="5" y="257"/>
                  <a:pt x="7" y="257"/>
                </a:cubicBezTo>
                <a:lnTo>
                  <a:pt x="18" y="256"/>
                </a:lnTo>
                <a:cubicBezTo>
                  <a:pt x="25" y="255"/>
                  <a:pt x="35" y="254"/>
                  <a:pt x="48" y="254"/>
                </a:cubicBezTo>
                <a:cubicBezTo>
                  <a:pt x="61" y="253"/>
                  <a:pt x="74" y="252"/>
                  <a:pt x="86" y="252"/>
                </a:cubicBezTo>
                <a:cubicBezTo>
                  <a:pt x="99" y="251"/>
                  <a:pt x="112" y="250"/>
                  <a:pt x="125" y="249"/>
                </a:cubicBezTo>
                <a:cubicBezTo>
                  <a:pt x="139" y="249"/>
                  <a:pt x="149" y="248"/>
                  <a:pt x="157" y="246"/>
                </a:cubicBezTo>
                <a:cubicBezTo>
                  <a:pt x="164" y="245"/>
                  <a:pt x="168" y="244"/>
                  <a:pt x="168" y="245"/>
                </a:cubicBezTo>
                <a:lnTo>
                  <a:pt x="172" y="245"/>
                </a:lnTo>
                <a:lnTo>
                  <a:pt x="172" y="655"/>
                </a:lnTo>
                <a:cubicBezTo>
                  <a:pt x="175" y="662"/>
                  <a:pt x="180" y="666"/>
                  <a:pt x="185" y="668"/>
                </a:cubicBezTo>
                <a:cubicBezTo>
                  <a:pt x="190" y="669"/>
                  <a:pt x="202" y="670"/>
                  <a:pt x="222" y="672"/>
                </a:cubicBezTo>
                <a:lnTo>
                  <a:pt x="248" y="672"/>
                </a:lnTo>
                <a:lnTo>
                  <a:pt x="248" y="721"/>
                </a:lnTo>
                <a:lnTo>
                  <a:pt x="239" y="721"/>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648" name=""/>
          <p:cNvSpPr/>
          <p:nvPr/>
        </p:nvSpPr>
        <p:spPr>
          <a:xfrm>
            <a:off x="1043280" y="1247400"/>
            <a:ext cx="308160" cy="171720"/>
          </a:xfrm>
          <a:custGeom>
            <a:avLst/>
            <a:gdLst/>
            <a:ahLst/>
            <a:rect l="0" t="0" r="r" b="b"/>
            <a:pathLst>
              <a:path w="856" h="477">
                <a:moveTo>
                  <a:pt x="17" y="428"/>
                </a:moveTo>
                <a:lnTo>
                  <a:pt x="32" y="428"/>
                </a:lnTo>
                <a:cubicBezTo>
                  <a:pt x="60" y="428"/>
                  <a:pt x="77" y="423"/>
                  <a:pt x="83" y="413"/>
                </a:cubicBezTo>
                <a:lnTo>
                  <a:pt x="83" y="404"/>
                </a:lnTo>
                <a:cubicBezTo>
                  <a:pt x="83" y="398"/>
                  <a:pt x="83" y="389"/>
                  <a:pt x="83" y="379"/>
                </a:cubicBezTo>
                <a:cubicBezTo>
                  <a:pt x="83" y="369"/>
                  <a:pt x="83" y="358"/>
                  <a:pt x="83" y="346"/>
                </a:cubicBezTo>
                <a:cubicBezTo>
                  <a:pt x="83" y="334"/>
                  <a:pt x="83" y="320"/>
                  <a:pt x="84" y="304"/>
                </a:cubicBezTo>
                <a:cubicBezTo>
                  <a:pt x="85" y="288"/>
                  <a:pt x="85" y="273"/>
                  <a:pt x="84" y="259"/>
                </a:cubicBezTo>
                <a:cubicBezTo>
                  <a:pt x="84" y="236"/>
                  <a:pt x="84" y="213"/>
                  <a:pt x="84" y="188"/>
                </a:cubicBezTo>
                <a:cubicBezTo>
                  <a:pt x="84" y="162"/>
                  <a:pt x="83" y="141"/>
                  <a:pt x="83" y="124"/>
                </a:cubicBezTo>
                <a:lnTo>
                  <a:pt x="83" y="98"/>
                </a:lnTo>
                <a:cubicBezTo>
                  <a:pt x="81" y="85"/>
                  <a:pt x="76" y="76"/>
                  <a:pt x="68" y="71"/>
                </a:cubicBezTo>
                <a:cubicBezTo>
                  <a:pt x="60" y="67"/>
                  <a:pt x="44" y="64"/>
                  <a:pt x="19" y="62"/>
                </a:cubicBezTo>
                <a:lnTo>
                  <a:pt x="0" y="62"/>
                </a:lnTo>
                <a:lnTo>
                  <a:pt x="0" y="37"/>
                </a:lnTo>
                <a:cubicBezTo>
                  <a:pt x="0" y="20"/>
                  <a:pt x="1" y="12"/>
                  <a:pt x="2" y="12"/>
                </a:cubicBezTo>
                <a:lnTo>
                  <a:pt x="13" y="11"/>
                </a:lnTo>
                <a:cubicBezTo>
                  <a:pt x="20" y="10"/>
                  <a:pt x="30" y="9"/>
                  <a:pt x="43" y="9"/>
                </a:cubicBezTo>
                <a:cubicBezTo>
                  <a:pt x="56" y="8"/>
                  <a:pt x="69" y="7"/>
                  <a:pt x="83" y="7"/>
                </a:cubicBezTo>
                <a:cubicBezTo>
                  <a:pt x="96" y="6"/>
                  <a:pt x="109" y="5"/>
                  <a:pt x="123" y="4"/>
                </a:cubicBezTo>
                <a:cubicBezTo>
                  <a:pt x="136" y="4"/>
                  <a:pt x="147" y="3"/>
                  <a:pt x="154" y="1"/>
                </a:cubicBezTo>
                <a:cubicBezTo>
                  <a:pt x="161" y="0"/>
                  <a:pt x="165" y="-1"/>
                  <a:pt x="166" y="0"/>
                </a:cubicBezTo>
                <a:lnTo>
                  <a:pt x="169" y="0"/>
                </a:lnTo>
                <a:lnTo>
                  <a:pt x="169" y="43"/>
                </a:lnTo>
                <a:cubicBezTo>
                  <a:pt x="169" y="71"/>
                  <a:pt x="169" y="84"/>
                  <a:pt x="170" y="84"/>
                </a:cubicBezTo>
                <a:cubicBezTo>
                  <a:pt x="171" y="84"/>
                  <a:pt x="172" y="82"/>
                  <a:pt x="175" y="79"/>
                </a:cubicBezTo>
                <a:cubicBezTo>
                  <a:pt x="178" y="75"/>
                  <a:pt x="183" y="70"/>
                  <a:pt x="188" y="63"/>
                </a:cubicBezTo>
                <a:cubicBezTo>
                  <a:pt x="194" y="55"/>
                  <a:pt x="201" y="49"/>
                  <a:pt x="209" y="43"/>
                </a:cubicBezTo>
                <a:cubicBezTo>
                  <a:pt x="217" y="38"/>
                  <a:pt x="227" y="31"/>
                  <a:pt x="240" y="23"/>
                </a:cubicBezTo>
                <a:cubicBezTo>
                  <a:pt x="253" y="15"/>
                  <a:pt x="267" y="9"/>
                  <a:pt x="281" y="6"/>
                </a:cubicBezTo>
                <a:cubicBezTo>
                  <a:pt x="295" y="2"/>
                  <a:pt x="314" y="0"/>
                  <a:pt x="336" y="0"/>
                </a:cubicBezTo>
                <a:cubicBezTo>
                  <a:pt x="347" y="0"/>
                  <a:pt x="357" y="1"/>
                  <a:pt x="366" y="2"/>
                </a:cubicBezTo>
                <a:cubicBezTo>
                  <a:pt x="375" y="4"/>
                  <a:pt x="384" y="6"/>
                  <a:pt x="391" y="9"/>
                </a:cubicBezTo>
                <a:cubicBezTo>
                  <a:pt x="398" y="12"/>
                  <a:pt x="405" y="15"/>
                  <a:pt x="411" y="17"/>
                </a:cubicBezTo>
                <a:cubicBezTo>
                  <a:pt x="418" y="20"/>
                  <a:pt x="423" y="23"/>
                  <a:pt x="428" y="27"/>
                </a:cubicBezTo>
                <a:cubicBezTo>
                  <a:pt x="432" y="31"/>
                  <a:pt x="436" y="35"/>
                  <a:pt x="439" y="39"/>
                </a:cubicBezTo>
                <a:cubicBezTo>
                  <a:pt x="443" y="43"/>
                  <a:pt x="446" y="47"/>
                  <a:pt x="449" y="51"/>
                </a:cubicBezTo>
                <a:cubicBezTo>
                  <a:pt x="452" y="54"/>
                  <a:pt x="454" y="58"/>
                  <a:pt x="457" y="63"/>
                </a:cubicBezTo>
                <a:cubicBezTo>
                  <a:pt x="459" y="67"/>
                  <a:pt x="460" y="71"/>
                  <a:pt x="461" y="73"/>
                </a:cubicBezTo>
                <a:cubicBezTo>
                  <a:pt x="462" y="76"/>
                  <a:pt x="463" y="79"/>
                  <a:pt x="464" y="82"/>
                </a:cubicBezTo>
                <a:lnTo>
                  <a:pt x="466" y="87"/>
                </a:lnTo>
                <a:lnTo>
                  <a:pt x="470" y="83"/>
                </a:lnTo>
                <a:cubicBezTo>
                  <a:pt x="472" y="80"/>
                  <a:pt x="474" y="77"/>
                  <a:pt x="476" y="74"/>
                </a:cubicBezTo>
                <a:cubicBezTo>
                  <a:pt x="478" y="72"/>
                  <a:pt x="481" y="68"/>
                  <a:pt x="486" y="63"/>
                </a:cubicBezTo>
                <a:cubicBezTo>
                  <a:pt x="490" y="58"/>
                  <a:pt x="495" y="53"/>
                  <a:pt x="500" y="49"/>
                </a:cubicBezTo>
                <a:cubicBezTo>
                  <a:pt x="505" y="44"/>
                  <a:pt x="510" y="40"/>
                  <a:pt x="516" y="35"/>
                </a:cubicBezTo>
                <a:cubicBezTo>
                  <a:pt x="522" y="30"/>
                  <a:pt x="529" y="25"/>
                  <a:pt x="537" y="22"/>
                </a:cubicBezTo>
                <a:cubicBezTo>
                  <a:pt x="546" y="18"/>
                  <a:pt x="554" y="15"/>
                  <a:pt x="562" y="11"/>
                </a:cubicBezTo>
                <a:cubicBezTo>
                  <a:pt x="570" y="7"/>
                  <a:pt x="579" y="5"/>
                  <a:pt x="590" y="3"/>
                </a:cubicBezTo>
                <a:cubicBezTo>
                  <a:pt x="601" y="2"/>
                  <a:pt x="612" y="1"/>
                  <a:pt x="624" y="0"/>
                </a:cubicBezTo>
                <a:cubicBezTo>
                  <a:pt x="714" y="0"/>
                  <a:pt x="763" y="41"/>
                  <a:pt x="771" y="123"/>
                </a:cubicBezTo>
                <a:cubicBezTo>
                  <a:pt x="772" y="128"/>
                  <a:pt x="772" y="178"/>
                  <a:pt x="772" y="273"/>
                </a:cubicBezTo>
                <a:lnTo>
                  <a:pt x="772" y="365"/>
                </a:lnTo>
                <a:cubicBezTo>
                  <a:pt x="772" y="393"/>
                  <a:pt x="773" y="409"/>
                  <a:pt x="775" y="414"/>
                </a:cubicBezTo>
                <a:cubicBezTo>
                  <a:pt x="776" y="419"/>
                  <a:pt x="780" y="422"/>
                  <a:pt x="786" y="425"/>
                </a:cubicBezTo>
                <a:cubicBezTo>
                  <a:pt x="801" y="427"/>
                  <a:pt x="819" y="428"/>
                  <a:pt x="839" y="428"/>
                </a:cubicBezTo>
                <a:lnTo>
                  <a:pt x="856" y="428"/>
                </a:lnTo>
                <a:lnTo>
                  <a:pt x="856" y="477"/>
                </a:lnTo>
                <a:lnTo>
                  <a:pt x="848" y="477"/>
                </a:lnTo>
                <a:lnTo>
                  <a:pt x="823" y="476"/>
                </a:lnTo>
                <a:cubicBezTo>
                  <a:pt x="806" y="476"/>
                  <a:pt x="787" y="475"/>
                  <a:pt x="768" y="475"/>
                </a:cubicBezTo>
                <a:cubicBezTo>
                  <a:pt x="749" y="475"/>
                  <a:pt x="735" y="475"/>
                  <a:pt x="727" y="474"/>
                </a:cubicBezTo>
                <a:cubicBezTo>
                  <a:pt x="653" y="474"/>
                  <a:pt x="613" y="475"/>
                  <a:pt x="606" y="477"/>
                </a:cubicBezTo>
                <a:lnTo>
                  <a:pt x="598" y="477"/>
                </a:lnTo>
                <a:lnTo>
                  <a:pt x="598" y="428"/>
                </a:lnTo>
                <a:lnTo>
                  <a:pt x="615" y="428"/>
                </a:lnTo>
                <a:cubicBezTo>
                  <a:pt x="659" y="428"/>
                  <a:pt x="681" y="422"/>
                  <a:pt x="681" y="411"/>
                </a:cubicBezTo>
                <a:cubicBezTo>
                  <a:pt x="681" y="409"/>
                  <a:pt x="682" y="360"/>
                  <a:pt x="682" y="262"/>
                </a:cubicBezTo>
                <a:cubicBezTo>
                  <a:pt x="681" y="165"/>
                  <a:pt x="680" y="114"/>
                  <a:pt x="680" y="108"/>
                </a:cubicBezTo>
                <a:cubicBezTo>
                  <a:pt x="675" y="87"/>
                  <a:pt x="668" y="72"/>
                  <a:pt x="658" y="62"/>
                </a:cubicBezTo>
                <a:cubicBezTo>
                  <a:pt x="648" y="52"/>
                  <a:pt x="639" y="45"/>
                  <a:pt x="632" y="43"/>
                </a:cubicBezTo>
                <a:cubicBezTo>
                  <a:pt x="625" y="41"/>
                  <a:pt x="616" y="40"/>
                  <a:pt x="604" y="41"/>
                </a:cubicBezTo>
                <a:cubicBezTo>
                  <a:pt x="572" y="41"/>
                  <a:pt x="544" y="53"/>
                  <a:pt x="519" y="78"/>
                </a:cubicBezTo>
                <a:cubicBezTo>
                  <a:pt x="500" y="97"/>
                  <a:pt x="488" y="118"/>
                  <a:pt x="482" y="138"/>
                </a:cubicBezTo>
                <a:cubicBezTo>
                  <a:pt x="477" y="158"/>
                  <a:pt x="475" y="188"/>
                  <a:pt x="474" y="227"/>
                </a:cubicBezTo>
                <a:lnTo>
                  <a:pt x="474" y="296"/>
                </a:lnTo>
                <a:lnTo>
                  <a:pt x="474" y="361"/>
                </a:lnTo>
                <a:cubicBezTo>
                  <a:pt x="474" y="383"/>
                  <a:pt x="474" y="397"/>
                  <a:pt x="475" y="404"/>
                </a:cubicBezTo>
                <a:cubicBezTo>
                  <a:pt x="476" y="411"/>
                  <a:pt x="477" y="416"/>
                  <a:pt x="478" y="418"/>
                </a:cubicBezTo>
                <a:cubicBezTo>
                  <a:pt x="480" y="420"/>
                  <a:pt x="483" y="422"/>
                  <a:pt x="488" y="425"/>
                </a:cubicBezTo>
                <a:cubicBezTo>
                  <a:pt x="503" y="427"/>
                  <a:pt x="521" y="428"/>
                  <a:pt x="541" y="428"/>
                </a:cubicBezTo>
                <a:lnTo>
                  <a:pt x="558" y="428"/>
                </a:lnTo>
                <a:lnTo>
                  <a:pt x="558" y="477"/>
                </a:lnTo>
                <a:lnTo>
                  <a:pt x="549" y="477"/>
                </a:lnTo>
                <a:lnTo>
                  <a:pt x="523" y="476"/>
                </a:lnTo>
                <a:cubicBezTo>
                  <a:pt x="507" y="476"/>
                  <a:pt x="489" y="475"/>
                  <a:pt x="470" y="475"/>
                </a:cubicBezTo>
                <a:cubicBezTo>
                  <a:pt x="450" y="475"/>
                  <a:pt x="436" y="475"/>
                  <a:pt x="429" y="474"/>
                </a:cubicBezTo>
                <a:cubicBezTo>
                  <a:pt x="355" y="474"/>
                  <a:pt x="314" y="475"/>
                  <a:pt x="308" y="477"/>
                </a:cubicBezTo>
                <a:lnTo>
                  <a:pt x="299" y="477"/>
                </a:lnTo>
                <a:lnTo>
                  <a:pt x="299" y="428"/>
                </a:lnTo>
                <a:lnTo>
                  <a:pt x="317" y="428"/>
                </a:lnTo>
                <a:cubicBezTo>
                  <a:pt x="360" y="428"/>
                  <a:pt x="382" y="422"/>
                  <a:pt x="382" y="411"/>
                </a:cubicBezTo>
                <a:cubicBezTo>
                  <a:pt x="383" y="409"/>
                  <a:pt x="383" y="360"/>
                  <a:pt x="383" y="262"/>
                </a:cubicBezTo>
                <a:cubicBezTo>
                  <a:pt x="383" y="165"/>
                  <a:pt x="382" y="114"/>
                  <a:pt x="381" y="108"/>
                </a:cubicBezTo>
                <a:cubicBezTo>
                  <a:pt x="377" y="87"/>
                  <a:pt x="370" y="72"/>
                  <a:pt x="360" y="62"/>
                </a:cubicBezTo>
                <a:cubicBezTo>
                  <a:pt x="350" y="52"/>
                  <a:pt x="341" y="45"/>
                  <a:pt x="334" y="43"/>
                </a:cubicBezTo>
                <a:cubicBezTo>
                  <a:pt x="327" y="41"/>
                  <a:pt x="317" y="40"/>
                  <a:pt x="306" y="41"/>
                </a:cubicBezTo>
                <a:cubicBezTo>
                  <a:pt x="273" y="41"/>
                  <a:pt x="245" y="53"/>
                  <a:pt x="221" y="78"/>
                </a:cubicBezTo>
                <a:cubicBezTo>
                  <a:pt x="201" y="97"/>
                  <a:pt x="189" y="118"/>
                  <a:pt x="184" y="138"/>
                </a:cubicBezTo>
                <a:cubicBezTo>
                  <a:pt x="179" y="158"/>
                  <a:pt x="176" y="188"/>
                  <a:pt x="175" y="227"/>
                </a:cubicBezTo>
                <a:lnTo>
                  <a:pt x="175" y="296"/>
                </a:lnTo>
                <a:lnTo>
                  <a:pt x="175" y="361"/>
                </a:lnTo>
                <a:cubicBezTo>
                  <a:pt x="175" y="383"/>
                  <a:pt x="176" y="397"/>
                  <a:pt x="176" y="404"/>
                </a:cubicBezTo>
                <a:cubicBezTo>
                  <a:pt x="177" y="411"/>
                  <a:pt x="178" y="416"/>
                  <a:pt x="180" y="418"/>
                </a:cubicBezTo>
                <a:cubicBezTo>
                  <a:pt x="181" y="420"/>
                  <a:pt x="184" y="422"/>
                  <a:pt x="189" y="425"/>
                </a:cubicBezTo>
                <a:cubicBezTo>
                  <a:pt x="204" y="427"/>
                  <a:pt x="222" y="428"/>
                  <a:pt x="242" y="428"/>
                </a:cubicBezTo>
                <a:lnTo>
                  <a:pt x="259" y="428"/>
                </a:lnTo>
                <a:lnTo>
                  <a:pt x="259" y="477"/>
                </a:lnTo>
                <a:lnTo>
                  <a:pt x="251" y="477"/>
                </a:lnTo>
                <a:lnTo>
                  <a:pt x="226" y="476"/>
                </a:lnTo>
                <a:cubicBezTo>
                  <a:pt x="209" y="476"/>
                  <a:pt x="190" y="475"/>
                  <a:pt x="171" y="475"/>
                </a:cubicBezTo>
                <a:cubicBezTo>
                  <a:pt x="152" y="475"/>
                  <a:pt x="138" y="475"/>
                  <a:pt x="130" y="474"/>
                </a:cubicBezTo>
                <a:cubicBezTo>
                  <a:pt x="55" y="474"/>
                  <a:pt x="15" y="475"/>
                  <a:pt x="8" y="477"/>
                </a:cubicBezTo>
                <a:lnTo>
                  <a:pt x="0" y="477"/>
                </a:lnTo>
                <a:lnTo>
                  <a:pt x="0" y="428"/>
                </a:lnTo>
                <a:lnTo>
                  <a:pt x="17" y="428"/>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649" name=""/>
          <p:cNvSpPr/>
          <p:nvPr/>
        </p:nvSpPr>
        <p:spPr>
          <a:xfrm>
            <a:off x="1364400" y="1247400"/>
            <a:ext cx="195120" cy="247320"/>
          </a:xfrm>
          <a:custGeom>
            <a:avLst/>
            <a:gdLst/>
            <a:ahLst/>
            <a:rect l="0" t="0" r="r" b="b"/>
            <a:pathLst>
              <a:path w="542" h="687">
                <a:moveTo>
                  <a:pt x="17" y="637"/>
                </a:moveTo>
                <a:lnTo>
                  <a:pt x="32" y="637"/>
                </a:lnTo>
                <a:cubicBezTo>
                  <a:pt x="60" y="637"/>
                  <a:pt x="77" y="632"/>
                  <a:pt x="83" y="622"/>
                </a:cubicBezTo>
                <a:lnTo>
                  <a:pt x="83" y="613"/>
                </a:lnTo>
                <a:cubicBezTo>
                  <a:pt x="83" y="608"/>
                  <a:pt x="83" y="601"/>
                  <a:pt x="83" y="593"/>
                </a:cubicBezTo>
                <a:cubicBezTo>
                  <a:pt x="83" y="584"/>
                  <a:pt x="83" y="573"/>
                  <a:pt x="83" y="560"/>
                </a:cubicBezTo>
                <a:cubicBezTo>
                  <a:pt x="83" y="547"/>
                  <a:pt x="83" y="533"/>
                  <a:pt x="84" y="518"/>
                </a:cubicBezTo>
                <a:cubicBezTo>
                  <a:pt x="85" y="503"/>
                  <a:pt x="85" y="488"/>
                  <a:pt x="84" y="471"/>
                </a:cubicBezTo>
                <a:cubicBezTo>
                  <a:pt x="83" y="454"/>
                  <a:pt x="83" y="437"/>
                  <a:pt x="84" y="418"/>
                </a:cubicBezTo>
                <a:cubicBezTo>
                  <a:pt x="85" y="399"/>
                  <a:pt x="85" y="381"/>
                  <a:pt x="84" y="363"/>
                </a:cubicBezTo>
                <a:cubicBezTo>
                  <a:pt x="84" y="339"/>
                  <a:pt x="84" y="313"/>
                  <a:pt x="84" y="286"/>
                </a:cubicBezTo>
                <a:cubicBezTo>
                  <a:pt x="84" y="259"/>
                  <a:pt x="84" y="235"/>
                  <a:pt x="84" y="215"/>
                </a:cubicBezTo>
                <a:cubicBezTo>
                  <a:pt x="84" y="194"/>
                  <a:pt x="84" y="175"/>
                  <a:pt x="84" y="157"/>
                </a:cubicBezTo>
                <a:cubicBezTo>
                  <a:pt x="84" y="140"/>
                  <a:pt x="84" y="126"/>
                  <a:pt x="83" y="115"/>
                </a:cubicBezTo>
                <a:cubicBezTo>
                  <a:pt x="82" y="105"/>
                  <a:pt x="82" y="99"/>
                  <a:pt x="83" y="98"/>
                </a:cubicBezTo>
                <a:cubicBezTo>
                  <a:pt x="81" y="85"/>
                  <a:pt x="76" y="76"/>
                  <a:pt x="68" y="71"/>
                </a:cubicBezTo>
                <a:cubicBezTo>
                  <a:pt x="60" y="67"/>
                  <a:pt x="44" y="64"/>
                  <a:pt x="19" y="62"/>
                </a:cubicBezTo>
                <a:lnTo>
                  <a:pt x="0" y="62"/>
                </a:lnTo>
                <a:lnTo>
                  <a:pt x="0" y="37"/>
                </a:lnTo>
                <a:cubicBezTo>
                  <a:pt x="0" y="20"/>
                  <a:pt x="1" y="12"/>
                  <a:pt x="2" y="12"/>
                </a:cubicBezTo>
                <a:lnTo>
                  <a:pt x="13" y="11"/>
                </a:lnTo>
                <a:cubicBezTo>
                  <a:pt x="20" y="10"/>
                  <a:pt x="31" y="9"/>
                  <a:pt x="44" y="9"/>
                </a:cubicBezTo>
                <a:cubicBezTo>
                  <a:pt x="58" y="8"/>
                  <a:pt x="71" y="7"/>
                  <a:pt x="84" y="7"/>
                </a:cubicBezTo>
                <a:cubicBezTo>
                  <a:pt x="96" y="6"/>
                  <a:pt x="110" y="5"/>
                  <a:pt x="124" y="4"/>
                </a:cubicBezTo>
                <a:cubicBezTo>
                  <a:pt x="138" y="4"/>
                  <a:pt x="149" y="3"/>
                  <a:pt x="156" y="1"/>
                </a:cubicBezTo>
                <a:cubicBezTo>
                  <a:pt x="163" y="0"/>
                  <a:pt x="167" y="-1"/>
                  <a:pt x="168" y="0"/>
                </a:cubicBezTo>
                <a:lnTo>
                  <a:pt x="171" y="0"/>
                </a:lnTo>
                <a:lnTo>
                  <a:pt x="171" y="28"/>
                </a:lnTo>
                <a:lnTo>
                  <a:pt x="172" y="56"/>
                </a:lnTo>
                <a:lnTo>
                  <a:pt x="181" y="49"/>
                </a:lnTo>
                <a:cubicBezTo>
                  <a:pt x="223" y="17"/>
                  <a:pt x="274" y="1"/>
                  <a:pt x="331" y="1"/>
                </a:cubicBezTo>
                <a:cubicBezTo>
                  <a:pt x="389" y="1"/>
                  <a:pt x="439" y="24"/>
                  <a:pt x="479" y="70"/>
                </a:cubicBezTo>
                <a:cubicBezTo>
                  <a:pt x="520" y="116"/>
                  <a:pt x="541" y="174"/>
                  <a:pt x="542" y="244"/>
                </a:cubicBezTo>
                <a:cubicBezTo>
                  <a:pt x="542" y="317"/>
                  <a:pt x="519" y="376"/>
                  <a:pt x="472" y="421"/>
                </a:cubicBezTo>
                <a:cubicBezTo>
                  <a:pt x="425" y="467"/>
                  <a:pt x="372" y="489"/>
                  <a:pt x="314" y="489"/>
                </a:cubicBezTo>
                <a:cubicBezTo>
                  <a:pt x="265" y="489"/>
                  <a:pt x="221" y="473"/>
                  <a:pt x="183" y="442"/>
                </a:cubicBezTo>
                <a:lnTo>
                  <a:pt x="175" y="434"/>
                </a:lnTo>
                <a:lnTo>
                  <a:pt x="175" y="526"/>
                </a:lnTo>
                <a:lnTo>
                  <a:pt x="175" y="586"/>
                </a:lnTo>
                <a:cubicBezTo>
                  <a:pt x="175" y="606"/>
                  <a:pt x="175" y="618"/>
                  <a:pt x="177" y="622"/>
                </a:cubicBezTo>
                <a:cubicBezTo>
                  <a:pt x="178" y="626"/>
                  <a:pt x="182" y="630"/>
                  <a:pt x="189" y="634"/>
                </a:cubicBezTo>
                <a:cubicBezTo>
                  <a:pt x="204" y="636"/>
                  <a:pt x="221" y="637"/>
                  <a:pt x="241" y="637"/>
                </a:cubicBezTo>
                <a:lnTo>
                  <a:pt x="259" y="637"/>
                </a:lnTo>
                <a:lnTo>
                  <a:pt x="259" y="687"/>
                </a:lnTo>
                <a:lnTo>
                  <a:pt x="250" y="687"/>
                </a:lnTo>
                <a:lnTo>
                  <a:pt x="224" y="685"/>
                </a:lnTo>
                <a:cubicBezTo>
                  <a:pt x="208" y="685"/>
                  <a:pt x="190" y="684"/>
                  <a:pt x="170" y="684"/>
                </a:cubicBezTo>
                <a:cubicBezTo>
                  <a:pt x="151" y="684"/>
                  <a:pt x="137" y="684"/>
                  <a:pt x="129" y="683"/>
                </a:cubicBezTo>
                <a:cubicBezTo>
                  <a:pt x="55" y="683"/>
                  <a:pt x="15" y="684"/>
                  <a:pt x="9" y="687"/>
                </a:cubicBezTo>
                <a:lnTo>
                  <a:pt x="0" y="687"/>
                </a:lnTo>
                <a:lnTo>
                  <a:pt x="0" y="637"/>
                </a:lnTo>
                <a:lnTo>
                  <a:pt x="17" y="637"/>
                </a:lnTo>
                <a:moveTo>
                  <a:pt x="436" y="242"/>
                </a:moveTo>
                <a:cubicBezTo>
                  <a:pt x="436" y="188"/>
                  <a:pt x="424" y="142"/>
                  <a:pt x="400" y="103"/>
                </a:cubicBezTo>
                <a:cubicBezTo>
                  <a:pt x="375" y="63"/>
                  <a:pt x="345" y="43"/>
                  <a:pt x="308" y="43"/>
                </a:cubicBezTo>
                <a:cubicBezTo>
                  <a:pt x="256" y="43"/>
                  <a:pt x="212" y="67"/>
                  <a:pt x="175" y="113"/>
                </a:cubicBezTo>
                <a:lnTo>
                  <a:pt x="175" y="372"/>
                </a:lnTo>
                <a:cubicBezTo>
                  <a:pt x="203" y="424"/>
                  <a:pt x="244" y="449"/>
                  <a:pt x="296" y="449"/>
                </a:cubicBezTo>
                <a:cubicBezTo>
                  <a:pt x="333" y="449"/>
                  <a:pt x="365" y="430"/>
                  <a:pt x="393" y="391"/>
                </a:cubicBezTo>
                <a:cubicBezTo>
                  <a:pt x="421" y="352"/>
                  <a:pt x="436" y="302"/>
                  <a:pt x="436" y="242"/>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650" name=""/>
          <p:cNvSpPr/>
          <p:nvPr/>
        </p:nvSpPr>
        <p:spPr>
          <a:xfrm>
            <a:off x="1582560" y="1149480"/>
            <a:ext cx="92160" cy="269640"/>
          </a:xfrm>
          <a:custGeom>
            <a:avLst/>
            <a:gdLst/>
            <a:ahLst/>
            <a:rect l="0" t="0" r="r" b="b"/>
            <a:pathLst>
              <a:path w="256" h="749">
                <a:moveTo>
                  <a:pt x="17" y="700"/>
                </a:moveTo>
                <a:lnTo>
                  <a:pt x="32" y="700"/>
                </a:lnTo>
                <a:cubicBezTo>
                  <a:pt x="60" y="700"/>
                  <a:pt x="78" y="695"/>
                  <a:pt x="84" y="685"/>
                </a:cubicBezTo>
                <a:lnTo>
                  <a:pt x="84" y="676"/>
                </a:lnTo>
                <a:cubicBezTo>
                  <a:pt x="84" y="670"/>
                  <a:pt x="84" y="661"/>
                  <a:pt x="84" y="651"/>
                </a:cubicBezTo>
                <a:cubicBezTo>
                  <a:pt x="84" y="641"/>
                  <a:pt x="84" y="629"/>
                  <a:pt x="84" y="616"/>
                </a:cubicBezTo>
                <a:cubicBezTo>
                  <a:pt x="84" y="602"/>
                  <a:pt x="84" y="587"/>
                  <a:pt x="85" y="569"/>
                </a:cubicBezTo>
                <a:cubicBezTo>
                  <a:pt x="85" y="552"/>
                  <a:pt x="85" y="534"/>
                  <a:pt x="85" y="516"/>
                </a:cubicBezTo>
                <a:cubicBezTo>
                  <a:pt x="84" y="497"/>
                  <a:pt x="84" y="477"/>
                  <a:pt x="85" y="456"/>
                </a:cubicBezTo>
                <a:cubicBezTo>
                  <a:pt x="85" y="436"/>
                  <a:pt x="85" y="415"/>
                  <a:pt x="85" y="395"/>
                </a:cubicBezTo>
                <a:cubicBezTo>
                  <a:pt x="85" y="368"/>
                  <a:pt x="85" y="340"/>
                  <a:pt x="85" y="311"/>
                </a:cubicBezTo>
                <a:cubicBezTo>
                  <a:pt x="85" y="281"/>
                  <a:pt x="85" y="254"/>
                  <a:pt x="85" y="230"/>
                </a:cubicBezTo>
                <a:cubicBezTo>
                  <a:pt x="85" y="206"/>
                  <a:pt x="85" y="184"/>
                  <a:pt x="85" y="164"/>
                </a:cubicBezTo>
                <a:cubicBezTo>
                  <a:pt x="85" y="146"/>
                  <a:pt x="84" y="130"/>
                  <a:pt x="84" y="117"/>
                </a:cubicBezTo>
                <a:cubicBezTo>
                  <a:pt x="83" y="104"/>
                  <a:pt x="83" y="98"/>
                  <a:pt x="84" y="99"/>
                </a:cubicBezTo>
                <a:cubicBezTo>
                  <a:pt x="81" y="85"/>
                  <a:pt x="76" y="76"/>
                  <a:pt x="69" y="72"/>
                </a:cubicBezTo>
                <a:cubicBezTo>
                  <a:pt x="60" y="67"/>
                  <a:pt x="43" y="64"/>
                  <a:pt x="19" y="62"/>
                </a:cubicBezTo>
                <a:lnTo>
                  <a:pt x="0" y="62"/>
                </a:lnTo>
                <a:lnTo>
                  <a:pt x="0" y="37"/>
                </a:lnTo>
                <a:cubicBezTo>
                  <a:pt x="0" y="21"/>
                  <a:pt x="0" y="12"/>
                  <a:pt x="2" y="12"/>
                </a:cubicBezTo>
                <a:lnTo>
                  <a:pt x="13" y="11"/>
                </a:lnTo>
                <a:cubicBezTo>
                  <a:pt x="20" y="11"/>
                  <a:pt x="30" y="10"/>
                  <a:pt x="44" y="9"/>
                </a:cubicBezTo>
                <a:cubicBezTo>
                  <a:pt x="57" y="8"/>
                  <a:pt x="72" y="8"/>
                  <a:pt x="85" y="7"/>
                </a:cubicBezTo>
                <a:cubicBezTo>
                  <a:pt x="97" y="6"/>
                  <a:pt x="110" y="6"/>
                  <a:pt x="125" y="5"/>
                </a:cubicBezTo>
                <a:cubicBezTo>
                  <a:pt x="139" y="4"/>
                  <a:pt x="150" y="3"/>
                  <a:pt x="157" y="2"/>
                </a:cubicBezTo>
                <a:cubicBezTo>
                  <a:pt x="164" y="0"/>
                  <a:pt x="168" y="0"/>
                  <a:pt x="169" y="1"/>
                </a:cubicBezTo>
                <a:lnTo>
                  <a:pt x="172" y="1"/>
                </a:lnTo>
                <a:lnTo>
                  <a:pt x="172" y="341"/>
                </a:lnTo>
                <a:cubicBezTo>
                  <a:pt x="172" y="569"/>
                  <a:pt x="172" y="683"/>
                  <a:pt x="173" y="685"/>
                </a:cubicBezTo>
                <a:cubicBezTo>
                  <a:pt x="176" y="691"/>
                  <a:pt x="180" y="694"/>
                  <a:pt x="186" y="697"/>
                </a:cubicBezTo>
                <a:cubicBezTo>
                  <a:pt x="201" y="699"/>
                  <a:pt x="219" y="700"/>
                  <a:pt x="239" y="700"/>
                </a:cubicBezTo>
                <a:lnTo>
                  <a:pt x="256" y="700"/>
                </a:lnTo>
                <a:lnTo>
                  <a:pt x="256" y="749"/>
                </a:lnTo>
                <a:lnTo>
                  <a:pt x="247" y="749"/>
                </a:lnTo>
                <a:lnTo>
                  <a:pt x="223" y="748"/>
                </a:lnTo>
                <a:cubicBezTo>
                  <a:pt x="206" y="748"/>
                  <a:pt x="189" y="747"/>
                  <a:pt x="170" y="747"/>
                </a:cubicBezTo>
                <a:cubicBezTo>
                  <a:pt x="151" y="747"/>
                  <a:pt x="138" y="747"/>
                  <a:pt x="129" y="746"/>
                </a:cubicBezTo>
                <a:cubicBezTo>
                  <a:pt x="120" y="745"/>
                  <a:pt x="107" y="745"/>
                  <a:pt x="88" y="746"/>
                </a:cubicBezTo>
                <a:cubicBezTo>
                  <a:pt x="69" y="747"/>
                  <a:pt x="50" y="748"/>
                  <a:pt x="33" y="748"/>
                </a:cubicBezTo>
                <a:lnTo>
                  <a:pt x="8" y="749"/>
                </a:lnTo>
                <a:lnTo>
                  <a:pt x="0" y="749"/>
                </a:lnTo>
                <a:lnTo>
                  <a:pt x="0" y="700"/>
                </a:lnTo>
                <a:lnTo>
                  <a:pt x="17" y="700"/>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651" name=""/>
          <p:cNvSpPr/>
          <p:nvPr/>
        </p:nvSpPr>
        <p:spPr>
          <a:xfrm>
            <a:off x="1690920" y="1245240"/>
            <a:ext cx="150480" cy="178200"/>
          </a:xfrm>
          <a:custGeom>
            <a:avLst/>
            <a:gdLst/>
            <a:ahLst/>
            <a:rect l="0" t="0" r="r" b="b"/>
            <a:pathLst>
              <a:path w="418" h="495">
                <a:moveTo>
                  <a:pt x="0" y="249"/>
                </a:moveTo>
                <a:cubicBezTo>
                  <a:pt x="0" y="208"/>
                  <a:pt x="8" y="172"/>
                  <a:pt x="22" y="140"/>
                </a:cubicBezTo>
                <a:cubicBezTo>
                  <a:pt x="36" y="107"/>
                  <a:pt x="54" y="81"/>
                  <a:pt x="76" y="61"/>
                </a:cubicBezTo>
                <a:cubicBezTo>
                  <a:pt x="97" y="41"/>
                  <a:pt x="122" y="26"/>
                  <a:pt x="147" y="16"/>
                </a:cubicBezTo>
                <a:cubicBezTo>
                  <a:pt x="172" y="6"/>
                  <a:pt x="196" y="0"/>
                  <a:pt x="218" y="0"/>
                </a:cubicBezTo>
                <a:cubicBezTo>
                  <a:pt x="256" y="0"/>
                  <a:pt x="289" y="6"/>
                  <a:pt x="316" y="19"/>
                </a:cubicBezTo>
                <a:cubicBezTo>
                  <a:pt x="343" y="32"/>
                  <a:pt x="364" y="50"/>
                  <a:pt x="379" y="73"/>
                </a:cubicBezTo>
                <a:cubicBezTo>
                  <a:pt x="393" y="96"/>
                  <a:pt x="403" y="119"/>
                  <a:pt x="409" y="142"/>
                </a:cubicBezTo>
                <a:cubicBezTo>
                  <a:pt x="414" y="165"/>
                  <a:pt x="418" y="190"/>
                  <a:pt x="418" y="218"/>
                </a:cubicBezTo>
                <a:cubicBezTo>
                  <a:pt x="418" y="223"/>
                  <a:pt x="416" y="228"/>
                  <a:pt x="411" y="234"/>
                </a:cubicBezTo>
                <a:lnTo>
                  <a:pt x="107" y="234"/>
                </a:lnTo>
                <a:lnTo>
                  <a:pt x="107" y="251"/>
                </a:lnTo>
                <a:cubicBezTo>
                  <a:pt x="107" y="357"/>
                  <a:pt x="143" y="422"/>
                  <a:pt x="215" y="445"/>
                </a:cubicBezTo>
                <a:cubicBezTo>
                  <a:pt x="229" y="449"/>
                  <a:pt x="245" y="451"/>
                  <a:pt x="262" y="451"/>
                </a:cubicBezTo>
                <a:cubicBezTo>
                  <a:pt x="292" y="451"/>
                  <a:pt x="318" y="440"/>
                  <a:pt x="340" y="417"/>
                </a:cubicBezTo>
                <a:cubicBezTo>
                  <a:pt x="352" y="404"/>
                  <a:pt x="362" y="389"/>
                  <a:pt x="369" y="371"/>
                </a:cubicBezTo>
                <a:lnTo>
                  <a:pt x="380" y="346"/>
                </a:lnTo>
                <a:cubicBezTo>
                  <a:pt x="382" y="343"/>
                  <a:pt x="388" y="342"/>
                  <a:pt x="397" y="342"/>
                </a:cubicBezTo>
                <a:lnTo>
                  <a:pt x="400" y="342"/>
                </a:lnTo>
                <a:cubicBezTo>
                  <a:pt x="412" y="342"/>
                  <a:pt x="418" y="346"/>
                  <a:pt x="418" y="353"/>
                </a:cubicBezTo>
                <a:cubicBezTo>
                  <a:pt x="418" y="356"/>
                  <a:pt x="417" y="361"/>
                  <a:pt x="415" y="367"/>
                </a:cubicBezTo>
                <a:cubicBezTo>
                  <a:pt x="402" y="407"/>
                  <a:pt x="379" y="438"/>
                  <a:pt x="347" y="461"/>
                </a:cubicBezTo>
                <a:cubicBezTo>
                  <a:pt x="316" y="484"/>
                  <a:pt x="280" y="495"/>
                  <a:pt x="241" y="495"/>
                </a:cubicBezTo>
                <a:cubicBezTo>
                  <a:pt x="172" y="495"/>
                  <a:pt x="116" y="471"/>
                  <a:pt x="69" y="421"/>
                </a:cubicBezTo>
                <a:cubicBezTo>
                  <a:pt x="24" y="371"/>
                  <a:pt x="1" y="314"/>
                  <a:pt x="0" y="249"/>
                </a:cubicBezTo>
                <a:moveTo>
                  <a:pt x="330" y="186"/>
                </a:moveTo>
                <a:cubicBezTo>
                  <a:pt x="322" y="94"/>
                  <a:pt x="288" y="45"/>
                  <a:pt x="228" y="40"/>
                </a:cubicBezTo>
                <a:lnTo>
                  <a:pt x="226" y="40"/>
                </a:lnTo>
                <a:cubicBezTo>
                  <a:pt x="220" y="40"/>
                  <a:pt x="214" y="40"/>
                  <a:pt x="208" y="41"/>
                </a:cubicBezTo>
                <a:cubicBezTo>
                  <a:pt x="203" y="41"/>
                  <a:pt x="194" y="44"/>
                  <a:pt x="181" y="49"/>
                </a:cubicBezTo>
                <a:cubicBezTo>
                  <a:pt x="169" y="54"/>
                  <a:pt x="159" y="62"/>
                  <a:pt x="150" y="72"/>
                </a:cubicBezTo>
                <a:cubicBezTo>
                  <a:pt x="141" y="82"/>
                  <a:pt x="133" y="97"/>
                  <a:pt x="125" y="116"/>
                </a:cubicBezTo>
                <a:cubicBezTo>
                  <a:pt x="117" y="135"/>
                  <a:pt x="112" y="159"/>
                  <a:pt x="108" y="187"/>
                </a:cubicBezTo>
                <a:lnTo>
                  <a:pt x="108" y="195"/>
                </a:lnTo>
                <a:lnTo>
                  <a:pt x="330" y="195"/>
                </a:lnTo>
                <a:lnTo>
                  <a:pt x="330" y="186"/>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652" name=""/>
          <p:cNvSpPr/>
          <p:nvPr/>
        </p:nvSpPr>
        <p:spPr>
          <a:xfrm>
            <a:off x="2281320" y="1085760"/>
            <a:ext cx="223200" cy="247680"/>
          </a:xfrm>
          <a:custGeom>
            <a:avLst/>
            <a:gdLst/>
            <a:ahLst/>
            <a:rect l="0" t="0" r="r" b="b"/>
            <a:pathLst>
              <a:path w="620" h="688">
                <a:moveTo>
                  <a:pt x="567" y="542"/>
                </a:moveTo>
                <a:cubicBezTo>
                  <a:pt x="575" y="542"/>
                  <a:pt x="582" y="549"/>
                  <a:pt x="588" y="564"/>
                </a:cubicBezTo>
                <a:cubicBezTo>
                  <a:pt x="594" y="580"/>
                  <a:pt x="598" y="594"/>
                  <a:pt x="599" y="607"/>
                </a:cubicBezTo>
                <a:cubicBezTo>
                  <a:pt x="599" y="610"/>
                  <a:pt x="598" y="614"/>
                  <a:pt x="596" y="618"/>
                </a:cubicBezTo>
                <a:cubicBezTo>
                  <a:pt x="594" y="621"/>
                  <a:pt x="586" y="626"/>
                  <a:pt x="574" y="633"/>
                </a:cubicBezTo>
                <a:cubicBezTo>
                  <a:pt x="562" y="640"/>
                  <a:pt x="542" y="649"/>
                  <a:pt x="513" y="660"/>
                </a:cubicBezTo>
                <a:cubicBezTo>
                  <a:pt x="485" y="672"/>
                  <a:pt x="455" y="680"/>
                  <a:pt x="425" y="685"/>
                </a:cubicBezTo>
                <a:cubicBezTo>
                  <a:pt x="414" y="687"/>
                  <a:pt x="393" y="688"/>
                  <a:pt x="362" y="688"/>
                </a:cubicBezTo>
                <a:cubicBezTo>
                  <a:pt x="296" y="688"/>
                  <a:pt x="239" y="679"/>
                  <a:pt x="190" y="662"/>
                </a:cubicBezTo>
                <a:cubicBezTo>
                  <a:pt x="141" y="645"/>
                  <a:pt x="103" y="622"/>
                  <a:pt x="77" y="595"/>
                </a:cubicBezTo>
                <a:cubicBezTo>
                  <a:pt x="50" y="567"/>
                  <a:pt x="31" y="539"/>
                  <a:pt x="19" y="510"/>
                </a:cubicBezTo>
                <a:cubicBezTo>
                  <a:pt x="6" y="480"/>
                  <a:pt x="0" y="451"/>
                  <a:pt x="0" y="423"/>
                </a:cubicBezTo>
                <a:lnTo>
                  <a:pt x="0" y="401"/>
                </a:lnTo>
                <a:cubicBezTo>
                  <a:pt x="0" y="319"/>
                  <a:pt x="26" y="244"/>
                  <a:pt x="77" y="176"/>
                </a:cubicBezTo>
                <a:cubicBezTo>
                  <a:pt x="87" y="162"/>
                  <a:pt x="99" y="148"/>
                  <a:pt x="115" y="133"/>
                </a:cubicBezTo>
                <a:cubicBezTo>
                  <a:pt x="130" y="119"/>
                  <a:pt x="153" y="102"/>
                  <a:pt x="181" y="81"/>
                </a:cubicBezTo>
                <a:cubicBezTo>
                  <a:pt x="210" y="60"/>
                  <a:pt x="246" y="43"/>
                  <a:pt x="291" y="29"/>
                </a:cubicBezTo>
                <a:cubicBezTo>
                  <a:pt x="336" y="14"/>
                  <a:pt x="383" y="5"/>
                  <a:pt x="433" y="1"/>
                </a:cubicBezTo>
                <a:cubicBezTo>
                  <a:pt x="434" y="1"/>
                  <a:pt x="444" y="1"/>
                  <a:pt x="465" y="1"/>
                </a:cubicBezTo>
                <a:cubicBezTo>
                  <a:pt x="485" y="1"/>
                  <a:pt x="503" y="1"/>
                  <a:pt x="518" y="0"/>
                </a:cubicBezTo>
                <a:cubicBezTo>
                  <a:pt x="570" y="0"/>
                  <a:pt x="600" y="3"/>
                  <a:pt x="608" y="9"/>
                </a:cubicBezTo>
                <a:cubicBezTo>
                  <a:pt x="616" y="17"/>
                  <a:pt x="620" y="28"/>
                  <a:pt x="620" y="42"/>
                </a:cubicBezTo>
                <a:cubicBezTo>
                  <a:pt x="616" y="67"/>
                  <a:pt x="603" y="85"/>
                  <a:pt x="580" y="94"/>
                </a:cubicBezTo>
                <a:lnTo>
                  <a:pt x="507" y="95"/>
                </a:lnTo>
                <a:cubicBezTo>
                  <a:pt x="436" y="96"/>
                  <a:pt x="386" y="103"/>
                  <a:pt x="358" y="115"/>
                </a:cubicBezTo>
                <a:cubicBezTo>
                  <a:pt x="309" y="135"/>
                  <a:pt x="274" y="173"/>
                  <a:pt x="251" y="229"/>
                </a:cubicBezTo>
                <a:cubicBezTo>
                  <a:pt x="242" y="250"/>
                  <a:pt x="238" y="263"/>
                  <a:pt x="238" y="269"/>
                </a:cubicBezTo>
                <a:cubicBezTo>
                  <a:pt x="238" y="270"/>
                  <a:pt x="284" y="270"/>
                  <a:pt x="378" y="270"/>
                </a:cubicBezTo>
                <a:cubicBezTo>
                  <a:pt x="392" y="270"/>
                  <a:pt x="409" y="270"/>
                  <a:pt x="429" y="270"/>
                </a:cubicBezTo>
                <a:cubicBezTo>
                  <a:pt x="450" y="270"/>
                  <a:pt x="464" y="270"/>
                  <a:pt x="472" y="269"/>
                </a:cubicBezTo>
                <a:cubicBezTo>
                  <a:pt x="503" y="269"/>
                  <a:pt x="523" y="271"/>
                  <a:pt x="535" y="277"/>
                </a:cubicBezTo>
                <a:cubicBezTo>
                  <a:pt x="546" y="282"/>
                  <a:pt x="552" y="293"/>
                  <a:pt x="553" y="310"/>
                </a:cubicBezTo>
                <a:cubicBezTo>
                  <a:pt x="553" y="337"/>
                  <a:pt x="540" y="355"/>
                  <a:pt x="513" y="363"/>
                </a:cubicBezTo>
                <a:cubicBezTo>
                  <a:pt x="508" y="364"/>
                  <a:pt x="457" y="365"/>
                  <a:pt x="359" y="365"/>
                </a:cubicBezTo>
                <a:cubicBezTo>
                  <a:pt x="262" y="365"/>
                  <a:pt x="213" y="366"/>
                  <a:pt x="213" y="368"/>
                </a:cubicBezTo>
                <a:cubicBezTo>
                  <a:pt x="204" y="395"/>
                  <a:pt x="199" y="427"/>
                  <a:pt x="199" y="464"/>
                </a:cubicBezTo>
                <a:cubicBezTo>
                  <a:pt x="199" y="518"/>
                  <a:pt x="217" y="556"/>
                  <a:pt x="251" y="578"/>
                </a:cubicBezTo>
                <a:cubicBezTo>
                  <a:pt x="286" y="600"/>
                  <a:pt x="328" y="612"/>
                  <a:pt x="379" y="612"/>
                </a:cubicBezTo>
                <a:cubicBezTo>
                  <a:pt x="382" y="612"/>
                  <a:pt x="386" y="612"/>
                  <a:pt x="391" y="612"/>
                </a:cubicBezTo>
                <a:cubicBezTo>
                  <a:pt x="396" y="612"/>
                  <a:pt x="400" y="611"/>
                  <a:pt x="402" y="610"/>
                </a:cubicBezTo>
                <a:cubicBezTo>
                  <a:pt x="433" y="605"/>
                  <a:pt x="466" y="592"/>
                  <a:pt x="501" y="572"/>
                </a:cubicBezTo>
                <a:cubicBezTo>
                  <a:pt x="537" y="552"/>
                  <a:pt x="558" y="542"/>
                  <a:pt x="567" y="542"/>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653" name=""/>
          <p:cNvSpPr txBox="1"/>
          <p:nvPr/>
        </p:nvSpPr>
        <p:spPr>
          <a:xfrm>
            <a:off x="1880280" y="941400"/>
            <a:ext cx="433080" cy="484920"/>
          </a:xfrm>
          <a:prstGeom prst="rect">
            <a:avLst/>
          </a:prstGeom>
          <a:noFill/>
          <a:ln w="0">
            <a:noFill/>
          </a:ln>
        </p:spPr>
        <p:txBody>
          <a:bodyPr wrap="none" lIns="0" rIns="0" tIns="0" bIns="0" anchor="t">
            <a:spAutoFit/>
          </a:bodyPr>
          <a:p>
            <a:r>
              <a:rPr b="1" lang="en-US" sz="3420" strike="noStrike" u="none">
                <a:solidFill>
                  <a:srgbClr val="333333"/>
                </a:solidFill>
                <a:effectLst/>
                <a:uFillTx/>
                <a:latin typeface="NotoSansJP-Thin_"/>
                <a:ea typeface="NotoSansJP-Thin_"/>
              </a:rPr>
              <a:t> : </a:t>
            </a:r>
            <a:endParaRPr b="0" lang="en-US" sz="3420" strike="noStrike" u="none">
              <a:solidFill>
                <a:srgbClr val="000000"/>
              </a:solidFill>
              <a:effectLst/>
              <a:uFillTx/>
              <a:latin typeface="Times New Roman"/>
            </a:endParaRPr>
          </a:p>
        </p:txBody>
      </p:sp>
      <p:sp>
        <p:nvSpPr>
          <p:cNvPr id="654" name=""/>
          <p:cNvSpPr txBox="1"/>
          <p:nvPr/>
        </p:nvSpPr>
        <p:spPr>
          <a:xfrm>
            <a:off x="2518920" y="941400"/>
            <a:ext cx="2244600" cy="484920"/>
          </a:xfrm>
          <a:prstGeom prst="rect">
            <a:avLst/>
          </a:prstGeom>
          <a:noFill/>
          <a:ln w="0">
            <a:noFill/>
          </a:ln>
        </p:spPr>
        <p:txBody>
          <a:bodyPr wrap="none" lIns="0" rIns="0" tIns="0" bIns="0" anchor="t">
            <a:spAutoFit/>
          </a:bodyPr>
          <a:p>
            <a:r>
              <a:rPr b="1" lang="en-US" sz="3420" strike="noStrike" u="none">
                <a:solidFill>
                  <a:srgbClr val="333333"/>
                </a:solidFill>
                <a:effectLst/>
                <a:uFillTx/>
                <a:latin typeface="NotoSansJP-Thin_"/>
                <a:ea typeface="NotoSansJP-Thin_"/>
              </a:rPr>
              <a:t>-prediction</a:t>
            </a:r>
            <a:endParaRPr b="0" lang="en-US" sz="3420" strike="noStrike" u="none">
              <a:solidFill>
                <a:srgbClr val="000000"/>
              </a:solidFill>
              <a:effectLst/>
              <a:uFillTx/>
              <a:latin typeface="Times New Roman"/>
            </a:endParaRPr>
          </a:p>
        </p:txBody>
      </p:sp>
      <p:sp>
        <p:nvSpPr>
          <p:cNvPr id="655" name=""/>
          <p:cNvSpPr txBox="1"/>
          <p:nvPr/>
        </p:nvSpPr>
        <p:spPr>
          <a:xfrm>
            <a:off x="380880" y="1898640"/>
            <a:ext cx="1428480" cy="372240"/>
          </a:xfrm>
          <a:prstGeom prst="rect">
            <a:avLst/>
          </a:prstGeom>
          <a:noFill/>
          <a:ln w="0">
            <a:noFill/>
          </a:ln>
        </p:spPr>
        <p:txBody>
          <a:bodyPr wrap="none" lIns="0" rIns="0" tIns="0" bIns="0" anchor="t">
            <a:spAutoFit/>
          </a:bodyPr>
          <a:p>
            <a:r>
              <a:rPr b="0" lang="en-US" sz="2620" strike="noStrike" u="none">
                <a:solidFill>
                  <a:srgbClr val="333333"/>
                </a:solidFill>
                <a:effectLst/>
                <a:uFillTx/>
                <a:latin typeface="NotoSansJP-Thin_"/>
                <a:ea typeface="NotoSansJP-Thin_"/>
              </a:rPr>
              <a:t>// TODO: </a:t>
            </a:r>
            <a:endParaRPr b="0" lang="en-US" sz="2620" strike="noStrike" u="none">
              <a:solidFill>
                <a:srgbClr val="000000"/>
              </a:solidFill>
              <a:effectLst/>
              <a:uFillTx/>
              <a:latin typeface="Times New Roman"/>
            </a:endParaRPr>
          </a:p>
        </p:txBody>
      </p:sp>
      <p:sp>
        <p:nvSpPr>
          <p:cNvPr id="656" name=""/>
          <p:cNvSpPr txBox="1"/>
          <p:nvPr/>
        </p:nvSpPr>
        <p:spPr>
          <a:xfrm>
            <a:off x="1905120" y="1943640"/>
            <a:ext cx="333000" cy="334080"/>
          </a:xfrm>
          <a:prstGeom prst="rect">
            <a:avLst/>
          </a:prstGeom>
          <a:noFill/>
          <a:ln w="0">
            <a:noFill/>
          </a:ln>
        </p:spPr>
        <p:txBody>
          <a:bodyPr wrap="none" lIns="0" rIns="0" tIns="0" bIns="0" anchor="t">
            <a:spAutoFit/>
          </a:bodyPr>
          <a:p>
            <a:r>
              <a:rPr b="0" lang="en-US" sz="2620" strike="noStrike" u="none">
                <a:solidFill>
                  <a:srgbClr val="333333"/>
                </a:solidFill>
                <a:effectLst/>
                <a:uFillTx/>
                <a:latin typeface="Arial"/>
                <a:ea typeface="Arial"/>
              </a:rPr>
              <a:t>ε</a:t>
            </a:r>
            <a:endParaRPr b="0" lang="en-US" sz="2620" strike="noStrike" u="none">
              <a:solidFill>
                <a:srgbClr val="000000"/>
              </a:solidFill>
              <a:effectLst/>
              <a:uFillTx/>
              <a:latin typeface="Times New Roman"/>
            </a:endParaRPr>
          </a:p>
        </p:txBody>
      </p:sp>
      <p:sp>
        <p:nvSpPr>
          <p:cNvPr id="657" name=""/>
          <p:cNvSpPr/>
          <p:nvPr/>
        </p:nvSpPr>
        <p:spPr>
          <a:xfrm>
            <a:off x="393840" y="2695320"/>
            <a:ext cx="252360" cy="280800"/>
          </a:xfrm>
          <a:custGeom>
            <a:avLst/>
            <a:gdLst/>
            <a:ahLst/>
            <a:rect l="0" t="0" r="r" b="b"/>
            <a:pathLst>
              <a:path w="701" h="780">
                <a:moveTo>
                  <a:pt x="224" y="53"/>
                </a:moveTo>
                <a:cubicBezTo>
                  <a:pt x="198" y="53"/>
                  <a:pt x="184" y="51"/>
                  <a:pt x="183" y="48"/>
                </a:cubicBezTo>
                <a:cubicBezTo>
                  <a:pt x="182" y="46"/>
                  <a:pt x="181" y="43"/>
                  <a:pt x="181" y="39"/>
                </a:cubicBezTo>
                <a:cubicBezTo>
                  <a:pt x="181" y="21"/>
                  <a:pt x="186" y="8"/>
                  <a:pt x="194" y="1"/>
                </a:cubicBezTo>
                <a:cubicBezTo>
                  <a:pt x="195" y="1"/>
                  <a:pt x="201" y="0"/>
                  <a:pt x="211" y="0"/>
                </a:cubicBezTo>
                <a:cubicBezTo>
                  <a:pt x="252" y="2"/>
                  <a:pt x="300" y="4"/>
                  <a:pt x="356" y="4"/>
                </a:cubicBezTo>
                <a:cubicBezTo>
                  <a:pt x="463" y="4"/>
                  <a:pt x="524" y="2"/>
                  <a:pt x="540" y="0"/>
                </a:cubicBezTo>
                <a:lnTo>
                  <a:pt x="554" y="0"/>
                </a:lnTo>
                <a:cubicBezTo>
                  <a:pt x="558" y="5"/>
                  <a:pt x="560" y="8"/>
                  <a:pt x="560" y="10"/>
                </a:cubicBezTo>
                <a:cubicBezTo>
                  <a:pt x="560" y="13"/>
                  <a:pt x="560" y="20"/>
                  <a:pt x="558" y="31"/>
                </a:cubicBezTo>
                <a:cubicBezTo>
                  <a:pt x="554" y="42"/>
                  <a:pt x="551" y="50"/>
                  <a:pt x="548" y="53"/>
                </a:cubicBezTo>
                <a:lnTo>
                  <a:pt x="505" y="53"/>
                </a:lnTo>
                <a:cubicBezTo>
                  <a:pt x="452" y="53"/>
                  <a:pt x="422" y="57"/>
                  <a:pt x="412" y="63"/>
                </a:cubicBezTo>
                <a:cubicBezTo>
                  <a:pt x="407" y="66"/>
                  <a:pt x="402" y="76"/>
                  <a:pt x="397" y="95"/>
                </a:cubicBezTo>
                <a:cubicBezTo>
                  <a:pt x="391" y="113"/>
                  <a:pt x="366" y="213"/>
                  <a:pt x="320" y="395"/>
                </a:cubicBezTo>
                <a:cubicBezTo>
                  <a:pt x="308" y="444"/>
                  <a:pt x="295" y="497"/>
                  <a:pt x="282" y="552"/>
                </a:cubicBezTo>
                <a:cubicBezTo>
                  <a:pt x="268" y="608"/>
                  <a:pt x="258" y="649"/>
                  <a:pt x="251" y="677"/>
                </a:cubicBezTo>
                <a:lnTo>
                  <a:pt x="241" y="719"/>
                </a:lnTo>
                <a:cubicBezTo>
                  <a:pt x="241" y="722"/>
                  <a:pt x="244" y="724"/>
                  <a:pt x="251" y="724"/>
                </a:cubicBezTo>
                <a:cubicBezTo>
                  <a:pt x="258" y="724"/>
                  <a:pt x="280" y="725"/>
                  <a:pt x="318" y="726"/>
                </a:cubicBezTo>
                <a:lnTo>
                  <a:pt x="337" y="726"/>
                </a:lnTo>
                <a:cubicBezTo>
                  <a:pt x="362" y="726"/>
                  <a:pt x="381" y="726"/>
                  <a:pt x="395" y="725"/>
                </a:cubicBezTo>
                <a:cubicBezTo>
                  <a:pt x="410" y="724"/>
                  <a:pt x="428" y="722"/>
                  <a:pt x="451" y="717"/>
                </a:cubicBezTo>
                <a:cubicBezTo>
                  <a:pt x="474" y="713"/>
                  <a:pt x="493" y="706"/>
                  <a:pt x="508" y="697"/>
                </a:cubicBezTo>
                <a:cubicBezTo>
                  <a:pt x="523" y="688"/>
                  <a:pt x="540" y="674"/>
                  <a:pt x="558" y="657"/>
                </a:cubicBezTo>
                <a:cubicBezTo>
                  <a:pt x="576" y="640"/>
                  <a:pt x="592" y="619"/>
                  <a:pt x="606" y="594"/>
                </a:cubicBezTo>
                <a:cubicBezTo>
                  <a:pt x="618" y="572"/>
                  <a:pt x="630" y="546"/>
                  <a:pt x="640" y="518"/>
                </a:cubicBezTo>
                <a:cubicBezTo>
                  <a:pt x="651" y="490"/>
                  <a:pt x="658" y="474"/>
                  <a:pt x="660" y="470"/>
                </a:cubicBezTo>
                <a:cubicBezTo>
                  <a:pt x="664" y="468"/>
                  <a:pt x="671" y="467"/>
                  <a:pt x="680" y="467"/>
                </a:cubicBezTo>
                <a:lnTo>
                  <a:pt x="695" y="467"/>
                </a:lnTo>
                <a:cubicBezTo>
                  <a:pt x="699" y="474"/>
                  <a:pt x="701" y="478"/>
                  <a:pt x="701" y="479"/>
                </a:cubicBezTo>
                <a:cubicBezTo>
                  <a:pt x="701" y="481"/>
                  <a:pt x="694" y="503"/>
                  <a:pt x="679" y="547"/>
                </a:cubicBezTo>
                <a:cubicBezTo>
                  <a:pt x="664" y="590"/>
                  <a:pt x="646" y="635"/>
                  <a:pt x="628" y="684"/>
                </a:cubicBezTo>
                <a:cubicBezTo>
                  <a:pt x="609" y="732"/>
                  <a:pt x="600" y="760"/>
                  <a:pt x="598" y="768"/>
                </a:cubicBezTo>
                <a:cubicBezTo>
                  <a:pt x="596" y="772"/>
                  <a:pt x="595" y="774"/>
                  <a:pt x="593" y="775"/>
                </a:cubicBezTo>
                <a:cubicBezTo>
                  <a:pt x="592" y="776"/>
                  <a:pt x="586" y="777"/>
                  <a:pt x="575" y="779"/>
                </a:cubicBezTo>
                <a:cubicBezTo>
                  <a:pt x="565" y="780"/>
                  <a:pt x="548" y="780"/>
                  <a:pt x="526" y="780"/>
                </a:cubicBezTo>
                <a:cubicBezTo>
                  <a:pt x="518" y="780"/>
                  <a:pt x="489" y="780"/>
                  <a:pt x="440" y="780"/>
                </a:cubicBezTo>
                <a:cubicBezTo>
                  <a:pt x="390" y="780"/>
                  <a:pt x="343" y="779"/>
                  <a:pt x="299" y="779"/>
                </a:cubicBezTo>
                <a:lnTo>
                  <a:pt x="96" y="779"/>
                </a:lnTo>
                <a:cubicBezTo>
                  <a:pt x="32" y="779"/>
                  <a:pt x="0" y="775"/>
                  <a:pt x="0" y="767"/>
                </a:cubicBezTo>
                <a:cubicBezTo>
                  <a:pt x="0" y="762"/>
                  <a:pt x="1" y="757"/>
                  <a:pt x="3" y="751"/>
                </a:cubicBezTo>
                <a:cubicBezTo>
                  <a:pt x="7" y="737"/>
                  <a:pt x="10" y="729"/>
                  <a:pt x="14" y="727"/>
                </a:cubicBezTo>
                <a:cubicBezTo>
                  <a:pt x="17" y="727"/>
                  <a:pt x="23" y="726"/>
                  <a:pt x="31" y="726"/>
                </a:cubicBezTo>
                <a:lnTo>
                  <a:pt x="38" y="726"/>
                </a:lnTo>
                <a:cubicBezTo>
                  <a:pt x="59" y="726"/>
                  <a:pt x="81" y="725"/>
                  <a:pt x="106" y="723"/>
                </a:cubicBezTo>
                <a:cubicBezTo>
                  <a:pt x="117" y="721"/>
                  <a:pt x="124" y="716"/>
                  <a:pt x="128" y="709"/>
                </a:cubicBezTo>
                <a:cubicBezTo>
                  <a:pt x="130" y="706"/>
                  <a:pt x="158" y="600"/>
                  <a:pt x="210" y="392"/>
                </a:cubicBezTo>
                <a:cubicBezTo>
                  <a:pt x="262" y="184"/>
                  <a:pt x="288" y="74"/>
                  <a:pt x="288" y="63"/>
                </a:cubicBezTo>
                <a:cubicBezTo>
                  <a:pt x="288" y="57"/>
                  <a:pt x="267" y="54"/>
                  <a:pt x="224" y="53"/>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658" name=""/>
          <p:cNvSpPr/>
          <p:nvPr/>
        </p:nvSpPr>
        <p:spPr>
          <a:xfrm>
            <a:off x="678960" y="2855520"/>
            <a:ext cx="90360" cy="184680"/>
          </a:xfrm>
          <a:custGeom>
            <a:avLst/>
            <a:gdLst/>
            <a:ahLst/>
            <a:rect l="0" t="0" r="r" b="b"/>
            <a:pathLst>
              <a:path w="251" h="513">
                <a:moveTo>
                  <a:pt x="6" y="194"/>
                </a:moveTo>
                <a:cubicBezTo>
                  <a:pt x="2" y="191"/>
                  <a:pt x="0" y="188"/>
                  <a:pt x="0" y="186"/>
                </a:cubicBezTo>
                <a:cubicBezTo>
                  <a:pt x="0" y="184"/>
                  <a:pt x="1" y="180"/>
                  <a:pt x="2" y="174"/>
                </a:cubicBezTo>
                <a:cubicBezTo>
                  <a:pt x="4" y="167"/>
                  <a:pt x="5" y="163"/>
                  <a:pt x="6" y="162"/>
                </a:cubicBezTo>
                <a:cubicBezTo>
                  <a:pt x="8" y="160"/>
                  <a:pt x="10" y="158"/>
                  <a:pt x="14" y="158"/>
                </a:cubicBezTo>
                <a:cubicBezTo>
                  <a:pt x="17" y="158"/>
                  <a:pt x="31" y="158"/>
                  <a:pt x="55" y="157"/>
                </a:cubicBezTo>
                <a:lnTo>
                  <a:pt x="97" y="157"/>
                </a:lnTo>
                <a:lnTo>
                  <a:pt x="113" y="93"/>
                </a:lnTo>
                <a:cubicBezTo>
                  <a:pt x="114" y="87"/>
                  <a:pt x="116" y="79"/>
                  <a:pt x="118" y="70"/>
                </a:cubicBezTo>
                <a:cubicBezTo>
                  <a:pt x="120" y="60"/>
                  <a:pt x="122" y="53"/>
                  <a:pt x="124" y="49"/>
                </a:cubicBezTo>
                <a:cubicBezTo>
                  <a:pt x="126" y="45"/>
                  <a:pt x="127" y="39"/>
                  <a:pt x="129" y="33"/>
                </a:cubicBezTo>
                <a:cubicBezTo>
                  <a:pt x="130" y="26"/>
                  <a:pt x="132" y="22"/>
                  <a:pt x="135" y="19"/>
                </a:cubicBezTo>
                <a:cubicBezTo>
                  <a:pt x="138" y="16"/>
                  <a:pt x="141" y="13"/>
                  <a:pt x="143" y="9"/>
                </a:cubicBezTo>
                <a:cubicBezTo>
                  <a:pt x="146" y="6"/>
                  <a:pt x="150" y="2"/>
                  <a:pt x="154" y="1"/>
                </a:cubicBezTo>
                <a:cubicBezTo>
                  <a:pt x="159" y="0"/>
                  <a:pt x="164" y="0"/>
                  <a:pt x="169" y="0"/>
                </a:cubicBezTo>
                <a:cubicBezTo>
                  <a:pt x="179" y="0"/>
                  <a:pt x="185" y="3"/>
                  <a:pt x="189" y="9"/>
                </a:cubicBezTo>
                <a:cubicBezTo>
                  <a:pt x="193" y="15"/>
                  <a:pt x="195" y="20"/>
                  <a:pt x="195" y="25"/>
                </a:cubicBezTo>
                <a:cubicBezTo>
                  <a:pt x="195" y="28"/>
                  <a:pt x="192" y="41"/>
                  <a:pt x="187" y="63"/>
                </a:cubicBezTo>
                <a:cubicBezTo>
                  <a:pt x="183" y="84"/>
                  <a:pt x="177" y="105"/>
                  <a:pt x="171" y="126"/>
                </a:cubicBezTo>
                <a:lnTo>
                  <a:pt x="163" y="156"/>
                </a:lnTo>
                <a:cubicBezTo>
                  <a:pt x="163" y="157"/>
                  <a:pt x="177" y="157"/>
                  <a:pt x="204" y="157"/>
                </a:cubicBezTo>
                <a:lnTo>
                  <a:pt x="246" y="157"/>
                </a:lnTo>
                <a:cubicBezTo>
                  <a:pt x="249" y="161"/>
                  <a:pt x="251" y="164"/>
                  <a:pt x="251" y="166"/>
                </a:cubicBezTo>
                <a:cubicBezTo>
                  <a:pt x="251" y="178"/>
                  <a:pt x="248" y="188"/>
                  <a:pt x="241" y="194"/>
                </a:cubicBezTo>
                <a:lnTo>
                  <a:pt x="154" y="194"/>
                </a:lnTo>
                <a:lnTo>
                  <a:pt x="125" y="311"/>
                </a:lnTo>
                <a:cubicBezTo>
                  <a:pt x="104" y="397"/>
                  <a:pt x="93" y="443"/>
                  <a:pt x="93" y="450"/>
                </a:cubicBezTo>
                <a:cubicBezTo>
                  <a:pt x="93" y="472"/>
                  <a:pt x="101" y="483"/>
                  <a:pt x="115" y="483"/>
                </a:cubicBezTo>
                <a:cubicBezTo>
                  <a:pt x="134" y="483"/>
                  <a:pt x="152" y="474"/>
                  <a:pt x="170" y="456"/>
                </a:cubicBezTo>
                <a:cubicBezTo>
                  <a:pt x="187" y="438"/>
                  <a:pt x="202" y="415"/>
                  <a:pt x="212" y="388"/>
                </a:cubicBezTo>
                <a:cubicBezTo>
                  <a:pt x="213" y="385"/>
                  <a:pt x="215" y="383"/>
                  <a:pt x="216" y="383"/>
                </a:cubicBezTo>
                <a:cubicBezTo>
                  <a:pt x="218" y="382"/>
                  <a:pt x="222" y="382"/>
                  <a:pt x="229" y="381"/>
                </a:cubicBezTo>
                <a:lnTo>
                  <a:pt x="232" y="381"/>
                </a:lnTo>
                <a:cubicBezTo>
                  <a:pt x="241" y="381"/>
                  <a:pt x="245" y="383"/>
                  <a:pt x="245" y="388"/>
                </a:cubicBezTo>
                <a:cubicBezTo>
                  <a:pt x="245" y="389"/>
                  <a:pt x="244" y="392"/>
                  <a:pt x="242" y="397"/>
                </a:cubicBezTo>
                <a:cubicBezTo>
                  <a:pt x="240" y="406"/>
                  <a:pt x="234" y="416"/>
                  <a:pt x="227" y="428"/>
                </a:cubicBezTo>
                <a:cubicBezTo>
                  <a:pt x="220" y="440"/>
                  <a:pt x="211" y="452"/>
                  <a:pt x="200" y="466"/>
                </a:cubicBezTo>
                <a:cubicBezTo>
                  <a:pt x="188" y="479"/>
                  <a:pt x="175" y="490"/>
                  <a:pt x="159" y="499"/>
                </a:cubicBezTo>
                <a:cubicBezTo>
                  <a:pt x="142" y="509"/>
                  <a:pt x="126" y="513"/>
                  <a:pt x="109" y="513"/>
                </a:cubicBezTo>
                <a:cubicBezTo>
                  <a:pt x="93" y="513"/>
                  <a:pt x="78" y="509"/>
                  <a:pt x="64" y="501"/>
                </a:cubicBezTo>
                <a:cubicBezTo>
                  <a:pt x="49" y="493"/>
                  <a:pt x="39" y="479"/>
                  <a:pt x="32" y="459"/>
                </a:cubicBezTo>
                <a:cubicBezTo>
                  <a:pt x="31" y="455"/>
                  <a:pt x="31" y="448"/>
                  <a:pt x="31" y="438"/>
                </a:cubicBezTo>
                <a:lnTo>
                  <a:pt x="31" y="423"/>
                </a:lnTo>
                <a:lnTo>
                  <a:pt x="59" y="310"/>
                </a:lnTo>
                <a:cubicBezTo>
                  <a:pt x="78" y="235"/>
                  <a:pt x="87" y="197"/>
                  <a:pt x="88" y="196"/>
                </a:cubicBezTo>
                <a:cubicBezTo>
                  <a:pt x="88" y="195"/>
                  <a:pt x="74" y="194"/>
                  <a:pt x="47" y="194"/>
                </a:cubicBezTo>
                <a:lnTo>
                  <a:pt x="6" y="194"/>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659" name=""/>
          <p:cNvSpPr/>
          <p:nvPr/>
        </p:nvSpPr>
        <p:spPr>
          <a:xfrm>
            <a:off x="802440" y="2958480"/>
            <a:ext cx="177120" cy="11880"/>
          </a:xfrm>
          <a:custGeom>
            <a:avLst/>
            <a:gdLst/>
            <a:ahLst/>
            <a:rect l="0" t="0" r="r" b="b"/>
            <a:pathLst>
              <a:path w="492" h="33">
                <a:moveTo>
                  <a:pt x="11" y="0"/>
                </a:moveTo>
                <a:lnTo>
                  <a:pt x="480" y="0"/>
                </a:lnTo>
                <a:cubicBezTo>
                  <a:pt x="488" y="4"/>
                  <a:pt x="492" y="10"/>
                  <a:pt x="492" y="16"/>
                </a:cubicBezTo>
                <a:cubicBezTo>
                  <a:pt x="492" y="24"/>
                  <a:pt x="488" y="29"/>
                  <a:pt x="480" y="33"/>
                </a:cubicBezTo>
                <a:lnTo>
                  <a:pt x="11" y="33"/>
                </a:lnTo>
                <a:cubicBezTo>
                  <a:pt x="4" y="29"/>
                  <a:pt x="0" y="24"/>
                  <a:pt x="0" y="16"/>
                </a:cubicBezTo>
                <a:cubicBezTo>
                  <a:pt x="0" y="9"/>
                  <a:pt x="4" y="4"/>
                  <a:pt x="11" y="0"/>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660" name=""/>
          <p:cNvSpPr/>
          <p:nvPr/>
        </p:nvSpPr>
        <p:spPr>
          <a:xfrm>
            <a:off x="1027440" y="2843640"/>
            <a:ext cx="100080" cy="193320"/>
          </a:xfrm>
          <a:custGeom>
            <a:avLst/>
            <a:gdLst/>
            <a:ahLst/>
            <a:rect l="0" t="0" r="r" b="b"/>
            <a:pathLst>
              <a:path w="278" h="537">
                <a:moveTo>
                  <a:pt x="106" y="71"/>
                </a:moveTo>
                <a:lnTo>
                  <a:pt x="95" y="75"/>
                </a:lnTo>
                <a:cubicBezTo>
                  <a:pt x="88" y="78"/>
                  <a:pt x="77" y="81"/>
                  <a:pt x="63" y="83"/>
                </a:cubicBezTo>
                <a:cubicBezTo>
                  <a:pt x="49" y="86"/>
                  <a:pt x="32" y="88"/>
                  <a:pt x="15" y="89"/>
                </a:cubicBezTo>
                <a:lnTo>
                  <a:pt x="0" y="89"/>
                </a:lnTo>
                <a:lnTo>
                  <a:pt x="0" y="52"/>
                </a:lnTo>
                <a:lnTo>
                  <a:pt x="15" y="52"/>
                </a:lnTo>
                <a:cubicBezTo>
                  <a:pt x="41" y="51"/>
                  <a:pt x="65" y="47"/>
                  <a:pt x="86" y="40"/>
                </a:cubicBezTo>
                <a:cubicBezTo>
                  <a:pt x="108" y="33"/>
                  <a:pt x="123" y="26"/>
                  <a:pt x="131" y="20"/>
                </a:cubicBezTo>
                <a:cubicBezTo>
                  <a:pt x="140" y="15"/>
                  <a:pt x="147" y="9"/>
                  <a:pt x="154" y="3"/>
                </a:cubicBezTo>
                <a:cubicBezTo>
                  <a:pt x="155" y="1"/>
                  <a:pt x="158" y="0"/>
                  <a:pt x="164" y="0"/>
                </a:cubicBezTo>
                <a:cubicBezTo>
                  <a:pt x="168" y="0"/>
                  <a:pt x="173" y="2"/>
                  <a:pt x="177" y="5"/>
                </a:cubicBezTo>
                <a:lnTo>
                  <a:pt x="177" y="246"/>
                </a:lnTo>
                <a:lnTo>
                  <a:pt x="178" y="488"/>
                </a:lnTo>
                <a:cubicBezTo>
                  <a:pt x="182" y="492"/>
                  <a:pt x="185" y="494"/>
                  <a:pt x="188" y="495"/>
                </a:cubicBezTo>
                <a:cubicBezTo>
                  <a:pt x="190" y="497"/>
                  <a:pt x="197" y="498"/>
                  <a:pt x="207" y="499"/>
                </a:cubicBezTo>
                <a:cubicBezTo>
                  <a:pt x="217" y="500"/>
                  <a:pt x="234" y="500"/>
                  <a:pt x="257" y="500"/>
                </a:cubicBezTo>
                <a:lnTo>
                  <a:pt x="278" y="500"/>
                </a:lnTo>
                <a:lnTo>
                  <a:pt x="278" y="537"/>
                </a:lnTo>
                <a:lnTo>
                  <a:pt x="269" y="537"/>
                </a:lnTo>
                <a:cubicBezTo>
                  <a:pt x="258" y="536"/>
                  <a:pt x="215" y="535"/>
                  <a:pt x="141" y="535"/>
                </a:cubicBezTo>
                <a:cubicBezTo>
                  <a:pt x="68" y="535"/>
                  <a:pt x="25" y="536"/>
                  <a:pt x="14" y="537"/>
                </a:cubicBezTo>
                <a:lnTo>
                  <a:pt x="4" y="537"/>
                </a:lnTo>
                <a:lnTo>
                  <a:pt x="4" y="500"/>
                </a:lnTo>
                <a:lnTo>
                  <a:pt x="25" y="500"/>
                </a:lnTo>
                <a:cubicBezTo>
                  <a:pt x="37" y="500"/>
                  <a:pt x="48" y="500"/>
                  <a:pt x="57" y="500"/>
                </a:cubicBezTo>
                <a:cubicBezTo>
                  <a:pt x="65" y="500"/>
                  <a:pt x="72" y="500"/>
                  <a:pt x="77" y="499"/>
                </a:cubicBezTo>
                <a:cubicBezTo>
                  <a:pt x="81" y="499"/>
                  <a:pt x="86" y="498"/>
                  <a:pt x="90" y="497"/>
                </a:cubicBezTo>
                <a:cubicBezTo>
                  <a:pt x="93" y="496"/>
                  <a:pt x="95" y="495"/>
                  <a:pt x="96" y="495"/>
                </a:cubicBezTo>
                <a:cubicBezTo>
                  <a:pt x="97" y="495"/>
                  <a:pt x="98" y="494"/>
                  <a:pt x="101" y="491"/>
                </a:cubicBezTo>
                <a:cubicBezTo>
                  <a:pt x="103" y="489"/>
                  <a:pt x="105" y="488"/>
                  <a:pt x="106" y="488"/>
                </a:cubicBezTo>
                <a:lnTo>
                  <a:pt x="106" y="71"/>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661" name=""/>
          <p:cNvSpPr txBox="1"/>
          <p:nvPr/>
        </p:nvSpPr>
        <p:spPr>
          <a:xfrm>
            <a:off x="2102400" y="1898640"/>
            <a:ext cx="7974720" cy="372240"/>
          </a:xfrm>
          <a:prstGeom prst="rect">
            <a:avLst/>
          </a:prstGeom>
          <a:noFill/>
          <a:ln w="0">
            <a:noFill/>
          </a:ln>
        </p:spPr>
        <p:txBody>
          <a:bodyPr wrap="none" lIns="0" rIns="0" tIns="0" bIns="0" anchor="t">
            <a:spAutoFit/>
          </a:bodyPr>
          <a:p>
            <a:r>
              <a:rPr b="0" lang="en-US" sz="2620" strike="noStrike" u="none">
                <a:solidFill>
                  <a:srgbClr val="333333"/>
                </a:solidFill>
                <a:effectLst/>
                <a:uFillTx/>
                <a:latin typeface="NotoSansJP-Thin_"/>
                <a:ea typeface="NotoSansJP-Thin_"/>
              </a:rPr>
              <a:t>-prediction</a:t>
            </a:r>
            <a:r>
              <a:rPr b="0" lang="zh-CN" sz="2620" strike="noStrike" u="none">
                <a:solidFill>
                  <a:srgbClr val="333333"/>
                </a:solidFill>
                <a:effectLst/>
                <a:uFillTx/>
                <a:latin typeface="NotoSansJP-Thin_"/>
                <a:ea typeface="NotoSansJP-Thin_"/>
              </a:rPr>
              <a:t>って何？手法の名前？何を指しているのか</a:t>
            </a:r>
            <a:endParaRPr b="0" lang="en-US" sz="2620" strike="noStrike" u="none">
              <a:solidFill>
                <a:srgbClr val="000000"/>
              </a:solidFill>
              <a:effectLst/>
              <a:uFillTx/>
              <a:latin typeface="Times New Roman"/>
            </a:endParaRPr>
          </a:p>
        </p:txBody>
      </p:sp>
      <p:sp>
        <p:nvSpPr>
          <p:cNvPr id="662" name=""/>
          <p:cNvSpPr/>
          <p:nvPr/>
        </p:nvSpPr>
        <p:spPr>
          <a:xfrm>
            <a:off x="1669680" y="2800080"/>
            <a:ext cx="219960" cy="261000"/>
          </a:xfrm>
          <a:custGeom>
            <a:avLst/>
            <a:gdLst/>
            <a:ahLst/>
            <a:rect l="0" t="0" r="r" b="b"/>
            <a:pathLst>
              <a:path w="611" h="725">
                <a:moveTo>
                  <a:pt x="71" y="177"/>
                </a:moveTo>
                <a:cubicBezTo>
                  <a:pt x="72" y="174"/>
                  <a:pt x="72" y="171"/>
                  <a:pt x="73" y="168"/>
                </a:cubicBezTo>
                <a:cubicBezTo>
                  <a:pt x="74" y="164"/>
                  <a:pt x="76" y="155"/>
                  <a:pt x="79" y="143"/>
                </a:cubicBezTo>
                <a:cubicBezTo>
                  <a:pt x="82" y="130"/>
                  <a:pt x="86" y="118"/>
                  <a:pt x="90" y="107"/>
                </a:cubicBezTo>
                <a:cubicBezTo>
                  <a:pt x="95" y="97"/>
                  <a:pt x="100" y="84"/>
                  <a:pt x="107" y="70"/>
                </a:cubicBezTo>
                <a:cubicBezTo>
                  <a:pt x="114" y="55"/>
                  <a:pt x="122" y="44"/>
                  <a:pt x="130" y="36"/>
                </a:cubicBezTo>
                <a:cubicBezTo>
                  <a:pt x="138" y="27"/>
                  <a:pt x="148" y="19"/>
                  <a:pt x="160" y="11"/>
                </a:cubicBezTo>
                <a:cubicBezTo>
                  <a:pt x="171" y="2"/>
                  <a:pt x="183" y="-1"/>
                  <a:pt x="197" y="0"/>
                </a:cubicBezTo>
                <a:cubicBezTo>
                  <a:pt x="254" y="0"/>
                  <a:pt x="290" y="25"/>
                  <a:pt x="306" y="73"/>
                </a:cubicBezTo>
                <a:lnTo>
                  <a:pt x="318" y="63"/>
                </a:lnTo>
                <a:cubicBezTo>
                  <a:pt x="365" y="21"/>
                  <a:pt x="410" y="0"/>
                  <a:pt x="452" y="0"/>
                </a:cubicBezTo>
                <a:cubicBezTo>
                  <a:pt x="501" y="0"/>
                  <a:pt x="541" y="18"/>
                  <a:pt x="569" y="54"/>
                </a:cubicBezTo>
                <a:cubicBezTo>
                  <a:pt x="597" y="89"/>
                  <a:pt x="611" y="133"/>
                  <a:pt x="611" y="184"/>
                </a:cubicBezTo>
                <a:cubicBezTo>
                  <a:pt x="611" y="265"/>
                  <a:pt x="582" y="341"/>
                  <a:pt x="524" y="410"/>
                </a:cubicBezTo>
                <a:cubicBezTo>
                  <a:pt x="466" y="479"/>
                  <a:pt x="401" y="514"/>
                  <a:pt x="328" y="515"/>
                </a:cubicBezTo>
                <a:cubicBezTo>
                  <a:pt x="311" y="515"/>
                  <a:pt x="297" y="512"/>
                  <a:pt x="284" y="508"/>
                </a:cubicBezTo>
                <a:cubicBezTo>
                  <a:pt x="275" y="504"/>
                  <a:pt x="267" y="498"/>
                  <a:pt x="257" y="491"/>
                </a:cubicBezTo>
                <a:cubicBezTo>
                  <a:pt x="248" y="483"/>
                  <a:pt x="241" y="477"/>
                  <a:pt x="236" y="471"/>
                </a:cubicBezTo>
                <a:lnTo>
                  <a:pt x="228" y="462"/>
                </a:lnTo>
                <a:cubicBezTo>
                  <a:pt x="227" y="463"/>
                  <a:pt x="219" y="496"/>
                  <a:pt x="203" y="562"/>
                </a:cubicBezTo>
                <a:cubicBezTo>
                  <a:pt x="187" y="628"/>
                  <a:pt x="179" y="661"/>
                  <a:pt x="179" y="661"/>
                </a:cubicBezTo>
                <a:cubicBezTo>
                  <a:pt x="179" y="666"/>
                  <a:pt x="182" y="669"/>
                  <a:pt x="188" y="669"/>
                </a:cubicBezTo>
                <a:cubicBezTo>
                  <a:pt x="194" y="670"/>
                  <a:pt x="208" y="671"/>
                  <a:pt x="230" y="673"/>
                </a:cubicBezTo>
                <a:lnTo>
                  <a:pt x="259" y="673"/>
                </a:lnTo>
                <a:cubicBezTo>
                  <a:pt x="263" y="678"/>
                  <a:pt x="265" y="681"/>
                  <a:pt x="265" y="683"/>
                </a:cubicBezTo>
                <a:cubicBezTo>
                  <a:pt x="265" y="685"/>
                  <a:pt x="264" y="691"/>
                  <a:pt x="262" y="703"/>
                </a:cubicBezTo>
                <a:cubicBezTo>
                  <a:pt x="260" y="713"/>
                  <a:pt x="257" y="718"/>
                  <a:pt x="255" y="721"/>
                </a:cubicBezTo>
                <a:cubicBezTo>
                  <a:pt x="253" y="723"/>
                  <a:pt x="248" y="724"/>
                  <a:pt x="240" y="725"/>
                </a:cubicBezTo>
                <a:cubicBezTo>
                  <a:pt x="239" y="725"/>
                  <a:pt x="235" y="725"/>
                  <a:pt x="228" y="725"/>
                </a:cubicBezTo>
                <a:cubicBezTo>
                  <a:pt x="221" y="725"/>
                  <a:pt x="208" y="725"/>
                  <a:pt x="189" y="724"/>
                </a:cubicBezTo>
                <a:cubicBezTo>
                  <a:pt x="170" y="723"/>
                  <a:pt x="147" y="723"/>
                  <a:pt x="119" y="723"/>
                </a:cubicBezTo>
                <a:cubicBezTo>
                  <a:pt x="65" y="723"/>
                  <a:pt x="32" y="724"/>
                  <a:pt x="17" y="725"/>
                </a:cubicBezTo>
                <a:lnTo>
                  <a:pt x="8" y="725"/>
                </a:lnTo>
                <a:cubicBezTo>
                  <a:pt x="3" y="720"/>
                  <a:pt x="0" y="716"/>
                  <a:pt x="0" y="713"/>
                </a:cubicBezTo>
                <a:cubicBezTo>
                  <a:pt x="2" y="692"/>
                  <a:pt x="7" y="679"/>
                  <a:pt x="15" y="673"/>
                </a:cubicBezTo>
                <a:lnTo>
                  <a:pt x="38" y="673"/>
                </a:lnTo>
                <a:cubicBezTo>
                  <a:pt x="64" y="672"/>
                  <a:pt x="78" y="667"/>
                  <a:pt x="82" y="659"/>
                </a:cubicBezTo>
                <a:cubicBezTo>
                  <a:pt x="84" y="655"/>
                  <a:pt x="108" y="564"/>
                  <a:pt x="152" y="386"/>
                </a:cubicBezTo>
                <a:cubicBezTo>
                  <a:pt x="196" y="209"/>
                  <a:pt x="219" y="116"/>
                  <a:pt x="221" y="105"/>
                </a:cubicBezTo>
                <a:cubicBezTo>
                  <a:pt x="222" y="101"/>
                  <a:pt x="222" y="96"/>
                  <a:pt x="222" y="89"/>
                </a:cubicBezTo>
                <a:cubicBezTo>
                  <a:pt x="222" y="58"/>
                  <a:pt x="213" y="42"/>
                  <a:pt x="194" y="42"/>
                </a:cubicBezTo>
                <a:cubicBezTo>
                  <a:pt x="177" y="42"/>
                  <a:pt x="163" y="53"/>
                  <a:pt x="152" y="74"/>
                </a:cubicBezTo>
                <a:cubicBezTo>
                  <a:pt x="140" y="96"/>
                  <a:pt x="131" y="119"/>
                  <a:pt x="125" y="144"/>
                </a:cubicBezTo>
                <a:cubicBezTo>
                  <a:pt x="119" y="169"/>
                  <a:pt x="115" y="182"/>
                  <a:pt x="112" y="185"/>
                </a:cubicBezTo>
                <a:cubicBezTo>
                  <a:pt x="110" y="186"/>
                  <a:pt x="104" y="187"/>
                  <a:pt x="94" y="187"/>
                </a:cubicBezTo>
                <a:lnTo>
                  <a:pt x="78" y="187"/>
                </a:lnTo>
                <a:cubicBezTo>
                  <a:pt x="73" y="182"/>
                  <a:pt x="71" y="179"/>
                  <a:pt x="71" y="177"/>
                </a:cubicBezTo>
                <a:moveTo>
                  <a:pt x="247" y="387"/>
                </a:moveTo>
                <a:cubicBezTo>
                  <a:pt x="264" y="445"/>
                  <a:pt x="292" y="474"/>
                  <a:pt x="331" y="474"/>
                </a:cubicBezTo>
                <a:cubicBezTo>
                  <a:pt x="354" y="474"/>
                  <a:pt x="376" y="465"/>
                  <a:pt x="397" y="448"/>
                </a:cubicBezTo>
                <a:cubicBezTo>
                  <a:pt x="419" y="430"/>
                  <a:pt x="436" y="408"/>
                  <a:pt x="450" y="382"/>
                </a:cubicBezTo>
                <a:cubicBezTo>
                  <a:pt x="463" y="356"/>
                  <a:pt x="477" y="315"/>
                  <a:pt x="491" y="259"/>
                </a:cubicBezTo>
                <a:cubicBezTo>
                  <a:pt x="504" y="202"/>
                  <a:pt x="512" y="161"/>
                  <a:pt x="512" y="133"/>
                </a:cubicBezTo>
                <a:lnTo>
                  <a:pt x="512" y="127"/>
                </a:lnTo>
                <a:cubicBezTo>
                  <a:pt x="512" y="70"/>
                  <a:pt x="489" y="42"/>
                  <a:pt x="443" y="42"/>
                </a:cubicBezTo>
                <a:cubicBezTo>
                  <a:pt x="435" y="42"/>
                  <a:pt x="426" y="44"/>
                  <a:pt x="418" y="46"/>
                </a:cubicBezTo>
                <a:cubicBezTo>
                  <a:pt x="410" y="48"/>
                  <a:pt x="401" y="52"/>
                  <a:pt x="393" y="56"/>
                </a:cubicBezTo>
                <a:cubicBezTo>
                  <a:pt x="385" y="61"/>
                  <a:pt x="377" y="66"/>
                  <a:pt x="370" y="71"/>
                </a:cubicBezTo>
                <a:cubicBezTo>
                  <a:pt x="363" y="76"/>
                  <a:pt x="357" y="82"/>
                  <a:pt x="351" y="88"/>
                </a:cubicBezTo>
                <a:cubicBezTo>
                  <a:pt x="345" y="94"/>
                  <a:pt x="339" y="100"/>
                  <a:pt x="334" y="105"/>
                </a:cubicBezTo>
                <a:cubicBezTo>
                  <a:pt x="328" y="110"/>
                  <a:pt x="324" y="116"/>
                  <a:pt x="321" y="121"/>
                </a:cubicBezTo>
                <a:cubicBezTo>
                  <a:pt x="318" y="126"/>
                  <a:pt x="315" y="130"/>
                  <a:pt x="312" y="132"/>
                </a:cubicBezTo>
                <a:lnTo>
                  <a:pt x="309" y="137"/>
                </a:lnTo>
                <a:cubicBezTo>
                  <a:pt x="309" y="138"/>
                  <a:pt x="308" y="143"/>
                  <a:pt x="305" y="153"/>
                </a:cubicBezTo>
                <a:cubicBezTo>
                  <a:pt x="303" y="163"/>
                  <a:pt x="299" y="179"/>
                  <a:pt x="293" y="203"/>
                </a:cubicBezTo>
                <a:cubicBezTo>
                  <a:pt x="287" y="226"/>
                  <a:pt x="281" y="246"/>
                  <a:pt x="277" y="262"/>
                </a:cubicBezTo>
                <a:cubicBezTo>
                  <a:pt x="257" y="342"/>
                  <a:pt x="247" y="384"/>
                  <a:pt x="247" y="387"/>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663" name=""/>
          <p:cNvSpPr/>
          <p:nvPr/>
        </p:nvSpPr>
        <p:spPr>
          <a:xfrm>
            <a:off x="1915560" y="2838600"/>
            <a:ext cx="123840" cy="207360"/>
          </a:xfrm>
          <a:custGeom>
            <a:avLst/>
            <a:gdLst/>
            <a:ahLst/>
            <a:rect l="0" t="0" r="r" b="b"/>
            <a:pathLst>
              <a:path w="344" h="576">
                <a:moveTo>
                  <a:pt x="0" y="406"/>
                </a:moveTo>
                <a:cubicBezTo>
                  <a:pt x="0" y="351"/>
                  <a:pt x="10" y="294"/>
                  <a:pt x="31" y="233"/>
                </a:cubicBezTo>
                <a:cubicBezTo>
                  <a:pt x="52" y="172"/>
                  <a:pt x="81" y="120"/>
                  <a:pt x="116" y="76"/>
                </a:cubicBezTo>
                <a:cubicBezTo>
                  <a:pt x="152" y="32"/>
                  <a:pt x="190" y="7"/>
                  <a:pt x="228" y="1"/>
                </a:cubicBezTo>
                <a:cubicBezTo>
                  <a:pt x="229" y="1"/>
                  <a:pt x="231" y="1"/>
                  <a:pt x="235" y="1"/>
                </a:cubicBezTo>
                <a:cubicBezTo>
                  <a:pt x="238" y="1"/>
                  <a:pt x="242" y="0"/>
                  <a:pt x="244" y="0"/>
                </a:cubicBezTo>
                <a:cubicBezTo>
                  <a:pt x="273" y="2"/>
                  <a:pt x="296" y="15"/>
                  <a:pt x="312" y="39"/>
                </a:cubicBezTo>
                <a:cubicBezTo>
                  <a:pt x="333" y="71"/>
                  <a:pt x="344" y="115"/>
                  <a:pt x="344" y="169"/>
                </a:cubicBezTo>
                <a:cubicBezTo>
                  <a:pt x="344" y="230"/>
                  <a:pt x="331" y="293"/>
                  <a:pt x="307" y="357"/>
                </a:cubicBezTo>
                <a:cubicBezTo>
                  <a:pt x="283" y="421"/>
                  <a:pt x="252" y="474"/>
                  <a:pt x="215" y="515"/>
                </a:cubicBezTo>
                <a:cubicBezTo>
                  <a:pt x="177" y="556"/>
                  <a:pt x="141" y="576"/>
                  <a:pt x="107" y="576"/>
                </a:cubicBezTo>
                <a:lnTo>
                  <a:pt x="101" y="576"/>
                </a:lnTo>
                <a:cubicBezTo>
                  <a:pt x="82" y="576"/>
                  <a:pt x="65" y="571"/>
                  <a:pt x="51" y="560"/>
                </a:cubicBezTo>
                <a:cubicBezTo>
                  <a:pt x="37" y="549"/>
                  <a:pt x="27" y="535"/>
                  <a:pt x="20" y="517"/>
                </a:cubicBezTo>
                <a:cubicBezTo>
                  <a:pt x="13" y="500"/>
                  <a:pt x="8" y="482"/>
                  <a:pt x="5" y="463"/>
                </a:cubicBezTo>
                <a:cubicBezTo>
                  <a:pt x="1" y="444"/>
                  <a:pt x="0" y="425"/>
                  <a:pt x="0" y="406"/>
                </a:cubicBezTo>
                <a:moveTo>
                  <a:pt x="280" y="112"/>
                </a:moveTo>
                <a:cubicBezTo>
                  <a:pt x="280" y="57"/>
                  <a:pt x="266" y="30"/>
                  <a:pt x="237" y="30"/>
                </a:cubicBezTo>
                <a:cubicBezTo>
                  <a:pt x="218" y="30"/>
                  <a:pt x="199" y="42"/>
                  <a:pt x="181" y="66"/>
                </a:cubicBezTo>
                <a:cubicBezTo>
                  <a:pt x="163" y="90"/>
                  <a:pt x="148" y="117"/>
                  <a:pt x="136" y="148"/>
                </a:cubicBezTo>
                <a:cubicBezTo>
                  <a:pt x="124" y="178"/>
                  <a:pt x="115" y="205"/>
                  <a:pt x="108" y="228"/>
                </a:cubicBezTo>
                <a:cubicBezTo>
                  <a:pt x="102" y="251"/>
                  <a:pt x="98" y="265"/>
                  <a:pt x="98" y="269"/>
                </a:cubicBezTo>
                <a:cubicBezTo>
                  <a:pt x="124" y="269"/>
                  <a:pt x="150" y="269"/>
                  <a:pt x="176" y="269"/>
                </a:cubicBezTo>
                <a:lnTo>
                  <a:pt x="254" y="269"/>
                </a:lnTo>
                <a:cubicBezTo>
                  <a:pt x="255" y="268"/>
                  <a:pt x="257" y="259"/>
                  <a:pt x="260" y="242"/>
                </a:cubicBezTo>
                <a:cubicBezTo>
                  <a:pt x="264" y="225"/>
                  <a:pt x="269" y="203"/>
                  <a:pt x="273" y="178"/>
                </a:cubicBezTo>
                <a:cubicBezTo>
                  <a:pt x="278" y="152"/>
                  <a:pt x="280" y="130"/>
                  <a:pt x="280" y="112"/>
                </a:cubicBezTo>
                <a:moveTo>
                  <a:pt x="63" y="462"/>
                </a:moveTo>
                <a:cubicBezTo>
                  <a:pt x="63" y="519"/>
                  <a:pt x="77" y="547"/>
                  <a:pt x="105" y="547"/>
                </a:cubicBezTo>
                <a:cubicBezTo>
                  <a:pt x="113" y="547"/>
                  <a:pt x="122" y="544"/>
                  <a:pt x="131" y="539"/>
                </a:cubicBezTo>
                <a:cubicBezTo>
                  <a:pt x="140" y="534"/>
                  <a:pt x="151" y="523"/>
                  <a:pt x="164" y="508"/>
                </a:cubicBezTo>
                <a:cubicBezTo>
                  <a:pt x="177" y="493"/>
                  <a:pt x="190" y="470"/>
                  <a:pt x="203" y="437"/>
                </a:cubicBezTo>
                <a:cubicBezTo>
                  <a:pt x="215" y="406"/>
                  <a:pt x="228" y="367"/>
                  <a:pt x="241" y="320"/>
                </a:cubicBezTo>
                <a:lnTo>
                  <a:pt x="245" y="306"/>
                </a:lnTo>
                <a:lnTo>
                  <a:pt x="88" y="306"/>
                </a:lnTo>
                <a:cubicBezTo>
                  <a:pt x="88" y="308"/>
                  <a:pt x="86" y="318"/>
                  <a:pt x="81" y="337"/>
                </a:cubicBezTo>
                <a:cubicBezTo>
                  <a:pt x="76" y="356"/>
                  <a:pt x="72" y="377"/>
                  <a:pt x="68" y="400"/>
                </a:cubicBezTo>
                <a:cubicBezTo>
                  <a:pt x="64" y="423"/>
                  <a:pt x="63" y="443"/>
                  <a:pt x="63" y="462"/>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664" name=""/>
          <p:cNvSpPr txBox="1"/>
          <p:nvPr/>
        </p:nvSpPr>
        <p:spPr>
          <a:xfrm>
            <a:off x="1168920" y="2679480"/>
            <a:ext cx="668160" cy="334080"/>
          </a:xfrm>
          <a:prstGeom prst="rect">
            <a:avLst/>
          </a:prstGeom>
          <a:noFill/>
          <a:ln w="0">
            <a:noFill/>
          </a:ln>
        </p:spPr>
        <p:txBody>
          <a:bodyPr wrap="none" lIns="0" rIns="0" tIns="0" bIns="0" anchor="t">
            <a:spAutoFit/>
          </a:bodyPr>
          <a:p>
            <a:r>
              <a:rPr b="0" lang="en-US" sz="2620" strike="noStrike" u="none">
                <a:solidFill>
                  <a:srgbClr val="333333"/>
                </a:solidFill>
                <a:effectLst/>
                <a:uFillTx/>
                <a:latin typeface="NotoSansJP-Thin_"/>
                <a:ea typeface="NotoSansJP-Thin_"/>
              </a:rPr>
              <a:t> は </a:t>
            </a:r>
            <a:endParaRPr b="0" lang="en-US" sz="2620" strike="noStrike" u="none">
              <a:solidFill>
                <a:srgbClr val="000000"/>
              </a:solidFill>
              <a:effectLst/>
              <a:uFillTx/>
              <a:latin typeface="Times New Roman"/>
            </a:endParaRPr>
          </a:p>
        </p:txBody>
      </p:sp>
      <p:sp>
        <p:nvSpPr>
          <p:cNvPr id="665" name=""/>
          <p:cNvSpPr/>
          <p:nvPr/>
        </p:nvSpPr>
        <p:spPr>
          <a:xfrm>
            <a:off x="2594520" y="2800080"/>
            <a:ext cx="175320" cy="261000"/>
          </a:xfrm>
          <a:custGeom>
            <a:avLst/>
            <a:gdLst/>
            <a:ahLst/>
            <a:rect l="0" t="0" r="r" b="b"/>
            <a:pathLst>
              <a:path w="487" h="725">
                <a:moveTo>
                  <a:pt x="0" y="325"/>
                </a:moveTo>
                <a:cubicBezTo>
                  <a:pt x="0" y="248"/>
                  <a:pt x="29" y="175"/>
                  <a:pt x="87" y="106"/>
                </a:cubicBezTo>
                <a:cubicBezTo>
                  <a:pt x="145" y="37"/>
                  <a:pt x="209" y="2"/>
                  <a:pt x="282" y="1"/>
                </a:cubicBezTo>
                <a:cubicBezTo>
                  <a:pt x="328" y="1"/>
                  <a:pt x="363" y="21"/>
                  <a:pt x="387" y="61"/>
                </a:cubicBezTo>
                <a:cubicBezTo>
                  <a:pt x="388" y="60"/>
                  <a:pt x="390" y="58"/>
                  <a:pt x="393" y="54"/>
                </a:cubicBezTo>
                <a:cubicBezTo>
                  <a:pt x="396" y="50"/>
                  <a:pt x="400" y="46"/>
                  <a:pt x="405" y="41"/>
                </a:cubicBezTo>
                <a:cubicBezTo>
                  <a:pt x="411" y="37"/>
                  <a:pt x="417" y="32"/>
                  <a:pt x="424" y="28"/>
                </a:cubicBezTo>
                <a:cubicBezTo>
                  <a:pt x="449" y="9"/>
                  <a:pt x="467" y="0"/>
                  <a:pt x="476" y="0"/>
                </a:cubicBezTo>
                <a:cubicBezTo>
                  <a:pt x="479" y="0"/>
                  <a:pt x="482" y="1"/>
                  <a:pt x="484" y="4"/>
                </a:cubicBezTo>
                <a:cubicBezTo>
                  <a:pt x="486" y="6"/>
                  <a:pt x="487" y="8"/>
                  <a:pt x="487" y="9"/>
                </a:cubicBezTo>
                <a:cubicBezTo>
                  <a:pt x="487" y="16"/>
                  <a:pt x="461" y="124"/>
                  <a:pt x="409" y="334"/>
                </a:cubicBezTo>
                <a:cubicBezTo>
                  <a:pt x="355" y="550"/>
                  <a:pt x="328" y="659"/>
                  <a:pt x="328" y="663"/>
                </a:cubicBezTo>
                <a:cubicBezTo>
                  <a:pt x="328" y="669"/>
                  <a:pt x="345" y="672"/>
                  <a:pt x="379" y="673"/>
                </a:cubicBezTo>
                <a:lnTo>
                  <a:pt x="408" y="673"/>
                </a:lnTo>
                <a:cubicBezTo>
                  <a:pt x="412" y="679"/>
                  <a:pt x="415" y="682"/>
                  <a:pt x="415" y="683"/>
                </a:cubicBezTo>
                <a:cubicBezTo>
                  <a:pt x="415" y="684"/>
                  <a:pt x="413" y="691"/>
                  <a:pt x="411" y="704"/>
                </a:cubicBezTo>
                <a:cubicBezTo>
                  <a:pt x="408" y="713"/>
                  <a:pt x="404" y="721"/>
                  <a:pt x="400" y="725"/>
                </a:cubicBezTo>
                <a:lnTo>
                  <a:pt x="385" y="725"/>
                </a:lnTo>
                <a:cubicBezTo>
                  <a:pt x="361" y="724"/>
                  <a:pt x="319" y="723"/>
                  <a:pt x="261" y="723"/>
                </a:cubicBezTo>
                <a:cubicBezTo>
                  <a:pt x="240" y="723"/>
                  <a:pt x="220" y="723"/>
                  <a:pt x="203" y="723"/>
                </a:cubicBezTo>
                <a:cubicBezTo>
                  <a:pt x="186" y="723"/>
                  <a:pt x="171" y="723"/>
                  <a:pt x="161" y="723"/>
                </a:cubicBezTo>
                <a:cubicBezTo>
                  <a:pt x="150" y="723"/>
                  <a:pt x="144" y="723"/>
                  <a:pt x="142" y="724"/>
                </a:cubicBezTo>
                <a:cubicBezTo>
                  <a:pt x="131" y="724"/>
                  <a:pt x="126" y="721"/>
                  <a:pt x="126" y="715"/>
                </a:cubicBezTo>
                <a:cubicBezTo>
                  <a:pt x="126" y="713"/>
                  <a:pt x="126" y="707"/>
                  <a:pt x="128" y="698"/>
                </a:cubicBezTo>
                <a:cubicBezTo>
                  <a:pt x="131" y="686"/>
                  <a:pt x="134" y="678"/>
                  <a:pt x="136" y="676"/>
                </a:cubicBezTo>
                <a:cubicBezTo>
                  <a:pt x="138" y="674"/>
                  <a:pt x="146" y="673"/>
                  <a:pt x="159" y="673"/>
                </a:cubicBezTo>
                <a:cubicBezTo>
                  <a:pt x="195" y="673"/>
                  <a:pt x="217" y="670"/>
                  <a:pt x="225" y="665"/>
                </a:cubicBezTo>
                <a:cubicBezTo>
                  <a:pt x="231" y="661"/>
                  <a:pt x="241" y="628"/>
                  <a:pt x="256" y="565"/>
                </a:cubicBezTo>
                <a:cubicBezTo>
                  <a:pt x="272" y="501"/>
                  <a:pt x="280" y="468"/>
                  <a:pt x="280" y="467"/>
                </a:cubicBezTo>
                <a:cubicBezTo>
                  <a:pt x="280" y="466"/>
                  <a:pt x="278" y="467"/>
                  <a:pt x="272" y="470"/>
                </a:cubicBezTo>
                <a:cubicBezTo>
                  <a:pt x="236" y="500"/>
                  <a:pt x="198" y="515"/>
                  <a:pt x="159" y="515"/>
                </a:cubicBezTo>
                <a:cubicBezTo>
                  <a:pt x="117" y="515"/>
                  <a:pt x="80" y="500"/>
                  <a:pt x="48" y="469"/>
                </a:cubicBezTo>
                <a:cubicBezTo>
                  <a:pt x="16" y="439"/>
                  <a:pt x="0" y="391"/>
                  <a:pt x="0" y="325"/>
                </a:cubicBezTo>
                <a:moveTo>
                  <a:pt x="364" y="132"/>
                </a:moveTo>
                <a:cubicBezTo>
                  <a:pt x="347" y="72"/>
                  <a:pt x="318" y="42"/>
                  <a:pt x="278" y="42"/>
                </a:cubicBezTo>
                <a:cubicBezTo>
                  <a:pt x="252" y="42"/>
                  <a:pt x="226" y="54"/>
                  <a:pt x="202" y="78"/>
                </a:cubicBezTo>
                <a:cubicBezTo>
                  <a:pt x="178" y="101"/>
                  <a:pt x="159" y="132"/>
                  <a:pt x="145" y="170"/>
                </a:cubicBezTo>
                <a:cubicBezTo>
                  <a:pt x="123" y="230"/>
                  <a:pt x="107" y="292"/>
                  <a:pt x="98" y="357"/>
                </a:cubicBezTo>
                <a:cubicBezTo>
                  <a:pt x="98" y="359"/>
                  <a:pt x="98" y="363"/>
                  <a:pt x="98" y="369"/>
                </a:cubicBezTo>
                <a:cubicBezTo>
                  <a:pt x="98" y="375"/>
                  <a:pt x="98" y="380"/>
                  <a:pt x="97" y="383"/>
                </a:cubicBezTo>
                <a:cubicBezTo>
                  <a:pt x="97" y="417"/>
                  <a:pt x="104" y="440"/>
                  <a:pt x="118" y="453"/>
                </a:cubicBezTo>
                <a:cubicBezTo>
                  <a:pt x="131" y="466"/>
                  <a:pt x="148" y="473"/>
                  <a:pt x="167" y="474"/>
                </a:cubicBezTo>
                <a:cubicBezTo>
                  <a:pt x="208" y="474"/>
                  <a:pt x="250" y="446"/>
                  <a:pt x="293" y="392"/>
                </a:cubicBezTo>
                <a:lnTo>
                  <a:pt x="302" y="379"/>
                </a:lnTo>
                <a:lnTo>
                  <a:pt x="364" y="132"/>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666" name=""/>
          <p:cNvSpPr txBox="1"/>
          <p:nvPr/>
        </p:nvSpPr>
        <p:spPr>
          <a:xfrm>
            <a:off x="2063160" y="2679480"/>
            <a:ext cx="668160" cy="334080"/>
          </a:xfrm>
          <a:prstGeom prst="rect">
            <a:avLst/>
          </a:prstGeom>
          <a:noFill/>
          <a:ln w="0">
            <a:noFill/>
          </a:ln>
        </p:spPr>
        <p:txBody>
          <a:bodyPr wrap="none" lIns="0" rIns="0" tIns="0" bIns="0" anchor="t">
            <a:spAutoFit/>
          </a:bodyPr>
          <a:p>
            <a:r>
              <a:rPr b="0" lang="en-US" sz="2620" strike="noStrike" u="none">
                <a:solidFill>
                  <a:srgbClr val="333333"/>
                </a:solidFill>
                <a:effectLst/>
                <a:uFillTx/>
                <a:latin typeface="NotoSansJP-Thin_"/>
                <a:ea typeface="NotoSansJP-Thin_"/>
              </a:rPr>
              <a:t> と </a:t>
            </a:r>
            <a:endParaRPr b="0" lang="en-US" sz="2620" strike="noStrike" u="none">
              <a:solidFill>
                <a:srgbClr val="000000"/>
              </a:solidFill>
              <a:effectLst/>
              <a:uFillTx/>
              <a:latin typeface="Times New Roman"/>
            </a:endParaRPr>
          </a:p>
        </p:txBody>
      </p:sp>
      <p:sp>
        <p:nvSpPr>
          <p:cNvPr id="667" name=""/>
          <p:cNvSpPr/>
          <p:nvPr/>
        </p:nvSpPr>
        <p:spPr>
          <a:xfrm>
            <a:off x="3995280" y="2790720"/>
            <a:ext cx="265680" cy="271800"/>
          </a:xfrm>
          <a:custGeom>
            <a:avLst/>
            <a:gdLst/>
            <a:ahLst/>
            <a:rect l="0" t="0" r="r" b="b"/>
            <a:pathLst>
              <a:path w="738" h="755">
                <a:moveTo>
                  <a:pt x="296" y="524"/>
                </a:moveTo>
                <a:cubicBezTo>
                  <a:pt x="274" y="524"/>
                  <a:pt x="255" y="523"/>
                  <a:pt x="239" y="521"/>
                </a:cubicBezTo>
                <a:cubicBezTo>
                  <a:pt x="223" y="519"/>
                  <a:pt x="211" y="516"/>
                  <a:pt x="203" y="514"/>
                </a:cubicBezTo>
                <a:cubicBezTo>
                  <a:pt x="196" y="512"/>
                  <a:pt x="191" y="511"/>
                  <a:pt x="190" y="511"/>
                </a:cubicBezTo>
                <a:cubicBezTo>
                  <a:pt x="189" y="511"/>
                  <a:pt x="186" y="524"/>
                  <a:pt x="180" y="552"/>
                </a:cubicBezTo>
                <a:cubicBezTo>
                  <a:pt x="174" y="579"/>
                  <a:pt x="166" y="609"/>
                  <a:pt x="157" y="641"/>
                </a:cubicBezTo>
                <a:cubicBezTo>
                  <a:pt x="148" y="674"/>
                  <a:pt x="141" y="696"/>
                  <a:pt x="137" y="706"/>
                </a:cubicBezTo>
                <a:cubicBezTo>
                  <a:pt x="122" y="739"/>
                  <a:pt x="95" y="755"/>
                  <a:pt x="59" y="755"/>
                </a:cubicBezTo>
                <a:cubicBezTo>
                  <a:pt x="41" y="755"/>
                  <a:pt x="26" y="750"/>
                  <a:pt x="16" y="738"/>
                </a:cubicBezTo>
                <a:cubicBezTo>
                  <a:pt x="5" y="727"/>
                  <a:pt x="0" y="712"/>
                  <a:pt x="0" y="695"/>
                </a:cubicBezTo>
                <a:cubicBezTo>
                  <a:pt x="2" y="684"/>
                  <a:pt x="28" y="578"/>
                  <a:pt x="78" y="375"/>
                </a:cubicBezTo>
                <a:cubicBezTo>
                  <a:pt x="128" y="173"/>
                  <a:pt x="155" y="65"/>
                  <a:pt x="159" y="54"/>
                </a:cubicBezTo>
                <a:cubicBezTo>
                  <a:pt x="165" y="39"/>
                  <a:pt x="175" y="26"/>
                  <a:pt x="190" y="16"/>
                </a:cubicBezTo>
                <a:cubicBezTo>
                  <a:pt x="204" y="5"/>
                  <a:pt x="221" y="0"/>
                  <a:pt x="239" y="0"/>
                </a:cubicBezTo>
                <a:cubicBezTo>
                  <a:pt x="259" y="0"/>
                  <a:pt x="274" y="6"/>
                  <a:pt x="284" y="18"/>
                </a:cubicBezTo>
                <a:cubicBezTo>
                  <a:pt x="294" y="30"/>
                  <a:pt x="299" y="42"/>
                  <a:pt x="300" y="54"/>
                </a:cubicBezTo>
                <a:cubicBezTo>
                  <a:pt x="300" y="64"/>
                  <a:pt x="288" y="115"/>
                  <a:pt x="265" y="209"/>
                </a:cubicBezTo>
                <a:cubicBezTo>
                  <a:pt x="241" y="302"/>
                  <a:pt x="229" y="361"/>
                  <a:pt x="229" y="385"/>
                </a:cubicBezTo>
                <a:cubicBezTo>
                  <a:pt x="229" y="439"/>
                  <a:pt x="255" y="466"/>
                  <a:pt x="308" y="466"/>
                </a:cubicBezTo>
                <a:cubicBezTo>
                  <a:pt x="337" y="466"/>
                  <a:pt x="364" y="457"/>
                  <a:pt x="389" y="438"/>
                </a:cubicBezTo>
                <a:cubicBezTo>
                  <a:pt x="414" y="419"/>
                  <a:pt x="430" y="403"/>
                  <a:pt x="438" y="390"/>
                </a:cubicBezTo>
                <a:cubicBezTo>
                  <a:pt x="439" y="388"/>
                  <a:pt x="453" y="334"/>
                  <a:pt x="480" y="227"/>
                </a:cubicBezTo>
                <a:cubicBezTo>
                  <a:pt x="506" y="119"/>
                  <a:pt x="520" y="65"/>
                  <a:pt x="522" y="62"/>
                </a:cubicBezTo>
                <a:cubicBezTo>
                  <a:pt x="539" y="27"/>
                  <a:pt x="565" y="9"/>
                  <a:pt x="602" y="9"/>
                </a:cubicBezTo>
                <a:cubicBezTo>
                  <a:pt x="621" y="9"/>
                  <a:pt x="635" y="15"/>
                  <a:pt x="646" y="26"/>
                </a:cubicBezTo>
                <a:cubicBezTo>
                  <a:pt x="657" y="37"/>
                  <a:pt x="662" y="49"/>
                  <a:pt x="662" y="62"/>
                </a:cubicBezTo>
                <a:cubicBezTo>
                  <a:pt x="662" y="70"/>
                  <a:pt x="656" y="99"/>
                  <a:pt x="644" y="150"/>
                </a:cubicBezTo>
                <a:cubicBezTo>
                  <a:pt x="632" y="202"/>
                  <a:pt x="618" y="256"/>
                  <a:pt x="603" y="313"/>
                </a:cubicBezTo>
                <a:cubicBezTo>
                  <a:pt x="588" y="369"/>
                  <a:pt x="580" y="402"/>
                  <a:pt x="579" y="409"/>
                </a:cubicBezTo>
                <a:cubicBezTo>
                  <a:pt x="577" y="418"/>
                  <a:pt x="577" y="426"/>
                  <a:pt x="577" y="433"/>
                </a:cubicBezTo>
                <a:cubicBezTo>
                  <a:pt x="577" y="456"/>
                  <a:pt x="583" y="467"/>
                  <a:pt x="597" y="467"/>
                </a:cubicBezTo>
                <a:cubicBezTo>
                  <a:pt x="614" y="467"/>
                  <a:pt x="628" y="455"/>
                  <a:pt x="640" y="430"/>
                </a:cubicBezTo>
                <a:cubicBezTo>
                  <a:pt x="648" y="415"/>
                  <a:pt x="656" y="393"/>
                  <a:pt x="663" y="363"/>
                </a:cubicBezTo>
                <a:cubicBezTo>
                  <a:pt x="667" y="347"/>
                  <a:pt x="670" y="338"/>
                  <a:pt x="672" y="335"/>
                </a:cubicBezTo>
                <a:cubicBezTo>
                  <a:pt x="674" y="333"/>
                  <a:pt x="683" y="332"/>
                  <a:pt x="697" y="331"/>
                </a:cubicBezTo>
                <a:lnTo>
                  <a:pt x="703" y="331"/>
                </a:lnTo>
                <a:lnTo>
                  <a:pt x="715" y="331"/>
                </a:lnTo>
                <a:cubicBezTo>
                  <a:pt x="731" y="331"/>
                  <a:pt x="738" y="336"/>
                  <a:pt x="738" y="347"/>
                </a:cubicBezTo>
                <a:cubicBezTo>
                  <a:pt x="737" y="351"/>
                  <a:pt x="736" y="357"/>
                  <a:pt x="735" y="365"/>
                </a:cubicBezTo>
                <a:cubicBezTo>
                  <a:pt x="733" y="373"/>
                  <a:pt x="728" y="387"/>
                  <a:pt x="719" y="408"/>
                </a:cubicBezTo>
                <a:cubicBezTo>
                  <a:pt x="710" y="429"/>
                  <a:pt x="701" y="447"/>
                  <a:pt x="692" y="462"/>
                </a:cubicBezTo>
                <a:cubicBezTo>
                  <a:pt x="682" y="476"/>
                  <a:pt x="668" y="490"/>
                  <a:pt x="647" y="505"/>
                </a:cubicBezTo>
                <a:cubicBezTo>
                  <a:pt x="627" y="519"/>
                  <a:pt x="606" y="526"/>
                  <a:pt x="586" y="524"/>
                </a:cubicBezTo>
                <a:cubicBezTo>
                  <a:pt x="567" y="524"/>
                  <a:pt x="549" y="522"/>
                  <a:pt x="533" y="519"/>
                </a:cubicBezTo>
                <a:cubicBezTo>
                  <a:pt x="517" y="515"/>
                  <a:pt x="505" y="509"/>
                  <a:pt x="495" y="503"/>
                </a:cubicBezTo>
                <a:cubicBezTo>
                  <a:pt x="485" y="496"/>
                  <a:pt x="476" y="490"/>
                  <a:pt x="470" y="484"/>
                </a:cubicBezTo>
                <a:cubicBezTo>
                  <a:pt x="463" y="479"/>
                  <a:pt x="458" y="474"/>
                  <a:pt x="454" y="470"/>
                </a:cubicBezTo>
                <a:lnTo>
                  <a:pt x="450" y="463"/>
                </a:lnTo>
                <a:cubicBezTo>
                  <a:pt x="403" y="504"/>
                  <a:pt x="352" y="524"/>
                  <a:pt x="296" y="524"/>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668" name=""/>
          <p:cNvSpPr txBox="1"/>
          <p:nvPr/>
        </p:nvSpPr>
        <p:spPr>
          <a:xfrm>
            <a:off x="2769840" y="2679480"/>
            <a:ext cx="1335600" cy="334080"/>
          </a:xfrm>
          <a:prstGeom prst="rect">
            <a:avLst/>
          </a:prstGeom>
          <a:noFill/>
          <a:ln w="0">
            <a:noFill/>
          </a:ln>
        </p:spPr>
        <p:txBody>
          <a:bodyPr wrap="none" lIns="0" rIns="0" tIns="0" bIns="0" anchor="t">
            <a:spAutoFit/>
          </a:bodyPr>
          <a:p>
            <a:r>
              <a:rPr b="0" lang="en-US" sz="2620" strike="noStrike" u="none">
                <a:solidFill>
                  <a:srgbClr val="333333"/>
                </a:solidFill>
                <a:effectLst/>
                <a:uFillTx/>
                <a:latin typeface="NotoSansJP-Thin_"/>
                <a:ea typeface="NotoSansJP-Thin_"/>
              </a:rPr>
              <a:t> の平均 </a:t>
            </a:r>
            <a:endParaRPr b="0" lang="en-US" sz="2620" strike="noStrike" u="none">
              <a:solidFill>
                <a:srgbClr val="000000"/>
              </a:solidFill>
              <a:effectLst/>
              <a:uFillTx/>
              <a:latin typeface="Times New Roman"/>
            </a:endParaRPr>
          </a:p>
        </p:txBody>
      </p:sp>
      <p:sp>
        <p:nvSpPr>
          <p:cNvPr id="669" name=""/>
          <p:cNvSpPr/>
          <p:nvPr/>
        </p:nvSpPr>
        <p:spPr>
          <a:xfrm>
            <a:off x="1986840" y="3714480"/>
            <a:ext cx="252720" cy="280800"/>
          </a:xfrm>
          <a:custGeom>
            <a:avLst/>
            <a:gdLst/>
            <a:ahLst/>
            <a:rect l="0" t="0" r="r" b="b"/>
            <a:pathLst>
              <a:path w="702" h="780">
                <a:moveTo>
                  <a:pt x="224" y="52"/>
                </a:moveTo>
                <a:cubicBezTo>
                  <a:pt x="198" y="52"/>
                  <a:pt x="184" y="51"/>
                  <a:pt x="183" y="47"/>
                </a:cubicBezTo>
                <a:cubicBezTo>
                  <a:pt x="182" y="46"/>
                  <a:pt x="181" y="43"/>
                  <a:pt x="181" y="38"/>
                </a:cubicBezTo>
                <a:cubicBezTo>
                  <a:pt x="181" y="20"/>
                  <a:pt x="186" y="8"/>
                  <a:pt x="194" y="1"/>
                </a:cubicBezTo>
                <a:cubicBezTo>
                  <a:pt x="195" y="0"/>
                  <a:pt x="201" y="0"/>
                  <a:pt x="211" y="0"/>
                </a:cubicBezTo>
                <a:cubicBezTo>
                  <a:pt x="252" y="2"/>
                  <a:pt x="300" y="3"/>
                  <a:pt x="356" y="3"/>
                </a:cubicBezTo>
                <a:cubicBezTo>
                  <a:pt x="464" y="3"/>
                  <a:pt x="525" y="2"/>
                  <a:pt x="541" y="0"/>
                </a:cubicBezTo>
                <a:lnTo>
                  <a:pt x="555" y="0"/>
                </a:lnTo>
                <a:cubicBezTo>
                  <a:pt x="559" y="4"/>
                  <a:pt x="562" y="8"/>
                  <a:pt x="562" y="10"/>
                </a:cubicBezTo>
                <a:cubicBezTo>
                  <a:pt x="562" y="12"/>
                  <a:pt x="561" y="19"/>
                  <a:pt x="559" y="30"/>
                </a:cubicBezTo>
                <a:cubicBezTo>
                  <a:pt x="555" y="42"/>
                  <a:pt x="552" y="49"/>
                  <a:pt x="549" y="52"/>
                </a:cubicBezTo>
                <a:lnTo>
                  <a:pt x="506" y="52"/>
                </a:lnTo>
                <a:cubicBezTo>
                  <a:pt x="453" y="53"/>
                  <a:pt x="422" y="56"/>
                  <a:pt x="413" y="62"/>
                </a:cubicBezTo>
                <a:cubicBezTo>
                  <a:pt x="407" y="65"/>
                  <a:pt x="402" y="76"/>
                  <a:pt x="397" y="94"/>
                </a:cubicBezTo>
                <a:cubicBezTo>
                  <a:pt x="391" y="112"/>
                  <a:pt x="366" y="214"/>
                  <a:pt x="320" y="396"/>
                </a:cubicBezTo>
                <a:cubicBezTo>
                  <a:pt x="308" y="445"/>
                  <a:pt x="295" y="497"/>
                  <a:pt x="282" y="553"/>
                </a:cubicBezTo>
                <a:cubicBezTo>
                  <a:pt x="268" y="608"/>
                  <a:pt x="258" y="650"/>
                  <a:pt x="251" y="678"/>
                </a:cubicBezTo>
                <a:lnTo>
                  <a:pt x="241" y="719"/>
                </a:lnTo>
                <a:cubicBezTo>
                  <a:pt x="241" y="722"/>
                  <a:pt x="244" y="724"/>
                  <a:pt x="251" y="724"/>
                </a:cubicBezTo>
                <a:cubicBezTo>
                  <a:pt x="258" y="724"/>
                  <a:pt x="280" y="724"/>
                  <a:pt x="318" y="726"/>
                </a:cubicBezTo>
                <a:lnTo>
                  <a:pt x="337" y="726"/>
                </a:lnTo>
                <a:cubicBezTo>
                  <a:pt x="362" y="726"/>
                  <a:pt x="381" y="725"/>
                  <a:pt x="395" y="725"/>
                </a:cubicBezTo>
                <a:cubicBezTo>
                  <a:pt x="410" y="724"/>
                  <a:pt x="428" y="721"/>
                  <a:pt x="452" y="717"/>
                </a:cubicBezTo>
                <a:cubicBezTo>
                  <a:pt x="475" y="712"/>
                  <a:pt x="494" y="705"/>
                  <a:pt x="509" y="696"/>
                </a:cubicBezTo>
                <a:cubicBezTo>
                  <a:pt x="524" y="687"/>
                  <a:pt x="541" y="674"/>
                  <a:pt x="559" y="658"/>
                </a:cubicBezTo>
                <a:cubicBezTo>
                  <a:pt x="577" y="641"/>
                  <a:pt x="593" y="620"/>
                  <a:pt x="607" y="595"/>
                </a:cubicBezTo>
                <a:cubicBezTo>
                  <a:pt x="619" y="572"/>
                  <a:pt x="631" y="547"/>
                  <a:pt x="641" y="519"/>
                </a:cubicBezTo>
                <a:cubicBezTo>
                  <a:pt x="652" y="491"/>
                  <a:pt x="658" y="475"/>
                  <a:pt x="661" y="471"/>
                </a:cubicBezTo>
                <a:cubicBezTo>
                  <a:pt x="664" y="469"/>
                  <a:pt x="671" y="467"/>
                  <a:pt x="680" y="467"/>
                </a:cubicBezTo>
                <a:lnTo>
                  <a:pt x="695" y="467"/>
                </a:lnTo>
                <a:cubicBezTo>
                  <a:pt x="699" y="474"/>
                  <a:pt x="702" y="478"/>
                  <a:pt x="702" y="480"/>
                </a:cubicBezTo>
                <a:cubicBezTo>
                  <a:pt x="702" y="481"/>
                  <a:pt x="694" y="504"/>
                  <a:pt x="679" y="547"/>
                </a:cubicBezTo>
                <a:cubicBezTo>
                  <a:pt x="664" y="590"/>
                  <a:pt x="647" y="636"/>
                  <a:pt x="629" y="684"/>
                </a:cubicBezTo>
                <a:cubicBezTo>
                  <a:pt x="610" y="732"/>
                  <a:pt x="601" y="760"/>
                  <a:pt x="599" y="768"/>
                </a:cubicBezTo>
                <a:cubicBezTo>
                  <a:pt x="598" y="772"/>
                  <a:pt x="596" y="774"/>
                  <a:pt x="595" y="775"/>
                </a:cubicBezTo>
                <a:cubicBezTo>
                  <a:pt x="593" y="776"/>
                  <a:pt x="587" y="777"/>
                  <a:pt x="576" y="778"/>
                </a:cubicBezTo>
                <a:cubicBezTo>
                  <a:pt x="566" y="780"/>
                  <a:pt x="549" y="780"/>
                  <a:pt x="527" y="779"/>
                </a:cubicBezTo>
                <a:cubicBezTo>
                  <a:pt x="519" y="779"/>
                  <a:pt x="490" y="779"/>
                  <a:pt x="441" y="779"/>
                </a:cubicBezTo>
                <a:cubicBezTo>
                  <a:pt x="391" y="779"/>
                  <a:pt x="343" y="779"/>
                  <a:pt x="299" y="778"/>
                </a:cubicBezTo>
                <a:lnTo>
                  <a:pt x="96" y="778"/>
                </a:lnTo>
                <a:cubicBezTo>
                  <a:pt x="32" y="778"/>
                  <a:pt x="0" y="774"/>
                  <a:pt x="0" y="767"/>
                </a:cubicBezTo>
                <a:cubicBezTo>
                  <a:pt x="0" y="761"/>
                  <a:pt x="1" y="756"/>
                  <a:pt x="3" y="751"/>
                </a:cubicBezTo>
                <a:cubicBezTo>
                  <a:pt x="7" y="736"/>
                  <a:pt x="10" y="728"/>
                  <a:pt x="14" y="727"/>
                </a:cubicBezTo>
                <a:cubicBezTo>
                  <a:pt x="17" y="726"/>
                  <a:pt x="23" y="726"/>
                  <a:pt x="31" y="726"/>
                </a:cubicBezTo>
                <a:lnTo>
                  <a:pt x="38" y="726"/>
                </a:lnTo>
                <a:cubicBezTo>
                  <a:pt x="59" y="726"/>
                  <a:pt x="81" y="725"/>
                  <a:pt x="106" y="722"/>
                </a:cubicBezTo>
                <a:cubicBezTo>
                  <a:pt x="117" y="720"/>
                  <a:pt x="124" y="716"/>
                  <a:pt x="128" y="709"/>
                </a:cubicBezTo>
                <a:cubicBezTo>
                  <a:pt x="130" y="706"/>
                  <a:pt x="158" y="600"/>
                  <a:pt x="210" y="392"/>
                </a:cubicBezTo>
                <a:cubicBezTo>
                  <a:pt x="262" y="183"/>
                  <a:pt x="288" y="74"/>
                  <a:pt x="288" y="62"/>
                </a:cubicBezTo>
                <a:cubicBezTo>
                  <a:pt x="288" y="57"/>
                  <a:pt x="267" y="54"/>
                  <a:pt x="224" y="52"/>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670" name=""/>
          <p:cNvSpPr/>
          <p:nvPr/>
        </p:nvSpPr>
        <p:spPr>
          <a:xfrm>
            <a:off x="2271960" y="3874320"/>
            <a:ext cx="90360" cy="185040"/>
          </a:xfrm>
          <a:custGeom>
            <a:avLst/>
            <a:gdLst/>
            <a:ahLst/>
            <a:rect l="0" t="0" r="r" b="b"/>
            <a:pathLst>
              <a:path w="251" h="514">
                <a:moveTo>
                  <a:pt x="6" y="194"/>
                </a:moveTo>
                <a:cubicBezTo>
                  <a:pt x="2" y="190"/>
                  <a:pt x="0" y="188"/>
                  <a:pt x="0" y="186"/>
                </a:cubicBezTo>
                <a:cubicBezTo>
                  <a:pt x="0" y="184"/>
                  <a:pt x="1" y="180"/>
                  <a:pt x="3" y="173"/>
                </a:cubicBezTo>
                <a:cubicBezTo>
                  <a:pt x="4" y="167"/>
                  <a:pt x="5" y="163"/>
                  <a:pt x="7" y="162"/>
                </a:cubicBezTo>
                <a:cubicBezTo>
                  <a:pt x="8" y="159"/>
                  <a:pt x="10" y="158"/>
                  <a:pt x="14" y="158"/>
                </a:cubicBezTo>
                <a:cubicBezTo>
                  <a:pt x="18" y="158"/>
                  <a:pt x="31" y="158"/>
                  <a:pt x="55" y="157"/>
                </a:cubicBezTo>
                <a:lnTo>
                  <a:pt x="98" y="157"/>
                </a:lnTo>
                <a:lnTo>
                  <a:pt x="114" y="93"/>
                </a:lnTo>
                <a:cubicBezTo>
                  <a:pt x="115" y="87"/>
                  <a:pt x="117" y="79"/>
                  <a:pt x="119" y="69"/>
                </a:cubicBezTo>
                <a:cubicBezTo>
                  <a:pt x="122" y="60"/>
                  <a:pt x="123" y="53"/>
                  <a:pt x="125" y="48"/>
                </a:cubicBezTo>
                <a:cubicBezTo>
                  <a:pt x="127" y="44"/>
                  <a:pt x="128" y="39"/>
                  <a:pt x="130" y="32"/>
                </a:cubicBezTo>
                <a:cubicBezTo>
                  <a:pt x="131" y="26"/>
                  <a:pt x="134" y="21"/>
                  <a:pt x="136" y="19"/>
                </a:cubicBezTo>
                <a:cubicBezTo>
                  <a:pt x="139" y="16"/>
                  <a:pt x="142" y="13"/>
                  <a:pt x="144" y="9"/>
                </a:cubicBezTo>
                <a:cubicBezTo>
                  <a:pt x="147" y="5"/>
                  <a:pt x="151" y="3"/>
                  <a:pt x="156" y="2"/>
                </a:cubicBezTo>
                <a:cubicBezTo>
                  <a:pt x="160" y="1"/>
                  <a:pt x="165" y="0"/>
                  <a:pt x="170" y="0"/>
                </a:cubicBezTo>
                <a:cubicBezTo>
                  <a:pt x="180" y="1"/>
                  <a:pt x="186" y="4"/>
                  <a:pt x="190" y="9"/>
                </a:cubicBezTo>
                <a:cubicBezTo>
                  <a:pt x="194" y="14"/>
                  <a:pt x="196" y="19"/>
                  <a:pt x="196" y="24"/>
                </a:cubicBezTo>
                <a:cubicBezTo>
                  <a:pt x="196" y="28"/>
                  <a:pt x="193" y="41"/>
                  <a:pt x="189" y="62"/>
                </a:cubicBezTo>
                <a:cubicBezTo>
                  <a:pt x="184" y="84"/>
                  <a:pt x="178" y="105"/>
                  <a:pt x="173" y="126"/>
                </a:cubicBezTo>
                <a:lnTo>
                  <a:pt x="164" y="155"/>
                </a:lnTo>
                <a:cubicBezTo>
                  <a:pt x="164" y="157"/>
                  <a:pt x="178" y="157"/>
                  <a:pt x="205" y="157"/>
                </a:cubicBezTo>
                <a:lnTo>
                  <a:pt x="246" y="157"/>
                </a:lnTo>
                <a:cubicBezTo>
                  <a:pt x="250" y="161"/>
                  <a:pt x="251" y="164"/>
                  <a:pt x="251" y="166"/>
                </a:cubicBezTo>
                <a:cubicBezTo>
                  <a:pt x="251" y="178"/>
                  <a:pt x="248" y="187"/>
                  <a:pt x="241" y="194"/>
                </a:cubicBezTo>
                <a:lnTo>
                  <a:pt x="155" y="194"/>
                </a:lnTo>
                <a:lnTo>
                  <a:pt x="126" y="312"/>
                </a:lnTo>
                <a:cubicBezTo>
                  <a:pt x="105" y="398"/>
                  <a:pt x="94" y="444"/>
                  <a:pt x="94" y="450"/>
                </a:cubicBezTo>
                <a:cubicBezTo>
                  <a:pt x="94" y="473"/>
                  <a:pt x="102" y="484"/>
                  <a:pt x="116" y="484"/>
                </a:cubicBezTo>
                <a:cubicBezTo>
                  <a:pt x="135" y="484"/>
                  <a:pt x="153" y="475"/>
                  <a:pt x="171" y="457"/>
                </a:cubicBezTo>
                <a:cubicBezTo>
                  <a:pt x="189" y="438"/>
                  <a:pt x="203" y="416"/>
                  <a:pt x="214" y="389"/>
                </a:cubicBezTo>
                <a:cubicBezTo>
                  <a:pt x="215" y="386"/>
                  <a:pt x="216" y="384"/>
                  <a:pt x="218" y="383"/>
                </a:cubicBezTo>
                <a:cubicBezTo>
                  <a:pt x="219" y="383"/>
                  <a:pt x="223" y="382"/>
                  <a:pt x="230" y="382"/>
                </a:cubicBezTo>
                <a:lnTo>
                  <a:pt x="233" y="382"/>
                </a:lnTo>
                <a:cubicBezTo>
                  <a:pt x="241" y="382"/>
                  <a:pt x="245" y="384"/>
                  <a:pt x="245" y="388"/>
                </a:cubicBezTo>
                <a:cubicBezTo>
                  <a:pt x="245" y="390"/>
                  <a:pt x="244" y="393"/>
                  <a:pt x="243" y="398"/>
                </a:cubicBezTo>
                <a:cubicBezTo>
                  <a:pt x="240" y="406"/>
                  <a:pt x="235" y="417"/>
                  <a:pt x="228" y="428"/>
                </a:cubicBezTo>
                <a:cubicBezTo>
                  <a:pt x="221" y="440"/>
                  <a:pt x="212" y="453"/>
                  <a:pt x="201" y="466"/>
                </a:cubicBezTo>
                <a:cubicBezTo>
                  <a:pt x="189" y="480"/>
                  <a:pt x="176" y="491"/>
                  <a:pt x="160" y="500"/>
                </a:cubicBezTo>
                <a:cubicBezTo>
                  <a:pt x="144" y="509"/>
                  <a:pt x="127" y="514"/>
                  <a:pt x="111" y="514"/>
                </a:cubicBezTo>
                <a:cubicBezTo>
                  <a:pt x="94" y="514"/>
                  <a:pt x="79" y="510"/>
                  <a:pt x="65" y="502"/>
                </a:cubicBezTo>
                <a:cubicBezTo>
                  <a:pt x="49" y="494"/>
                  <a:pt x="39" y="480"/>
                  <a:pt x="32" y="460"/>
                </a:cubicBezTo>
                <a:cubicBezTo>
                  <a:pt x="31" y="456"/>
                  <a:pt x="31" y="448"/>
                  <a:pt x="31" y="438"/>
                </a:cubicBezTo>
                <a:lnTo>
                  <a:pt x="31" y="424"/>
                </a:lnTo>
                <a:lnTo>
                  <a:pt x="59" y="311"/>
                </a:lnTo>
                <a:cubicBezTo>
                  <a:pt x="79" y="234"/>
                  <a:pt x="88" y="196"/>
                  <a:pt x="89" y="196"/>
                </a:cubicBezTo>
                <a:cubicBezTo>
                  <a:pt x="89" y="195"/>
                  <a:pt x="75" y="194"/>
                  <a:pt x="47" y="194"/>
                </a:cubicBezTo>
                <a:lnTo>
                  <a:pt x="6" y="194"/>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671" name=""/>
          <p:cNvSpPr/>
          <p:nvPr/>
        </p:nvSpPr>
        <p:spPr>
          <a:xfrm>
            <a:off x="2395440" y="3977640"/>
            <a:ext cx="177120" cy="11880"/>
          </a:xfrm>
          <a:custGeom>
            <a:avLst/>
            <a:gdLst/>
            <a:ahLst/>
            <a:rect l="0" t="0" r="r" b="b"/>
            <a:pathLst>
              <a:path w="492" h="33">
                <a:moveTo>
                  <a:pt x="11" y="0"/>
                </a:moveTo>
                <a:lnTo>
                  <a:pt x="480" y="0"/>
                </a:lnTo>
                <a:cubicBezTo>
                  <a:pt x="488" y="4"/>
                  <a:pt x="492" y="10"/>
                  <a:pt x="492" y="17"/>
                </a:cubicBezTo>
                <a:cubicBezTo>
                  <a:pt x="492" y="23"/>
                  <a:pt x="488" y="29"/>
                  <a:pt x="480" y="33"/>
                </a:cubicBezTo>
                <a:lnTo>
                  <a:pt x="11" y="33"/>
                </a:lnTo>
                <a:cubicBezTo>
                  <a:pt x="4" y="29"/>
                  <a:pt x="0" y="24"/>
                  <a:pt x="0" y="17"/>
                </a:cubicBezTo>
                <a:cubicBezTo>
                  <a:pt x="0" y="10"/>
                  <a:pt x="4" y="3"/>
                  <a:pt x="11" y="0"/>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672" name=""/>
          <p:cNvSpPr/>
          <p:nvPr/>
        </p:nvSpPr>
        <p:spPr>
          <a:xfrm>
            <a:off x="2620440" y="3862800"/>
            <a:ext cx="100080" cy="193320"/>
          </a:xfrm>
          <a:custGeom>
            <a:avLst/>
            <a:gdLst/>
            <a:ahLst/>
            <a:rect l="0" t="0" r="r" b="b"/>
            <a:pathLst>
              <a:path w="278" h="537">
                <a:moveTo>
                  <a:pt x="106" y="71"/>
                </a:moveTo>
                <a:lnTo>
                  <a:pt x="95" y="75"/>
                </a:lnTo>
                <a:cubicBezTo>
                  <a:pt x="88" y="77"/>
                  <a:pt x="77" y="80"/>
                  <a:pt x="63" y="83"/>
                </a:cubicBezTo>
                <a:cubicBezTo>
                  <a:pt x="49" y="86"/>
                  <a:pt x="33" y="87"/>
                  <a:pt x="16" y="88"/>
                </a:cubicBezTo>
                <a:lnTo>
                  <a:pt x="0" y="88"/>
                </a:lnTo>
                <a:lnTo>
                  <a:pt x="0" y="51"/>
                </a:lnTo>
                <a:lnTo>
                  <a:pt x="16" y="51"/>
                </a:lnTo>
                <a:cubicBezTo>
                  <a:pt x="42" y="50"/>
                  <a:pt x="65" y="46"/>
                  <a:pt x="87" y="39"/>
                </a:cubicBezTo>
                <a:cubicBezTo>
                  <a:pt x="108" y="32"/>
                  <a:pt x="123" y="26"/>
                  <a:pt x="132" y="20"/>
                </a:cubicBezTo>
                <a:cubicBezTo>
                  <a:pt x="140" y="14"/>
                  <a:pt x="148" y="8"/>
                  <a:pt x="154" y="2"/>
                </a:cubicBezTo>
                <a:cubicBezTo>
                  <a:pt x="155" y="1"/>
                  <a:pt x="159" y="0"/>
                  <a:pt x="164" y="0"/>
                </a:cubicBezTo>
                <a:cubicBezTo>
                  <a:pt x="169" y="0"/>
                  <a:pt x="173" y="2"/>
                  <a:pt x="178" y="5"/>
                </a:cubicBezTo>
                <a:lnTo>
                  <a:pt x="178" y="245"/>
                </a:lnTo>
                <a:lnTo>
                  <a:pt x="178" y="488"/>
                </a:lnTo>
                <a:cubicBezTo>
                  <a:pt x="182" y="492"/>
                  <a:pt x="185" y="494"/>
                  <a:pt x="188" y="495"/>
                </a:cubicBezTo>
                <a:cubicBezTo>
                  <a:pt x="191" y="496"/>
                  <a:pt x="197" y="497"/>
                  <a:pt x="207" y="498"/>
                </a:cubicBezTo>
                <a:cubicBezTo>
                  <a:pt x="218" y="499"/>
                  <a:pt x="234" y="500"/>
                  <a:pt x="257" y="500"/>
                </a:cubicBezTo>
                <a:lnTo>
                  <a:pt x="278" y="500"/>
                </a:lnTo>
                <a:lnTo>
                  <a:pt x="278" y="537"/>
                </a:lnTo>
                <a:lnTo>
                  <a:pt x="269" y="537"/>
                </a:lnTo>
                <a:cubicBezTo>
                  <a:pt x="258" y="535"/>
                  <a:pt x="215" y="535"/>
                  <a:pt x="141" y="535"/>
                </a:cubicBezTo>
                <a:cubicBezTo>
                  <a:pt x="68" y="535"/>
                  <a:pt x="25" y="535"/>
                  <a:pt x="14" y="537"/>
                </a:cubicBezTo>
                <a:lnTo>
                  <a:pt x="4" y="537"/>
                </a:lnTo>
                <a:lnTo>
                  <a:pt x="4" y="500"/>
                </a:lnTo>
                <a:lnTo>
                  <a:pt x="25" y="500"/>
                </a:lnTo>
                <a:cubicBezTo>
                  <a:pt x="38" y="500"/>
                  <a:pt x="48" y="500"/>
                  <a:pt x="57" y="500"/>
                </a:cubicBezTo>
                <a:cubicBezTo>
                  <a:pt x="65" y="500"/>
                  <a:pt x="72" y="500"/>
                  <a:pt x="77" y="499"/>
                </a:cubicBezTo>
                <a:cubicBezTo>
                  <a:pt x="82" y="499"/>
                  <a:pt x="86" y="498"/>
                  <a:pt x="90" y="497"/>
                </a:cubicBezTo>
                <a:cubicBezTo>
                  <a:pt x="94" y="496"/>
                  <a:pt x="96" y="495"/>
                  <a:pt x="96" y="495"/>
                </a:cubicBezTo>
                <a:cubicBezTo>
                  <a:pt x="97" y="495"/>
                  <a:pt x="98" y="494"/>
                  <a:pt x="101" y="491"/>
                </a:cubicBezTo>
                <a:cubicBezTo>
                  <a:pt x="104" y="488"/>
                  <a:pt x="105" y="487"/>
                  <a:pt x="106" y="488"/>
                </a:cubicBezTo>
                <a:lnTo>
                  <a:pt x="106" y="71"/>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673" name=""/>
          <p:cNvSpPr/>
          <p:nvPr/>
        </p:nvSpPr>
        <p:spPr>
          <a:xfrm>
            <a:off x="2898720" y="3843720"/>
            <a:ext cx="273240" cy="96480"/>
          </a:xfrm>
          <a:custGeom>
            <a:avLst/>
            <a:gdLst/>
            <a:ahLst/>
            <a:rect l="0" t="0" r="r" b="b"/>
            <a:pathLst>
              <a:path w="759" h="268">
                <a:moveTo>
                  <a:pt x="0" y="23"/>
                </a:moveTo>
                <a:cubicBezTo>
                  <a:pt x="0" y="13"/>
                  <a:pt x="5" y="6"/>
                  <a:pt x="16" y="0"/>
                </a:cubicBezTo>
                <a:lnTo>
                  <a:pt x="742" y="0"/>
                </a:lnTo>
                <a:cubicBezTo>
                  <a:pt x="753" y="6"/>
                  <a:pt x="759" y="14"/>
                  <a:pt x="759" y="23"/>
                </a:cubicBezTo>
                <a:cubicBezTo>
                  <a:pt x="759" y="32"/>
                  <a:pt x="754" y="39"/>
                  <a:pt x="743" y="45"/>
                </a:cubicBezTo>
                <a:lnTo>
                  <a:pt x="380" y="46"/>
                </a:lnTo>
                <a:lnTo>
                  <a:pt x="18" y="46"/>
                </a:lnTo>
                <a:cubicBezTo>
                  <a:pt x="6" y="42"/>
                  <a:pt x="0" y="35"/>
                  <a:pt x="0" y="23"/>
                </a:cubicBezTo>
                <a:moveTo>
                  <a:pt x="0" y="245"/>
                </a:moveTo>
                <a:cubicBezTo>
                  <a:pt x="0" y="234"/>
                  <a:pt x="6" y="226"/>
                  <a:pt x="18" y="222"/>
                </a:cubicBezTo>
                <a:lnTo>
                  <a:pt x="743" y="222"/>
                </a:lnTo>
                <a:cubicBezTo>
                  <a:pt x="754" y="230"/>
                  <a:pt x="759" y="237"/>
                  <a:pt x="759" y="245"/>
                </a:cubicBezTo>
                <a:cubicBezTo>
                  <a:pt x="759" y="255"/>
                  <a:pt x="753" y="262"/>
                  <a:pt x="742" y="268"/>
                </a:cubicBezTo>
                <a:lnTo>
                  <a:pt x="16" y="268"/>
                </a:lnTo>
                <a:cubicBezTo>
                  <a:pt x="5" y="262"/>
                  <a:pt x="0" y="255"/>
                  <a:pt x="0" y="245"/>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674" name=""/>
          <p:cNvSpPr/>
          <p:nvPr/>
        </p:nvSpPr>
        <p:spPr>
          <a:xfrm>
            <a:off x="3313440" y="3714480"/>
            <a:ext cx="257760" cy="280440"/>
          </a:xfrm>
          <a:custGeom>
            <a:avLst/>
            <a:gdLst/>
            <a:ahLst/>
            <a:rect l="0" t="0" r="r" b="b"/>
            <a:pathLst>
              <a:path w="716" h="779">
                <a:moveTo>
                  <a:pt x="0" y="19"/>
                </a:moveTo>
                <a:cubicBezTo>
                  <a:pt x="0" y="12"/>
                  <a:pt x="4" y="6"/>
                  <a:pt x="13" y="0"/>
                </a:cubicBezTo>
                <a:lnTo>
                  <a:pt x="650" y="0"/>
                </a:lnTo>
                <a:cubicBezTo>
                  <a:pt x="656" y="2"/>
                  <a:pt x="660" y="6"/>
                  <a:pt x="662" y="12"/>
                </a:cubicBezTo>
                <a:lnTo>
                  <a:pt x="662" y="108"/>
                </a:lnTo>
                <a:cubicBezTo>
                  <a:pt x="662" y="164"/>
                  <a:pt x="661" y="198"/>
                  <a:pt x="660" y="207"/>
                </a:cubicBezTo>
                <a:cubicBezTo>
                  <a:pt x="658" y="216"/>
                  <a:pt x="652" y="220"/>
                  <a:pt x="642" y="220"/>
                </a:cubicBezTo>
                <a:cubicBezTo>
                  <a:pt x="636" y="220"/>
                  <a:pt x="631" y="218"/>
                  <a:pt x="628" y="215"/>
                </a:cubicBezTo>
                <a:cubicBezTo>
                  <a:pt x="625" y="211"/>
                  <a:pt x="622" y="203"/>
                  <a:pt x="619" y="190"/>
                </a:cubicBezTo>
                <a:cubicBezTo>
                  <a:pt x="617" y="159"/>
                  <a:pt x="602" y="131"/>
                  <a:pt x="576" y="106"/>
                </a:cubicBezTo>
                <a:cubicBezTo>
                  <a:pt x="552" y="81"/>
                  <a:pt x="525" y="64"/>
                  <a:pt x="494" y="55"/>
                </a:cubicBezTo>
                <a:cubicBezTo>
                  <a:pt x="463" y="47"/>
                  <a:pt x="422" y="42"/>
                  <a:pt x="373" y="40"/>
                </a:cubicBezTo>
                <a:lnTo>
                  <a:pt x="307" y="40"/>
                </a:lnTo>
                <a:cubicBezTo>
                  <a:pt x="295" y="49"/>
                  <a:pt x="288" y="59"/>
                  <a:pt x="287" y="71"/>
                </a:cubicBezTo>
                <a:cubicBezTo>
                  <a:pt x="285" y="84"/>
                  <a:pt x="284" y="132"/>
                  <a:pt x="282" y="218"/>
                </a:cubicBezTo>
                <a:lnTo>
                  <a:pt x="282" y="357"/>
                </a:lnTo>
                <a:lnTo>
                  <a:pt x="301" y="357"/>
                </a:lnTo>
                <a:cubicBezTo>
                  <a:pt x="341" y="353"/>
                  <a:pt x="372" y="345"/>
                  <a:pt x="394" y="333"/>
                </a:cubicBezTo>
                <a:cubicBezTo>
                  <a:pt x="416" y="321"/>
                  <a:pt x="433" y="303"/>
                  <a:pt x="447" y="278"/>
                </a:cubicBezTo>
                <a:cubicBezTo>
                  <a:pt x="459" y="247"/>
                  <a:pt x="465" y="222"/>
                  <a:pt x="465" y="202"/>
                </a:cubicBezTo>
                <a:cubicBezTo>
                  <a:pt x="465" y="184"/>
                  <a:pt x="471" y="175"/>
                  <a:pt x="483" y="175"/>
                </a:cubicBezTo>
                <a:cubicBezTo>
                  <a:pt x="490" y="175"/>
                  <a:pt x="496" y="178"/>
                  <a:pt x="501" y="184"/>
                </a:cubicBezTo>
                <a:cubicBezTo>
                  <a:pt x="504" y="188"/>
                  <a:pt x="505" y="249"/>
                  <a:pt x="505" y="367"/>
                </a:cubicBezTo>
                <a:cubicBezTo>
                  <a:pt x="505" y="388"/>
                  <a:pt x="505" y="412"/>
                  <a:pt x="505" y="439"/>
                </a:cubicBezTo>
                <a:cubicBezTo>
                  <a:pt x="505" y="466"/>
                  <a:pt x="505" y="483"/>
                  <a:pt x="506" y="490"/>
                </a:cubicBezTo>
                <a:cubicBezTo>
                  <a:pt x="506" y="518"/>
                  <a:pt x="505" y="535"/>
                  <a:pt x="503" y="543"/>
                </a:cubicBezTo>
                <a:cubicBezTo>
                  <a:pt x="501" y="550"/>
                  <a:pt x="494" y="554"/>
                  <a:pt x="485" y="554"/>
                </a:cubicBezTo>
                <a:cubicBezTo>
                  <a:pt x="472" y="555"/>
                  <a:pt x="465" y="547"/>
                  <a:pt x="465" y="531"/>
                </a:cubicBezTo>
                <a:cubicBezTo>
                  <a:pt x="465" y="514"/>
                  <a:pt x="460" y="494"/>
                  <a:pt x="449" y="471"/>
                </a:cubicBezTo>
                <a:cubicBezTo>
                  <a:pt x="426" y="427"/>
                  <a:pt x="380" y="402"/>
                  <a:pt x="309" y="397"/>
                </a:cubicBezTo>
                <a:lnTo>
                  <a:pt x="282" y="397"/>
                </a:lnTo>
                <a:lnTo>
                  <a:pt x="282" y="549"/>
                </a:lnTo>
                <a:cubicBezTo>
                  <a:pt x="283" y="570"/>
                  <a:pt x="283" y="595"/>
                  <a:pt x="283" y="626"/>
                </a:cubicBezTo>
                <a:cubicBezTo>
                  <a:pt x="284" y="672"/>
                  <a:pt x="285" y="700"/>
                  <a:pt x="287" y="709"/>
                </a:cubicBezTo>
                <a:cubicBezTo>
                  <a:pt x="288" y="718"/>
                  <a:pt x="293" y="727"/>
                  <a:pt x="303" y="735"/>
                </a:cubicBezTo>
                <a:cubicBezTo>
                  <a:pt x="305" y="736"/>
                  <a:pt x="306" y="738"/>
                  <a:pt x="307" y="738"/>
                </a:cubicBezTo>
                <a:lnTo>
                  <a:pt x="363" y="738"/>
                </a:lnTo>
                <a:cubicBezTo>
                  <a:pt x="415" y="738"/>
                  <a:pt x="461" y="733"/>
                  <a:pt x="498" y="721"/>
                </a:cubicBezTo>
                <a:cubicBezTo>
                  <a:pt x="591" y="689"/>
                  <a:pt x="649" y="640"/>
                  <a:pt x="672" y="574"/>
                </a:cubicBezTo>
                <a:cubicBezTo>
                  <a:pt x="675" y="556"/>
                  <a:pt x="682" y="547"/>
                  <a:pt x="695" y="547"/>
                </a:cubicBezTo>
                <a:cubicBezTo>
                  <a:pt x="700" y="547"/>
                  <a:pt x="705" y="549"/>
                  <a:pt x="709" y="554"/>
                </a:cubicBezTo>
                <a:cubicBezTo>
                  <a:pt x="713" y="558"/>
                  <a:pt x="715" y="564"/>
                  <a:pt x="716" y="570"/>
                </a:cubicBezTo>
                <a:cubicBezTo>
                  <a:pt x="714" y="571"/>
                  <a:pt x="708" y="605"/>
                  <a:pt x="697" y="670"/>
                </a:cubicBezTo>
                <a:cubicBezTo>
                  <a:pt x="687" y="735"/>
                  <a:pt x="679" y="770"/>
                  <a:pt x="675" y="775"/>
                </a:cubicBezTo>
                <a:lnTo>
                  <a:pt x="670" y="779"/>
                </a:lnTo>
                <a:lnTo>
                  <a:pt x="13" y="779"/>
                </a:lnTo>
                <a:cubicBezTo>
                  <a:pt x="4" y="775"/>
                  <a:pt x="0" y="768"/>
                  <a:pt x="0" y="760"/>
                </a:cubicBezTo>
                <a:cubicBezTo>
                  <a:pt x="0" y="746"/>
                  <a:pt x="15" y="738"/>
                  <a:pt x="44" y="738"/>
                </a:cubicBezTo>
                <a:cubicBezTo>
                  <a:pt x="75" y="736"/>
                  <a:pt x="93" y="730"/>
                  <a:pt x="97" y="719"/>
                </a:cubicBezTo>
                <a:cubicBezTo>
                  <a:pt x="100" y="713"/>
                  <a:pt x="102" y="603"/>
                  <a:pt x="102" y="390"/>
                </a:cubicBezTo>
                <a:cubicBezTo>
                  <a:pt x="102" y="176"/>
                  <a:pt x="100" y="65"/>
                  <a:pt x="97" y="58"/>
                </a:cubicBezTo>
                <a:cubicBezTo>
                  <a:pt x="92" y="48"/>
                  <a:pt x="75" y="42"/>
                  <a:pt x="44" y="40"/>
                </a:cubicBezTo>
                <a:cubicBezTo>
                  <a:pt x="15" y="40"/>
                  <a:pt x="0" y="33"/>
                  <a:pt x="0" y="19"/>
                </a:cubicBezTo>
                <a:moveTo>
                  <a:pt x="142" y="390"/>
                </a:moveTo>
                <a:cubicBezTo>
                  <a:pt x="142" y="549"/>
                  <a:pt x="142" y="645"/>
                  <a:pt x="141" y="677"/>
                </a:cubicBezTo>
                <a:cubicBezTo>
                  <a:pt x="140" y="709"/>
                  <a:pt x="138" y="728"/>
                  <a:pt x="134" y="736"/>
                </a:cubicBezTo>
                <a:cubicBezTo>
                  <a:pt x="133" y="737"/>
                  <a:pt x="133" y="738"/>
                  <a:pt x="133" y="738"/>
                </a:cubicBezTo>
                <a:lnTo>
                  <a:pt x="254" y="738"/>
                </a:lnTo>
                <a:cubicBezTo>
                  <a:pt x="252" y="734"/>
                  <a:pt x="251" y="729"/>
                  <a:pt x="249" y="724"/>
                </a:cubicBezTo>
                <a:lnTo>
                  <a:pt x="243" y="709"/>
                </a:lnTo>
                <a:lnTo>
                  <a:pt x="243" y="68"/>
                </a:lnTo>
                <a:lnTo>
                  <a:pt x="249" y="54"/>
                </a:lnTo>
                <a:lnTo>
                  <a:pt x="254" y="40"/>
                </a:lnTo>
                <a:lnTo>
                  <a:pt x="133" y="40"/>
                </a:lnTo>
                <a:cubicBezTo>
                  <a:pt x="135" y="45"/>
                  <a:pt x="137" y="49"/>
                  <a:pt x="138" y="51"/>
                </a:cubicBezTo>
                <a:cubicBezTo>
                  <a:pt x="138" y="53"/>
                  <a:pt x="139" y="66"/>
                  <a:pt x="140" y="91"/>
                </a:cubicBezTo>
                <a:cubicBezTo>
                  <a:pt x="141" y="115"/>
                  <a:pt x="141" y="148"/>
                  <a:pt x="142" y="190"/>
                </a:cubicBezTo>
                <a:cubicBezTo>
                  <a:pt x="143" y="231"/>
                  <a:pt x="143" y="297"/>
                  <a:pt x="142" y="390"/>
                </a:cubicBezTo>
                <a:moveTo>
                  <a:pt x="621" y="91"/>
                </a:moveTo>
                <a:lnTo>
                  <a:pt x="621" y="40"/>
                </a:lnTo>
                <a:lnTo>
                  <a:pt x="561" y="40"/>
                </a:lnTo>
                <a:cubicBezTo>
                  <a:pt x="561" y="41"/>
                  <a:pt x="565" y="44"/>
                  <a:pt x="573" y="50"/>
                </a:cubicBezTo>
                <a:cubicBezTo>
                  <a:pt x="582" y="54"/>
                  <a:pt x="593" y="61"/>
                  <a:pt x="604" y="73"/>
                </a:cubicBezTo>
                <a:lnTo>
                  <a:pt x="621" y="91"/>
                </a:lnTo>
                <a:moveTo>
                  <a:pt x="465" y="417"/>
                </a:moveTo>
                <a:lnTo>
                  <a:pt x="465" y="326"/>
                </a:lnTo>
                <a:lnTo>
                  <a:pt x="449" y="342"/>
                </a:lnTo>
                <a:cubicBezTo>
                  <a:pt x="440" y="352"/>
                  <a:pt x="429" y="360"/>
                  <a:pt x="419" y="365"/>
                </a:cubicBezTo>
                <a:lnTo>
                  <a:pt x="403" y="374"/>
                </a:lnTo>
                <a:cubicBezTo>
                  <a:pt x="408" y="378"/>
                  <a:pt x="414" y="381"/>
                  <a:pt x="421" y="384"/>
                </a:cubicBezTo>
                <a:cubicBezTo>
                  <a:pt x="436" y="394"/>
                  <a:pt x="446" y="401"/>
                  <a:pt x="453" y="405"/>
                </a:cubicBezTo>
                <a:lnTo>
                  <a:pt x="465" y="417"/>
                </a:lnTo>
                <a:moveTo>
                  <a:pt x="650" y="709"/>
                </a:moveTo>
                <a:lnTo>
                  <a:pt x="654" y="678"/>
                </a:lnTo>
                <a:cubicBezTo>
                  <a:pt x="653" y="678"/>
                  <a:pt x="652" y="680"/>
                  <a:pt x="650" y="684"/>
                </a:cubicBezTo>
                <a:cubicBezTo>
                  <a:pt x="631" y="700"/>
                  <a:pt x="609" y="714"/>
                  <a:pt x="586" y="726"/>
                </a:cubicBezTo>
                <a:lnTo>
                  <a:pt x="569" y="736"/>
                </a:lnTo>
                <a:lnTo>
                  <a:pt x="604" y="738"/>
                </a:lnTo>
                <a:lnTo>
                  <a:pt x="644" y="738"/>
                </a:lnTo>
                <a:cubicBezTo>
                  <a:pt x="644" y="738"/>
                  <a:pt x="644" y="736"/>
                  <a:pt x="645" y="734"/>
                </a:cubicBezTo>
                <a:cubicBezTo>
                  <a:pt x="646" y="732"/>
                  <a:pt x="647" y="728"/>
                  <a:pt x="647" y="722"/>
                </a:cubicBezTo>
                <a:cubicBezTo>
                  <a:pt x="648" y="717"/>
                  <a:pt x="649" y="713"/>
                  <a:pt x="650" y="709"/>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675" name=""/>
          <p:cNvSpPr/>
          <p:nvPr/>
        </p:nvSpPr>
        <p:spPr>
          <a:xfrm>
            <a:off x="3605040" y="3927600"/>
            <a:ext cx="123840" cy="184680"/>
          </a:xfrm>
          <a:custGeom>
            <a:avLst/>
            <a:gdLst/>
            <a:ahLst/>
            <a:rect l="0" t="0" r="r" b="b"/>
            <a:pathLst>
              <a:path w="344" h="513">
                <a:moveTo>
                  <a:pt x="0" y="231"/>
                </a:moveTo>
                <a:cubicBezTo>
                  <a:pt x="0" y="176"/>
                  <a:pt x="20" y="125"/>
                  <a:pt x="61" y="75"/>
                </a:cubicBezTo>
                <a:cubicBezTo>
                  <a:pt x="101" y="26"/>
                  <a:pt x="148" y="2"/>
                  <a:pt x="199" y="1"/>
                </a:cubicBezTo>
                <a:cubicBezTo>
                  <a:pt x="232" y="1"/>
                  <a:pt x="256" y="15"/>
                  <a:pt x="273" y="43"/>
                </a:cubicBezTo>
                <a:cubicBezTo>
                  <a:pt x="274" y="42"/>
                  <a:pt x="275" y="41"/>
                  <a:pt x="277" y="38"/>
                </a:cubicBezTo>
                <a:cubicBezTo>
                  <a:pt x="280" y="35"/>
                  <a:pt x="282" y="32"/>
                  <a:pt x="286" y="29"/>
                </a:cubicBezTo>
                <a:cubicBezTo>
                  <a:pt x="290" y="26"/>
                  <a:pt x="294" y="23"/>
                  <a:pt x="299" y="20"/>
                </a:cubicBezTo>
                <a:cubicBezTo>
                  <a:pt x="317" y="7"/>
                  <a:pt x="330" y="0"/>
                  <a:pt x="336" y="0"/>
                </a:cubicBezTo>
                <a:cubicBezTo>
                  <a:pt x="338" y="0"/>
                  <a:pt x="340" y="1"/>
                  <a:pt x="342" y="3"/>
                </a:cubicBezTo>
                <a:cubicBezTo>
                  <a:pt x="343" y="4"/>
                  <a:pt x="344" y="6"/>
                  <a:pt x="344" y="7"/>
                </a:cubicBezTo>
                <a:cubicBezTo>
                  <a:pt x="344" y="11"/>
                  <a:pt x="326" y="89"/>
                  <a:pt x="289" y="237"/>
                </a:cubicBezTo>
                <a:cubicBezTo>
                  <a:pt x="251" y="389"/>
                  <a:pt x="232" y="467"/>
                  <a:pt x="232" y="469"/>
                </a:cubicBezTo>
                <a:cubicBezTo>
                  <a:pt x="232" y="473"/>
                  <a:pt x="244" y="476"/>
                  <a:pt x="268" y="476"/>
                </a:cubicBezTo>
                <a:lnTo>
                  <a:pt x="288" y="476"/>
                </a:lnTo>
                <a:cubicBezTo>
                  <a:pt x="291" y="480"/>
                  <a:pt x="293" y="483"/>
                  <a:pt x="293" y="483"/>
                </a:cubicBezTo>
                <a:cubicBezTo>
                  <a:pt x="293" y="484"/>
                  <a:pt x="292" y="489"/>
                  <a:pt x="290" y="498"/>
                </a:cubicBezTo>
                <a:cubicBezTo>
                  <a:pt x="288" y="505"/>
                  <a:pt x="285" y="510"/>
                  <a:pt x="282" y="513"/>
                </a:cubicBezTo>
                <a:lnTo>
                  <a:pt x="272" y="513"/>
                </a:lnTo>
                <a:cubicBezTo>
                  <a:pt x="255" y="512"/>
                  <a:pt x="226" y="511"/>
                  <a:pt x="185" y="511"/>
                </a:cubicBezTo>
                <a:cubicBezTo>
                  <a:pt x="170" y="511"/>
                  <a:pt x="156" y="511"/>
                  <a:pt x="144" y="511"/>
                </a:cubicBezTo>
                <a:cubicBezTo>
                  <a:pt x="131" y="511"/>
                  <a:pt x="122" y="511"/>
                  <a:pt x="114" y="511"/>
                </a:cubicBezTo>
                <a:cubicBezTo>
                  <a:pt x="106" y="511"/>
                  <a:pt x="101" y="512"/>
                  <a:pt x="99" y="512"/>
                </a:cubicBezTo>
                <a:cubicBezTo>
                  <a:pt x="92" y="512"/>
                  <a:pt x="88" y="510"/>
                  <a:pt x="88" y="506"/>
                </a:cubicBezTo>
                <a:cubicBezTo>
                  <a:pt x="88" y="504"/>
                  <a:pt x="89" y="500"/>
                  <a:pt x="90" y="494"/>
                </a:cubicBezTo>
                <a:cubicBezTo>
                  <a:pt x="92" y="485"/>
                  <a:pt x="94" y="480"/>
                  <a:pt x="95" y="478"/>
                </a:cubicBezTo>
                <a:cubicBezTo>
                  <a:pt x="97" y="477"/>
                  <a:pt x="102" y="476"/>
                  <a:pt x="112" y="476"/>
                </a:cubicBezTo>
                <a:cubicBezTo>
                  <a:pt x="138" y="476"/>
                  <a:pt x="154" y="474"/>
                  <a:pt x="159" y="470"/>
                </a:cubicBezTo>
                <a:cubicBezTo>
                  <a:pt x="163" y="468"/>
                  <a:pt x="171" y="444"/>
                  <a:pt x="182" y="400"/>
                </a:cubicBezTo>
                <a:cubicBezTo>
                  <a:pt x="192" y="355"/>
                  <a:pt x="198" y="332"/>
                  <a:pt x="199" y="331"/>
                </a:cubicBezTo>
                <a:cubicBezTo>
                  <a:pt x="199" y="331"/>
                  <a:pt x="197" y="331"/>
                  <a:pt x="193" y="334"/>
                </a:cubicBezTo>
                <a:cubicBezTo>
                  <a:pt x="167" y="355"/>
                  <a:pt x="140" y="365"/>
                  <a:pt x="112" y="365"/>
                </a:cubicBezTo>
                <a:cubicBezTo>
                  <a:pt x="82" y="365"/>
                  <a:pt x="56" y="354"/>
                  <a:pt x="33" y="333"/>
                </a:cubicBezTo>
                <a:cubicBezTo>
                  <a:pt x="11" y="311"/>
                  <a:pt x="0" y="277"/>
                  <a:pt x="0" y="231"/>
                </a:cubicBezTo>
                <a:moveTo>
                  <a:pt x="257" y="95"/>
                </a:moveTo>
                <a:cubicBezTo>
                  <a:pt x="245" y="51"/>
                  <a:pt x="225" y="30"/>
                  <a:pt x="197" y="30"/>
                </a:cubicBezTo>
                <a:cubicBezTo>
                  <a:pt x="178" y="30"/>
                  <a:pt x="160" y="38"/>
                  <a:pt x="143" y="55"/>
                </a:cubicBezTo>
                <a:cubicBezTo>
                  <a:pt x="126" y="72"/>
                  <a:pt x="112" y="94"/>
                  <a:pt x="102" y="121"/>
                </a:cubicBezTo>
                <a:cubicBezTo>
                  <a:pt x="86" y="164"/>
                  <a:pt x="75" y="208"/>
                  <a:pt x="69" y="253"/>
                </a:cubicBezTo>
                <a:cubicBezTo>
                  <a:pt x="69" y="255"/>
                  <a:pt x="69" y="258"/>
                  <a:pt x="69" y="262"/>
                </a:cubicBezTo>
                <a:cubicBezTo>
                  <a:pt x="69" y="266"/>
                  <a:pt x="68" y="269"/>
                  <a:pt x="68" y="272"/>
                </a:cubicBezTo>
                <a:cubicBezTo>
                  <a:pt x="68" y="296"/>
                  <a:pt x="73" y="312"/>
                  <a:pt x="82" y="322"/>
                </a:cubicBezTo>
                <a:cubicBezTo>
                  <a:pt x="92" y="331"/>
                  <a:pt x="104" y="335"/>
                  <a:pt x="118" y="336"/>
                </a:cubicBezTo>
                <a:cubicBezTo>
                  <a:pt x="147" y="336"/>
                  <a:pt x="177" y="317"/>
                  <a:pt x="207" y="278"/>
                </a:cubicBezTo>
                <a:lnTo>
                  <a:pt x="214" y="269"/>
                </a:lnTo>
                <a:lnTo>
                  <a:pt x="257" y="95"/>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676" name=""/>
          <p:cNvSpPr/>
          <p:nvPr/>
        </p:nvSpPr>
        <p:spPr>
          <a:xfrm>
            <a:off x="3918600" y="3400200"/>
            <a:ext cx="110520" cy="983520"/>
          </a:xfrm>
          <a:custGeom>
            <a:avLst/>
            <a:gdLst/>
            <a:ahLst/>
            <a:rect l="0" t="0" r="r" b="b"/>
            <a:pathLst>
              <a:path w="307" h="2732">
                <a:moveTo>
                  <a:pt x="0" y="2732"/>
                </a:moveTo>
                <a:lnTo>
                  <a:pt x="0" y="0"/>
                </a:lnTo>
                <a:lnTo>
                  <a:pt x="307" y="0"/>
                </a:lnTo>
                <a:lnTo>
                  <a:pt x="307" y="71"/>
                </a:lnTo>
                <a:lnTo>
                  <a:pt x="71" y="71"/>
                </a:lnTo>
                <a:lnTo>
                  <a:pt x="71" y="2661"/>
                </a:lnTo>
                <a:lnTo>
                  <a:pt x="307" y="2661"/>
                </a:lnTo>
                <a:lnTo>
                  <a:pt x="307" y="2732"/>
                </a:lnTo>
                <a:lnTo>
                  <a:pt x="0" y="2732"/>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677" name=""/>
          <p:cNvSpPr/>
          <p:nvPr/>
        </p:nvSpPr>
        <p:spPr>
          <a:xfrm>
            <a:off x="4364280" y="3444120"/>
            <a:ext cx="141480" cy="273600"/>
          </a:xfrm>
          <a:custGeom>
            <a:avLst/>
            <a:gdLst/>
            <a:ahLst/>
            <a:rect l="0" t="0" r="r" b="b"/>
            <a:pathLst>
              <a:path w="393" h="760">
                <a:moveTo>
                  <a:pt x="148" y="101"/>
                </a:moveTo>
                <a:lnTo>
                  <a:pt x="134" y="106"/>
                </a:lnTo>
                <a:cubicBezTo>
                  <a:pt x="123" y="110"/>
                  <a:pt x="108" y="114"/>
                  <a:pt x="88" y="118"/>
                </a:cubicBezTo>
                <a:cubicBezTo>
                  <a:pt x="68" y="122"/>
                  <a:pt x="46" y="124"/>
                  <a:pt x="22" y="126"/>
                </a:cubicBezTo>
                <a:lnTo>
                  <a:pt x="0" y="126"/>
                </a:lnTo>
                <a:lnTo>
                  <a:pt x="0" y="73"/>
                </a:lnTo>
                <a:lnTo>
                  <a:pt x="22" y="73"/>
                </a:lnTo>
                <a:cubicBezTo>
                  <a:pt x="58" y="72"/>
                  <a:pt x="91" y="66"/>
                  <a:pt x="121" y="56"/>
                </a:cubicBezTo>
                <a:cubicBezTo>
                  <a:pt x="151" y="46"/>
                  <a:pt x="173" y="37"/>
                  <a:pt x="185" y="29"/>
                </a:cubicBezTo>
                <a:cubicBezTo>
                  <a:pt x="198" y="21"/>
                  <a:pt x="209" y="12"/>
                  <a:pt x="218" y="4"/>
                </a:cubicBezTo>
                <a:cubicBezTo>
                  <a:pt x="219" y="2"/>
                  <a:pt x="224" y="0"/>
                  <a:pt x="231" y="0"/>
                </a:cubicBezTo>
                <a:cubicBezTo>
                  <a:pt x="238" y="0"/>
                  <a:pt x="245" y="3"/>
                  <a:pt x="251" y="7"/>
                </a:cubicBezTo>
                <a:lnTo>
                  <a:pt x="251" y="348"/>
                </a:lnTo>
                <a:lnTo>
                  <a:pt x="252" y="690"/>
                </a:lnTo>
                <a:cubicBezTo>
                  <a:pt x="257" y="696"/>
                  <a:pt x="262" y="699"/>
                  <a:pt x="265" y="700"/>
                </a:cubicBezTo>
                <a:cubicBezTo>
                  <a:pt x="269" y="702"/>
                  <a:pt x="278" y="703"/>
                  <a:pt x="293" y="705"/>
                </a:cubicBezTo>
                <a:cubicBezTo>
                  <a:pt x="307" y="707"/>
                  <a:pt x="331" y="707"/>
                  <a:pt x="363" y="707"/>
                </a:cubicBezTo>
                <a:lnTo>
                  <a:pt x="393" y="707"/>
                </a:lnTo>
                <a:lnTo>
                  <a:pt x="393" y="760"/>
                </a:lnTo>
                <a:lnTo>
                  <a:pt x="380" y="760"/>
                </a:lnTo>
                <a:cubicBezTo>
                  <a:pt x="364" y="757"/>
                  <a:pt x="304" y="756"/>
                  <a:pt x="199" y="756"/>
                </a:cubicBezTo>
                <a:cubicBezTo>
                  <a:pt x="95" y="756"/>
                  <a:pt x="36" y="757"/>
                  <a:pt x="20" y="760"/>
                </a:cubicBezTo>
                <a:lnTo>
                  <a:pt x="6" y="760"/>
                </a:lnTo>
                <a:lnTo>
                  <a:pt x="6" y="707"/>
                </a:lnTo>
                <a:lnTo>
                  <a:pt x="36" y="707"/>
                </a:lnTo>
                <a:cubicBezTo>
                  <a:pt x="52" y="707"/>
                  <a:pt x="67" y="707"/>
                  <a:pt x="79" y="707"/>
                </a:cubicBezTo>
                <a:cubicBezTo>
                  <a:pt x="91" y="707"/>
                  <a:pt x="101" y="707"/>
                  <a:pt x="107" y="706"/>
                </a:cubicBezTo>
                <a:cubicBezTo>
                  <a:pt x="114" y="705"/>
                  <a:pt x="120" y="704"/>
                  <a:pt x="126" y="703"/>
                </a:cubicBezTo>
                <a:cubicBezTo>
                  <a:pt x="131" y="701"/>
                  <a:pt x="134" y="700"/>
                  <a:pt x="135" y="700"/>
                </a:cubicBezTo>
                <a:cubicBezTo>
                  <a:pt x="135" y="700"/>
                  <a:pt x="138" y="699"/>
                  <a:pt x="142" y="695"/>
                </a:cubicBezTo>
                <a:cubicBezTo>
                  <a:pt x="145" y="691"/>
                  <a:pt x="148" y="689"/>
                  <a:pt x="148" y="690"/>
                </a:cubicBezTo>
                <a:lnTo>
                  <a:pt x="148" y="101"/>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678" name=""/>
          <p:cNvSpPr/>
          <p:nvPr/>
        </p:nvSpPr>
        <p:spPr>
          <a:xfrm>
            <a:off x="4144320" y="4042800"/>
            <a:ext cx="163800" cy="273240"/>
          </a:xfrm>
          <a:custGeom>
            <a:avLst/>
            <a:gdLst/>
            <a:ahLst/>
            <a:rect l="0" t="0" r="r" b="b"/>
            <a:pathLst>
              <a:path w="455" h="759">
                <a:moveTo>
                  <a:pt x="68" y="270"/>
                </a:moveTo>
                <a:cubicBezTo>
                  <a:pt x="47" y="270"/>
                  <a:pt x="31" y="263"/>
                  <a:pt x="18" y="249"/>
                </a:cubicBezTo>
                <a:cubicBezTo>
                  <a:pt x="6" y="236"/>
                  <a:pt x="0" y="219"/>
                  <a:pt x="0" y="199"/>
                </a:cubicBezTo>
                <a:cubicBezTo>
                  <a:pt x="0" y="145"/>
                  <a:pt x="20" y="99"/>
                  <a:pt x="61" y="59"/>
                </a:cubicBezTo>
                <a:cubicBezTo>
                  <a:pt x="102" y="20"/>
                  <a:pt x="152" y="0"/>
                  <a:pt x="212" y="0"/>
                </a:cubicBezTo>
                <a:cubicBezTo>
                  <a:pt x="281" y="0"/>
                  <a:pt x="339" y="21"/>
                  <a:pt x="385" y="64"/>
                </a:cubicBezTo>
                <a:cubicBezTo>
                  <a:pt x="431" y="106"/>
                  <a:pt x="455" y="161"/>
                  <a:pt x="455" y="229"/>
                </a:cubicBezTo>
                <a:cubicBezTo>
                  <a:pt x="455" y="262"/>
                  <a:pt x="448" y="293"/>
                  <a:pt x="433" y="322"/>
                </a:cubicBezTo>
                <a:cubicBezTo>
                  <a:pt x="418" y="352"/>
                  <a:pt x="399" y="378"/>
                  <a:pt x="378" y="400"/>
                </a:cubicBezTo>
                <a:cubicBezTo>
                  <a:pt x="357" y="422"/>
                  <a:pt x="326" y="450"/>
                  <a:pt x="287" y="484"/>
                </a:cubicBezTo>
                <a:cubicBezTo>
                  <a:pt x="260" y="507"/>
                  <a:pt x="222" y="543"/>
                  <a:pt x="173" y="590"/>
                </a:cubicBezTo>
                <a:lnTo>
                  <a:pt x="106" y="653"/>
                </a:lnTo>
                <a:lnTo>
                  <a:pt x="193" y="655"/>
                </a:lnTo>
                <a:cubicBezTo>
                  <a:pt x="312" y="655"/>
                  <a:pt x="375" y="653"/>
                  <a:pt x="383" y="649"/>
                </a:cubicBezTo>
                <a:cubicBezTo>
                  <a:pt x="388" y="647"/>
                  <a:pt x="397" y="614"/>
                  <a:pt x="410" y="548"/>
                </a:cubicBezTo>
                <a:lnTo>
                  <a:pt x="410" y="544"/>
                </a:lnTo>
                <a:lnTo>
                  <a:pt x="455" y="544"/>
                </a:lnTo>
                <a:lnTo>
                  <a:pt x="455" y="548"/>
                </a:lnTo>
                <a:cubicBezTo>
                  <a:pt x="455" y="550"/>
                  <a:pt x="450" y="584"/>
                  <a:pt x="441" y="651"/>
                </a:cubicBezTo>
                <a:cubicBezTo>
                  <a:pt x="432" y="718"/>
                  <a:pt x="426" y="753"/>
                  <a:pt x="424" y="756"/>
                </a:cubicBezTo>
                <a:lnTo>
                  <a:pt x="424" y="759"/>
                </a:lnTo>
                <a:lnTo>
                  <a:pt x="0" y="759"/>
                </a:lnTo>
                <a:lnTo>
                  <a:pt x="0" y="738"/>
                </a:lnTo>
                <a:lnTo>
                  <a:pt x="0" y="724"/>
                </a:lnTo>
                <a:cubicBezTo>
                  <a:pt x="0" y="719"/>
                  <a:pt x="3" y="713"/>
                  <a:pt x="7" y="707"/>
                </a:cubicBezTo>
                <a:cubicBezTo>
                  <a:pt x="12" y="701"/>
                  <a:pt x="23" y="688"/>
                  <a:pt x="41" y="667"/>
                </a:cubicBezTo>
                <a:cubicBezTo>
                  <a:pt x="63" y="643"/>
                  <a:pt x="83" y="621"/>
                  <a:pt x="99" y="603"/>
                </a:cubicBezTo>
                <a:cubicBezTo>
                  <a:pt x="106" y="596"/>
                  <a:pt x="119" y="582"/>
                  <a:pt x="138" y="561"/>
                </a:cubicBezTo>
                <a:cubicBezTo>
                  <a:pt x="157" y="541"/>
                  <a:pt x="170" y="527"/>
                  <a:pt x="177" y="518"/>
                </a:cubicBezTo>
                <a:cubicBezTo>
                  <a:pt x="183" y="510"/>
                  <a:pt x="194" y="498"/>
                  <a:pt x="210" y="480"/>
                </a:cubicBezTo>
                <a:cubicBezTo>
                  <a:pt x="225" y="463"/>
                  <a:pt x="235" y="450"/>
                  <a:pt x="241" y="442"/>
                </a:cubicBezTo>
                <a:cubicBezTo>
                  <a:pt x="248" y="433"/>
                  <a:pt x="256" y="422"/>
                  <a:pt x="268" y="408"/>
                </a:cubicBezTo>
                <a:cubicBezTo>
                  <a:pt x="279" y="393"/>
                  <a:pt x="287" y="381"/>
                  <a:pt x="292" y="371"/>
                </a:cubicBezTo>
                <a:cubicBezTo>
                  <a:pt x="296" y="361"/>
                  <a:pt x="302" y="350"/>
                  <a:pt x="309" y="338"/>
                </a:cubicBezTo>
                <a:cubicBezTo>
                  <a:pt x="315" y="326"/>
                  <a:pt x="320" y="314"/>
                  <a:pt x="323" y="302"/>
                </a:cubicBezTo>
                <a:cubicBezTo>
                  <a:pt x="326" y="290"/>
                  <a:pt x="329" y="278"/>
                  <a:pt x="331" y="268"/>
                </a:cubicBezTo>
                <a:cubicBezTo>
                  <a:pt x="334" y="257"/>
                  <a:pt x="335" y="244"/>
                  <a:pt x="335" y="230"/>
                </a:cubicBezTo>
                <a:cubicBezTo>
                  <a:pt x="335" y="182"/>
                  <a:pt x="322" y="141"/>
                  <a:pt x="296" y="106"/>
                </a:cubicBezTo>
                <a:cubicBezTo>
                  <a:pt x="270" y="71"/>
                  <a:pt x="233" y="54"/>
                  <a:pt x="186" y="54"/>
                </a:cubicBezTo>
                <a:cubicBezTo>
                  <a:pt x="161" y="54"/>
                  <a:pt x="139" y="60"/>
                  <a:pt x="120" y="73"/>
                </a:cubicBezTo>
                <a:cubicBezTo>
                  <a:pt x="101" y="86"/>
                  <a:pt x="87" y="98"/>
                  <a:pt x="80" y="111"/>
                </a:cubicBezTo>
                <a:cubicBezTo>
                  <a:pt x="72" y="123"/>
                  <a:pt x="68" y="130"/>
                  <a:pt x="68" y="132"/>
                </a:cubicBezTo>
                <a:cubicBezTo>
                  <a:pt x="68" y="133"/>
                  <a:pt x="70" y="133"/>
                  <a:pt x="74" y="133"/>
                </a:cubicBezTo>
                <a:cubicBezTo>
                  <a:pt x="88" y="133"/>
                  <a:pt x="102" y="139"/>
                  <a:pt x="116" y="149"/>
                </a:cubicBezTo>
                <a:cubicBezTo>
                  <a:pt x="131" y="160"/>
                  <a:pt x="138" y="177"/>
                  <a:pt x="138" y="202"/>
                </a:cubicBezTo>
                <a:cubicBezTo>
                  <a:pt x="138" y="221"/>
                  <a:pt x="132" y="236"/>
                  <a:pt x="120" y="249"/>
                </a:cubicBezTo>
                <a:cubicBezTo>
                  <a:pt x="108" y="262"/>
                  <a:pt x="90" y="269"/>
                  <a:pt x="68" y="270"/>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679" name=""/>
          <p:cNvSpPr/>
          <p:nvPr/>
        </p:nvSpPr>
        <p:spPr>
          <a:xfrm>
            <a:off x="4341600" y="4139280"/>
            <a:ext cx="222120" cy="181440"/>
          </a:xfrm>
          <a:custGeom>
            <a:avLst/>
            <a:gdLst/>
            <a:ahLst/>
            <a:rect l="0" t="0" r="r" b="b"/>
            <a:pathLst>
              <a:path w="617" h="504">
                <a:moveTo>
                  <a:pt x="174" y="504"/>
                </a:moveTo>
                <a:cubicBezTo>
                  <a:pt x="122" y="504"/>
                  <a:pt x="81" y="487"/>
                  <a:pt x="49" y="453"/>
                </a:cubicBezTo>
                <a:cubicBezTo>
                  <a:pt x="17" y="418"/>
                  <a:pt x="1" y="376"/>
                  <a:pt x="0" y="324"/>
                </a:cubicBezTo>
                <a:cubicBezTo>
                  <a:pt x="0" y="247"/>
                  <a:pt x="28" y="176"/>
                  <a:pt x="83" y="111"/>
                </a:cubicBezTo>
                <a:cubicBezTo>
                  <a:pt x="138" y="46"/>
                  <a:pt x="203" y="9"/>
                  <a:pt x="276" y="1"/>
                </a:cubicBezTo>
                <a:cubicBezTo>
                  <a:pt x="277" y="0"/>
                  <a:pt x="330" y="0"/>
                  <a:pt x="436" y="0"/>
                </a:cubicBezTo>
                <a:lnTo>
                  <a:pt x="594" y="0"/>
                </a:lnTo>
                <a:cubicBezTo>
                  <a:pt x="595" y="0"/>
                  <a:pt x="596" y="1"/>
                  <a:pt x="597" y="2"/>
                </a:cubicBezTo>
                <a:cubicBezTo>
                  <a:pt x="599" y="3"/>
                  <a:pt x="600" y="3"/>
                  <a:pt x="602" y="4"/>
                </a:cubicBezTo>
                <a:cubicBezTo>
                  <a:pt x="603" y="5"/>
                  <a:pt x="605" y="6"/>
                  <a:pt x="605" y="6"/>
                </a:cubicBezTo>
                <a:cubicBezTo>
                  <a:pt x="606" y="7"/>
                  <a:pt x="607" y="8"/>
                  <a:pt x="609" y="10"/>
                </a:cubicBezTo>
                <a:cubicBezTo>
                  <a:pt x="610" y="11"/>
                  <a:pt x="611" y="12"/>
                  <a:pt x="611" y="12"/>
                </a:cubicBezTo>
                <a:cubicBezTo>
                  <a:pt x="611" y="12"/>
                  <a:pt x="612" y="14"/>
                  <a:pt x="613" y="17"/>
                </a:cubicBezTo>
                <a:cubicBezTo>
                  <a:pt x="615" y="20"/>
                  <a:pt x="615" y="21"/>
                  <a:pt x="614" y="21"/>
                </a:cubicBezTo>
                <a:cubicBezTo>
                  <a:pt x="614" y="21"/>
                  <a:pt x="614" y="23"/>
                  <a:pt x="616" y="27"/>
                </a:cubicBezTo>
                <a:cubicBezTo>
                  <a:pt x="617" y="31"/>
                  <a:pt x="617" y="33"/>
                  <a:pt x="617" y="34"/>
                </a:cubicBezTo>
                <a:cubicBezTo>
                  <a:pt x="617" y="67"/>
                  <a:pt x="592" y="84"/>
                  <a:pt x="542" y="84"/>
                </a:cubicBezTo>
                <a:cubicBezTo>
                  <a:pt x="536" y="84"/>
                  <a:pt x="530" y="84"/>
                  <a:pt x="522" y="84"/>
                </a:cubicBezTo>
                <a:cubicBezTo>
                  <a:pt x="515" y="84"/>
                  <a:pt x="509" y="83"/>
                  <a:pt x="506" y="83"/>
                </a:cubicBezTo>
                <a:lnTo>
                  <a:pt x="438" y="83"/>
                </a:lnTo>
                <a:lnTo>
                  <a:pt x="444" y="94"/>
                </a:lnTo>
                <a:cubicBezTo>
                  <a:pt x="457" y="123"/>
                  <a:pt x="464" y="155"/>
                  <a:pt x="464" y="191"/>
                </a:cubicBezTo>
                <a:cubicBezTo>
                  <a:pt x="464" y="274"/>
                  <a:pt x="434" y="348"/>
                  <a:pt x="373" y="410"/>
                </a:cubicBezTo>
                <a:cubicBezTo>
                  <a:pt x="312" y="473"/>
                  <a:pt x="246" y="504"/>
                  <a:pt x="174" y="504"/>
                </a:cubicBezTo>
                <a:moveTo>
                  <a:pt x="375" y="174"/>
                </a:moveTo>
                <a:cubicBezTo>
                  <a:pt x="375" y="113"/>
                  <a:pt x="343" y="83"/>
                  <a:pt x="279" y="83"/>
                </a:cubicBezTo>
                <a:cubicBezTo>
                  <a:pt x="185" y="83"/>
                  <a:pt x="124" y="149"/>
                  <a:pt x="95" y="281"/>
                </a:cubicBezTo>
                <a:cubicBezTo>
                  <a:pt x="95" y="284"/>
                  <a:pt x="94" y="286"/>
                  <a:pt x="94" y="288"/>
                </a:cubicBezTo>
                <a:cubicBezTo>
                  <a:pt x="88" y="316"/>
                  <a:pt x="85" y="340"/>
                  <a:pt x="85" y="358"/>
                </a:cubicBezTo>
                <a:cubicBezTo>
                  <a:pt x="85" y="396"/>
                  <a:pt x="95" y="423"/>
                  <a:pt x="114" y="438"/>
                </a:cubicBezTo>
                <a:cubicBezTo>
                  <a:pt x="133" y="453"/>
                  <a:pt x="154" y="461"/>
                  <a:pt x="179" y="462"/>
                </a:cubicBezTo>
                <a:cubicBezTo>
                  <a:pt x="220" y="462"/>
                  <a:pt x="257" y="444"/>
                  <a:pt x="291" y="408"/>
                </a:cubicBezTo>
                <a:cubicBezTo>
                  <a:pt x="313" y="385"/>
                  <a:pt x="331" y="355"/>
                  <a:pt x="345" y="316"/>
                </a:cubicBezTo>
                <a:cubicBezTo>
                  <a:pt x="358" y="278"/>
                  <a:pt x="367" y="248"/>
                  <a:pt x="370" y="225"/>
                </a:cubicBezTo>
                <a:cubicBezTo>
                  <a:pt x="373" y="202"/>
                  <a:pt x="375" y="185"/>
                  <a:pt x="375" y="174"/>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680" name=""/>
          <p:cNvSpPr/>
          <p:nvPr/>
        </p:nvSpPr>
        <p:spPr>
          <a:xfrm>
            <a:off x="4590720" y="3978000"/>
            <a:ext cx="115920" cy="193320"/>
          </a:xfrm>
          <a:custGeom>
            <a:avLst/>
            <a:gdLst/>
            <a:ahLst/>
            <a:rect l="0" t="0" r="r" b="b"/>
            <a:pathLst>
              <a:path w="322" h="537">
                <a:moveTo>
                  <a:pt x="48" y="190"/>
                </a:moveTo>
                <a:cubicBezTo>
                  <a:pt x="33" y="190"/>
                  <a:pt x="22" y="186"/>
                  <a:pt x="13" y="176"/>
                </a:cubicBezTo>
                <a:cubicBezTo>
                  <a:pt x="5" y="166"/>
                  <a:pt x="0" y="154"/>
                  <a:pt x="0" y="141"/>
                </a:cubicBezTo>
                <a:cubicBezTo>
                  <a:pt x="0" y="102"/>
                  <a:pt x="15" y="69"/>
                  <a:pt x="43" y="42"/>
                </a:cubicBezTo>
                <a:cubicBezTo>
                  <a:pt x="71" y="14"/>
                  <a:pt x="107" y="0"/>
                  <a:pt x="149" y="0"/>
                </a:cubicBezTo>
                <a:cubicBezTo>
                  <a:pt x="198" y="0"/>
                  <a:pt x="239" y="15"/>
                  <a:pt x="273" y="45"/>
                </a:cubicBezTo>
                <a:cubicBezTo>
                  <a:pt x="305" y="75"/>
                  <a:pt x="322" y="114"/>
                  <a:pt x="322" y="161"/>
                </a:cubicBezTo>
                <a:cubicBezTo>
                  <a:pt x="322" y="185"/>
                  <a:pt x="317" y="207"/>
                  <a:pt x="306" y="227"/>
                </a:cubicBezTo>
                <a:cubicBezTo>
                  <a:pt x="296" y="248"/>
                  <a:pt x="283" y="267"/>
                  <a:pt x="268" y="282"/>
                </a:cubicBezTo>
                <a:cubicBezTo>
                  <a:pt x="253" y="298"/>
                  <a:pt x="230" y="318"/>
                  <a:pt x="202" y="342"/>
                </a:cubicBezTo>
                <a:cubicBezTo>
                  <a:pt x="183" y="358"/>
                  <a:pt x="156" y="383"/>
                  <a:pt x="122" y="416"/>
                </a:cubicBezTo>
                <a:lnTo>
                  <a:pt x="74" y="461"/>
                </a:lnTo>
                <a:lnTo>
                  <a:pt x="136" y="462"/>
                </a:lnTo>
                <a:cubicBezTo>
                  <a:pt x="220" y="462"/>
                  <a:pt x="266" y="460"/>
                  <a:pt x="271" y="458"/>
                </a:cubicBezTo>
                <a:cubicBezTo>
                  <a:pt x="275" y="457"/>
                  <a:pt x="281" y="433"/>
                  <a:pt x="290" y="386"/>
                </a:cubicBezTo>
                <a:lnTo>
                  <a:pt x="290" y="384"/>
                </a:lnTo>
                <a:lnTo>
                  <a:pt x="322" y="384"/>
                </a:lnTo>
                <a:lnTo>
                  <a:pt x="322" y="386"/>
                </a:lnTo>
                <a:cubicBezTo>
                  <a:pt x="322" y="388"/>
                  <a:pt x="318" y="412"/>
                  <a:pt x="312" y="459"/>
                </a:cubicBezTo>
                <a:cubicBezTo>
                  <a:pt x="306" y="507"/>
                  <a:pt x="302" y="532"/>
                  <a:pt x="300" y="534"/>
                </a:cubicBezTo>
                <a:lnTo>
                  <a:pt x="300" y="537"/>
                </a:lnTo>
                <a:lnTo>
                  <a:pt x="0" y="537"/>
                </a:lnTo>
                <a:lnTo>
                  <a:pt x="0" y="521"/>
                </a:lnTo>
                <a:lnTo>
                  <a:pt x="0" y="512"/>
                </a:lnTo>
                <a:cubicBezTo>
                  <a:pt x="0" y="508"/>
                  <a:pt x="2" y="504"/>
                  <a:pt x="5" y="500"/>
                </a:cubicBezTo>
                <a:cubicBezTo>
                  <a:pt x="8" y="495"/>
                  <a:pt x="16" y="486"/>
                  <a:pt x="29" y="471"/>
                </a:cubicBezTo>
                <a:cubicBezTo>
                  <a:pt x="45" y="453"/>
                  <a:pt x="58" y="438"/>
                  <a:pt x="70" y="425"/>
                </a:cubicBezTo>
                <a:cubicBezTo>
                  <a:pt x="74" y="420"/>
                  <a:pt x="84" y="410"/>
                  <a:pt x="97" y="396"/>
                </a:cubicBezTo>
                <a:cubicBezTo>
                  <a:pt x="110" y="381"/>
                  <a:pt x="119" y="371"/>
                  <a:pt x="124" y="366"/>
                </a:cubicBezTo>
                <a:cubicBezTo>
                  <a:pt x="129" y="361"/>
                  <a:pt x="137" y="352"/>
                  <a:pt x="148" y="339"/>
                </a:cubicBezTo>
                <a:cubicBezTo>
                  <a:pt x="158" y="327"/>
                  <a:pt x="166" y="318"/>
                  <a:pt x="170" y="312"/>
                </a:cubicBezTo>
                <a:cubicBezTo>
                  <a:pt x="174" y="306"/>
                  <a:pt x="181" y="298"/>
                  <a:pt x="189" y="288"/>
                </a:cubicBezTo>
                <a:cubicBezTo>
                  <a:pt x="197" y="278"/>
                  <a:pt x="202" y="269"/>
                  <a:pt x="206" y="262"/>
                </a:cubicBezTo>
                <a:cubicBezTo>
                  <a:pt x="209" y="255"/>
                  <a:pt x="213" y="247"/>
                  <a:pt x="218" y="239"/>
                </a:cubicBezTo>
                <a:cubicBezTo>
                  <a:pt x="222" y="230"/>
                  <a:pt x="226" y="222"/>
                  <a:pt x="228" y="213"/>
                </a:cubicBezTo>
                <a:cubicBezTo>
                  <a:pt x="230" y="204"/>
                  <a:pt x="232" y="196"/>
                  <a:pt x="234" y="189"/>
                </a:cubicBezTo>
                <a:cubicBezTo>
                  <a:pt x="235" y="181"/>
                  <a:pt x="236" y="172"/>
                  <a:pt x="236" y="162"/>
                </a:cubicBezTo>
                <a:cubicBezTo>
                  <a:pt x="236" y="128"/>
                  <a:pt x="227" y="99"/>
                  <a:pt x="209" y="75"/>
                </a:cubicBezTo>
                <a:cubicBezTo>
                  <a:pt x="191" y="50"/>
                  <a:pt x="165" y="38"/>
                  <a:pt x="131" y="38"/>
                </a:cubicBezTo>
                <a:cubicBezTo>
                  <a:pt x="113" y="38"/>
                  <a:pt x="97" y="42"/>
                  <a:pt x="84" y="51"/>
                </a:cubicBezTo>
                <a:cubicBezTo>
                  <a:pt x="71" y="60"/>
                  <a:pt x="61" y="69"/>
                  <a:pt x="56" y="78"/>
                </a:cubicBezTo>
                <a:cubicBezTo>
                  <a:pt x="51" y="86"/>
                  <a:pt x="48" y="91"/>
                  <a:pt x="48" y="93"/>
                </a:cubicBezTo>
                <a:cubicBezTo>
                  <a:pt x="48" y="94"/>
                  <a:pt x="49" y="94"/>
                  <a:pt x="52" y="94"/>
                </a:cubicBezTo>
                <a:cubicBezTo>
                  <a:pt x="62" y="94"/>
                  <a:pt x="71" y="98"/>
                  <a:pt x="82" y="105"/>
                </a:cubicBezTo>
                <a:cubicBezTo>
                  <a:pt x="92" y="113"/>
                  <a:pt x="97" y="125"/>
                  <a:pt x="97" y="142"/>
                </a:cubicBezTo>
                <a:cubicBezTo>
                  <a:pt x="97" y="156"/>
                  <a:pt x="93" y="167"/>
                  <a:pt x="84" y="176"/>
                </a:cubicBezTo>
                <a:cubicBezTo>
                  <a:pt x="75" y="185"/>
                  <a:pt x="63" y="190"/>
                  <a:pt x="48" y="190"/>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681" name=""/>
          <p:cNvSpPr/>
          <p:nvPr/>
        </p:nvSpPr>
        <p:spPr>
          <a:xfrm>
            <a:off x="4581720" y="4244760"/>
            <a:ext cx="90720" cy="184680"/>
          </a:xfrm>
          <a:custGeom>
            <a:avLst/>
            <a:gdLst/>
            <a:ahLst/>
            <a:rect l="0" t="0" r="r" b="b"/>
            <a:pathLst>
              <a:path w="252" h="513">
                <a:moveTo>
                  <a:pt x="6" y="194"/>
                </a:moveTo>
                <a:cubicBezTo>
                  <a:pt x="2" y="190"/>
                  <a:pt x="0" y="187"/>
                  <a:pt x="0" y="186"/>
                </a:cubicBezTo>
                <a:cubicBezTo>
                  <a:pt x="0" y="183"/>
                  <a:pt x="1" y="179"/>
                  <a:pt x="3" y="173"/>
                </a:cubicBezTo>
                <a:cubicBezTo>
                  <a:pt x="4" y="166"/>
                  <a:pt x="6" y="162"/>
                  <a:pt x="7" y="161"/>
                </a:cubicBezTo>
                <a:cubicBezTo>
                  <a:pt x="8" y="159"/>
                  <a:pt x="10" y="157"/>
                  <a:pt x="14" y="157"/>
                </a:cubicBezTo>
                <a:cubicBezTo>
                  <a:pt x="18" y="157"/>
                  <a:pt x="32" y="157"/>
                  <a:pt x="55" y="157"/>
                </a:cubicBezTo>
                <a:lnTo>
                  <a:pt x="98" y="157"/>
                </a:lnTo>
                <a:lnTo>
                  <a:pt x="113" y="92"/>
                </a:lnTo>
                <a:cubicBezTo>
                  <a:pt x="115" y="86"/>
                  <a:pt x="117" y="79"/>
                  <a:pt x="119" y="69"/>
                </a:cubicBezTo>
                <a:cubicBezTo>
                  <a:pt x="121" y="59"/>
                  <a:pt x="123" y="52"/>
                  <a:pt x="124" y="48"/>
                </a:cubicBezTo>
                <a:cubicBezTo>
                  <a:pt x="126" y="44"/>
                  <a:pt x="128" y="38"/>
                  <a:pt x="129" y="32"/>
                </a:cubicBezTo>
                <a:cubicBezTo>
                  <a:pt x="131" y="25"/>
                  <a:pt x="133" y="21"/>
                  <a:pt x="136" y="18"/>
                </a:cubicBezTo>
                <a:cubicBezTo>
                  <a:pt x="138" y="15"/>
                  <a:pt x="141" y="12"/>
                  <a:pt x="144" y="8"/>
                </a:cubicBezTo>
                <a:cubicBezTo>
                  <a:pt x="146" y="5"/>
                  <a:pt x="151" y="2"/>
                  <a:pt x="156" y="1"/>
                </a:cubicBezTo>
                <a:cubicBezTo>
                  <a:pt x="161" y="0"/>
                  <a:pt x="166" y="0"/>
                  <a:pt x="170" y="0"/>
                </a:cubicBezTo>
                <a:cubicBezTo>
                  <a:pt x="180" y="0"/>
                  <a:pt x="187" y="3"/>
                  <a:pt x="191" y="8"/>
                </a:cubicBezTo>
                <a:cubicBezTo>
                  <a:pt x="194" y="14"/>
                  <a:pt x="196" y="19"/>
                  <a:pt x="196" y="24"/>
                </a:cubicBezTo>
                <a:cubicBezTo>
                  <a:pt x="196" y="28"/>
                  <a:pt x="194" y="40"/>
                  <a:pt x="189" y="62"/>
                </a:cubicBezTo>
                <a:cubicBezTo>
                  <a:pt x="184" y="83"/>
                  <a:pt x="179" y="104"/>
                  <a:pt x="173" y="125"/>
                </a:cubicBezTo>
                <a:lnTo>
                  <a:pt x="165" y="155"/>
                </a:lnTo>
                <a:cubicBezTo>
                  <a:pt x="165" y="156"/>
                  <a:pt x="178" y="157"/>
                  <a:pt x="205" y="157"/>
                </a:cubicBezTo>
                <a:lnTo>
                  <a:pt x="246" y="157"/>
                </a:lnTo>
                <a:cubicBezTo>
                  <a:pt x="250" y="160"/>
                  <a:pt x="252" y="163"/>
                  <a:pt x="252" y="165"/>
                </a:cubicBezTo>
                <a:cubicBezTo>
                  <a:pt x="252" y="177"/>
                  <a:pt x="248" y="187"/>
                  <a:pt x="241" y="194"/>
                </a:cubicBezTo>
                <a:lnTo>
                  <a:pt x="155" y="194"/>
                </a:lnTo>
                <a:lnTo>
                  <a:pt x="125" y="311"/>
                </a:lnTo>
                <a:cubicBezTo>
                  <a:pt x="104" y="397"/>
                  <a:pt x="94" y="443"/>
                  <a:pt x="94" y="450"/>
                </a:cubicBezTo>
                <a:cubicBezTo>
                  <a:pt x="94" y="472"/>
                  <a:pt x="101" y="484"/>
                  <a:pt x="115" y="484"/>
                </a:cubicBezTo>
                <a:cubicBezTo>
                  <a:pt x="134" y="484"/>
                  <a:pt x="154" y="474"/>
                  <a:pt x="171" y="456"/>
                </a:cubicBezTo>
                <a:cubicBezTo>
                  <a:pt x="189" y="438"/>
                  <a:pt x="203" y="415"/>
                  <a:pt x="214" y="389"/>
                </a:cubicBezTo>
                <a:cubicBezTo>
                  <a:pt x="215" y="385"/>
                  <a:pt x="216" y="383"/>
                  <a:pt x="218" y="383"/>
                </a:cubicBezTo>
                <a:cubicBezTo>
                  <a:pt x="220" y="382"/>
                  <a:pt x="224" y="382"/>
                  <a:pt x="230" y="381"/>
                </a:cubicBezTo>
                <a:lnTo>
                  <a:pt x="233" y="381"/>
                </a:lnTo>
                <a:cubicBezTo>
                  <a:pt x="241" y="381"/>
                  <a:pt x="245" y="383"/>
                  <a:pt x="245" y="388"/>
                </a:cubicBezTo>
                <a:cubicBezTo>
                  <a:pt x="245" y="389"/>
                  <a:pt x="244" y="393"/>
                  <a:pt x="243" y="397"/>
                </a:cubicBezTo>
                <a:cubicBezTo>
                  <a:pt x="240" y="406"/>
                  <a:pt x="235" y="416"/>
                  <a:pt x="228" y="428"/>
                </a:cubicBezTo>
                <a:cubicBezTo>
                  <a:pt x="221" y="440"/>
                  <a:pt x="212" y="452"/>
                  <a:pt x="201" y="466"/>
                </a:cubicBezTo>
                <a:cubicBezTo>
                  <a:pt x="190" y="479"/>
                  <a:pt x="176" y="491"/>
                  <a:pt x="160" y="500"/>
                </a:cubicBezTo>
                <a:cubicBezTo>
                  <a:pt x="143" y="509"/>
                  <a:pt x="126" y="513"/>
                  <a:pt x="110" y="513"/>
                </a:cubicBezTo>
                <a:cubicBezTo>
                  <a:pt x="94" y="513"/>
                  <a:pt x="78" y="509"/>
                  <a:pt x="64" y="501"/>
                </a:cubicBezTo>
                <a:cubicBezTo>
                  <a:pt x="49" y="493"/>
                  <a:pt x="39" y="479"/>
                  <a:pt x="33" y="459"/>
                </a:cubicBezTo>
                <a:cubicBezTo>
                  <a:pt x="32" y="455"/>
                  <a:pt x="31" y="448"/>
                  <a:pt x="31" y="438"/>
                </a:cubicBezTo>
                <a:lnTo>
                  <a:pt x="31" y="423"/>
                </a:lnTo>
                <a:lnTo>
                  <a:pt x="59" y="310"/>
                </a:lnTo>
                <a:cubicBezTo>
                  <a:pt x="78" y="234"/>
                  <a:pt x="88" y="196"/>
                  <a:pt x="88" y="195"/>
                </a:cubicBezTo>
                <a:cubicBezTo>
                  <a:pt x="88" y="194"/>
                  <a:pt x="74" y="194"/>
                  <a:pt x="47" y="194"/>
                </a:cubicBezTo>
                <a:lnTo>
                  <a:pt x="6" y="194"/>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682" name=""/>
          <p:cNvSpPr/>
          <p:nvPr/>
        </p:nvSpPr>
        <p:spPr>
          <a:xfrm>
            <a:off x="4083120" y="3879360"/>
            <a:ext cx="699840" cy="25200"/>
          </a:xfrm>
          <a:custGeom>
            <a:avLst/>
            <a:gdLst/>
            <a:ahLst/>
            <a:rect l="0" t="0" r="r" b="b"/>
            <a:pathLst>
              <a:path w="1944" h="70">
                <a:moveTo>
                  <a:pt x="0" y="0"/>
                </a:moveTo>
                <a:lnTo>
                  <a:pt x="1944" y="0"/>
                </a:lnTo>
                <a:lnTo>
                  <a:pt x="1944" y="70"/>
                </a:lnTo>
                <a:lnTo>
                  <a:pt x="0" y="70"/>
                </a:lnTo>
                <a:lnTo>
                  <a:pt x="0" y="0"/>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683" name=""/>
          <p:cNvSpPr/>
          <p:nvPr/>
        </p:nvSpPr>
        <p:spPr>
          <a:xfrm>
            <a:off x="4885920" y="3686760"/>
            <a:ext cx="97200" cy="410400"/>
          </a:xfrm>
          <a:custGeom>
            <a:avLst/>
            <a:gdLst/>
            <a:ahLst/>
            <a:rect l="0" t="0" r="r" b="b"/>
            <a:pathLst>
              <a:path w="270" h="1140">
                <a:moveTo>
                  <a:pt x="1" y="16"/>
                </a:moveTo>
                <a:cubicBezTo>
                  <a:pt x="5" y="6"/>
                  <a:pt x="13" y="0"/>
                  <a:pt x="24" y="0"/>
                </a:cubicBezTo>
                <a:cubicBezTo>
                  <a:pt x="33" y="0"/>
                  <a:pt x="39" y="5"/>
                  <a:pt x="44" y="13"/>
                </a:cubicBezTo>
                <a:cubicBezTo>
                  <a:pt x="45" y="16"/>
                  <a:pt x="46" y="202"/>
                  <a:pt x="46" y="571"/>
                </a:cubicBezTo>
                <a:cubicBezTo>
                  <a:pt x="46" y="939"/>
                  <a:pt x="45" y="1124"/>
                  <a:pt x="44" y="1127"/>
                </a:cubicBezTo>
                <a:cubicBezTo>
                  <a:pt x="39" y="1136"/>
                  <a:pt x="32" y="1140"/>
                  <a:pt x="23" y="1140"/>
                </a:cubicBezTo>
                <a:cubicBezTo>
                  <a:pt x="17" y="1140"/>
                  <a:pt x="12" y="1138"/>
                  <a:pt x="7" y="1133"/>
                </a:cubicBezTo>
                <a:lnTo>
                  <a:pt x="6" y="1132"/>
                </a:lnTo>
                <a:cubicBezTo>
                  <a:pt x="3" y="1130"/>
                  <a:pt x="1" y="1106"/>
                  <a:pt x="1" y="1059"/>
                </a:cubicBezTo>
                <a:cubicBezTo>
                  <a:pt x="1" y="1012"/>
                  <a:pt x="1" y="849"/>
                  <a:pt x="0" y="571"/>
                </a:cubicBezTo>
                <a:cubicBezTo>
                  <a:pt x="0" y="205"/>
                  <a:pt x="1" y="20"/>
                  <a:pt x="1" y="16"/>
                </a:cubicBezTo>
                <a:moveTo>
                  <a:pt x="226" y="13"/>
                </a:moveTo>
                <a:cubicBezTo>
                  <a:pt x="229" y="5"/>
                  <a:pt x="236" y="0"/>
                  <a:pt x="245" y="0"/>
                </a:cubicBezTo>
                <a:cubicBezTo>
                  <a:pt x="250" y="0"/>
                  <a:pt x="256" y="3"/>
                  <a:pt x="262" y="7"/>
                </a:cubicBezTo>
                <a:lnTo>
                  <a:pt x="263" y="8"/>
                </a:lnTo>
                <a:cubicBezTo>
                  <a:pt x="266" y="10"/>
                  <a:pt x="268" y="34"/>
                  <a:pt x="268" y="81"/>
                </a:cubicBezTo>
                <a:cubicBezTo>
                  <a:pt x="268" y="128"/>
                  <a:pt x="268" y="291"/>
                  <a:pt x="269" y="571"/>
                </a:cubicBezTo>
                <a:cubicBezTo>
                  <a:pt x="270" y="849"/>
                  <a:pt x="270" y="1012"/>
                  <a:pt x="269" y="1058"/>
                </a:cubicBezTo>
                <a:cubicBezTo>
                  <a:pt x="268" y="1104"/>
                  <a:pt x="266" y="1129"/>
                  <a:pt x="263" y="1132"/>
                </a:cubicBezTo>
                <a:lnTo>
                  <a:pt x="262" y="1133"/>
                </a:lnTo>
                <a:cubicBezTo>
                  <a:pt x="257" y="1138"/>
                  <a:pt x="252" y="1140"/>
                  <a:pt x="246" y="1140"/>
                </a:cubicBezTo>
                <a:cubicBezTo>
                  <a:pt x="237" y="1140"/>
                  <a:pt x="230" y="1136"/>
                  <a:pt x="226" y="1127"/>
                </a:cubicBezTo>
                <a:cubicBezTo>
                  <a:pt x="224" y="1124"/>
                  <a:pt x="223" y="939"/>
                  <a:pt x="223" y="571"/>
                </a:cubicBezTo>
                <a:cubicBezTo>
                  <a:pt x="223" y="202"/>
                  <a:pt x="224" y="16"/>
                  <a:pt x="226" y="13"/>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684" name=""/>
          <p:cNvSpPr/>
          <p:nvPr/>
        </p:nvSpPr>
        <p:spPr>
          <a:xfrm>
            <a:off x="5050800" y="3809160"/>
            <a:ext cx="266040" cy="271800"/>
          </a:xfrm>
          <a:custGeom>
            <a:avLst/>
            <a:gdLst/>
            <a:ahLst/>
            <a:rect l="0" t="0" r="r" b="b"/>
            <a:pathLst>
              <a:path w="739" h="755">
                <a:moveTo>
                  <a:pt x="296" y="524"/>
                </a:moveTo>
                <a:cubicBezTo>
                  <a:pt x="274" y="524"/>
                  <a:pt x="255" y="523"/>
                  <a:pt x="239" y="521"/>
                </a:cubicBezTo>
                <a:cubicBezTo>
                  <a:pt x="223" y="519"/>
                  <a:pt x="211" y="516"/>
                  <a:pt x="204" y="514"/>
                </a:cubicBezTo>
                <a:cubicBezTo>
                  <a:pt x="196" y="512"/>
                  <a:pt x="192" y="511"/>
                  <a:pt x="190" y="511"/>
                </a:cubicBezTo>
                <a:cubicBezTo>
                  <a:pt x="189" y="511"/>
                  <a:pt x="186" y="524"/>
                  <a:pt x="180" y="552"/>
                </a:cubicBezTo>
                <a:cubicBezTo>
                  <a:pt x="174" y="579"/>
                  <a:pt x="166" y="609"/>
                  <a:pt x="157" y="642"/>
                </a:cubicBezTo>
                <a:cubicBezTo>
                  <a:pt x="148" y="674"/>
                  <a:pt x="141" y="696"/>
                  <a:pt x="138" y="706"/>
                </a:cubicBezTo>
                <a:cubicBezTo>
                  <a:pt x="122" y="739"/>
                  <a:pt x="96" y="755"/>
                  <a:pt x="59" y="755"/>
                </a:cubicBezTo>
                <a:cubicBezTo>
                  <a:pt x="41" y="755"/>
                  <a:pt x="26" y="750"/>
                  <a:pt x="16" y="738"/>
                </a:cubicBezTo>
                <a:cubicBezTo>
                  <a:pt x="5" y="727"/>
                  <a:pt x="0" y="713"/>
                  <a:pt x="0" y="695"/>
                </a:cubicBezTo>
                <a:cubicBezTo>
                  <a:pt x="2" y="684"/>
                  <a:pt x="28" y="578"/>
                  <a:pt x="78" y="375"/>
                </a:cubicBezTo>
                <a:cubicBezTo>
                  <a:pt x="129" y="172"/>
                  <a:pt x="155" y="65"/>
                  <a:pt x="159" y="54"/>
                </a:cubicBezTo>
                <a:cubicBezTo>
                  <a:pt x="165" y="39"/>
                  <a:pt x="176" y="26"/>
                  <a:pt x="190" y="16"/>
                </a:cubicBezTo>
                <a:cubicBezTo>
                  <a:pt x="204" y="5"/>
                  <a:pt x="221" y="0"/>
                  <a:pt x="239" y="0"/>
                </a:cubicBezTo>
                <a:cubicBezTo>
                  <a:pt x="259" y="0"/>
                  <a:pt x="275" y="6"/>
                  <a:pt x="284" y="18"/>
                </a:cubicBezTo>
                <a:cubicBezTo>
                  <a:pt x="294" y="30"/>
                  <a:pt x="300" y="42"/>
                  <a:pt x="300" y="54"/>
                </a:cubicBezTo>
                <a:cubicBezTo>
                  <a:pt x="300" y="63"/>
                  <a:pt x="289" y="115"/>
                  <a:pt x="265" y="208"/>
                </a:cubicBezTo>
                <a:cubicBezTo>
                  <a:pt x="242" y="301"/>
                  <a:pt x="229" y="361"/>
                  <a:pt x="229" y="385"/>
                </a:cubicBezTo>
                <a:cubicBezTo>
                  <a:pt x="229" y="439"/>
                  <a:pt x="255" y="466"/>
                  <a:pt x="308" y="466"/>
                </a:cubicBezTo>
                <a:cubicBezTo>
                  <a:pt x="336" y="466"/>
                  <a:pt x="364" y="457"/>
                  <a:pt x="389" y="438"/>
                </a:cubicBezTo>
                <a:cubicBezTo>
                  <a:pt x="414" y="419"/>
                  <a:pt x="430" y="403"/>
                  <a:pt x="438" y="390"/>
                </a:cubicBezTo>
                <a:cubicBezTo>
                  <a:pt x="440" y="388"/>
                  <a:pt x="454" y="333"/>
                  <a:pt x="480" y="226"/>
                </a:cubicBezTo>
                <a:cubicBezTo>
                  <a:pt x="507" y="119"/>
                  <a:pt x="521" y="65"/>
                  <a:pt x="522" y="62"/>
                </a:cubicBezTo>
                <a:cubicBezTo>
                  <a:pt x="539" y="27"/>
                  <a:pt x="566" y="9"/>
                  <a:pt x="602" y="9"/>
                </a:cubicBezTo>
                <a:cubicBezTo>
                  <a:pt x="621" y="9"/>
                  <a:pt x="636" y="14"/>
                  <a:pt x="646" y="26"/>
                </a:cubicBezTo>
                <a:cubicBezTo>
                  <a:pt x="657" y="37"/>
                  <a:pt x="662" y="49"/>
                  <a:pt x="662" y="62"/>
                </a:cubicBezTo>
                <a:cubicBezTo>
                  <a:pt x="662" y="70"/>
                  <a:pt x="656" y="99"/>
                  <a:pt x="644" y="150"/>
                </a:cubicBezTo>
                <a:cubicBezTo>
                  <a:pt x="632" y="201"/>
                  <a:pt x="618" y="255"/>
                  <a:pt x="603" y="312"/>
                </a:cubicBezTo>
                <a:cubicBezTo>
                  <a:pt x="588" y="369"/>
                  <a:pt x="580" y="402"/>
                  <a:pt x="579" y="409"/>
                </a:cubicBezTo>
                <a:cubicBezTo>
                  <a:pt x="578" y="418"/>
                  <a:pt x="577" y="426"/>
                  <a:pt x="577" y="433"/>
                </a:cubicBezTo>
                <a:cubicBezTo>
                  <a:pt x="577" y="456"/>
                  <a:pt x="584" y="467"/>
                  <a:pt x="597" y="467"/>
                </a:cubicBezTo>
                <a:cubicBezTo>
                  <a:pt x="614" y="467"/>
                  <a:pt x="629" y="455"/>
                  <a:pt x="641" y="430"/>
                </a:cubicBezTo>
                <a:cubicBezTo>
                  <a:pt x="648" y="415"/>
                  <a:pt x="656" y="393"/>
                  <a:pt x="663" y="363"/>
                </a:cubicBezTo>
                <a:cubicBezTo>
                  <a:pt x="667" y="346"/>
                  <a:pt x="670" y="337"/>
                  <a:pt x="673" y="334"/>
                </a:cubicBezTo>
                <a:cubicBezTo>
                  <a:pt x="675" y="332"/>
                  <a:pt x="683" y="331"/>
                  <a:pt x="698" y="330"/>
                </a:cubicBezTo>
                <a:lnTo>
                  <a:pt x="703" y="330"/>
                </a:lnTo>
                <a:lnTo>
                  <a:pt x="716" y="330"/>
                </a:lnTo>
                <a:cubicBezTo>
                  <a:pt x="731" y="330"/>
                  <a:pt x="739" y="335"/>
                  <a:pt x="739" y="346"/>
                </a:cubicBezTo>
                <a:cubicBezTo>
                  <a:pt x="738" y="350"/>
                  <a:pt x="737" y="357"/>
                  <a:pt x="735" y="365"/>
                </a:cubicBezTo>
                <a:cubicBezTo>
                  <a:pt x="734" y="373"/>
                  <a:pt x="728" y="387"/>
                  <a:pt x="719" y="408"/>
                </a:cubicBezTo>
                <a:cubicBezTo>
                  <a:pt x="710" y="429"/>
                  <a:pt x="701" y="447"/>
                  <a:pt x="692" y="462"/>
                </a:cubicBezTo>
                <a:cubicBezTo>
                  <a:pt x="683" y="476"/>
                  <a:pt x="668" y="491"/>
                  <a:pt x="647" y="505"/>
                </a:cubicBezTo>
                <a:cubicBezTo>
                  <a:pt x="627" y="519"/>
                  <a:pt x="606" y="526"/>
                  <a:pt x="586" y="524"/>
                </a:cubicBezTo>
                <a:cubicBezTo>
                  <a:pt x="567" y="524"/>
                  <a:pt x="550" y="522"/>
                  <a:pt x="534" y="519"/>
                </a:cubicBezTo>
                <a:cubicBezTo>
                  <a:pt x="518" y="515"/>
                  <a:pt x="505" y="509"/>
                  <a:pt x="495" y="503"/>
                </a:cubicBezTo>
                <a:cubicBezTo>
                  <a:pt x="485" y="496"/>
                  <a:pt x="477" y="490"/>
                  <a:pt x="470" y="484"/>
                </a:cubicBezTo>
                <a:cubicBezTo>
                  <a:pt x="463" y="479"/>
                  <a:pt x="458" y="474"/>
                  <a:pt x="454" y="470"/>
                </a:cubicBezTo>
                <a:lnTo>
                  <a:pt x="451" y="463"/>
                </a:lnTo>
                <a:cubicBezTo>
                  <a:pt x="403" y="504"/>
                  <a:pt x="352" y="524"/>
                  <a:pt x="296" y="524"/>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685" name=""/>
          <p:cNvSpPr/>
          <p:nvPr/>
        </p:nvSpPr>
        <p:spPr>
          <a:xfrm>
            <a:off x="5126400" y="3723840"/>
            <a:ext cx="136800" cy="42480"/>
          </a:xfrm>
          <a:custGeom>
            <a:avLst/>
            <a:gdLst/>
            <a:ahLst/>
            <a:rect l="0" t="0" r="r" b="b"/>
            <a:pathLst>
              <a:path w="380" h="118">
                <a:moveTo>
                  <a:pt x="110" y="77"/>
                </a:moveTo>
                <a:cubicBezTo>
                  <a:pt x="98" y="77"/>
                  <a:pt x="88" y="79"/>
                  <a:pt x="78" y="84"/>
                </a:cubicBezTo>
                <a:cubicBezTo>
                  <a:pt x="68" y="89"/>
                  <a:pt x="60" y="93"/>
                  <a:pt x="55" y="96"/>
                </a:cubicBezTo>
                <a:cubicBezTo>
                  <a:pt x="50" y="100"/>
                  <a:pt x="42" y="107"/>
                  <a:pt x="32" y="118"/>
                </a:cubicBezTo>
                <a:lnTo>
                  <a:pt x="16" y="104"/>
                </a:lnTo>
                <a:lnTo>
                  <a:pt x="0" y="92"/>
                </a:lnTo>
                <a:cubicBezTo>
                  <a:pt x="0" y="91"/>
                  <a:pt x="5" y="85"/>
                  <a:pt x="14" y="75"/>
                </a:cubicBezTo>
                <a:cubicBezTo>
                  <a:pt x="23" y="64"/>
                  <a:pt x="33" y="53"/>
                  <a:pt x="44" y="41"/>
                </a:cubicBezTo>
                <a:cubicBezTo>
                  <a:pt x="54" y="29"/>
                  <a:pt x="62" y="21"/>
                  <a:pt x="68" y="17"/>
                </a:cubicBezTo>
                <a:cubicBezTo>
                  <a:pt x="85" y="5"/>
                  <a:pt x="102" y="0"/>
                  <a:pt x="119" y="0"/>
                </a:cubicBezTo>
                <a:cubicBezTo>
                  <a:pt x="135" y="0"/>
                  <a:pt x="160" y="7"/>
                  <a:pt x="194" y="21"/>
                </a:cubicBezTo>
                <a:cubicBezTo>
                  <a:pt x="227" y="35"/>
                  <a:pt x="253" y="42"/>
                  <a:pt x="270" y="42"/>
                </a:cubicBezTo>
                <a:cubicBezTo>
                  <a:pt x="282" y="42"/>
                  <a:pt x="292" y="40"/>
                  <a:pt x="302" y="35"/>
                </a:cubicBezTo>
                <a:cubicBezTo>
                  <a:pt x="312" y="30"/>
                  <a:pt x="319" y="26"/>
                  <a:pt x="325" y="22"/>
                </a:cubicBezTo>
                <a:cubicBezTo>
                  <a:pt x="330" y="19"/>
                  <a:pt x="338" y="10"/>
                  <a:pt x="348" y="0"/>
                </a:cubicBezTo>
                <a:lnTo>
                  <a:pt x="365" y="15"/>
                </a:lnTo>
                <a:lnTo>
                  <a:pt x="380" y="27"/>
                </a:lnTo>
                <a:cubicBezTo>
                  <a:pt x="348" y="72"/>
                  <a:pt x="321" y="100"/>
                  <a:pt x="297" y="110"/>
                </a:cubicBezTo>
                <a:cubicBezTo>
                  <a:pt x="287" y="115"/>
                  <a:pt x="275" y="118"/>
                  <a:pt x="262" y="118"/>
                </a:cubicBezTo>
                <a:cubicBezTo>
                  <a:pt x="246" y="118"/>
                  <a:pt x="222" y="111"/>
                  <a:pt x="188" y="98"/>
                </a:cubicBezTo>
                <a:cubicBezTo>
                  <a:pt x="155" y="84"/>
                  <a:pt x="129" y="77"/>
                  <a:pt x="110" y="77"/>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686" name=""/>
          <p:cNvSpPr/>
          <p:nvPr/>
        </p:nvSpPr>
        <p:spPr>
          <a:xfrm>
            <a:off x="5346000" y="3874320"/>
            <a:ext cx="90360" cy="185040"/>
          </a:xfrm>
          <a:custGeom>
            <a:avLst/>
            <a:gdLst/>
            <a:ahLst/>
            <a:rect l="0" t="0" r="r" b="b"/>
            <a:pathLst>
              <a:path w="251" h="514">
                <a:moveTo>
                  <a:pt x="6" y="194"/>
                </a:moveTo>
                <a:cubicBezTo>
                  <a:pt x="2" y="190"/>
                  <a:pt x="0" y="188"/>
                  <a:pt x="0" y="186"/>
                </a:cubicBezTo>
                <a:cubicBezTo>
                  <a:pt x="0" y="184"/>
                  <a:pt x="1" y="180"/>
                  <a:pt x="2" y="173"/>
                </a:cubicBezTo>
                <a:cubicBezTo>
                  <a:pt x="4" y="167"/>
                  <a:pt x="5" y="163"/>
                  <a:pt x="6" y="162"/>
                </a:cubicBezTo>
                <a:cubicBezTo>
                  <a:pt x="8" y="159"/>
                  <a:pt x="10" y="158"/>
                  <a:pt x="14" y="158"/>
                </a:cubicBezTo>
                <a:cubicBezTo>
                  <a:pt x="17" y="158"/>
                  <a:pt x="32" y="158"/>
                  <a:pt x="56" y="157"/>
                </a:cubicBezTo>
                <a:lnTo>
                  <a:pt x="98" y="157"/>
                </a:lnTo>
                <a:lnTo>
                  <a:pt x="114" y="93"/>
                </a:lnTo>
                <a:cubicBezTo>
                  <a:pt x="115" y="87"/>
                  <a:pt x="117" y="79"/>
                  <a:pt x="119" y="69"/>
                </a:cubicBezTo>
                <a:cubicBezTo>
                  <a:pt x="121" y="60"/>
                  <a:pt x="123" y="53"/>
                  <a:pt x="125" y="48"/>
                </a:cubicBezTo>
                <a:cubicBezTo>
                  <a:pt x="127" y="44"/>
                  <a:pt x="128" y="39"/>
                  <a:pt x="130" y="32"/>
                </a:cubicBezTo>
                <a:cubicBezTo>
                  <a:pt x="131" y="26"/>
                  <a:pt x="134" y="21"/>
                  <a:pt x="136" y="19"/>
                </a:cubicBezTo>
                <a:cubicBezTo>
                  <a:pt x="139" y="16"/>
                  <a:pt x="142" y="13"/>
                  <a:pt x="144" y="9"/>
                </a:cubicBezTo>
                <a:cubicBezTo>
                  <a:pt x="147" y="5"/>
                  <a:pt x="151" y="3"/>
                  <a:pt x="156" y="2"/>
                </a:cubicBezTo>
                <a:cubicBezTo>
                  <a:pt x="160" y="1"/>
                  <a:pt x="165" y="0"/>
                  <a:pt x="170" y="0"/>
                </a:cubicBezTo>
                <a:cubicBezTo>
                  <a:pt x="180" y="1"/>
                  <a:pt x="186" y="4"/>
                  <a:pt x="190" y="9"/>
                </a:cubicBezTo>
                <a:cubicBezTo>
                  <a:pt x="194" y="14"/>
                  <a:pt x="196" y="19"/>
                  <a:pt x="196" y="24"/>
                </a:cubicBezTo>
                <a:cubicBezTo>
                  <a:pt x="196" y="28"/>
                  <a:pt x="193" y="41"/>
                  <a:pt x="189" y="62"/>
                </a:cubicBezTo>
                <a:cubicBezTo>
                  <a:pt x="184" y="84"/>
                  <a:pt x="178" y="105"/>
                  <a:pt x="172" y="126"/>
                </a:cubicBezTo>
                <a:lnTo>
                  <a:pt x="164" y="155"/>
                </a:lnTo>
                <a:cubicBezTo>
                  <a:pt x="164" y="157"/>
                  <a:pt x="178" y="157"/>
                  <a:pt x="205" y="157"/>
                </a:cubicBezTo>
                <a:lnTo>
                  <a:pt x="246" y="157"/>
                </a:lnTo>
                <a:cubicBezTo>
                  <a:pt x="249" y="161"/>
                  <a:pt x="251" y="164"/>
                  <a:pt x="251" y="166"/>
                </a:cubicBezTo>
                <a:cubicBezTo>
                  <a:pt x="251" y="178"/>
                  <a:pt x="248" y="187"/>
                  <a:pt x="241" y="194"/>
                </a:cubicBezTo>
                <a:lnTo>
                  <a:pt x="155" y="194"/>
                </a:lnTo>
                <a:lnTo>
                  <a:pt x="126" y="312"/>
                </a:lnTo>
                <a:cubicBezTo>
                  <a:pt x="105" y="398"/>
                  <a:pt x="94" y="444"/>
                  <a:pt x="94" y="450"/>
                </a:cubicBezTo>
                <a:cubicBezTo>
                  <a:pt x="94" y="473"/>
                  <a:pt x="102" y="484"/>
                  <a:pt x="116" y="484"/>
                </a:cubicBezTo>
                <a:cubicBezTo>
                  <a:pt x="135" y="484"/>
                  <a:pt x="153" y="475"/>
                  <a:pt x="171" y="457"/>
                </a:cubicBezTo>
                <a:cubicBezTo>
                  <a:pt x="189" y="438"/>
                  <a:pt x="203" y="416"/>
                  <a:pt x="213" y="389"/>
                </a:cubicBezTo>
                <a:cubicBezTo>
                  <a:pt x="215" y="386"/>
                  <a:pt x="216" y="384"/>
                  <a:pt x="217" y="383"/>
                </a:cubicBezTo>
                <a:cubicBezTo>
                  <a:pt x="219" y="383"/>
                  <a:pt x="223" y="382"/>
                  <a:pt x="230" y="382"/>
                </a:cubicBezTo>
                <a:lnTo>
                  <a:pt x="233" y="382"/>
                </a:lnTo>
                <a:cubicBezTo>
                  <a:pt x="241" y="382"/>
                  <a:pt x="245" y="384"/>
                  <a:pt x="245" y="388"/>
                </a:cubicBezTo>
                <a:cubicBezTo>
                  <a:pt x="245" y="390"/>
                  <a:pt x="244" y="393"/>
                  <a:pt x="242" y="398"/>
                </a:cubicBezTo>
                <a:cubicBezTo>
                  <a:pt x="240" y="406"/>
                  <a:pt x="235" y="417"/>
                  <a:pt x="228" y="428"/>
                </a:cubicBezTo>
                <a:cubicBezTo>
                  <a:pt x="221" y="440"/>
                  <a:pt x="212" y="453"/>
                  <a:pt x="201" y="466"/>
                </a:cubicBezTo>
                <a:cubicBezTo>
                  <a:pt x="189" y="480"/>
                  <a:pt x="176" y="491"/>
                  <a:pt x="160" y="500"/>
                </a:cubicBezTo>
                <a:cubicBezTo>
                  <a:pt x="143" y="509"/>
                  <a:pt x="127" y="514"/>
                  <a:pt x="110" y="514"/>
                </a:cubicBezTo>
                <a:cubicBezTo>
                  <a:pt x="94" y="514"/>
                  <a:pt x="79" y="510"/>
                  <a:pt x="65" y="502"/>
                </a:cubicBezTo>
                <a:cubicBezTo>
                  <a:pt x="50" y="494"/>
                  <a:pt x="40" y="480"/>
                  <a:pt x="33" y="460"/>
                </a:cubicBezTo>
                <a:cubicBezTo>
                  <a:pt x="32" y="456"/>
                  <a:pt x="32" y="448"/>
                  <a:pt x="32" y="438"/>
                </a:cubicBezTo>
                <a:lnTo>
                  <a:pt x="32" y="424"/>
                </a:lnTo>
                <a:lnTo>
                  <a:pt x="60" y="311"/>
                </a:lnTo>
                <a:cubicBezTo>
                  <a:pt x="79" y="234"/>
                  <a:pt x="88" y="196"/>
                  <a:pt x="89" y="196"/>
                </a:cubicBezTo>
                <a:cubicBezTo>
                  <a:pt x="89" y="195"/>
                  <a:pt x="75" y="194"/>
                  <a:pt x="48" y="194"/>
                </a:cubicBezTo>
                <a:lnTo>
                  <a:pt x="6" y="194"/>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687" name=""/>
          <p:cNvSpPr/>
          <p:nvPr/>
        </p:nvSpPr>
        <p:spPr>
          <a:xfrm>
            <a:off x="5504040" y="3686760"/>
            <a:ext cx="98280" cy="410400"/>
          </a:xfrm>
          <a:custGeom>
            <a:avLst/>
            <a:gdLst/>
            <a:ahLst/>
            <a:rect l="0" t="0" r="r" b="b"/>
            <a:pathLst>
              <a:path w="273" h="1140">
                <a:moveTo>
                  <a:pt x="0" y="571"/>
                </a:moveTo>
                <a:cubicBezTo>
                  <a:pt x="0" y="517"/>
                  <a:pt x="4" y="468"/>
                  <a:pt x="12" y="420"/>
                </a:cubicBezTo>
                <a:cubicBezTo>
                  <a:pt x="19" y="373"/>
                  <a:pt x="28" y="333"/>
                  <a:pt x="38" y="299"/>
                </a:cubicBezTo>
                <a:cubicBezTo>
                  <a:pt x="48" y="265"/>
                  <a:pt x="62" y="231"/>
                  <a:pt x="81" y="198"/>
                </a:cubicBezTo>
                <a:cubicBezTo>
                  <a:pt x="99" y="166"/>
                  <a:pt x="113" y="140"/>
                  <a:pt x="124" y="122"/>
                </a:cubicBezTo>
                <a:cubicBezTo>
                  <a:pt x="135" y="104"/>
                  <a:pt x="151" y="84"/>
                  <a:pt x="172" y="63"/>
                </a:cubicBezTo>
                <a:cubicBezTo>
                  <a:pt x="193" y="42"/>
                  <a:pt x="206" y="29"/>
                  <a:pt x="209" y="24"/>
                </a:cubicBezTo>
                <a:cubicBezTo>
                  <a:pt x="213" y="20"/>
                  <a:pt x="223" y="12"/>
                  <a:pt x="238" y="0"/>
                </a:cubicBezTo>
                <a:lnTo>
                  <a:pt x="253" y="0"/>
                </a:lnTo>
                <a:lnTo>
                  <a:pt x="257" y="0"/>
                </a:lnTo>
                <a:cubicBezTo>
                  <a:pt x="268" y="0"/>
                  <a:pt x="273" y="4"/>
                  <a:pt x="273" y="11"/>
                </a:cubicBezTo>
                <a:cubicBezTo>
                  <a:pt x="273" y="13"/>
                  <a:pt x="267" y="21"/>
                  <a:pt x="254" y="35"/>
                </a:cubicBezTo>
                <a:cubicBezTo>
                  <a:pt x="241" y="48"/>
                  <a:pt x="225" y="68"/>
                  <a:pt x="207" y="95"/>
                </a:cubicBezTo>
                <a:cubicBezTo>
                  <a:pt x="189" y="121"/>
                  <a:pt x="170" y="154"/>
                  <a:pt x="151" y="193"/>
                </a:cubicBezTo>
                <a:cubicBezTo>
                  <a:pt x="132" y="232"/>
                  <a:pt x="116" y="284"/>
                  <a:pt x="104" y="350"/>
                </a:cubicBezTo>
                <a:cubicBezTo>
                  <a:pt x="91" y="416"/>
                  <a:pt x="84" y="489"/>
                  <a:pt x="84" y="571"/>
                </a:cubicBezTo>
                <a:cubicBezTo>
                  <a:pt x="84" y="651"/>
                  <a:pt x="91" y="724"/>
                  <a:pt x="104" y="789"/>
                </a:cubicBezTo>
                <a:cubicBezTo>
                  <a:pt x="116" y="854"/>
                  <a:pt x="132" y="907"/>
                  <a:pt x="150" y="947"/>
                </a:cubicBezTo>
                <a:cubicBezTo>
                  <a:pt x="168" y="988"/>
                  <a:pt x="187" y="1020"/>
                  <a:pt x="206" y="1045"/>
                </a:cubicBezTo>
                <a:cubicBezTo>
                  <a:pt x="225" y="1070"/>
                  <a:pt x="241" y="1090"/>
                  <a:pt x="254" y="1106"/>
                </a:cubicBezTo>
                <a:cubicBezTo>
                  <a:pt x="267" y="1121"/>
                  <a:pt x="273" y="1129"/>
                  <a:pt x="273" y="1130"/>
                </a:cubicBezTo>
                <a:cubicBezTo>
                  <a:pt x="273" y="1136"/>
                  <a:pt x="268" y="1140"/>
                  <a:pt x="256" y="1140"/>
                </a:cubicBezTo>
                <a:lnTo>
                  <a:pt x="253" y="1140"/>
                </a:lnTo>
                <a:lnTo>
                  <a:pt x="238" y="1140"/>
                </a:lnTo>
                <a:lnTo>
                  <a:pt x="206" y="1112"/>
                </a:lnTo>
                <a:cubicBezTo>
                  <a:pt x="135" y="1048"/>
                  <a:pt x="83" y="968"/>
                  <a:pt x="49" y="871"/>
                </a:cubicBezTo>
                <a:cubicBezTo>
                  <a:pt x="16" y="775"/>
                  <a:pt x="0" y="675"/>
                  <a:pt x="0" y="571"/>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688" name=""/>
          <p:cNvSpPr/>
          <p:nvPr/>
        </p:nvSpPr>
        <p:spPr>
          <a:xfrm>
            <a:off x="5633640" y="3812400"/>
            <a:ext cx="231840" cy="182160"/>
          </a:xfrm>
          <a:custGeom>
            <a:avLst/>
            <a:gdLst/>
            <a:ahLst/>
            <a:rect l="0" t="0" r="r" b="b"/>
            <a:pathLst>
              <a:path w="644" h="506">
                <a:moveTo>
                  <a:pt x="235" y="506"/>
                </a:moveTo>
                <a:cubicBezTo>
                  <a:pt x="224" y="504"/>
                  <a:pt x="184" y="503"/>
                  <a:pt x="115" y="503"/>
                </a:cubicBezTo>
                <a:cubicBezTo>
                  <a:pt x="52" y="503"/>
                  <a:pt x="17" y="504"/>
                  <a:pt x="8" y="506"/>
                </a:cubicBezTo>
                <a:lnTo>
                  <a:pt x="0" y="506"/>
                </a:lnTo>
                <a:lnTo>
                  <a:pt x="0" y="436"/>
                </a:lnTo>
                <a:lnTo>
                  <a:pt x="110" y="436"/>
                </a:lnTo>
                <a:lnTo>
                  <a:pt x="256" y="263"/>
                </a:lnTo>
                <a:lnTo>
                  <a:pt x="100" y="70"/>
                </a:lnTo>
                <a:lnTo>
                  <a:pt x="6" y="70"/>
                </a:lnTo>
                <a:lnTo>
                  <a:pt x="6" y="0"/>
                </a:lnTo>
                <a:lnTo>
                  <a:pt x="15" y="0"/>
                </a:lnTo>
                <a:cubicBezTo>
                  <a:pt x="26" y="2"/>
                  <a:pt x="67" y="3"/>
                  <a:pt x="140" y="3"/>
                </a:cubicBezTo>
                <a:cubicBezTo>
                  <a:pt x="219" y="3"/>
                  <a:pt x="265" y="2"/>
                  <a:pt x="279" y="0"/>
                </a:cubicBezTo>
                <a:lnTo>
                  <a:pt x="289" y="0"/>
                </a:lnTo>
                <a:lnTo>
                  <a:pt x="289" y="70"/>
                </a:lnTo>
                <a:lnTo>
                  <a:pt x="257" y="70"/>
                </a:lnTo>
                <a:lnTo>
                  <a:pt x="297" y="119"/>
                </a:lnTo>
                <a:cubicBezTo>
                  <a:pt x="323" y="151"/>
                  <a:pt x="336" y="167"/>
                  <a:pt x="337" y="167"/>
                </a:cubicBezTo>
                <a:cubicBezTo>
                  <a:pt x="340" y="167"/>
                  <a:pt x="354" y="150"/>
                  <a:pt x="380" y="117"/>
                </a:cubicBezTo>
                <a:lnTo>
                  <a:pt x="420" y="70"/>
                </a:lnTo>
                <a:lnTo>
                  <a:pt x="378" y="70"/>
                </a:lnTo>
                <a:lnTo>
                  <a:pt x="378" y="0"/>
                </a:lnTo>
                <a:lnTo>
                  <a:pt x="387" y="0"/>
                </a:lnTo>
                <a:cubicBezTo>
                  <a:pt x="398" y="2"/>
                  <a:pt x="438" y="3"/>
                  <a:pt x="507" y="3"/>
                </a:cubicBezTo>
                <a:cubicBezTo>
                  <a:pt x="569" y="3"/>
                  <a:pt x="604" y="2"/>
                  <a:pt x="613" y="0"/>
                </a:cubicBezTo>
                <a:lnTo>
                  <a:pt x="621" y="0"/>
                </a:lnTo>
                <a:lnTo>
                  <a:pt x="621" y="70"/>
                </a:lnTo>
                <a:lnTo>
                  <a:pt x="513" y="70"/>
                </a:lnTo>
                <a:lnTo>
                  <a:pt x="381" y="225"/>
                </a:lnTo>
                <a:lnTo>
                  <a:pt x="551" y="434"/>
                </a:lnTo>
                <a:lnTo>
                  <a:pt x="597" y="436"/>
                </a:lnTo>
                <a:lnTo>
                  <a:pt x="644" y="436"/>
                </a:lnTo>
                <a:lnTo>
                  <a:pt x="644" y="506"/>
                </a:lnTo>
                <a:lnTo>
                  <a:pt x="635" y="506"/>
                </a:lnTo>
                <a:cubicBezTo>
                  <a:pt x="624" y="504"/>
                  <a:pt x="582" y="503"/>
                  <a:pt x="511" y="503"/>
                </a:cubicBezTo>
                <a:cubicBezTo>
                  <a:pt x="432" y="503"/>
                  <a:pt x="386" y="504"/>
                  <a:pt x="372" y="506"/>
                </a:cubicBezTo>
                <a:lnTo>
                  <a:pt x="362" y="506"/>
                </a:lnTo>
                <a:lnTo>
                  <a:pt x="362" y="436"/>
                </a:lnTo>
                <a:lnTo>
                  <a:pt x="394" y="436"/>
                </a:lnTo>
                <a:cubicBezTo>
                  <a:pt x="394" y="435"/>
                  <a:pt x="378" y="416"/>
                  <a:pt x="348" y="379"/>
                </a:cubicBezTo>
                <a:cubicBezTo>
                  <a:pt x="318" y="342"/>
                  <a:pt x="302" y="322"/>
                  <a:pt x="301" y="321"/>
                </a:cubicBezTo>
                <a:lnTo>
                  <a:pt x="202" y="434"/>
                </a:lnTo>
                <a:lnTo>
                  <a:pt x="224" y="436"/>
                </a:lnTo>
                <a:lnTo>
                  <a:pt x="244" y="436"/>
                </a:lnTo>
                <a:lnTo>
                  <a:pt x="244" y="506"/>
                </a:lnTo>
                <a:lnTo>
                  <a:pt x="235" y="506"/>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689" name=""/>
          <p:cNvSpPr/>
          <p:nvPr/>
        </p:nvSpPr>
        <p:spPr>
          <a:xfrm>
            <a:off x="5892840" y="3874320"/>
            <a:ext cx="90360" cy="185040"/>
          </a:xfrm>
          <a:custGeom>
            <a:avLst/>
            <a:gdLst/>
            <a:ahLst/>
            <a:rect l="0" t="0" r="r" b="b"/>
            <a:pathLst>
              <a:path w="251" h="514">
                <a:moveTo>
                  <a:pt x="5" y="194"/>
                </a:moveTo>
                <a:cubicBezTo>
                  <a:pt x="2" y="190"/>
                  <a:pt x="0" y="188"/>
                  <a:pt x="0" y="186"/>
                </a:cubicBezTo>
                <a:cubicBezTo>
                  <a:pt x="0" y="184"/>
                  <a:pt x="1" y="180"/>
                  <a:pt x="2" y="173"/>
                </a:cubicBezTo>
                <a:cubicBezTo>
                  <a:pt x="4" y="167"/>
                  <a:pt x="5" y="163"/>
                  <a:pt x="7" y="162"/>
                </a:cubicBezTo>
                <a:cubicBezTo>
                  <a:pt x="8" y="159"/>
                  <a:pt x="11" y="158"/>
                  <a:pt x="14" y="158"/>
                </a:cubicBezTo>
                <a:cubicBezTo>
                  <a:pt x="18" y="158"/>
                  <a:pt x="32" y="158"/>
                  <a:pt x="56" y="157"/>
                </a:cubicBezTo>
                <a:lnTo>
                  <a:pt x="98" y="157"/>
                </a:lnTo>
                <a:lnTo>
                  <a:pt x="113" y="93"/>
                </a:lnTo>
                <a:cubicBezTo>
                  <a:pt x="115" y="87"/>
                  <a:pt x="117" y="79"/>
                  <a:pt x="119" y="69"/>
                </a:cubicBezTo>
                <a:cubicBezTo>
                  <a:pt x="121" y="60"/>
                  <a:pt x="123" y="53"/>
                  <a:pt x="125" y="48"/>
                </a:cubicBezTo>
                <a:cubicBezTo>
                  <a:pt x="126" y="44"/>
                  <a:pt x="128" y="39"/>
                  <a:pt x="130" y="32"/>
                </a:cubicBezTo>
                <a:cubicBezTo>
                  <a:pt x="131" y="26"/>
                  <a:pt x="133" y="21"/>
                  <a:pt x="136" y="19"/>
                </a:cubicBezTo>
                <a:cubicBezTo>
                  <a:pt x="139" y="16"/>
                  <a:pt x="141" y="13"/>
                  <a:pt x="144" y="9"/>
                </a:cubicBezTo>
                <a:cubicBezTo>
                  <a:pt x="147" y="5"/>
                  <a:pt x="151" y="3"/>
                  <a:pt x="155" y="2"/>
                </a:cubicBezTo>
                <a:cubicBezTo>
                  <a:pt x="160" y="1"/>
                  <a:pt x="165" y="0"/>
                  <a:pt x="170" y="0"/>
                </a:cubicBezTo>
                <a:cubicBezTo>
                  <a:pt x="179" y="1"/>
                  <a:pt x="186" y="4"/>
                  <a:pt x="190" y="9"/>
                </a:cubicBezTo>
                <a:cubicBezTo>
                  <a:pt x="194" y="14"/>
                  <a:pt x="196" y="19"/>
                  <a:pt x="196" y="24"/>
                </a:cubicBezTo>
                <a:cubicBezTo>
                  <a:pt x="196" y="28"/>
                  <a:pt x="193" y="41"/>
                  <a:pt x="188" y="62"/>
                </a:cubicBezTo>
                <a:cubicBezTo>
                  <a:pt x="184" y="84"/>
                  <a:pt x="178" y="105"/>
                  <a:pt x="172" y="126"/>
                </a:cubicBezTo>
                <a:lnTo>
                  <a:pt x="164" y="155"/>
                </a:lnTo>
                <a:cubicBezTo>
                  <a:pt x="164" y="157"/>
                  <a:pt x="178" y="157"/>
                  <a:pt x="204" y="157"/>
                </a:cubicBezTo>
                <a:lnTo>
                  <a:pt x="245" y="157"/>
                </a:lnTo>
                <a:cubicBezTo>
                  <a:pt x="249" y="161"/>
                  <a:pt x="251" y="164"/>
                  <a:pt x="251" y="166"/>
                </a:cubicBezTo>
                <a:cubicBezTo>
                  <a:pt x="251" y="178"/>
                  <a:pt x="248" y="187"/>
                  <a:pt x="241" y="194"/>
                </a:cubicBezTo>
                <a:lnTo>
                  <a:pt x="155" y="194"/>
                </a:lnTo>
                <a:lnTo>
                  <a:pt x="126" y="312"/>
                </a:lnTo>
                <a:cubicBezTo>
                  <a:pt x="105" y="398"/>
                  <a:pt x="94" y="444"/>
                  <a:pt x="94" y="450"/>
                </a:cubicBezTo>
                <a:cubicBezTo>
                  <a:pt x="94" y="473"/>
                  <a:pt x="101" y="484"/>
                  <a:pt x="116" y="484"/>
                </a:cubicBezTo>
                <a:cubicBezTo>
                  <a:pt x="135" y="484"/>
                  <a:pt x="153" y="475"/>
                  <a:pt x="171" y="457"/>
                </a:cubicBezTo>
                <a:cubicBezTo>
                  <a:pt x="188" y="438"/>
                  <a:pt x="203" y="416"/>
                  <a:pt x="213" y="389"/>
                </a:cubicBezTo>
                <a:cubicBezTo>
                  <a:pt x="214" y="386"/>
                  <a:pt x="216" y="384"/>
                  <a:pt x="217" y="383"/>
                </a:cubicBezTo>
                <a:cubicBezTo>
                  <a:pt x="219" y="383"/>
                  <a:pt x="223" y="382"/>
                  <a:pt x="229" y="382"/>
                </a:cubicBezTo>
                <a:lnTo>
                  <a:pt x="233" y="382"/>
                </a:lnTo>
                <a:cubicBezTo>
                  <a:pt x="241" y="382"/>
                  <a:pt x="245" y="384"/>
                  <a:pt x="245" y="388"/>
                </a:cubicBezTo>
                <a:cubicBezTo>
                  <a:pt x="245" y="390"/>
                  <a:pt x="244" y="393"/>
                  <a:pt x="242" y="398"/>
                </a:cubicBezTo>
                <a:cubicBezTo>
                  <a:pt x="240" y="406"/>
                  <a:pt x="235" y="417"/>
                  <a:pt x="228" y="428"/>
                </a:cubicBezTo>
                <a:cubicBezTo>
                  <a:pt x="221" y="440"/>
                  <a:pt x="212" y="453"/>
                  <a:pt x="200" y="466"/>
                </a:cubicBezTo>
                <a:cubicBezTo>
                  <a:pt x="189" y="480"/>
                  <a:pt x="175" y="491"/>
                  <a:pt x="159" y="500"/>
                </a:cubicBezTo>
                <a:cubicBezTo>
                  <a:pt x="143" y="509"/>
                  <a:pt x="127" y="514"/>
                  <a:pt x="110" y="514"/>
                </a:cubicBezTo>
                <a:cubicBezTo>
                  <a:pt x="94" y="514"/>
                  <a:pt x="79" y="510"/>
                  <a:pt x="64" y="502"/>
                </a:cubicBezTo>
                <a:cubicBezTo>
                  <a:pt x="50" y="494"/>
                  <a:pt x="39" y="480"/>
                  <a:pt x="33" y="460"/>
                </a:cubicBezTo>
                <a:cubicBezTo>
                  <a:pt x="32" y="456"/>
                  <a:pt x="31" y="448"/>
                  <a:pt x="31" y="438"/>
                </a:cubicBezTo>
                <a:lnTo>
                  <a:pt x="31" y="424"/>
                </a:lnTo>
                <a:lnTo>
                  <a:pt x="60" y="311"/>
                </a:lnTo>
                <a:cubicBezTo>
                  <a:pt x="78" y="234"/>
                  <a:pt x="88" y="196"/>
                  <a:pt x="89" y="196"/>
                </a:cubicBezTo>
                <a:cubicBezTo>
                  <a:pt x="89" y="195"/>
                  <a:pt x="75" y="194"/>
                  <a:pt x="47" y="194"/>
                </a:cubicBezTo>
                <a:lnTo>
                  <a:pt x="5" y="194"/>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690" name=""/>
          <p:cNvSpPr/>
          <p:nvPr/>
        </p:nvSpPr>
        <p:spPr>
          <a:xfrm>
            <a:off x="6044400" y="3944520"/>
            <a:ext cx="54360" cy="129600"/>
          </a:xfrm>
          <a:custGeom>
            <a:avLst/>
            <a:gdLst/>
            <a:ahLst/>
            <a:rect l="0" t="0" r="r" b="b"/>
            <a:pathLst>
              <a:path w="151" h="360">
                <a:moveTo>
                  <a:pt x="0" y="98"/>
                </a:moveTo>
                <a:cubicBezTo>
                  <a:pt x="0" y="98"/>
                  <a:pt x="0" y="89"/>
                  <a:pt x="0" y="70"/>
                </a:cubicBezTo>
                <a:cubicBezTo>
                  <a:pt x="0" y="51"/>
                  <a:pt x="6" y="35"/>
                  <a:pt x="18" y="21"/>
                </a:cubicBezTo>
                <a:cubicBezTo>
                  <a:pt x="30" y="7"/>
                  <a:pt x="47" y="0"/>
                  <a:pt x="67" y="0"/>
                </a:cubicBezTo>
                <a:cubicBezTo>
                  <a:pt x="89" y="0"/>
                  <a:pt x="108" y="10"/>
                  <a:pt x="125" y="29"/>
                </a:cubicBezTo>
                <a:cubicBezTo>
                  <a:pt x="142" y="48"/>
                  <a:pt x="150" y="81"/>
                  <a:pt x="151" y="129"/>
                </a:cubicBezTo>
                <a:cubicBezTo>
                  <a:pt x="151" y="156"/>
                  <a:pt x="148" y="181"/>
                  <a:pt x="141" y="206"/>
                </a:cubicBezTo>
                <a:cubicBezTo>
                  <a:pt x="134" y="232"/>
                  <a:pt x="126" y="253"/>
                  <a:pt x="117" y="271"/>
                </a:cubicBezTo>
                <a:cubicBezTo>
                  <a:pt x="108" y="290"/>
                  <a:pt x="98" y="305"/>
                  <a:pt x="87" y="318"/>
                </a:cubicBezTo>
                <a:cubicBezTo>
                  <a:pt x="76" y="332"/>
                  <a:pt x="67" y="342"/>
                  <a:pt x="59" y="350"/>
                </a:cubicBezTo>
                <a:cubicBezTo>
                  <a:pt x="51" y="357"/>
                  <a:pt x="47" y="361"/>
                  <a:pt x="44" y="360"/>
                </a:cubicBezTo>
                <a:cubicBezTo>
                  <a:pt x="41" y="360"/>
                  <a:pt x="36" y="357"/>
                  <a:pt x="29" y="350"/>
                </a:cubicBezTo>
                <a:cubicBezTo>
                  <a:pt x="23" y="343"/>
                  <a:pt x="19" y="338"/>
                  <a:pt x="19" y="335"/>
                </a:cubicBezTo>
                <a:cubicBezTo>
                  <a:pt x="19" y="332"/>
                  <a:pt x="23" y="326"/>
                  <a:pt x="32" y="316"/>
                </a:cubicBezTo>
                <a:cubicBezTo>
                  <a:pt x="40" y="307"/>
                  <a:pt x="50" y="295"/>
                  <a:pt x="60" y="282"/>
                </a:cubicBezTo>
                <a:cubicBezTo>
                  <a:pt x="71" y="268"/>
                  <a:pt x="81" y="249"/>
                  <a:pt x="91" y="225"/>
                </a:cubicBezTo>
                <a:cubicBezTo>
                  <a:pt x="100" y="200"/>
                  <a:pt x="106" y="173"/>
                  <a:pt x="109" y="142"/>
                </a:cubicBezTo>
                <a:lnTo>
                  <a:pt x="109" y="128"/>
                </a:lnTo>
                <a:lnTo>
                  <a:pt x="108" y="129"/>
                </a:lnTo>
                <a:cubicBezTo>
                  <a:pt x="106" y="130"/>
                  <a:pt x="104" y="131"/>
                  <a:pt x="102" y="131"/>
                </a:cubicBezTo>
                <a:cubicBezTo>
                  <a:pt x="100" y="132"/>
                  <a:pt x="98" y="133"/>
                  <a:pt x="95" y="135"/>
                </a:cubicBezTo>
                <a:cubicBezTo>
                  <a:pt x="93" y="136"/>
                  <a:pt x="90" y="137"/>
                  <a:pt x="84" y="137"/>
                </a:cubicBezTo>
                <a:cubicBezTo>
                  <a:pt x="80" y="137"/>
                  <a:pt x="75" y="137"/>
                  <a:pt x="70" y="138"/>
                </a:cubicBezTo>
                <a:cubicBezTo>
                  <a:pt x="50" y="138"/>
                  <a:pt x="33" y="132"/>
                  <a:pt x="20" y="119"/>
                </a:cubicBezTo>
                <a:lnTo>
                  <a:pt x="0" y="98"/>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691" name=""/>
          <p:cNvSpPr/>
          <p:nvPr/>
        </p:nvSpPr>
        <p:spPr>
          <a:xfrm>
            <a:off x="6203160" y="3812400"/>
            <a:ext cx="231840" cy="182160"/>
          </a:xfrm>
          <a:custGeom>
            <a:avLst/>
            <a:gdLst/>
            <a:ahLst/>
            <a:rect l="0" t="0" r="r" b="b"/>
            <a:pathLst>
              <a:path w="644" h="506">
                <a:moveTo>
                  <a:pt x="235" y="506"/>
                </a:moveTo>
                <a:cubicBezTo>
                  <a:pt x="223" y="504"/>
                  <a:pt x="183" y="503"/>
                  <a:pt x="114" y="503"/>
                </a:cubicBezTo>
                <a:cubicBezTo>
                  <a:pt x="53" y="503"/>
                  <a:pt x="17" y="504"/>
                  <a:pt x="8" y="506"/>
                </a:cubicBezTo>
                <a:lnTo>
                  <a:pt x="0" y="506"/>
                </a:lnTo>
                <a:lnTo>
                  <a:pt x="0" y="436"/>
                </a:lnTo>
                <a:lnTo>
                  <a:pt x="109" y="436"/>
                </a:lnTo>
                <a:lnTo>
                  <a:pt x="255" y="263"/>
                </a:lnTo>
                <a:lnTo>
                  <a:pt x="100" y="70"/>
                </a:lnTo>
                <a:lnTo>
                  <a:pt x="6" y="70"/>
                </a:lnTo>
                <a:lnTo>
                  <a:pt x="6" y="0"/>
                </a:lnTo>
                <a:lnTo>
                  <a:pt x="15" y="0"/>
                </a:lnTo>
                <a:cubicBezTo>
                  <a:pt x="26" y="2"/>
                  <a:pt x="68" y="3"/>
                  <a:pt x="139" y="3"/>
                </a:cubicBezTo>
                <a:cubicBezTo>
                  <a:pt x="218" y="3"/>
                  <a:pt x="264" y="2"/>
                  <a:pt x="278" y="0"/>
                </a:cubicBezTo>
                <a:lnTo>
                  <a:pt x="288" y="0"/>
                </a:lnTo>
                <a:lnTo>
                  <a:pt x="288" y="70"/>
                </a:lnTo>
                <a:lnTo>
                  <a:pt x="256" y="70"/>
                </a:lnTo>
                <a:lnTo>
                  <a:pt x="296" y="119"/>
                </a:lnTo>
                <a:cubicBezTo>
                  <a:pt x="322" y="151"/>
                  <a:pt x="335" y="167"/>
                  <a:pt x="336" y="167"/>
                </a:cubicBezTo>
                <a:cubicBezTo>
                  <a:pt x="339" y="167"/>
                  <a:pt x="353" y="150"/>
                  <a:pt x="379" y="117"/>
                </a:cubicBezTo>
                <a:lnTo>
                  <a:pt x="419" y="70"/>
                </a:lnTo>
                <a:lnTo>
                  <a:pt x="377" y="70"/>
                </a:lnTo>
                <a:lnTo>
                  <a:pt x="377" y="0"/>
                </a:lnTo>
                <a:lnTo>
                  <a:pt x="386" y="0"/>
                </a:lnTo>
                <a:cubicBezTo>
                  <a:pt x="397" y="2"/>
                  <a:pt x="438" y="3"/>
                  <a:pt x="508" y="3"/>
                </a:cubicBezTo>
                <a:cubicBezTo>
                  <a:pt x="569" y="3"/>
                  <a:pt x="605" y="2"/>
                  <a:pt x="614" y="0"/>
                </a:cubicBezTo>
                <a:lnTo>
                  <a:pt x="622" y="0"/>
                </a:lnTo>
                <a:lnTo>
                  <a:pt x="622" y="70"/>
                </a:lnTo>
                <a:lnTo>
                  <a:pt x="513" y="70"/>
                </a:lnTo>
                <a:lnTo>
                  <a:pt x="380" y="225"/>
                </a:lnTo>
                <a:lnTo>
                  <a:pt x="551" y="434"/>
                </a:lnTo>
                <a:lnTo>
                  <a:pt x="598" y="436"/>
                </a:lnTo>
                <a:lnTo>
                  <a:pt x="644" y="436"/>
                </a:lnTo>
                <a:lnTo>
                  <a:pt x="644" y="506"/>
                </a:lnTo>
                <a:lnTo>
                  <a:pt x="635" y="506"/>
                </a:lnTo>
                <a:cubicBezTo>
                  <a:pt x="624" y="504"/>
                  <a:pt x="583" y="503"/>
                  <a:pt x="511" y="503"/>
                </a:cubicBezTo>
                <a:cubicBezTo>
                  <a:pt x="431" y="503"/>
                  <a:pt x="385" y="504"/>
                  <a:pt x="371" y="506"/>
                </a:cubicBezTo>
                <a:lnTo>
                  <a:pt x="361" y="506"/>
                </a:lnTo>
                <a:lnTo>
                  <a:pt x="361" y="436"/>
                </a:lnTo>
                <a:lnTo>
                  <a:pt x="393" y="436"/>
                </a:lnTo>
                <a:cubicBezTo>
                  <a:pt x="393" y="435"/>
                  <a:pt x="378" y="416"/>
                  <a:pt x="347" y="379"/>
                </a:cubicBezTo>
                <a:cubicBezTo>
                  <a:pt x="317" y="342"/>
                  <a:pt x="301" y="322"/>
                  <a:pt x="301" y="321"/>
                </a:cubicBezTo>
                <a:lnTo>
                  <a:pt x="202" y="434"/>
                </a:lnTo>
                <a:lnTo>
                  <a:pt x="223" y="436"/>
                </a:lnTo>
                <a:lnTo>
                  <a:pt x="244" y="436"/>
                </a:lnTo>
                <a:lnTo>
                  <a:pt x="244" y="506"/>
                </a:lnTo>
                <a:lnTo>
                  <a:pt x="235" y="506"/>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692" name=""/>
          <p:cNvSpPr/>
          <p:nvPr/>
        </p:nvSpPr>
        <p:spPr>
          <a:xfrm>
            <a:off x="6459480" y="3721320"/>
            <a:ext cx="172800" cy="282240"/>
          </a:xfrm>
          <a:custGeom>
            <a:avLst/>
            <a:gdLst/>
            <a:ahLst/>
            <a:rect l="0" t="0" r="r" b="b"/>
            <a:pathLst>
              <a:path w="480" h="784">
                <a:moveTo>
                  <a:pt x="66" y="92"/>
                </a:moveTo>
                <a:cubicBezTo>
                  <a:pt x="108" y="31"/>
                  <a:pt x="166" y="0"/>
                  <a:pt x="240" y="0"/>
                </a:cubicBezTo>
                <a:cubicBezTo>
                  <a:pt x="276" y="0"/>
                  <a:pt x="313" y="10"/>
                  <a:pt x="349" y="30"/>
                </a:cubicBezTo>
                <a:cubicBezTo>
                  <a:pt x="385" y="49"/>
                  <a:pt x="415" y="84"/>
                  <a:pt x="438" y="134"/>
                </a:cubicBezTo>
                <a:cubicBezTo>
                  <a:pt x="466" y="197"/>
                  <a:pt x="480" y="285"/>
                  <a:pt x="480" y="395"/>
                </a:cubicBezTo>
                <a:cubicBezTo>
                  <a:pt x="480" y="513"/>
                  <a:pt x="464" y="602"/>
                  <a:pt x="431" y="665"/>
                </a:cubicBezTo>
                <a:cubicBezTo>
                  <a:pt x="416" y="697"/>
                  <a:pt x="395" y="722"/>
                  <a:pt x="368" y="741"/>
                </a:cubicBezTo>
                <a:cubicBezTo>
                  <a:pt x="342" y="760"/>
                  <a:pt x="319" y="772"/>
                  <a:pt x="299" y="776"/>
                </a:cubicBezTo>
                <a:cubicBezTo>
                  <a:pt x="279" y="781"/>
                  <a:pt x="260" y="783"/>
                  <a:pt x="241" y="784"/>
                </a:cubicBezTo>
                <a:cubicBezTo>
                  <a:pt x="221" y="784"/>
                  <a:pt x="201" y="782"/>
                  <a:pt x="182" y="777"/>
                </a:cubicBezTo>
                <a:cubicBezTo>
                  <a:pt x="162" y="773"/>
                  <a:pt x="139" y="761"/>
                  <a:pt x="112" y="741"/>
                </a:cubicBezTo>
                <a:cubicBezTo>
                  <a:pt x="86" y="721"/>
                  <a:pt x="65" y="696"/>
                  <a:pt x="50" y="665"/>
                </a:cubicBezTo>
                <a:cubicBezTo>
                  <a:pt x="16" y="602"/>
                  <a:pt x="0" y="513"/>
                  <a:pt x="0" y="395"/>
                </a:cubicBezTo>
                <a:cubicBezTo>
                  <a:pt x="0" y="263"/>
                  <a:pt x="22" y="161"/>
                  <a:pt x="66" y="92"/>
                </a:cubicBezTo>
                <a:moveTo>
                  <a:pt x="322" y="79"/>
                </a:moveTo>
                <a:cubicBezTo>
                  <a:pt x="299" y="54"/>
                  <a:pt x="272" y="42"/>
                  <a:pt x="241" y="42"/>
                </a:cubicBezTo>
                <a:cubicBezTo>
                  <a:pt x="209" y="42"/>
                  <a:pt x="182" y="54"/>
                  <a:pt x="159" y="79"/>
                </a:cubicBezTo>
                <a:cubicBezTo>
                  <a:pt x="140" y="98"/>
                  <a:pt x="127" y="126"/>
                  <a:pt x="121" y="161"/>
                </a:cubicBezTo>
                <a:cubicBezTo>
                  <a:pt x="115" y="195"/>
                  <a:pt x="112" y="269"/>
                  <a:pt x="112" y="380"/>
                </a:cubicBezTo>
                <a:cubicBezTo>
                  <a:pt x="112" y="500"/>
                  <a:pt x="115" y="579"/>
                  <a:pt x="121" y="617"/>
                </a:cubicBezTo>
                <a:cubicBezTo>
                  <a:pt x="127" y="655"/>
                  <a:pt x="141" y="685"/>
                  <a:pt x="162" y="707"/>
                </a:cubicBezTo>
                <a:cubicBezTo>
                  <a:pt x="184" y="730"/>
                  <a:pt x="210" y="741"/>
                  <a:pt x="241" y="741"/>
                </a:cubicBezTo>
                <a:cubicBezTo>
                  <a:pt x="271" y="741"/>
                  <a:pt x="297" y="730"/>
                  <a:pt x="318" y="707"/>
                </a:cubicBezTo>
                <a:cubicBezTo>
                  <a:pt x="340" y="684"/>
                  <a:pt x="354" y="652"/>
                  <a:pt x="359" y="611"/>
                </a:cubicBezTo>
                <a:cubicBezTo>
                  <a:pt x="365" y="570"/>
                  <a:pt x="368" y="493"/>
                  <a:pt x="368" y="380"/>
                </a:cubicBezTo>
                <a:cubicBezTo>
                  <a:pt x="368" y="270"/>
                  <a:pt x="365" y="197"/>
                  <a:pt x="359" y="162"/>
                </a:cubicBezTo>
                <a:cubicBezTo>
                  <a:pt x="353" y="127"/>
                  <a:pt x="341" y="99"/>
                  <a:pt x="322" y="79"/>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693" name=""/>
          <p:cNvSpPr/>
          <p:nvPr/>
        </p:nvSpPr>
        <p:spPr>
          <a:xfrm>
            <a:off x="6670800" y="3686760"/>
            <a:ext cx="98280" cy="410400"/>
          </a:xfrm>
          <a:custGeom>
            <a:avLst/>
            <a:gdLst/>
            <a:ahLst/>
            <a:rect l="0" t="0" r="r" b="b"/>
            <a:pathLst>
              <a:path w="273" h="1140">
                <a:moveTo>
                  <a:pt x="6" y="2"/>
                </a:moveTo>
                <a:lnTo>
                  <a:pt x="10" y="0"/>
                </a:lnTo>
                <a:cubicBezTo>
                  <a:pt x="14" y="0"/>
                  <a:pt x="18" y="0"/>
                  <a:pt x="22" y="0"/>
                </a:cubicBezTo>
                <a:lnTo>
                  <a:pt x="35" y="0"/>
                </a:lnTo>
                <a:lnTo>
                  <a:pt x="67" y="28"/>
                </a:lnTo>
                <a:cubicBezTo>
                  <a:pt x="140" y="92"/>
                  <a:pt x="192" y="173"/>
                  <a:pt x="224" y="269"/>
                </a:cubicBezTo>
                <a:cubicBezTo>
                  <a:pt x="257" y="365"/>
                  <a:pt x="273" y="466"/>
                  <a:pt x="273" y="571"/>
                </a:cubicBezTo>
                <a:cubicBezTo>
                  <a:pt x="273" y="622"/>
                  <a:pt x="269" y="672"/>
                  <a:pt x="262" y="720"/>
                </a:cubicBezTo>
                <a:cubicBezTo>
                  <a:pt x="254" y="768"/>
                  <a:pt x="245" y="808"/>
                  <a:pt x="236" y="842"/>
                </a:cubicBezTo>
                <a:cubicBezTo>
                  <a:pt x="226" y="875"/>
                  <a:pt x="212" y="908"/>
                  <a:pt x="193" y="942"/>
                </a:cubicBezTo>
                <a:cubicBezTo>
                  <a:pt x="175" y="975"/>
                  <a:pt x="161" y="1001"/>
                  <a:pt x="150" y="1018"/>
                </a:cubicBezTo>
                <a:cubicBezTo>
                  <a:pt x="140" y="1035"/>
                  <a:pt x="124" y="1055"/>
                  <a:pt x="104" y="1076"/>
                </a:cubicBezTo>
                <a:cubicBezTo>
                  <a:pt x="82" y="1097"/>
                  <a:pt x="70" y="1110"/>
                  <a:pt x="66" y="1114"/>
                </a:cubicBezTo>
                <a:cubicBezTo>
                  <a:pt x="62" y="1117"/>
                  <a:pt x="54" y="1125"/>
                  <a:pt x="40" y="1135"/>
                </a:cubicBezTo>
                <a:cubicBezTo>
                  <a:pt x="38" y="1138"/>
                  <a:pt x="36" y="1139"/>
                  <a:pt x="35" y="1140"/>
                </a:cubicBezTo>
                <a:lnTo>
                  <a:pt x="22" y="1140"/>
                </a:lnTo>
                <a:cubicBezTo>
                  <a:pt x="16" y="1140"/>
                  <a:pt x="11" y="1140"/>
                  <a:pt x="9" y="1140"/>
                </a:cubicBezTo>
                <a:cubicBezTo>
                  <a:pt x="7" y="1140"/>
                  <a:pt x="5" y="1139"/>
                  <a:pt x="3" y="1136"/>
                </a:cubicBezTo>
                <a:cubicBezTo>
                  <a:pt x="2" y="1134"/>
                  <a:pt x="1" y="1131"/>
                  <a:pt x="0" y="1126"/>
                </a:cubicBezTo>
                <a:cubicBezTo>
                  <a:pt x="1" y="1125"/>
                  <a:pt x="5" y="1120"/>
                  <a:pt x="13" y="1111"/>
                </a:cubicBezTo>
                <a:cubicBezTo>
                  <a:pt x="131" y="989"/>
                  <a:pt x="190" y="809"/>
                  <a:pt x="190" y="571"/>
                </a:cubicBezTo>
                <a:cubicBezTo>
                  <a:pt x="190" y="331"/>
                  <a:pt x="131" y="151"/>
                  <a:pt x="13" y="29"/>
                </a:cubicBezTo>
                <a:cubicBezTo>
                  <a:pt x="5" y="20"/>
                  <a:pt x="1" y="15"/>
                  <a:pt x="0" y="14"/>
                </a:cubicBezTo>
                <a:cubicBezTo>
                  <a:pt x="0" y="8"/>
                  <a:pt x="2" y="4"/>
                  <a:pt x="6" y="2"/>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694" name=""/>
          <p:cNvSpPr/>
          <p:nvPr/>
        </p:nvSpPr>
        <p:spPr>
          <a:xfrm>
            <a:off x="6933240" y="3883680"/>
            <a:ext cx="250200" cy="16560"/>
          </a:xfrm>
          <a:custGeom>
            <a:avLst/>
            <a:gdLst/>
            <a:ahLst/>
            <a:rect l="0" t="0" r="r" b="b"/>
            <a:pathLst>
              <a:path w="695" h="46">
                <a:moveTo>
                  <a:pt x="16" y="0"/>
                </a:moveTo>
                <a:lnTo>
                  <a:pt x="678" y="0"/>
                </a:lnTo>
                <a:cubicBezTo>
                  <a:pt x="690" y="6"/>
                  <a:pt x="695" y="13"/>
                  <a:pt x="695" y="23"/>
                </a:cubicBezTo>
                <a:cubicBezTo>
                  <a:pt x="695" y="32"/>
                  <a:pt x="690" y="40"/>
                  <a:pt x="678" y="46"/>
                </a:cubicBezTo>
                <a:lnTo>
                  <a:pt x="16" y="46"/>
                </a:lnTo>
                <a:cubicBezTo>
                  <a:pt x="5" y="41"/>
                  <a:pt x="0" y="32"/>
                  <a:pt x="0" y="23"/>
                </a:cubicBezTo>
                <a:cubicBezTo>
                  <a:pt x="0" y="13"/>
                  <a:pt x="5" y="5"/>
                  <a:pt x="16" y="0"/>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695" name=""/>
          <p:cNvSpPr/>
          <p:nvPr/>
        </p:nvSpPr>
        <p:spPr>
          <a:xfrm>
            <a:off x="7322760" y="3809160"/>
            <a:ext cx="265680" cy="271800"/>
          </a:xfrm>
          <a:custGeom>
            <a:avLst/>
            <a:gdLst/>
            <a:ahLst/>
            <a:rect l="0" t="0" r="r" b="b"/>
            <a:pathLst>
              <a:path w="738" h="755">
                <a:moveTo>
                  <a:pt x="296" y="524"/>
                </a:moveTo>
                <a:cubicBezTo>
                  <a:pt x="274" y="524"/>
                  <a:pt x="255" y="523"/>
                  <a:pt x="239" y="521"/>
                </a:cubicBezTo>
                <a:cubicBezTo>
                  <a:pt x="223" y="519"/>
                  <a:pt x="211" y="516"/>
                  <a:pt x="203" y="514"/>
                </a:cubicBezTo>
                <a:cubicBezTo>
                  <a:pt x="196" y="512"/>
                  <a:pt x="191" y="511"/>
                  <a:pt x="190" y="511"/>
                </a:cubicBezTo>
                <a:cubicBezTo>
                  <a:pt x="189" y="511"/>
                  <a:pt x="185" y="524"/>
                  <a:pt x="179" y="552"/>
                </a:cubicBezTo>
                <a:cubicBezTo>
                  <a:pt x="173" y="579"/>
                  <a:pt x="166" y="609"/>
                  <a:pt x="157" y="642"/>
                </a:cubicBezTo>
                <a:cubicBezTo>
                  <a:pt x="148" y="674"/>
                  <a:pt x="141" y="696"/>
                  <a:pt x="137" y="706"/>
                </a:cubicBezTo>
                <a:cubicBezTo>
                  <a:pt x="121" y="739"/>
                  <a:pt x="95" y="755"/>
                  <a:pt x="59" y="755"/>
                </a:cubicBezTo>
                <a:cubicBezTo>
                  <a:pt x="41" y="755"/>
                  <a:pt x="26" y="750"/>
                  <a:pt x="15" y="738"/>
                </a:cubicBezTo>
                <a:cubicBezTo>
                  <a:pt x="5" y="727"/>
                  <a:pt x="0" y="713"/>
                  <a:pt x="0" y="695"/>
                </a:cubicBezTo>
                <a:cubicBezTo>
                  <a:pt x="2" y="684"/>
                  <a:pt x="28" y="578"/>
                  <a:pt x="78" y="375"/>
                </a:cubicBezTo>
                <a:cubicBezTo>
                  <a:pt x="128" y="172"/>
                  <a:pt x="155" y="65"/>
                  <a:pt x="159" y="54"/>
                </a:cubicBezTo>
                <a:cubicBezTo>
                  <a:pt x="165" y="39"/>
                  <a:pt x="175" y="26"/>
                  <a:pt x="190" y="16"/>
                </a:cubicBezTo>
                <a:cubicBezTo>
                  <a:pt x="204" y="5"/>
                  <a:pt x="220" y="0"/>
                  <a:pt x="239" y="0"/>
                </a:cubicBezTo>
                <a:cubicBezTo>
                  <a:pt x="259" y="0"/>
                  <a:pt x="274" y="6"/>
                  <a:pt x="284" y="18"/>
                </a:cubicBezTo>
                <a:cubicBezTo>
                  <a:pt x="294" y="30"/>
                  <a:pt x="299" y="42"/>
                  <a:pt x="300" y="54"/>
                </a:cubicBezTo>
                <a:cubicBezTo>
                  <a:pt x="300" y="63"/>
                  <a:pt x="288" y="115"/>
                  <a:pt x="265" y="208"/>
                </a:cubicBezTo>
                <a:cubicBezTo>
                  <a:pt x="241" y="301"/>
                  <a:pt x="229" y="361"/>
                  <a:pt x="228" y="385"/>
                </a:cubicBezTo>
                <a:cubicBezTo>
                  <a:pt x="228" y="439"/>
                  <a:pt x="255" y="466"/>
                  <a:pt x="308" y="466"/>
                </a:cubicBezTo>
                <a:cubicBezTo>
                  <a:pt x="336" y="466"/>
                  <a:pt x="363" y="457"/>
                  <a:pt x="388" y="438"/>
                </a:cubicBezTo>
                <a:cubicBezTo>
                  <a:pt x="413" y="419"/>
                  <a:pt x="429" y="403"/>
                  <a:pt x="437" y="390"/>
                </a:cubicBezTo>
                <a:cubicBezTo>
                  <a:pt x="438" y="388"/>
                  <a:pt x="452" y="333"/>
                  <a:pt x="479" y="226"/>
                </a:cubicBezTo>
                <a:cubicBezTo>
                  <a:pt x="505" y="119"/>
                  <a:pt x="519" y="65"/>
                  <a:pt x="521" y="62"/>
                </a:cubicBezTo>
                <a:cubicBezTo>
                  <a:pt x="538" y="27"/>
                  <a:pt x="564" y="9"/>
                  <a:pt x="601" y="9"/>
                </a:cubicBezTo>
                <a:cubicBezTo>
                  <a:pt x="620" y="9"/>
                  <a:pt x="634" y="14"/>
                  <a:pt x="645" y="26"/>
                </a:cubicBezTo>
                <a:cubicBezTo>
                  <a:pt x="656" y="37"/>
                  <a:pt x="661" y="49"/>
                  <a:pt x="661" y="62"/>
                </a:cubicBezTo>
                <a:cubicBezTo>
                  <a:pt x="661" y="70"/>
                  <a:pt x="655" y="99"/>
                  <a:pt x="643" y="150"/>
                </a:cubicBezTo>
                <a:cubicBezTo>
                  <a:pt x="631" y="201"/>
                  <a:pt x="617" y="255"/>
                  <a:pt x="602" y="312"/>
                </a:cubicBezTo>
                <a:cubicBezTo>
                  <a:pt x="587" y="369"/>
                  <a:pt x="579" y="402"/>
                  <a:pt x="578" y="409"/>
                </a:cubicBezTo>
                <a:cubicBezTo>
                  <a:pt x="576" y="418"/>
                  <a:pt x="576" y="426"/>
                  <a:pt x="576" y="433"/>
                </a:cubicBezTo>
                <a:cubicBezTo>
                  <a:pt x="576" y="456"/>
                  <a:pt x="582" y="467"/>
                  <a:pt x="596" y="467"/>
                </a:cubicBezTo>
                <a:cubicBezTo>
                  <a:pt x="613" y="467"/>
                  <a:pt x="627" y="455"/>
                  <a:pt x="639" y="430"/>
                </a:cubicBezTo>
                <a:cubicBezTo>
                  <a:pt x="647" y="415"/>
                  <a:pt x="654" y="393"/>
                  <a:pt x="662" y="363"/>
                </a:cubicBezTo>
                <a:cubicBezTo>
                  <a:pt x="667" y="346"/>
                  <a:pt x="670" y="337"/>
                  <a:pt x="672" y="334"/>
                </a:cubicBezTo>
                <a:cubicBezTo>
                  <a:pt x="674" y="332"/>
                  <a:pt x="683" y="331"/>
                  <a:pt x="697" y="330"/>
                </a:cubicBezTo>
                <a:lnTo>
                  <a:pt x="703" y="330"/>
                </a:lnTo>
                <a:lnTo>
                  <a:pt x="715" y="330"/>
                </a:lnTo>
                <a:cubicBezTo>
                  <a:pt x="731" y="330"/>
                  <a:pt x="738" y="335"/>
                  <a:pt x="738" y="346"/>
                </a:cubicBezTo>
                <a:cubicBezTo>
                  <a:pt x="737" y="350"/>
                  <a:pt x="736" y="357"/>
                  <a:pt x="735" y="365"/>
                </a:cubicBezTo>
                <a:cubicBezTo>
                  <a:pt x="733" y="373"/>
                  <a:pt x="728" y="387"/>
                  <a:pt x="719" y="408"/>
                </a:cubicBezTo>
                <a:cubicBezTo>
                  <a:pt x="710" y="429"/>
                  <a:pt x="701" y="447"/>
                  <a:pt x="692" y="462"/>
                </a:cubicBezTo>
                <a:cubicBezTo>
                  <a:pt x="682" y="476"/>
                  <a:pt x="668" y="491"/>
                  <a:pt x="646" y="505"/>
                </a:cubicBezTo>
                <a:cubicBezTo>
                  <a:pt x="626" y="519"/>
                  <a:pt x="605" y="526"/>
                  <a:pt x="585" y="524"/>
                </a:cubicBezTo>
                <a:cubicBezTo>
                  <a:pt x="566" y="524"/>
                  <a:pt x="548" y="522"/>
                  <a:pt x="532" y="519"/>
                </a:cubicBezTo>
                <a:cubicBezTo>
                  <a:pt x="516" y="515"/>
                  <a:pt x="503" y="509"/>
                  <a:pt x="494" y="503"/>
                </a:cubicBezTo>
                <a:cubicBezTo>
                  <a:pt x="484" y="496"/>
                  <a:pt x="475" y="490"/>
                  <a:pt x="469" y="484"/>
                </a:cubicBezTo>
                <a:cubicBezTo>
                  <a:pt x="462" y="479"/>
                  <a:pt x="456" y="474"/>
                  <a:pt x="453" y="470"/>
                </a:cubicBezTo>
                <a:lnTo>
                  <a:pt x="449" y="463"/>
                </a:lnTo>
                <a:cubicBezTo>
                  <a:pt x="402" y="504"/>
                  <a:pt x="351" y="524"/>
                  <a:pt x="296" y="524"/>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696" name=""/>
          <p:cNvSpPr/>
          <p:nvPr/>
        </p:nvSpPr>
        <p:spPr>
          <a:xfrm>
            <a:off x="7622640" y="3851640"/>
            <a:ext cx="123840" cy="207360"/>
          </a:xfrm>
          <a:custGeom>
            <a:avLst/>
            <a:gdLst/>
            <a:ahLst/>
            <a:rect l="0" t="0" r="r" b="b"/>
            <a:pathLst>
              <a:path w="344" h="576">
                <a:moveTo>
                  <a:pt x="0" y="406"/>
                </a:moveTo>
                <a:cubicBezTo>
                  <a:pt x="0" y="351"/>
                  <a:pt x="10" y="294"/>
                  <a:pt x="31" y="233"/>
                </a:cubicBezTo>
                <a:cubicBezTo>
                  <a:pt x="52" y="172"/>
                  <a:pt x="80" y="120"/>
                  <a:pt x="116" y="76"/>
                </a:cubicBezTo>
                <a:cubicBezTo>
                  <a:pt x="152" y="32"/>
                  <a:pt x="189" y="7"/>
                  <a:pt x="228" y="0"/>
                </a:cubicBezTo>
                <a:cubicBezTo>
                  <a:pt x="229" y="0"/>
                  <a:pt x="231" y="0"/>
                  <a:pt x="235" y="0"/>
                </a:cubicBezTo>
                <a:cubicBezTo>
                  <a:pt x="238" y="0"/>
                  <a:pt x="242" y="0"/>
                  <a:pt x="244" y="0"/>
                </a:cubicBezTo>
                <a:cubicBezTo>
                  <a:pt x="274" y="2"/>
                  <a:pt x="297" y="15"/>
                  <a:pt x="313" y="39"/>
                </a:cubicBezTo>
                <a:cubicBezTo>
                  <a:pt x="334" y="71"/>
                  <a:pt x="344" y="114"/>
                  <a:pt x="344" y="169"/>
                </a:cubicBezTo>
                <a:cubicBezTo>
                  <a:pt x="344" y="230"/>
                  <a:pt x="332" y="293"/>
                  <a:pt x="308" y="357"/>
                </a:cubicBezTo>
                <a:cubicBezTo>
                  <a:pt x="284" y="421"/>
                  <a:pt x="252" y="473"/>
                  <a:pt x="214" y="515"/>
                </a:cubicBezTo>
                <a:cubicBezTo>
                  <a:pt x="177" y="556"/>
                  <a:pt x="141" y="576"/>
                  <a:pt x="107" y="576"/>
                </a:cubicBezTo>
                <a:lnTo>
                  <a:pt x="101" y="576"/>
                </a:lnTo>
                <a:cubicBezTo>
                  <a:pt x="82" y="576"/>
                  <a:pt x="65" y="571"/>
                  <a:pt x="51" y="560"/>
                </a:cubicBezTo>
                <a:cubicBezTo>
                  <a:pt x="37" y="549"/>
                  <a:pt x="27" y="535"/>
                  <a:pt x="20" y="517"/>
                </a:cubicBezTo>
                <a:cubicBezTo>
                  <a:pt x="13" y="499"/>
                  <a:pt x="8" y="481"/>
                  <a:pt x="4" y="462"/>
                </a:cubicBezTo>
                <a:cubicBezTo>
                  <a:pt x="1" y="444"/>
                  <a:pt x="0" y="425"/>
                  <a:pt x="0" y="406"/>
                </a:cubicBezTo>
                <a:moveTo>
                  <a:pt x="281" y="111"/>
                </a:moveTo>
                <a:cubicBezTo>
                  <a:pt x="281" y="57"/>
                  <a:pt x="266" y="29"/>
                  <a:pt x="237" y="29"/>
                </a:cubicBezTo>
                <a:cubicBezTo>
                  <a:pt x="218" y="29"/>
                  <a:pt x="199" y="41"/>
                  <a:pt x="181" y="66"/>
                </a:cubicBezTo>
                <a:cubicBezTo>
                  <a:pt x="162" y="90"/>
                  <a:pt x="147" y="117"/>
                  <a:pt x="136" y="148"/>
                </a:cubicBezTo>
                <a:cubicBezTo>
                  <a:pt x="124" y="178"/>
                  <a:pt x="115" y="205"/>
                  <a:pt x="108" y="228"/>
                </a:cubicBezTo>
                <a:cubicBezTo>
                  <a:pt x="102" y="251"/>
                  <a:pt x="98" y="265"/>
                  <a:pt x="98" y="268"/>
                </a:cubicBezTo>
                <a:cubicBezTo>
                  <a:pt x="124" y="269"/>
                  <a:pt x="150" y="269"/>
                  <a:pt x="176" y="269"/>
                </a:cubicBezTo>
                <a:lnTo>
                  <a:pt x="254" y="268"/>
                </a:lnTo>
                <a:cubicBezTo>
                  <a:pt x="254" y="268"/>
                  <a:pt x="257" y="259"/>
                  <a:pt x="260" y="242"/>
                </a:cubicBezTo>
                <a:cubicBezTo>
                  <a:pt x="265" y="225"/>
                  <a:pt x="269" y="203"/>
                  <a:pt x="274" y="177"/>
                </a:cubicBezTo>
                <a:cubicBezTo>
                  <a:pt x="279" y="152"/>
                  <a:pt x="281" y="130"/>
                  <a:pt x="281" y="111"/>
                </a:cubicBezTo>
                <a:moveTo>
                  <a:pt x="62" y="461"/>
                </a:moveTo>
                <a:cubicBezTo>
                  <a:pt x="62" y="519"/>
                  <a:pt x="77" y="547"/>
                  <a:pt x="105" y="547"/>
                </a:cubicBezTo>
                <a:cubicBezTo>
                  <a:pt x="113" y="547"/>
                  <a:pt x="122" y="544"/>
                  <a:pt x="131" y="539"/>
                </a:cubicBezTo>
                <a:cubicBezTo>
                  <a:pt x="140" y="534"/>
                  <a:pt x="151" y="523"/>
                  <a:pt x="164" y="507"/>
                </a:cubicBezTo>
                <a:cubicBezTo>
                  <a:pt x="177" y="492"/>
                  <a:pt x="189" y="469"/>
                  <a:pt x="202" y="437"/>
                </a:cubicBezTo>
                <a:cubicBezTo>
                  <a:pt x="215" y="406"/>
                  <a:pt x="228" y="367"/>
                  <a:pt x="241" y="320"/>
                </a:cubicBezTo>
                <a:lnTo>
                  <a:pt x="245" y="306"/>
                </a:lnTo>
                <a:lnTo>
                  <a:pt x="88" y="306"/>
                </a:lnTo>
                <a:cubicBezTo>
                  <a:pt x="88" y="308"/>
                  <a:pt x="86" y="318"/>
                  <a:pt x="81" y="337"/>
                </a:cubicBezTo>
                <a:cubicBezTo>
                  <a:pt x="76" y="356"/>
                  <a:pt x="72" y="376"/>
                  <a:pt x="68" y="400"/>
                </a:cubicBezTo>
                <a:cubicBezTo>
                  <a:pt x="64" y="423"/>
                  <a:pt x="62" y="443"/>
                  <a:pt x="62" y="461"/>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697" name=""/>
          <p:cNvSpPr/>
          <p:nvPr/>
        </p:nvSpPr>
        <p:spPr>
          <a:xfrm>
            <a:off x="7807320" y="3686760"/>
            <a:ext cx="98280" cy="410400"/>
          </a:xfrm>
          <a:custGeom>
            <a:avLst/>
            <a:gdLst/>
            <a:ahLst/>
            <a:rect l="0" t="0" r="r" b="b"/>
            <a:pathLst>
              <a:path w="273" h="1140">
                <a:moveTo>
                  <a:pt x="0" y="571"/>
                </a:moveTo>
                <a:cubicBezTo>
                  <a:pt x="0" y="517"/>
                  <a:pt x="4" y="468"/>
                  <a:pt x="11" y="420"/>
                </a:cubicBezTo>
                <a:cubicBezTo>
                  <a:pt x="19" y="373"/>
                  <a:pt x="27" y="333"/>
                  <a:pt x="37" y="299"/>
                </a:cubicBezTo>
                <a:cubicBezTo>
                  <a:pt x="47" y="265"/>
                  <a:pt x="61" y="231"/>
                  <a:pt x="79" y="198"/>
                </a:cubicBezTo>
                <a:cubicBezTo>
                  <a:pt x="98" y="166"/>
                  <a:pt x="112" y="140"/>
                  <a:pt x="123" y="122"/>
                </a:cubicBezTo>
                <a:cubicBezTo>
                  <a:pt x="133" y="104"/>
                  <a:pt x="149" y="84"/>
                  <a:pt x="171" y="63"/>
                </a:cubicBezTo>
                <a:cubicBezTo>
                  <a:pt x="192" y="42"/>
                  <a:pt x="204" y="29"/>
                  <a:pt x="208" y="24"/>
                </a:cubicBezTo>
                <a:cubicBezTo>
                  <a:pt x="213" y="20"/>
                  <a:pt x="222" y="12"/>
                  <a:pt x="238" y="0"/>
                </a:cubicBezTo>
                <a:lnTo>
                  <a:pt x="252" y="0"/>
                </a:lnTo>
                <a:lnTo>
                  <a:pt x="257" y="0"/>
                </a:lnTo>
                <a:cubicBezTo>
                  <a:pt x="268" y="0"/>
                  <a:pt x="273" y="4"/>
                  <a:pt x="273" y="11"/>
                </a:cubicBezTo>
                <a:cubicBezTo>
                  <a:pt x="273" y="13"/>
                  <a:pt x="266" y="21"/>
                  <a:pt x="253" y="35"/>
                </a:cubicBezTo>
                <a:cubicBezTo>
                  <a:pt x="241" y="48"/>
                  <a:pt x="225" y="68"/>
                  <a:pt x="206" y="95"/>
                </a:cubicBezTo>
                <a:cubicBezTo>
                  <a:pt x="188" y="121"/>
                  <a:pt x="169" y="154"/>
                  <a:pt x="150" y="193"/>
                </a:cubicBezTo>
                <a:cubicBezTo>
                  <a:pt x="131" y="232"/>
                  <a:pt x="115" y="284"/>
                  <a:pt x="102" y="350"/>
                </a:cubicBezTo>
                <a:cubicBezTo>
                  <a:pt x="89" y="416"/>
                  <a:pt x="83" y="489"/>
                  <a:pt x="83" y="571"/>
                </a:cubicBezTo>
                <a:cubicBezTo>
                  <a:pt x="83" y="651"/>
                  <a:pt x="89" y="724"/>
                  <a:pt x="102" y="789"/>
                </a:cubicBezTo>
                <a:cubicBezTo>
                  <a:pt x="115" y="854"/>
                  <a:pt x="131" y="907"/>
                  <a:pt x="149" y="947"/>
                </a:cubicBezTo>
                <a:cubicBezTo>
                  <a:pt x="167" y="988"/>
                  <a:pt x="186" y="1020"/>
                  <a:pt x="205" y="1045"/>
                </a:cubicBezTo>
                <a:cubicBezTo>
                  <a:pt x="225" y="1070"/>
                  <a:pt x="241" y="1090"/>
                  <a:pt x="253" y="1106"/>
                </a:cubicBezTo>
                <a:cubicBezTo>
                  <a:pt x="266" y="1121"/>
                  <a:pt x="273" y="1129"/>
                  <a:pt x="273" y="1130"/>
                </a:cubicBezTo>
                <a:cubicBezTo>
                  <a:pt x="273" y="1136"/>
                  <a:pt x="267" y="1140"/>
                  <a:pt x="256" y="1140"/>
                </a:cubicBezTo>
                <a:lnTo>
                  <a:pt x="252" y="1140"/>
                </a:lnTo>
                <a:lnTo>
                  <a:pt x="238" y="1140"/>
                </a:lnTo>
                <a:lnTo>
                  <a:pt x="205" y="1112"/>
                </a:lnTo>
                <a:cubicBezTo>
                  <a:pt x="133" y="1048"/>
                  <a:pt x="81" y="968"/>
                  <a:pt x="49" y="871"/>
                </a:cubicBezTo>
                <a:cubicBezTo>
                  <a:pt x="16" y="775"/>
                  <a:pt x="0" y="675"/>
                  <a:pt x="0" y="571"/>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698" name=""/>
          <p:cNvSpPr/>
          <p:nvPr/>
        </p:nvSpPr>
        <p:spPr>
          <a:xfrm>
            <a:off x="7936560" y="3812400"/>
            <a:ext cx="232200" cy="182160"/>
          </a:xfrm>
          <a:custGeom>
            <a:avLst/>
            <a:gdLst/>
            <a:ahLst/>
            <a:rect l="0" t="0" r="r" b="b"/>
            <a:pathLst>
              <a:path w="645" h="506">
                <a:moveTo>
                  <a:pt x="236" y="506"/>
                </a:moveTo>
                <a:cubicBezTo>
                  <a:pt x="225" y="504"/>
                  <a:pt x="184" y="503"/>
                  <a:pt x="114" y="503"/>
                </a:cubicBezTo>
                <a:cubicBezTo>
                  <a:pt x="53" y="503"/>
                  <a:pt x="18" y="504"/>
                  <a:pt x="8" y="506"/>
                </a:cubicBezTo>
                <a:lnTo>
                  <a:pt x="0" y="506"/>
                </a:lnTo>
                <a:lnTo>
                  <a:pt x="0" y="436"/>
                </a:lnTo>
                <a:lnTo>
                  <a:pt x="110" y="436"/>
                </a:lnTo>
                <a:lnTo>
                  <a:pt x="256" y="263"/>
                </a:lnTo>
                <a:lnTo>
                  <a:pt x="101" y="70"/>
                </a:lnTo>
                <a:lnTo>
                  <a:pt x="6" y="70"/>
                </a:lnTo>
                <a:lnTo>
                  <a:pt x="6" y="0"/>
                </a:lnTo>
                <a:lnTo>
                  <a:pt x="15" y="0"/>
                </a:lnTo>
                <a:cubicBezTo>
                  <a:pt x="27" y="2"/>
                  <a:pt x="68" y="3"/>
                  <a:pt x="140" y="3"/>
                </a:cubicBezTo>
                <a:cubicBezTo>
                  <a:pt x="219" y="3"/>
                  <a:pt x="266" y="2"/>
                  <a:pt x="279" y="0"/>
                </a:cubicBezTo>
                <a:lnTo>
                  <a:pt x="290" y="0"/>
                </a:lnTo>
                <a:lnTo>
                  <a:pt x="290" y="70"/>
                </a:lnTo>
                <a:lnTo>
                  <a:pt x="258" y="70"/>
                </a:lnTo>
                <a:lnTo>
                  <a:pt x="297" y="119"/>
                </a:lnTo>
                <a:cubicBezTo>
                  <a:pt x="323" y="151"/>
                  <a:pt x="337" y="167"/>
                  <a:pt x="337" y="167"/>
                </a:cubicBezTo>
                <a:cubicBezTo>
                  <a:pt x="340" y="167"/>
                  <a:pt x="355" y="150"/>
                  <a:pt x="381" y="117"/>
                </a:cubicBezTo>
                <a:lnTo>
                  <a:pt x="420" y="70"/>
                </a:lnTo>
                <a:lnTo>
                  <a:pt x="378" y="70"/>
                </a:lnTo>
                <a:lnTo>
                  <a:pt x="378" y="0"/>
                </a:lnTo>
                <a:lnTo>
                  <a:pt x="387" y="0"/>
                </a:lnTo>
                <a:cubicBezTo>
                  <a:pt x="399" y="2"/>
                  <a:pt x="439" y="3"/>
                  <a:pt x="508" y="3"/>
                </a:cubicBezTo>
                <a:cubicBezTo>
                  <a:pt x="570" y="3"/>
                  <a:pt x="605" y="2"/>
                  <a:pt x="614" y="0"/>
                </a:cubicBezTo>
                <a:lnTo>
                  <a:pt x="622" y="0"/>
                </a:lnTo>
                <a:lnTo>
                  <a:pt x="622" y="70"/>
                </a:lnTo>
                <a:lnTo>
                  <a:pt x="514" y="70"/>
                </a:lnTo>
                <a:lnTo>
                  <a:pt x="382" y="225"/>
                </a:lnTo>
                <a:lnTo>
                  <a:pt x="551" y="434"/>
                </a:lnTo>
                <a:lnTo>
                  <a:pt x="598" y="436"/>
                </a:lnTo>
                <a:lnTo>
                  <a:pt x="645" y="436"/>
                </a:lnTo>
                <a:lnTo>
                  <a:pt x="645" y="506"/>
                </a:lnTo>
                <a:lnTo>
                  <a:pt x="636" y="506"/>
                </a:lnTo>
                <a:cubicBezTo>
                  <a:pt x="624" y="504"/>
                  <a:pt x="583" y="503"/>
                  <a:pt x="511" y="503"/>
                </a:cubicBezTo>
                <a:cubicBezTo>
                  <a:pt x="433" y="503"/>
                  <a:pt x="386" y="504"/>
                  <a:pt x="373" y="506"/>
                </a:cubicBezTo>
                <a:lnTo>
                  <a:pt x="362" y="506"/>
                </a:lnTo>
                <a:lnTo>
                  <a:pt x="362" y="436"/>
                </a:lnTo>
                <a:lnTo>
                  <a:pt x="394" y="436"/>
                </a:lnTo>
                <a:cubicBezTo>
                  <a:pt x="394" y="435"/>
                  <a:pt x="379" y="416"/>
                  <a:pt x="349" y="379"/>
                </a:cubicBezTo>
                <a:cubicBezTo>
                  <a:pt x="318" y="342"/>
                  <a:pt x="303" y="322"/>
                  <a:pt x="302" y="321"/>
                </a:cubicBezTo>
                <a:lnTo>
                  <a:pt x="203" y="434"/>
                </a:lnTo>
                <a:lnTo>
                  <a:pt x="225" y="436"/>
                </a:lnTo>
                <a:lnTo>
                  <a:pt x="245" y="436"/>
                </a:lnTo>
                <a:lnTo>
                  <a:pt x="245" y="506"/>
                </a:lnTo>
                <a:lnTo>
                  <a:pt x="236" y="506"/>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699" name=""/>
          <p:cNvSpPr/>
          <p:nvPr/>
        </p:nvSpPr>
        <p:spPr>
          <a:xfrm>
            <a:off x="8195760" y="3874320"/>
            <a:ext cx="90720" cy="185040"/>
          </a:xfrm>
          <a:custGeom>
            <a:avLst/>
            <a:gdLst/>
            <a:ahLst/>
            <a:rect l="0" t="0" r="r" b="b"/>
            <a:pathLst>
              <a:path w="252" h="514">
                <a:moveTo>
                  <a:pt x="6" y="194"/>
                </a:moveTo>
                <a:cubicBezTo>
                  <a:pt x="2" y="190"/>
                  <a:pt x="0" y="188"/>
                  <a:pt x="0" y="186"/>
                </a:cubicBezTo>
                <a:cubicBezTo>
                  <a:pt x="0" y="184"/>
                  <a:pt x="1" y="180"/>
                  <a:pt x="3" y="173"/>
                </a:cubicBezTo>
                <a:cubicBezTo>
                  <a:pt x="4" y="167"/>
                  <a:pt x="6" y="163"/>
                  <a:pt x="7" y="162"/>
                </a:cubicBezTo>
                <a:cubicBezTo>
                  <a:pt x="8" y="159"/>
                  <a:pt x="10" y="158"/>
                  <a:pt x="14" y="158"/>
                </a:cubicBezTo>
                <a:cubicBezTo>
                  <a:pt x="18" y="158"/>
                  <a:pt x="32" y="158"/>
                  <a:pt x="55" y="157"/>
                </a:cubicBezTo>
                <a:lnTo>
                  <a:pt x="98" y="157"/>
                </a:lnTo>
                <a:lnTo>
                  <a:pt x="114" y="93"/>
                </a:lnTo>
                <a:cubicBezTo>
                  <a:pt x="116" y="87"/>
                  <a:pt x="118" y="79"/>
                  <a:pt x="120" y="69"/>
                </a:cubicBezTo>
                <a:cubicBezTo>
                  <a:pt x="122" y="60"/>
                  <a:pt x="124" y="53"/>
                  <a:pt x="125" y="48"/>
                </a:cubicBezTo>
                <a:cubicBezTo>
                  <a:pt x="127" y="44"/>
                  <a:pt x="129" y="39"/>
                  <a:pt x="130" y="32"/>
                </a:cubicBezTo>
                <a:cubicBezTo>
                  <a:pt x="132" y="26"/>
                  <a:pt x="134" y="21"/>
                  <a:pt x="137" y="19"/>
                </a:cubicBezTo>
                <a:cubicBezTo>
                  <a:pt x="139" y="16"/>
                  <a:pt x="142" y="13"/>
                  <a:pt x="145" y="9"/>
                </a:cubicBezTo>
                <a:cubicBezTo>
                  <a:pt x="147" y="5"/>
                  <a:pt x="151" y="3"/>
                  <a:pt x="156" y="2"/>
                </a:cubicBezTo>
                <a:cubicBezTo>
                  <a:pt x="161" y="1"/>
                  <a:pt x="166" y="0"/>
                  <a:pt x="170" y="0"/>
                </a:cubicBezTo>
                <a:cubicBezTo>
                  <a:pt x="180" y="1"/>
                  <a:pt x="187" y="4"/>
                  <a:pt x="191" y="9"/>
                </a:cubicBezTo>
                <a:cubicBezTo>
                  <a:pt x="194" y="14"/>
                  <a:pt x="196" y="19"/>
                  <a:pt x="196" y="24"/>
                </a:cubicBezTo>
                <a:cubicBezTo>
                  <a:pt x="196" y="28"/>
                  <a:pt x="194" y="41"/>
                  <a:pt x="189" y="62"/>
                </a:cubicBezTo>
                <a:cubicBezTo>
                  <a:pt x="184" y="84"/>
                  <a:pt x="179" y="105"/>
                  <a:pt x="173" y="126"/>
                </a:cubicBezTo>
                <a:lnTo>
                  <a:pt x="165" y="155"/>
                </a:lnTo>
                <a:cubicBezTo>
                  <a:pt x="165" y="157"/>
                  <a:pt x="178" y="157"/>
                  <a:pt x="205" y="157"/>
                </a:cubicBezTo>
                <a:lnTo>
                  <a:pt x="246" y="157"/>
                </a:lnTo>
                <a:cubicBezTo>
                  <a:pt x="250" y="161"/>
                  <a:pt x="252" y="164"/>
                  <a:pt x="252" y="166"/>
                </a:cubicBezTo>
                <a:cubicBezTo>
                  <a:pt x="252" y="178"/>
                  <a:pt x="248" y="187"/>
                  <a:pt x="241" y="194"/>
                </a:cubicBezTo>
                <a:lnTo>
                  <a:pt x="155" y="194"/>
                </a:lnTo>
                <a:lnTo>
                  <a:pt x="126" y="312"/>
                </a:lnTo>
                <a:cubicBezTo>
                  <a:pt x="104" y="398"/>
                  <a:pt x="94" y="444"/>
                  <a:pt x="94" y="450"/>
                </a:cubicBezTo>
                <a:cubicBezTo>
                  <a:pt x="94" y="473"/>
                  <a:pt x="101" y="484"/>
                  <a:pt x="117" y="484"/>
                </a:cubicBezTo>
                <a:cubicBezTo>
                  <a:pt x="135" y="484"/>
                  <a:pt x="154" y="475"/>
                  <a:pt x="171" y="457"/>
                </a:cubicBezTo>
                <a:cubicBezTo>
                  <a:pt x="189" y="438"/>
                  <a:pt x="203" y="416"/>
                  <a:pt x="214" y="389"/>
                </a:cubicBezTo>
                <a:cubicBezTo>
                  <a:pt x="215" y="386"/>
                  <a:pt x="216" y="384"/>
                  <a:pt x="218" y="383"/>
                </a:cubicBezTo>
                <a:cubicBezTo>
                  <a:pt x="220" y="383"/>
                  <a:pt x="224" y="382"/>
                  <a:pt x="230" y="382"/>
                </a:cubicBezTo>
                <a:lnTo>
                  <a:pt x="233" y="382"/>
                </a:lnTo>
                <a:cubicBezTo>
                  <a:pt x="241" y="382"/>
                  <a:pt x="245" y="384"/>
                  <a:pt x="245" y="388"/>
                </a:cubicBezTo>
                <a:cubicBezTo>
                  <a:pt x="245" y="390"/>
                  <a:pt x="244" y="393"/>
                  <a:pt x="243" y="398"/>
                </a:cubicBezTo>
                <a:cubicBezTo>
                  <a:pt x="240" y="406"/>
                  <a:pt x="235" y="417"/>
                  <a:pt x="228" y="428"/>
                </a:cubicBezTo>
                <a:cubicBezTo>
                  <a:pt x="221" y="440"/>
                  <a:pt x="212" y="453"/>
                  <a:pt x="201" y="466"/>
                </a:cubicBezTo>
                <a:cubicBezTo>
                  <a:pt x="190" y="480"/>
                  <a:pt x="176" y="491"/>
                  <a:pt x="160" y="500"/>
                </a:cubicBezTo>
                <a:cubicBezTo>
                  <a:pt x="144" y="509"/>
                  <a:pt x="128" y="514"/>
                  <a:pt x="111" y="514"/>
                </a:cubicBezTo>
                <a:cubicBezTo>
                  <a:pt x="94" y="514"/>
                  <a:pt x="79" y="510"/>
                  <a:pt x="64" y="502"/>
                </a:cubicBezTo>
                <a:cubicBezTo>
                  <a:pt x="50" y="494"/>
                  <a:pt x="39" y="480"/>
                  <a:pt x="33" y="460"/>
                </a:cubicBezTo>
                <a:cubicBezTo>
                  <a:pt x="32" y="456"/>
                  <a:pt x="31" y="448"/>
                  <a:pt x="31" y="438"/>
                </a:cubicBezTo>
                <a:lnTo>
                  <a:pt x="31" y="424"/>
                </a:lnTo>
                <a:lnTo>
                  <a:pt x="59" y="311"/>
                </a:lnTo>
                <a:cubicBezTo>
                  <a:pt x="78" y="234"/>
                  <a:pt x="88" y="196"/>
                  <a:pt x="88" y="196"/>
                </a:cubicBezTo>
                <a:cubicBezTo>
                  <a:pt x="88" y="195"/>
                  <a:pt x="74" y="194"/>
                  <a:pt x="47" y="194"/>
                </a:cubicBezTo>
                <a:lnTo>
                  <a:pt x="6" y="194"/>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700" name=""/>
          <p:cNvSpPr/>
          <p:nvPr/>
        </p:nvSpPr>
        <p:spPr>
          <a:xfrm>
            <a:off x="8347320" y="3944520"/>
            <a:ext cx="54720" cy="129600"/>
          </a:xfrm>
          <a:custGeom>
            <a:avLst/>
            <a:gdLst/>
            <a:ahLst/>
            <a:rect l="0" t="0" r="r" b="b"/>
            <a:pathLst>
              <a:path w="152" h="360">
                <a:moveTo>
                  <a:pt x="0" y="98"/>
                </a:moveTo>
                <a:cubicBezTo>
                  <a:pt x="0" y="98"/>
                  <a:pt x="0" y="89"/>
                  <a:pt x="0" y="70"/>
                </a:cubicBezTo>
                <a:cubicBezTo>
                  <a:pt x="0" y="51"/>
                  <a:pt x="7" y="35"/>
                  <a:pt x="19" y="21"/>
                </a:cubicBezTo>
                <a:cubicBezTo>
                  <a:pt x="31" y="7"/>
                  <a:pt x="47" y="0"/>
                  <a:pt x="68" y="0"/>
                </a:cubicBezTo>
                <a:cubicBezTo>
                  <a:pt x="89" y="0"/>
                  <a:pt x="108" y="10"/>
                  <a:pt x="125" y="29"/>
                </a:cubicBezTo>
                <a:cubicBezTo>
                  <a:pt x="142" y="48"/>
                  <a:pt x="151" y="81"/>
                  <a:pt x="152" y="129"/>
                </a:cubicBezTo>
                <a:cubicBezTo>
                  <a:pt x="152" y="156"/>
                  <a:pt x="148" y="181"/>
                  <a:pt x="141" y="206"/>
                </a:cubicBezTo>
                <a:cubicBezTo>
                  <a:pt x="134" y="232"/>
                  <a:pt x="126" y="253"/>
                  <a:pt x="117" y="271"/>
                </a:cubicBezTo>
                <a:cubicBezTo>
                  <a:pt x="107" y="290"/>
                  <a:pt x="98" y="305"/>
                  <a:pt x="87" y="318"/>
                </a:cubicBezTo>
                <a:cubicBezTo>
                  <a:pt x="76" y="332"/>
                  <a:pt x="67" y="342"/>
                  <a:pt x="60" y="350"/>
                </a:cubicBezTo>
                <a:cubicBezTo>
                  <a:pt x="52" y="357"/>
                  <a:pt x="47" y="361"/>
                  <a:pt x="45" y="360"/>
                </a:cubicBezTo>
                <a:cubicBezTo>
                  <a:pt x="42" y="360"/>
                  <a:pt x="37" y="357"/>
                  <a:pt x="30" y="350"/>
                </a:cubicBezTo>
                <a:cubicBezTo>
                  <a:pt x="23" y="343"/>
                  <a:pt x="20" y="338"/>
                  <a:pt x="20" y="335"/>
                </a:cubicBezTo>
                <a:cubicBezTo>
                  <a:pt x="20" y="332"/>
                  <a:pt x="24" y="326"/>
                  <a:pt x="32" y="316"/>
                </a:cubicBezTo>
                <a:cubicBezTo>
                  <a:pt x="41" y="307"/>
                  <a:pt x="50" y="295"/>
                  <a:pt x="61" y="282"/>
                </a:cubicBezTo>
                <a:cubicBezTo>
                  <a:pt x="71" y="268"/>
                  <a:pt x="81" y="249"/>
                  <a:pt x="90" y="225"/>
                </a:cubicBezTo>
                <a:cubicBezTo>
                  <a:pt x="100" y="200"/>
                  <a:pt x="106" y="173"/>
                  <a:pt x="109" y="142"/>
                </a:cubicBezTo>
                <a:lnTo>
                  <a:pt x="109" y="128"/>
                </a:lnTo>
                <a:lnTo>
                  <a:pt x="107" y="129"/>
                </a:lnTo>
                <a:cubicBezTo>
                  <a:pt x="106" y="130"/>
                  <a:pt x="104" y="131"/>
                  <a:pt x="102" y="131"/>
                </a:cubicBezTo>
                <a:cubicBezTo>
                  <a:pt x="100" y="132"/>
                  <a:pt x="97" y="133"/>
                  <a:pt x="95" y="135"/>
                </a:cubicBezTo>
                <a:cubicBezTo>
                  <a:pt x="93" y="136"/>
                  <a:pt x="89" y="137"/>
                  <a:pt x="85" y="137"/>
                </a:cubicBezTo>
                <a:cubicBezTo>
                  <a:pt x="80" y="137"/>
                  <a:pt x="76" y="137"/>
                  <a:pt x="71" y="138"/>
                </a:cubicBezTo>
                <a:cubicBezTo>
                  <a:pt x="51" y="138"/>
                  <a:pt x="34" y="132"/>
                  <a:pt x="21" y="119"/>
                </a:cubicBezTo>
                <a:lnTo>
                  <a:pt x="0" y="98"/>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701" name=""/>
          <p:cNvSpPr/>
          <p:nvPr/>
        </p:nvSpPr>
        <p:spPr>
          <a:xfrm>
            <a:off x="8505720" y="3737880"/>
            <a:ext cx="127800" cy="261360"/>
          </a:xfrm>
          <a:custGeom>
            <a:avLst/>
            <a:gdLst/>
            <a:ahLst/>
            <a:rect l="0" t="0" r="r" b="b"/>
            <a:pathLst>
              <a:path w="355" h="726">
                <a:moveTo>
                  <a:pt x="8" y="275"/>
                </a:moveTo>
                <a:cubicBezTo>
                  <a:pt x="2" y="270"/>
                  <a:pt x="0" y="266"/>
                  <a:pt x="0" y="264"/>
                </a:cubicBezTo>
                <a:cubicBezTo>
                  <a:pt x="0" y="260"/>
                  <a:pt x="1" y="254"/>
                  <a:pt x="3" y="245"/>
                </a:cubicBezTo>
                <a:cubicBezTo>
                  <a:pt x="5" y="236"/>
                  <a:pt x="7" y="231"/>
                  <a:pt x="9" y="229"/>
                </a:cubicBezTo>
                <a:cubicBezTo>
                  <a:pt x="10" y="226"/>
                  <a:pt x="14" y="224"/>
                  <a:pt x="19" y="224"/>
                </a:cubicBezTo>
                <a:cubicBezTo>
                  <a:pt x="24" y="224"/>
                  <a:pt x="44" y="223"/>
                  <a:pt x="77" y="223"/>
                </a:cubicBezTo>
                <a:lnTo>
                  <a:pt x="137" y="223"/>
                </a:lnTo>
                <a:lnTo>
                  <a:pt x="159" y="131"/>
                </a:lnTo>
                <a:cubicBezTo>
                  <a:pt x="161" y="122"/>
                  <a:pt x="164" y="111"/>
                  <a:pt x="167" y="97"/>
                </a:cubicBezTo>
                <a:cubicBezTo>
                  <a:pt x="170" y="84"/>
                  <a:pt x="173" y="74"/>
                  <a:pt x="175" y="68"/>
                </a:cubicBezTo>
                <a:cubicBezTo>
                  <a:pt x="177" y="62"/>
                  <a:pt x="179" y="54"/>
                  <a:pt x="182" y="45"/>
                </a:cubicBezTo>
                <a:cubicBezTo>
                  <a:pt x="184" y="36"/>
                  <a:pt x="187" y="30"/>
                  <a:pt x="191" y="26"/>
                </a:cubicBezTo>
                <a:cubicBezTo>
                  <a:pt x="195" y="22"/>
                  <a:pt x="198" y="17"/>
                  <a:pt x="202" y="12"/>
                </a:cubicBezTo>
                <a:cubicBezTo>
                  <a:pt x="206" y="7"/>
                  <a:pt x="211" y="3"/>
                  <a:pt x="218" y="2"/>
                </a:cubicBezTo>
                <a:cubicBezTo>
                  <a:pt x="225" y="0"/>
                  <a:pt x="232" y="0"/>
                  <a:pt x="239" y="0"/>
                </a:cubicBezTo>
                <a:cubicBezTo>
                  <a:pt x="252" y="0"/>
                  <a:pt x="262" y="5"/>
                  <a:pt x="267" y="12"/>
                </a:cubicBezTo>
                <a:cubicBezTo>
                  <a:pt x="273" y="20"/>
                  <a:pt x="276" y="27"/>
                  <a:pt x="276" y="34"/>
                </a:cubicBezTo>
                <a:cubicBezTo>
                  <a:pt x="276" y="39"/>
                  <a:pt x="273" y="57"/>
                  <a:pt x="265" y="87"/>
                </a:cubicBezTo>
                <a:cubicBezTo>
                  <a:pt x="258" y="118"/>
                  <a:pt x="250" y="149"/>
                  <a:pt x="242" y="178"/>
                </a:cubicBezTo>
                <a:lnTo>
                  <a:pt x="231" y="220"/>
                </a:lnTo>
                <a:cubicBezTo>
                  <a:pt x="231" y="222"/>
                  <a:pt x="250" y="223"/>
                  <a:pt x="289" y="223"/>
                </a:cubicBezTo>
                <a:lnTo>
                  <a:pt x="347" y="223"/>
                </a:lnTo>
                <a:cubicBezTo>
                  <a:pt x="352" y="228"/>
                  <a:pt x="355" y="232"/>
                  <a:pt x="355" y="235"/>
                </a:cubicBezTo>
                <a:cubicBezTo>
                  <a:pt x="355" y="252"/>
                  <a:pt x="350" y="265"/>
                  <a:pt x="340" y="275"/>
                </a:cubicBezTo>
                <a:lnTo>
                  <a:pt x="217" y="275"/>
                </a:lnTo>
                <a:lnTo>
                  <a:pt x="176" y="440"/>
                </a:lnTo>
                <a:cubicBezTo>
                  <a:pt x="146" y="561"/>
                  <a:pt x="132" y="627"/>
                  <a:pt x="132" y="636"/>
                </a:cubicBezTo>
                <a:cubicBezTo>
                  <a:pt x="132" y="668"/>
                  <a:pt x="142" y="684"/>
                  <a:pt x="162" y="684"/>
                </a:cubicBezTo>
                <a:cubicBezTo>
                  <a:pt x="189" y="684"/>
                  <a:pt x="215" y="671"/>
                  <a:pt x="240" y="645"/>
                </a:cubicBezTo>
                <a:cubicBezTo>
                  <a:pt x="265" y="619"/>
                  <a:pt x="286" y="587"/>
                  <a:pt x="301" y="549"/>
                </a:cubicBezTo>
                <a:cubicBezTo>
                  <a:pt x="303" y="545"/>
                  <a:pt x="304" y="542"/>
                  <a:pt x="307" y="541"/>
                </a:cubicBezTo>
                <a:cubicBezTo>
                  <a:pt x="309" y="541"/>
                  <a:pt x="315" y="540"/>
                  <a:pt x="324" y="539"/>
                </a:cubicBezTo>
                <a:lnTo>
                  <a:pt x="328" y="539"/>
                </a:lnTo>
                <a:cubicBezTo>
                  <a:pt x="340" y="539"/>
                  <a:pt x="345" y="542"/>
                  <a:pt x="345" y="548"/>
                </a:cubicBezTo>
                <a:cubicBezTo>
                  <a:pt x="345" y="550"/>
                  <a:pt x="344" y="555"/>
                  <a:pt x="342" y="562"/>
                </a:cubicBezTo>
                <a:cubicBezTo>
                  <a:pt x="338" y="574"/>
                  <a:pt x="331" y="588"/>
                  <a:pt x="322" y="605"/>
                </a:cubicBezTo>
                <a:cubicBezTo>
                  <a:pt x="312" y="622"/>
                  <a:pt x="299" y="640"/>
                  <a:pt x="283" y="659"/>
                </a:cubicBezTo>
                <a:cubicBezTo>
                  <a:pt x="266" y="678"/>
                  <a:pt x="247" y="693"/>
                  <a:pt x="224" y="706"/>
                </a:cubicBezTo>
                <a:cubicBezTo>
                  <a:pt x="201" y="719"/>
                  <a:pt x="178" y="726"/>
                  <a:pt x="154" y="726"/>
                </a:cubicBezTo>
                <a:cubicBezTo>
                  <a:pt x="132" y="726"/>
                  <a:pt x="110" y="720"/>
                  <a:pt x="89" y="709"/>
                </a:cubicBezTo>
                <a:cubicBezTo>
                  <a:pt x="69" y="697"/>
                  <a:pt x="54" y="678"/>
                  <a:pt x="45" y="649"/>
                </a:cubicBezTo>
                <a:cubicBezTo>
                  <a:pt x="44" y="643"/>
                  <a:pt x="43" y="633"/>
                  <a:pt x="43" y="619"/>
                </a:cubicBezTo>
                <a:lnTo>
                  <a:pt x="43" y="598"/>
                </a:lnTo>
                <a:lnTo>
                  <a:pt x="83" y="439"/>
                </a:lnTo>
                <a:cubicBezTo>
                  <a:pt x="109" y="332"/>
                  <a:pt x="123" y="278"/>
                  <a:pt x="124" y="277"/>
                </a:cubicBezTo>
                <a:cubicBezTo>
                  <a:pt x="124" y="276"/>
                  <a:pt x="104" y="275"/>
                  <a:pt x="66" y="275"/>
                </a:cubicBezTo>
                <a:lnTo>
                  <a:pt x="8" y="275"/>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702" name=""/>
          <p:cNvSpPr/>
          <p:nvPr/>
        </p:nvSpPr>
        <p:spPr>
          <a:xfrm>
            <a:off x="8668080" y="3686760"/>
            <a:ext cx="98640" cy="410400"/>
          </a:xfrm>
          <a:custGeom>
            <a:avLst/>
            <a:gdLst/>
            <a:ahLst/>
            <a:rect l="0" t="0" r="r" b="b"/>
            <a:pathLst>
              <a:path w="274" h="1140">
                <a:moveTo>
                  <a:pt x="6" y="2"/>
                </a:moveTo>
                <a:lnTo>
                  <a:pt x="11" y="0"/>
                </a:lnTo>
                <a:cubicBezTo>
                  <a:pt x="15" y="0"/>
                  <a:pt x="18" y="0"/>
                  <a:pt x="22" y="0"/>
                </a:cubicBezTo>
                <a:lnTo>
                  <a:pt x="36" y="0"/>
                </a:lnTo>
                <a:lnTo>
                  <a:pt x="68" y="28"/>
                </a:lnTo>
                <a:cubicBezTo>
                  <a:pt x="139" y="92"/>
                  <a:pt x="191" y="173"/>
                  <a:pt x="224" y="269"/>
                </a:cubicBezTo>
                <a:cubicBezTo>
                  <a:pt x="256" y="365"/>
                  <a:pt x="274" y="466"/>
                  <a:pt x="274" y="571"/>
                </a:cubicBezTo>
                <a:cubicBezTo>
                  <a:pt x="274" y="622"/>
                  <a:pt x="270" y="672"/>
                  <a:pt x="261" y="720"/>
                </a:cubicBezTo>
                <a:cubicBezTo>
                  <a:pt x="254" y="768"/>
                  <a:pt x="245" y="808"/>
                  <a:pt x="235" y="842"/>
                </a:cubicBezTo>
                <a:cubicBezTo>
                  <a:pt x="225" y="875"/>
                  <a:pt x="211" y="908"/>
                  <a:pt x="193" y="942"/>
                </a:cubicBezTo>
                <a:cubicBezTo>
                  <a:pt x="175" y="975"/>
                  <a:pt x="160" y="1001"/>
                  <a:pt x="150" y="1018"/>
                </a:cubicBezTo>
                <a:cubicBezTo>
                  <a:pt x="139" y="1035"/>
                  <a:pt x="123" y="1055"/>
                  <a:pt x="103" y="1076"/>
                </a:cubicBezTo>
                <a:cubicBezTo>
                  <a:pt x="82" y="1097"/>
                  <a:pt x="70" y="1110"/>
                  <a:pt x="67" y="1114"/>
                </a:cubicBezTo>
                <a:cubicBezTo>
                  <a:pt x="63" y="1117"/>
                  <a:pt x="54" y="1125"/>
                  <a:pt x="40" y="1135"/>
                </a:cubicBezTo>
                <a:cubicBezTo>
                  <a:pt x="38" y="1138"/>
                  <a:pt x="37" y="1139"/>
                  <a:pt x="36" y="1140"/>
                </a:cubicBezTo>
                <a:lnTo>
                  <a:pt x="22" y="1140"/>
                </a:lnTo>
                <a:cubicBezTo>
                  <a:pt x="16" y="1140"/>
                  <a:pt x="12" y="1140"/>
                  <a:pt x="10" y="1140"/>
                </a:cubicBezTo>
                <a:cubicBezTo>
                  <a:pt x="7" y="1140"/>
                  <a:pt x="5" y="1139"/>
                  <a:pt x="4" y="1136"/>
                </a:cubicBezTo>
                <a:cubicBezTo>
                  <a:pt x="2" y="1134"/>
                  <a:pt x="1" y="1131"/>
                  <a:pt x="0" y="1126"/>
                </a:cubicBezTo>
                <a:cubicBezTo>
                  <a:pt x="1" y="1125"/>
                  <a:pt x="5" y="1120"/>
                  <a:pt x="13" y="1111"/>
                </a:cubicBezTo>
                <a:cubicBezTo>
                  <a:pt x="131" y="989"/>
                  <a:pt x="189" y="809"/>
                  <a:pt x="189" y="571"/>
                </a:cubicBezTo>
                <a:cubicBezTo>
                  <a:pt x="189" y="331"/>
                  <a:pt x="131" y="151"/>
                  <a:pt x="13" y="29"/>
                </a:cubicBezTo>
                <a:cubicBezTo>
                  <a:pt x="5" y="20"/>
                  <a:pt x="1" y="15"/>
                  <a:pt x="0" y="14"/>
                </a:cubicBezTo>
                <a:cubicBezTo>
                  <a:pt x="0" y="8"/>
                  <a:pt x="2" y="4"/>
                  <a:pt x="6" y="2"/>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703" name=""/>
          <p:cNvSpPr/>
          <p:nvPr/>
        </p:nvSpPr>
        <p:spPr>
          <a:xfrm>
            <a:off x="8859240" y="3686760"/>
            <a:ext cx="96840" cy="410400"/>
          </a:xfrm>
          <a:custGeom>
            <a:avLst/>
            <a:gdLst/>
            <a:ahLst/>
            <a:rect l="0" t="0" r="r" b="b"/>
            <a:pathLst>
              <a:path w="269" h="1140">
                <a:moveTo>
                  <a:pt x="1" y="16"/>
                </a:moveTo>
                <a:cubicBezTo>
                  <a:pt x="5" y="6"/>
                  <a:pt x="12" y="0"/>
                  <a:pt x="24" y="0"/>
                </a:cubicBezTo>
                <a:cubicBezTo>
                  <a:pt x="32" y="0"/>
                  <a:pt x="39" y="5"/>
                  <a:pt x="43" y="13"/>
                </a:cubicBezTo>
                <a:cubicBezTo>
                  <a:pt x="45" y="16"/>
                  <a:pt x="45" y="202"/>
                  <a:pt x="45" y="571"/>
                </a:cubicBezTo>
                <a:cubicBezTo>
                  <a:pt x="45" y="939"/>
                  <a:pt x="45" y="1124"/>
                  <a:pt x="43" y="1127"/>
                </a:cubicBezTo>
                <a:cubicBezTo>
                  <a:pt x="39" y="1136"/>
                  <a:pt x="32" y="1140"/>
                  <a:pt x="23" y="1140"/>
                </a:cubicBezTo>
                <a:cubicBezTo>
                  <a:pt x="17" y="1140"/>
                  <a:pt x="11" y="1138"/>
                  <a:pt x="7" y="1133"/>
                </a:cubicBezTo>
                <a:lnTo>
                  <a:pt x="6" y="1132"/>
                </a:lnTo>
                <a:cubicBezTo>
                  <a:pt x="3" y="1130"/>
                  <a:pt x="1" y="1106"/>
                  <a:pt x="1" y="1059"/>
                </a:cubicBezTo>
                <a:cubicBezTo>
                  <a:pt x="1" y="1012"/>
                  <a:pt x="1" y="849"/>
                  <a:pt x="0" y="571"/>
                </a:cubicBezTo>
                <a:cubicBezTo>
                  <a:pt x="0" y="205"/>
                  <a:pt x="0" y="20"/>
                  <a:pt x="1" y="16"/>
                </a:cubicBezTo>
                <a:moveTo>
                  <a:pt x="225" y="13"/>
                </a:moveTo>
                <a:cubicBezTo>
                  <a:pt x="229" y="5"/>
                  <a:pt x="235" y="0"/>
                  <a:pt x="245" y="0"/>
                </a:cubicBezTo>
                <a:cubicBezTo>
                  <a:pt x="250" y="0"/>
                  <a:pt x="256" y="3"/>
                  <a:pt x="262" y="7"/>
                </a:cubicBezTo>
                <a:lnTo>
                  <a:pt x="263" y="8"/>
                </a:lnTo>
                <a:cubicBezTo>
                  <a:pt x="266" y="10"/>
                  <a:pt x="267" y="34"/>
                  <a:pt x="267" y="81"/>
                </a:cubicBezTo>
                <a:cubicBezTo>
                  <a:pt x="267" y="128"/>
                  <a:pt x="268" y="291"/>
                  <a:pt x="268" y="571"/>
                </a:cubicBezTo>
                <a:cubicBezTo>
                  <a:pt x="269" y="849"/>
                  <a:pt x="269" y="1012"/>
                  <a:pt x="268" y="1058"/>
                </a:cubicBezTo>
                <a:cubicBezTo>
                  <a:pt x="268" y="1104"/>
                  <a:pt x="266" y="1129"/>
                  <a:pt x="263" y="1132"/>
                </a:cubicBezTo>
                <a:lnTo>
                  <a:pt x="262" y="1133"/>
                </a:lnTo>
                <a:cubicBezTo>
                  <a:pt x="257" y="1138"/>
                  <a:pt x="252" y="1140"/>
                  <a:pt x="246" y="1140"/>
                </a:cubicBezTo>
                <a:cubicBezTo>
                  <a:pt x="237" y="1140"/>
                  <a:pt x="230" y="1136"/>
                  <a:pt x="225" y="1127"/>
                </a:cubicBezTo>
                <a:cubicBezTo>
                  <a:pt x="224" y="1124"/>
                  <a:pt x="223" y="939"/>
                  <a:pt x="223" y="571"/>
                </a:cubicBezTo>
                <a:cubicBezTo>
                  <a:pt x="223" y="202"/>
                  <a:pt x="224" y="16"/>
                  <a:pt x="225" y="13"/>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704" name=""/>
          <p:cNvSpPr/>
          <p:nvPr/>
        </p:nvSpPr>
        <p:spPr>
          <a:xfrm>
            <a:off x="9038160" y="3632040"/>
            <a:ext cx="115920" cy="193320"/>
          </a:xfrm>
          <a:custGeom>
            <a:avLst/>
            <a:gdLst/>
            <a:ahLst/>
            <a:rect l="0" t="0" r="r" b="b"/>
            <a:pathLst>
              <a:path w="322" h="537">
                <a:moveTo>
                  <a:pt x="47" y="191"/>
                </a:moveTo>
                <a:cubicBezTo>
                  <a:pt x="33" y="191"/>
                  <a:pt x="21" y="186"/>
                  <a:pt x="13" y="176"/>
                </a:cubicBezTo>
                <a:cubicBezTo>
                  <a:pt x="4" y="167"/>
                  <a:pt x="0" y="155"/>
                  <a:pt x="0" y="141"/>
                </a:cubicBezTo>
                <a:cubicBezTo>
                  <a:pt x="0" y="103"/>
                  <a:pt x="14" y="70"/>
                  <a:pt x="42" y="42"/>
                </a:cubicBezTo>
                <a:cubicBezTo>
                  <a:pt x="71" y="14"/>
                  <a:pt x="107" y="0"/>
                  <a:pt x="150" y="0"/>
                </a:cubicBezTo>
                <a:cubicBezTo>
                  <a:pt x="198" y="0"/>
                  <a:pt x="239" y="15"/>
                  <a:pt x="272" y="45"/>
                </a:cubicBezTo>
                <a:cubicBezTo>
                  <a:pt x="305" y="75"/>
                  <a:pt x="321" y="114"/>
                  <a:pt x="322" y="162"/>
                </a:cubicBezTo>
                <a:cubicBezTo>
                  <a:pt x="322" y="185"/>
                  <a:pt x="316" y="207"/>
                  <a:pt x="306" y="228"/>
                </a:cubicBezTo>
                <a:cubicBezTo>
                  <a:pt x="295" y="249"/>
                  <a:pt x="282" y="267"/>
                  <a:pt x="267" y="283"/>
                </a:cubicBezTo>
                <a:cubicBezTo>
                  <a:pt x="252" y="298"/>
                  <a:pt x="231" y="318"/>
                  <a:pt x="203" y="342"/>
                </a:cubicBezTo>
                <a:cubicBezTo>
                  <a:pt x="183" y="359"/>
                  <a:pt x="157" y="384"/>
                  <a:pt x="122" y="417"/>
                </a:cubicBezTo>
                <a:lnTo>
                  <a:pt x="74" y="462"/>
                </a:lnTo>
                <a:lnTo>
                  <a:pt x="136" y="463"/>
                </a:lnTo>
                <a:cubicBezTo>
                  <a:pt x="220" y="463"/>
                  <a:pt x="265" y="462"/>
                  <a:pt x="270" y="459"/>
                </a:cubicBezTo>
                <a:cubicBezTo>
                  <a:pt x="274" y="458"/>
                  <a:pt x="280" y="434"/>
                  <a:pt x="290" y="387"/>
                </a:cubicBezTo>
                <a:lnTo>
                  <a:pt x="290" y="385"/>
                </a:lnTo>
                <a:lnTo>
                  <a:pt x="322" y="385"/>
                </a:lnTo>
                <a:lnTo>
                  <a:pt x="322" y="387"/>
                </a:lnTo>
                <a:cubicBezTo>
                  <a:pt x="321" y="389"/>
                  <a:pt x="318" y="413"/>
                  <a:pt x="311" y="461"/>
                </a:cubicBezTo>
                <a:cubicBezTo>
                  <a:pt x="305" y="508"/>
                  <a:pt x="301" y="532"/>
                  <a:pt x="299" y="535"/>
                </a:cubicBezTo>
                <a:lnTo>
                  <a:pt x="299" y="537"/>
                </a:lnTo>
                <a:lnTo>
                  <a:pt x="0" y="537"/>
                </a:lnTo>
                <a:lnTo>
                  <a:pt x="0" y="522"/>
                </a:lnTo>
                <a:lnTo>
                  <a:pt x="0" y="512"/>
                </a:lnTo>
                <a:cubicBezTo>
                  <a:pt x="0" y="508"/>
                  <a:pt x="1" y="504"/>
                  <a:pt x="5" y="500"/>
                </a:cubicBezTo>
                <a:cubicBezTo>
                  <a:pt x="8" y="496"/>
                  <a:pt x="16" y="486"/>
                  <a:pt x="29" y="472"/>
                </a:cubicBezTo>
                <a:cubicBezTo>
                  <a:pt x="44" y="455"/>
                  <a:pt x="58" y="440"/>
                  <a:pt x="69" y="427"/>
                </a:cubicBezTo>
                <a:cubicBezTo>
                  <a:pt x="74" y="421"/>
                  <a:pt x="83" y="411"/>
                  <a:pt x="97" y="397"/>
                </a:cubicBezTo>
                <a:cubicBezTo>
                  <a:pt x="111" y="383"/>
                  <a:pt x="120" y="373"/>
                  <a:pt x="125" y="367"/>
                </a:cubicBezTo>
                <a:cubicBezTo>
                  <a:pt x="129" y="361"/>
                  <a:pt x="137" y="352"/>
                  <a:pt x="148" y="340"/>
                </a:cubicBezTo>
                <a:cubicBezTo>
                  <a:pt x="159" y="327"/>
                  <a:pt x="166" y="318"/>
                  <a:pt x="171" y="312"/>
                </a:cubicBezTo>
                <a:cubicBezTo>
                  <a:pt x="175" y="306"/>
                  <a:pt x="181" y="298"/>
                  <a:pt x="189" y="288"/>
                </a:cubicBezTo>
                <a:cubicBezTo>
                  <a:pt x="197" y="278"/>
                  <a:pt x="203" y="269"/>
                  <a:pt x="206" y="262"/>
                </a:cubicBezTo>
                <a:cubicBezTo>
                  <a:pt x="209" y="255"/>
                  <a:pt x="213" y="248"/>
                  <a:pt x="218" y="239"/>
                </a:cubicBezTo>
                <a:cubicBezTo>
                  <a:pt x="223" y="230"/>
                  <a:pt x="226" y="222"/>
                  <a:pt x="228" y="213"/>
                </a:cubicBezTo>
                <a:cubicBezTo>
                  <a:pt x="231" y="205"/>
                  <a:pt x="232" y="197"/>
                  <a:pt x="234" y="189"/>
                </a:cubicBezTo>
                <a:cubicBezTo>
                  <a:pt x="236" y="182"/>
                  <a:pt x="236" y="173"/>
                  <a:pt x="236" y="163"/>
                </a:cubicBezTo>
                <a:cubicBezTo>
                  <a:pt x="236" y="129"/>
                  <a:pt x="227" y="100"/>
                  <a:pt x="209" y="75"/>
                </a:cubicBezTo>
                <a:cubicBezTo>
                  <a:pt x="191" y="50"/>
                  <a:pt x="165" y="38"/>
                  <a:pt x="131" y="38"/>
                </a:cubicBezTo>
                <a:cubicBezTo>
                  <a:pt x="113" y="38"/>
                  <a:pt x="98" y="42"/>
                  <a:pt x="83" y="52"/>
                </a:cubicBezTo>
                <a:cubicBezTo>
                  <a:pt x="70" y="61"/>
                  <a:pt x="61" y="70"/>
                  <a:pt x="55" y="78"/>
                </a:cubicBezTo>
                <a:cubicBezTo>
                  <a:pt x="50" y="87"/>
                  <a:pt x="47" y="92"/>
                  <a:pt x="47" y="93"/>
                </a:cubicBezTo>
                <a:cubicBezTo>
                  <a:pt x="47" y="94"/>
                  <a:pt x="49" y="94"/>
                  <a:pt x="51" y="94"/>
                </a:cubicBezTo>
                <a:cubicBezTo>
                  <a:pt x="61" y="94"/>
                  <a:pt x="71" y="98"/>
                  <a:pt x="81" y="105"/>
                </a:cubicBezTo>
                <a:cubicBezTo>
                  <a:pt x="91" y="113"/>
                  <a:pt x="97" y="125"/>
                  <a:pt x="97" y="142"/>
                </a:cubicBezTo>
                <a:cubicBezTo>
                  <a:pt x="97" y="156"/>
                  <a:pt x="92" y="167"/>
                  <a:pt x="83" y="176"/>
                </a:cubicBezTo>
                <a:cubicBezTo>
                  <a:pt x="75" y="185"/>
                  <a:pt x="63" y="190"/>
                  <a:pt x="47" y="191"/>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705" name=""/>
          <p:cNvSpPr/>
          <p:nvPr/>
        </p:nvSpPr>
        <p:spPr>
          <a:xfrm>
            <a:off x="9193320" y="3400200"/>
            <a:ext cx="110880" cy="983520"/>
          </a:xfrm>
          <a:custGeom>
            <a:avLst/>
            <a:gdLst/>
            <a:ahLst/>
            <a:rect l="0" t="0" r="r" b="b"/>
            <a:pathLst>
              <a:path w="308" h="2732">
                <a:moveTo>
                  <a:pt x="0" y="71"/>
                </a:moveTo>
                <a:lnTo>
                  <a:pt x="0" y="0"/>
                </a:lnTo>
                <a:lnTo>
                  <a:pt x="308" y="0"/>
                </a:lnTo>
                <a:lnTo>
                  <a:pt x="308" y="2732"/>
                </a:lnTo>
                <a:lnTo>
                  <a:pt x="0" y="2732"/>
                </a:lnTo>
                <a:lnTo>
                  <a:pt x="0" y="2661"/>
                </a:lnTo>
                <a:lnTo>
                  <a:pt x="237" y="2661"/>
                </a:lnTo>
                <a:lnTo>
                  <a:pt x="237" y="71"/>
                </a:lnTo>
                <a:lnTo>
                  <a:pt x="0" y="71"/>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706" name=""/>
          <p:cNvSpPr/>
          <p:nvPr/>
        </p:nvSpPr>
        <p:spPr>
          <a:xfrm>
            <a:off x="9519480" y="3755520"/>
            <a:ext cx="273240" cy="272880"/>
          </a:xfrm>
          <a:custGeom>
            <a:avLst/>
            <a:gdLst/>
            <a:ahLst/>
            <a:rect l="0" t="0" r="r" b="b"/>
            <a:pathLst>
              <a:path w="759" h="758">
                <a:moveTo>
                  <a:pt x="16" y="356"/>
                </a:moveTo>
                <a:lnTo>
                  <a:pt x="356" y="356"/>
                </a:lnTo>
                <a:lnTo>
                  <a:pt x="356" y="185"/>
                </a:lnTo>
                <a:lnTo>
                  <a:pt x="357" y="14"/>
                </a:lnTo>
                <a:cubicBezTo>
                  <a:pt x="365" y="4"/>
                  <a:pt x="372" y="0"/>
                  <a:pt x="379" y="0"/>
                </a:cubicBezTo>
                <a:cubicBezTo>
                  <a:pt x="389" y="0"/>
                  <a:pt x="396" y="5"/>
                  <a:pt x="401" y="17"/>
                </a:cubicBezTo>
                <a:lnTo>
                  <a:pt x="401" y="356"/>
                </a:lnTo>
                <a:lnTo>
                  <a:pt x="742" y="356"/>
                </a:lnTo>
                <a:cubicBezTo>
                  <a:pt x="753" y="362"/>
                  <a:pt x="759" y="369"/>
                  <a:pt x="759" y="379"/>
                </a:cubicBezTo>
                <a:cubicBezTo>
                  <a:pt x="759" y="388"/>
                  <a:pt x="753" y="395"/>
                  <a:pt x="742" y="401"/>
                </a:cubicBezTo>
                <a:lnTo>
                  <a:pt x="401" y="401"/>
                </a:lnTo>
                <a:lnTo>
                  <a:pt x="401" y="742"/>
                </a:lnTo>
                <a:cubicBezTo>
                  <a:pt x="395" y="752"/>
                  <a:pt x="389" y="758"/>
                  <a:pt x="381" y="758"/>
                </a:cubicBezTo>
                <a:lnTo>
                  <a:pt x="379" y="758"/>
                </a:lnTo>
                <a:lnTo>
                  <a:pt x="376" y="758"/>
                </a:lnTo>
                <a:cubicBezTo>
                  <a:pt x="367" y="758"/>
                  <a:pt x="361" y="752"/>
                  <a:pt x="356" y="742"/>
                </a:cubicBezTo>
                <a:lnTo>
                  <a:pt x="356" y="401"/>
                </a:lnTo>
                <a:lnTo>
                  <a:pt x="16" y="401"/>
                </a:lnTo>
                <a:cubicBezTo>
                  <a:pt x="5" y="396"/>
                  <a:pt x="0" y="388"/>
                  <a:pt x="0" y="379"/>
                </a:cubicBezTo>
                <a:cubicBezTo>
                  <a:pt x="0" y="369"/>
                  <a:pt x="5" y="361"/>
                  <a:pt x="16" y="356"/>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707" name=""/>
          <p:cNvSpPr/>
          <p:nvPr/>
        </p:nvSpPr>
        <p:spPr>
          <a:xfrm>
            <a:off x="9926640" y="3705480"/>
            <a:ext cx="291600" cy="298080"/>
          </a:xfrm>
          <a:custGeom>
            <a:avLst/>
            <a:gdLst/>
            <a:ahLst/>
            <a:rect l="0" t="0" r="r" b="b"/>
            <a:pathLst>
              <a:path w="810" h="828">
                <a:moveTo>
                  <a:pt x="0" y="516"/>
                </a:moveTo>
                <a:cubicBezTo>
                  <a:pt x="0" y="429"/>
                  <a:pt x="26" y="345"/>
                  <a:pt x="77" y="265"/>
                </a:cubicBezTo>
                <a:cubicBezTo>
                  <a:pt x="128" y="184"/>
                  <a:pt x="192" y="121"/>
                  <a:pt x="269" y="73"/>
                </a:cubicBezTo>
                <a:cubicBezTo>
                  <a:pt x="347" y="25"/>
                  <a:pt x="425" y="2"/>
                  <a:pt x="502" y="1"/>
                </a:cubicBezTo>
                <a:cubicBezTo>
                  <a:pt x="571" y="1"/>
                  <a:pt x="625" y="20"/>
                  <a:pt x="665" y="60"/>
                </a:cubicBezTo>
                <a:cubicBezTo>
                  <a:pt x="672" y="67"/>
                  <a:pt x="678" y="74"/>
                  <a:pt x="682" y="79"/>
                </a:cubicBezTo>
                <a:cubicBezTo>
                  <a:pt x="687" y="84"/>
                  <a:pt x="690" y="88"/>
                  <a:pt x="691" y="91"/>
                </a:cubicBezTo>
                <a:lnTo>
                  <a:pt x="692" y="94"/>
                </a:lnTo>
                <a:cubicBezTo>
                  <a:pt x="695" y="94"/>
                  <a:pt x="705" y="84"/>
                  <a:pt x="723" y="64"/>
                </a:cubicBezTo>
                <a:cubicBezTo>
                  <a:pt x="728" y="60"/>
                  <a:pt x="734" y="55"/>
                  <a:pt x="740" y="48"/>
                </a:cubicBezTo>
                <a:cubicBezTo>
                  <a:pt x="746" y="41"/>
                  <a:pt x="752" y="35"/>
                  <a:pt x="758" y="29"/>
                </a:cubicBezTo>
                <a:cubicBezTo>
                  <a:pt x="764" y="23"/>
                  <a:pt x="768" y="19"/>
                  <a:pt x="770" y="17"/>
                </a:cubicBezTo>
                <a:lnTo>
                  <a:pt x="787" y="0"/>
                </a:lnTo>
                <a:lnTo>
                  <a:pt x="794" y="0"/>
                </a:lnTo>
                <a:cubicBezTo>
                  <a:pt x="804" y="0"/>
                  <a:pt x="810" y="2"/>
                  <a:pt x="810" y="8"/>
                </a:cubicBezTo>
                <a:cubicBezTo>
                  <a:pt x="810" y="11"/>
                  <a:pt x="798" y="64"/>
                  <a:pt x="773" y="165"/>
                </a:cubicBezTo>
                <a:cubicBezTo>
                  <a:pt x="746" y="270"/>
                  <a:pt x="732" y="323"/>
                  <a:pt x="732" y="324"/>
                </a:cubicBezTo>
                <a:cubicBezTo>
                  <a:pt x="731" y="328"/>
                  <a:pt x="729" y="330"/>
                  <a:pt x="727" y="331"/>
                </a:cubicBezTo>
                <a:cubicBezTo>
                  <a:pt x="724" y="332"/>
                  <a:pt x="717" y="332"/>
                  <a:pt x="706" y="333"/>
                </a:cubicBezTo>
                <a:lnTo>
                  <a:pt x="688" y="333"/>
                </a:lnTo>
                <a:cubicBezTo>
                  <a:pt x="683" y="328"/>
                  <a:pt x="681" y="325"/>
                  <a:pt x="681" y="323"/>
                </a:cubicBezTo>
                <a:cubicBezTo>
                  <a:pt x="681" y="322"/>
                  <a:pt x="681" y="319"/>
                  <a:pt x="682" y="315"/>
                </a:cubicBezTo>
                <a:cubicBezTo>
                  <a:pt x="683" y="310"/>
                  <a:pt x="684" y="303"/>
                  <a:pt x="684" y="292"/>
                </a:cubicBezTo>
                <a:cubicBezTo>
                  <a:pt x="685" y="281"/>
                  <a:pt x="686" y="269"/>
                  <a:pt x="686" y="256"/>
                </a:cubicBezTo>
                <a:cubicBezTo>
                  <a:pt x="686" y="202"/>
                  <a:pt x="673" y="155"/>
                  <a:pt x="649" y="114"/>
                </a:cubicBezTo>
                <a:cubicBezTo>
                  <a:pt x="625" y="74"/>
                  <a:pt x="583" y="54"/>
                  <a:pt x="525" y="53"/>
                </a:cubicBezTo>
                <a:cubicBezTo>
                  <a:pt x="505" y="53"/>
                  <a:pt x="484" y="56"/>
                  <a:pt x="461" y="61"/>
                </a:cubicBezTo>
                <a:cubicBezTo>
                  <a:pt x="439" y="66"/>
                  <a:pt x="411" y="75"/>
                  <a:pt x="379" y="88"/>
                </a:cubicBezTo>
                <a:cubicBezTo>
                  <a:pt x="347" y="101"/>
                  <a:pt x="316" y="122"/>
                  <a:pt x="284" y="152"/>
                </a:cubicBezTo>
                <a:cubicBezTo>
                  <a:pt x="253" y="182"/>
                  <a:pt x="225" y="217"/>
                  <a:pt x="201" y="258"/>
                </a:cubicBezTo>
                <a:cubicBezTo>
                  <a:pt x="176" y="301"/>
                  <a:pt x="157" y="352"/>
                  <a:pt x="143" y="409"/>
                </a:cubicBezTo>
                <a:cubicBezTo>
                  <a:pt x="128" y="467"/>
                  <a:pt x="121" y="514"/>
                  <a:pt x="121" y="550"/>
                </a:cubicBezTo>
                <a:cubicBezTo>
                  <a:pt x="121" y="637"/>
                  <a:pt x="150" y="699"/>
                  <a:pt x="208" y="737"/>
                </a:cubicBezTo>
                <a:cubicBezTo>
                  <a:pt x="244" y="763"/>
                  <a:pt x="289" y="776"/>
                  <a:pt x="343" y="776"/>
                </a:cubicBezTo>
                <a:cubicBezTo>
                  <a:pt x="412" y="776"/>
                  <a:pt x="473" y="750"/>
                  <a:pt x="527" y="698"/>
                </a:cubicBezTo>
                <a:cubicBezTo>
                  <a:pt x="581" y="647"/>
                  <a:pt x="617" y="591"/>
                  <a:pt x="634" y="530"/>
                </a:cubicBezTo>
                <a:cubicBezTo>
                  <a:pt x="637" y="520"/>
                  <a:pt x="640" y="514"/>
                  <a:pt x="641" y="513"/>
                </a:cubicBezTo>
                <a:cubicBezTo>
                  <a:pt x="643" y="511"/>
                  <a:pt x="649" y="511"/>
                  <a:pt x="659" y="511"/>
                </a:cubicBezTo>
                <a:cubicBezTo>
                  <a:pt x="675" y="511"/>
                  <a:pt x="682" y="514"/>
                  <a:pt x="682" y="521"/>
                </a:cubicBezTo>
                <a:cubicBezTo>
                  <a:pt x="682" y="525"/>
                  <a:pt x="682" y="528"/>
                  <a:pt x="681" y="531"/>
                </a:cubicBezTo>
                <a:cubicBezTo>
                  <a:pt x="659" y="612"/>
                  <a:pt x="612" y="682"/>
                  <a:pt x="540" y="741"/>
                </a:cubicBezTo>
                <a:cubicBezTo>
                  <a:pt x="468" y="799"/>
                  <a:pt x="390" y="828"/>
                  <a:pt x="308" y="828"/>
                </a:cubicBezTo>
                <a:cubicBezTo>
                  <a:pt x="221" y="828"/>
                  <a:pt x="148" y="800"/>
                  <a:pt x="89" y="743"/>
                </a:cubicBezTo>
                <a:cubicBezTo>
                  <a:pt x="30" y="686"/>
                  <a:pt x="0" y="610"/>
                  <a:pt x="0" y="516"/>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708" name=""/>
          <p:cNvSpPr txBox="1"/>
          <p:nvPr/>
        </p:nvSpPr>
        <p:spPr>
          <a:xfrm>
            <a:off x="4268880" y="2679480"/>
            <a:ext cx="6216120" cy="372240"/>
          </a:xfrm>
          <a:prstGeom prst="rect">
            <a:avLst/>
          </a:prstGeom>
          <a:noFill/>
          <a:ln w="0">
            <a:noFill/>
          </a:ln>
        </p:spPr>
        <p:txBody>
          <a:bodyPr wrap="none" lIns="0" rIns="0" tIns="0" bIns="0" anchor="t">
            <a:spAutoFit/>
          </a:bodyPr>
          <a:p>
            <a:r>
              <a:rPr b="0" lang="en-US" sz="2620" strike="noStrike" u="none">
                <a:solidFill>
                  <a:srgbClr val="333333"/>
                </a:solidFill>
                <a:effectLst/>
                <a:uFillTx/>
                <a:latin typeface="NotoSansJP-Thin_"/>
                <a:ea typeface="NotoSansJP-Thin_"/>
              </a:rPr>
              <a:t> の</a:t>
            </a:r>
            <a:r>
              <a:rPr b="0" lang="en-US" sz="2620" strike="noStrike" u="none">
                <a:solidFill>
                  <a:srgbClr val="333333"/>
                </a:solidFill>
                <a:effectLst/>
                <a:uFillTx/>
                <a:latin typeface="NotoSansJP-Thin_"/>
                <a:ea typeface="NotoSansJP-Thin_"/>
              </a:rPr>
              <a:t>L2</a:t>
            </a:r>
            <a:r>
              <a:rPr b="0" lang="zh-CN" sz="2620" strike="noStrike" u="none">
                <a:solidFill>
                  <a:srgbClr val="333333"/>
                </a:solidFill>
                <a:effectLst/>
                <a:uFillTx/>
                <a:latin typeface="NotoSansJP-Thin_"/>
                <a:ea typeface="NotoSansJP-Thin_"/>
              </a:rPr>
              <a:t>距離（</a:t>
            </a:r>
            <a:r>
              <a:rPr b="0" lang="en-US" sz="2620" strike="noStrike" u="none">
                <a:solidFill>
                  <a:srgbClr val="333333"/>
                </a:solidFill>
                <a:effectLst/>
                <a:uFillTx/>
                <a:latin typeface="NotoSansJP-Thin_"/>
                <a:ea typeface="NotoSansJP-Thin_"/>
              </a:rPr>
              <a:t>MSE</a:t>
            </a:r>
            <a:r>
              <a:rPr b="0" lang="zh-CN" sz="2620" strike="noStrike" u="none">
                <a:solidFill>
                  <a:srgbClr val="333333"/>
                </a:solidFill>
                <a:effectLst/>
                <a:uFillTx/>
                <a:latin typeface="NotoSansJP-Thin_"/>
                <a:ea typeface="NotoSansJP-Thin_"/>
              </a:rPr>
              <a:t>）として計算できる。</a:t>
            </a:r>
            <a:endParaRPr b="0" lang="en-US" sz="2620" strike="noStrike" u="none">
              <a:solidFill>
                <a:srgbClr val="000000"/>
              </a:solidFill>
              <a:effectLst/>
              <a:uFillTx/>
              <a:latin typeface="Times New Roman"/>
            </a:endParaRPr>
          </a:p>
        </p:txBody>
      </p:sp>
      <p:sp>
        <p:nvSpPr>
          <p:cNvPr id="709" name=""/>
          <p:cNvSpPr/>
          <p:nvPr/>
        </p:nvSpPr>
        <p:spPr>
          <a:xfrm>
            <a:off x="1766520" y="4943160"/>
            <a:ext cx="265680" cy="272160"/>
          </a:xfrm>
          <a:custGeom>
            <a:avLst/>
            <a:gdLst/>
            <a:ahLst/>
            <a:rect l="0" t="0" r="r" b="b"/>
            <a:pathLst>
              <a:path w="738" h="756">
                <a:moveTo>
                  <a:pt x="295" y="525"/>
                </a:moveTo>
                <a:cubicBezTo>
                  <a:pt x="273" y="525"/>
                  <a:pt x="254" y="524"/>
                  <a:pt x="239" y="521"/>
                </a:cubicBezTo>
                <a:cubicBezTo>
                  <a:pt x="223" y="519"/>
                  <a:pt x="211" y="517"/>
                  <a:pt x="203" y="515"/>
                </a:cubicBezTo>
                <a:cubicBezTo>
                  <a:pt x="196" y="512"/>
                  <a:pt x="191" y="511"/>
                  <a:pt x="190" y="511"/>
                </a:cubicBezTo>
                <a:cubicBezTo>
                  <a:pt x="189" y="511"/>
                  <a:pt x="185" y="525"/>
                  <a:pt x="179" y="552"/>
                </a:cubicBezTo>
                <a:cubicBezTo>
                  <a:pt x="173" y="579"/>
                  <a:pt x="166" y="609"/>
                  <a:pt x="157" y="642"/>
                </a:cubicBezTo>
                <a:cubicBezTo>
                  <a:pt x="147" y="675"/>
                  <a:pt x="141" y="696"/>
                  <a:pt x="137" y="707"/>
                </a:cubicBezTo>
                <a:cubicBezTo>
                  <a:pt x="121" y="740"/>
                  <a:pt x="95" y="756"/>
                  <a:pt x="59" y="756"/>
                </a:cubicBezTo>
                <a:cubicBezTo>
                  <a:pt x="41" y="756"/>
                  <a:pt x="26" y="750"/>
                  <a:pt x="15" y="739"/>
                </a:cubicBezTo>
                <a:cubicBezTo>
                  <a:pt x="5" y="727"/>
                  <a:pt x="0" y="713"/>
                  <a:pt x="0" y="696"/>
                </a:cubicBezTo>
                <a:cubicBezTo>
                  <a:pt x="2" y="685"/>
                  <a:pt x="28" y="578"/>
                  <a:pt x="78" y="376"/>
                </a:cubicBezTo>
                <a:cubicBezTo>
                  <a:pt x="128" y="172"/>
                  <a:pt x="155" y="66"/>
                  <a:pt x="159" y="55"/>
                </a:cubicBezTo>
                <a:cubicBezTo>
                  <a:pt x="165" y="40"/>
                  <a:pt x="175" y="27"/>
                  <a:pt x="190" y="16"/>
                </a:cubicBezTo>
                <a:cubicBezTo>
                  <a:pt x="204" y="6"/>
                  <a:pt x="220" y="0"/>
                  <a:pt x="239" y="0"/>
                </a:cubicBezTo>
                <a:cubicBezTo>
                  <a:pt x="259" y="0"/>
                  <a:pt x="274" y="6"/>
                  <a:pt x="284" y="19"/>
                </a:cubicBezTo>
                <a:cubicBezTo>
                  <a:pt x="294" y="31"/>
                  <a:pt x="299" y="43"/>
                  <a:pt x="300" y="55"/>
                </a:cubicBezTo>
                <a:cubicBezTo>
                  <a:pt x="300" y="64"/>
                  <a:pt x="288" y="115"/>
                  <a:pt x="265" y="209"/>
                </a:cubicBezTo>
                <a:cubicBezTo>
                  <a:pt x="241" y="303"/>
                  <a:pt x="229" y="362"/>
                  <a:pt x="228" y="386"/>
                </a:cubicBezTo>
                <a:cubicBezTo>
                  <a:pt x="228" y="440"/>
                  <a:pt x="255" y="467"/>
                  <a:pt x="308" y="467"/>
                </a:cubicBezTo>
                <a:cubicBezTo>
                  <a:pt x="336" y="467"/>
                  <a:pt x="363" y="457"/>
                  <a:pt x="388" y="438"/>
                </a:cubicBezTo>
                <a:cubicBezTo>
                  <a:pt x="413" y="419"/>
                  <a:pt x="429" y="403"/>
                  <a:pt x="437" y="391"/>
                </a:cubicBezTo>
                <a:cubicBezTo>
                  <a:pt x="438" y="389"/>
                  <a:pt x="452" y="335"/>
                  <a:pt x="479" y="228"/>
                </a:cubicBezTo>
                <a:cubicBezTo>
                  <a:pt x="505" y="120"/>
                  <a:pt x="519" y="65"/>
                  <a:pt x="521" y="63"/>
                </a:cubicBezTo>
                <a:cubicBezTo>
                  <a:pt x="537" y="27"/>
                  <a:pt x="564" y="9"/>
                  <a:pt x="600" y="9"/>
                </a:cubicBezTo>
                <a:cubicBezTo>
                  <a:pt x="619" y="9"/>
                  <a:pt x="635" y="15"/>
                  <a:pt x="646" y="27"/>
                </a:cubicBezTo>
                <a:cubicBezTo>
                  <a:pt x="656" y="38"/>
                  <a:pt x="662" y="50"/>
                  <a:pt x="662" y="63"/>
                </a:cubicBezTo>
                <a:cubicBezTo>
                  <a:pt x="662" y="71"/>
                  <a:pt x="656" y="100"/>
                  <a:pt x="644" y="151"/>
                </a:cubicBezTo>
                <a:cubicBezTo>
                  <a:pt x="631" y="201"/>
                  <a:pt x="617" y="256"/>
                  <a:pt x="602" y="313"/>
                </a:cubicBezTo>
                <a:cubicBezTo>
                  <a:pt x="586" y="370"/>
                  <a:pt x="578" y="402"/>
                  <a:pt x="578" y="410"/>
                </a:cubicBezTo>
                <a:cubicBezTo>
                  <a:pt x="576" y="419"/>
                  <a:pt x="575" y="427"/>
                  <a:pt x="575" y="434"/>
                </a:cubicBezTo>
                <a:cubicBezTo>
                  <a:pt x="575" y="457"/>
                  <a:pt x="582" y="468"/>
                  <a:pt x="596" y="468"/>
                </a:cubicBezTo>
                <a:cubicBezTo>
                  <a:pt x="613" y="468"/>
                  <a:pt x="628" y="455"/>
                  <a:pt x="640" y="430"/>
                </a:cubicBezTo>
                <a:cubicBezTo>
                  <a:pt x="648" y="416"/>
                  <a:pt x="655" y="394"/>
                  <a:pt x="663" y="363"/>
                </a:cubicBezTo>
                <a:cubicBezTo>
                  <a:pt x="667" y="347"/>
                  <a:pt x="670" y="338"/>
                  <a:pt x="672" y="336"/>
                </a:cubicBezTo>
                <a:cubicBezTo>
                  <a:pt x="674" y="334"/>
                  <a:pt x="683" y="332"/>
                  <a:pt x="697" y="331"/>
                </a:cubicBezTo>
                <a:lnTo>
                  <a:pt x="703" y="331"/>
                </a:lnTo>
                <a:lnTo>
                  <a:pt x="715" y="331"/>
                </a:lnTo>
                <a:cubicBezTo>
                  <a:pt x="730" y="331"/>
                  <a:pt x="738" y="337"/>
                  <a:pt x="738" y="347"/>
                </a:cubicBezTo>
                <a:cubicBezTo>
                  <a:pt x="737" y="352"/>
                  <a:pt x="736" y="358"/>
                  <a:pt x="735" y="366"/>
                </a:cubicBezTo>
                <a:cubicBezTo>
                  <a:pt x="733" y="373"/>
                  <a:pt x="728" y="388"/>
                  <a:pt x="719" y="409"/>
                </a:cubicBezTo>
                <a:cubicBezTo>
                  <a:pt x="710" y="430"/>
                  <a:pt x="700" y="448"/>
                  <a:pt x="691" y="462"/>
                </a:cubicBezTo>
                <a:cubicBezTo>
                  <a:pt x="682" y="477"/>
                  <a:pt x="667" y="491"/>
                  <a:pt x="647" y="505"/>
                </a:cubicBezTo>
                <a:cubicBezTo>
                  <a:pt x="626" y="520"/>
                  <a:pt x="605" y="526"/>
                  <a:pt x="584" y="525"/>
                </a:cubicBezTo>
                <a:cubicBezTo>
                  <a:pt x="566" y="525"/>
                  <a:pt x="548" y="523"/>
                  <a:pt x="532" y="519"/>
                </a:cubicBezTo>
                <a:cubicBezTo>
                  <a:pt x="516" y="515"/>
                  <a:pt x="503" y="510"/>
                  <a:pt x="493" y="503"/>
                </a:cubicBezTo>
                <a:cubicBezTo>
                  <a:pt x="484" y="496"/>
                  <a:pt x="475" y="490"/>
                  <a:pt x="468" y="485"/>
                </a:cubicBezTo>
                <a:cubicBezTo>
                  <a:pt x="462" y="480"/>
                  <a:pt x="456" y="475"/>
                  <a:pt x="452" y="470"/>
                </a:cubicBezTo>
                <a:lnTo>
                  <a:pt x="449" y="463"/>
                </a:lnTo>
                <a:cubicBezTo>
                  <a:pt x="402" y="504"/>
                  <a:pt x="351" y="525"/>
                  <a:pt x="295" y="525"/>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710" name=""/>
          <p:cNvSpPr/>
          <p:nvPr/>
        </p:nvSpPr>
        <p:spPr>
          <a:xfrm>
            <a:off x="389520" y="5404320"/>
            <a:ext cx="231840" cy="182520"/>
          </a:xfrm>
          <a:custGeom>
            <a:avLst/>
            <a:gdLst/>
            <a:ahLst/>
            <a:rect l="0" t="0" r="r" b="b"/>
            <a:pathLst>
              <a:path w="644" h="507">
                <a:moveTo>
                  <a:pt x="234" y="507"/>
                </a:moveTo>
                <a:cubicBezTo>
                  <a:pt x="223" y="504"/>
                  <a:pt x="183" y="503"/>
                  <a:pt x="114" y="503"/>
                </a:cubicBezTo>
                <a:cubicBezTo>
                  <a:pt x="52" y="503"/>
                  <a:pt x="17" y="504"/>
                  <a:pt x="8" y="507"/>
                </a:cubicBezTo>
                <a:lnTo>
                  <a:pt x="0" y="507"/>
                </a:lnTo>
                <a:lnTo>
                  <a:pt x="0" y="436"/>
                </a:lnTo>
                <a:lnTo>
                  <a:pt x="109" y="436"/>
                </a:lnTo>
                <a:lnTo>
                  <a:pt x="255" y="263"/>
                </a:lnTo>
                <a:lnTo>
                  <a:pt x="100" y="71"/>
                </a:lnTo>
                <a:lnTo>
                  <a:pt x="5" y="71"/>
                </a:lnTo>
                <a:lnTo>
                  <a:pt x="5" y="0"/>
                </a:lnTo>
                <a:lnTo>
                  <a:pt x="15" y="0"/>
                </a:lnTo>
                <a:cubicBezTo>
                  <a:pt x="26" y="3"/>
                  <a:pt x="67" y="4"/>
                  <a:pt x="139" y="4"/>
                </a:cubicBezTo>
                <a:cubicBezTo>
                  <a:pt x="218" y="4"/>
                  <a:pt x="264" y="3"/>
                  <a:pt x="278" y="0"/>
                </a:cubicBezTo>
                <a:lnTo>
                  <a:pt x="288" y="0"/>
                </a:lnTo>
                <a:lnTo>
                  <a:pt x="288" y="71"/>
                </a:lnTo>
                <a:lnTo>
                  <a:pt x="256" y="71"/>
                </a:lnTo>
                <a:lnTo>
                  <a:pt x="296" y="120"/>
                </a:lnTo>
                <a:cubicBezTo>
                  <a:pt x="322" y="152"/>
                  <a:pt x="335" y="168"/>
                  <a:pt x="336" y="168"/>
                </a:cubicBezTo>
                <a:cubicBezTo>
                  <a:pt x="339" y="168"/>
                  <a:pt x="353" y="151"/>
                  <a:pt x="379" y="117"/>
                </a:cubicBezTo>
                <a:lnTo>
                  <a:pt x="419" y="71"/>
                </a:lnTo>
                <a:lnTo>
                  <a:pt x="377" y="71"/>
                </a:lnTo>
                <a:lnTo>
                  <a:pt x="377" y="0"/>
                </a:lnTo>
                <a:lnTo>
                  <a:pt x="386" y="0"/>
                </a:lnTo>
                <a:cubicBezTo>
                  <a:pt x="397" y="3"/>
                  <a:pt x="437" y="4"/>
                  <a:pt x="506" y="4"/>
                </a:cubicBezTo>
                <a:cubicBezTo>
                  <a:pt x="569" y="4"/>
                  <a:pt x="604" y="3"/>
                  <a:pt x="613" y="0"/>
                </a:cubicBezTo>
                <a:lnTo>
                  <a:pt x="621" y="0"/>
                </a:lnTo>
                <a:lnTo>
                  <a:pt x="621" y="71"/>
                </a:lnTo>
                <a:lnTo>
                  <a:pt x="512" y="71"/>
                </a:lnTo>
                <a:lnTo>
                  <a:pt x="380" y="226"/>
                </a:lnTo>
                <a:lnTo>
                  <a:pt x="551" y="435"/>
                </a:lnTo>
                <a:lnTo>
                  <a:pt x="597" y="436"/>
                </a:lnTo>
                <a:lnTo>
                  <a:pt x="644" y="436"/>
                </a:lnTo>
                <a:lnTo>
                  <a:pt x="644" y="507"/>
                </a:lnTo>
                <a:lnTo>
                  <a:pt x="635" y="507"/>
                </a:lnTo>
                <a:cubicBezTo>
                  <a:pt x="623" y="504"/>
                  <a:pt x="582" y="503"/>
                  <a:pt x="510" y="503"/>
                </a:cubicBezTo>
                <a:cubicBezTo>
                  <a:pt x="431" y="503"/>
                  <a:pt x="385" y="504"/>
                  <a:pt x="371" y="507"/>
                </a:cubicBezTo>
                <a:lnTo>
                  <a:pt x="361" y="507"/>
                </a:lnTo>
                <a:lnTo>
                  <a:pt x="361" y="436"/>
                </a:lnTo>
                <a:lnTo>
                  <a:pt x="392" y="436"/>
                </a:lnTo>
                <a:cubicBezTo>
                  <a:pt x="392" y="435"/>
                  <a:pt x="377" y="416"/>
                  <a:pt x="347" y="378"/>
                </a:cubicBezTo>
                <a:cubicBezTo>
                  <a:pt x="317" y="341"/>
                  <a:pt x="301" y="322"/>
                  <a:pt x="300" y="320"/>
                </a:cubicBezTo>
                <a:lnTo>
                  <a:pt x="201" y="435"/>
                </a:lnTo>
                <a:lnTo>
                  <a:pt x="223" y="436"/>
                </a:lnTo>
                <a:lnTo>
                  <a:pt x="243" y="436"/>
                </a:lnTo>
                <a:lnTo>
                  <a:pt x="243" y="507"/>
                </a:lnTo>
                <a:lnTo>
                  <a:pt x="234" y="507"/>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711" name=""/>
          <p:cNvSpPr/>
          <p:nvPr/>
        </p:nvSpPr>
        <p:spPr>
          <a:xfrm>
            <a:off x="648720" y="5466600"/>
            <a:ext cx="90360" cy="184680"/>
          </a:xfrm>
          <a:custGeom>
            <a:avLst/>
            <a:gdLst/>
            <a:ahLst/>
            <a:rect l="0" t="0" r="r" b="b"/>
            <a:pathLst>
              <a:path w="251" h="513">
                <a:moveTo>
                  <a:pt x="5" y="194"/>
                </a:moveTo>
                <a:cubicBezTo>
                  <a:pt x="2" y="190"/>
                  <a:pt x="0" y="187"/>
                  <a:pt x="0" y="186"/>
                </a:cubicBezTo>
                <a:cubicBezTo>
                  <a:pt x="0" y="183"/>
                  <a:pt x="0" y="179"/>
                  <a:pt x="2" y="173"/>
                </a:cubicBezTo>
                <a:cubicBezTo>
                  <a:pt x="4" y="166"/>
                  <a:pt x="5" y="162"/>
                  <a:pt x="6" y="161"/>
                </a:cubicBezTo>
                <a:cubicBezTo>
                  <a:pt x="7" y="159"/>
                  <a:pt x="10" y="157"/>
                  <a:pt x="13" y="157"/>
                </a:cubicBezTo>
                <a:cubicBezTo>
                  <a:pt x="17" y="157"/>
                  <a:pt x="31" y="157"/>
                  <a:pt x="54" y="157"/>
                </a:cubicBezTo>
                <a:lnTo>
                  <a:pt x="98" y="157"/>
                </a:lnTo>
                <a:lnTo>
                  <a:pt x="113" y="92"/>
                </a:lnTo>
                <a:cubicBezTo>
                  <a:pt x="115" y="86"/>
                  <a:pt x="117" y="78"/>
                  <a:pt x="119" y="69"/>
                </a:cubicBezTo>
                <a:cubicBezTo>
                  <a:pt x="121" y="59"/>
                  <a:pt x="123" y="52"/>
                  <a:pt x="125" y="48"/>
                </a:cubicBezTo>
                <a:cubicBezTo>
                  <a:pt x="126" y="44"/>
                  <a:pt x="128" y="38"/>
                  <a:pt x="129" y="32"/>
                </a:cubicBezTo>
                <a:cubicBezTo>
                  <a:pt x="131" y="25"/>
                  <a:pt x="133" y="21"/>
                  <a:pt x="136" y="18"/>
                </a:cubicBezTo>
                <a:cubicBezTo>
                  <a:pt x="139" y="15"/>
                  <a:pt x="141" y="12"/>
                  <a:pt x="144" y="8"/>
                </a:cubicBezTo>
                <a:cubicBezTo>
                  <a:pt x="147" y="5"/>
                  <a:pt x="150" y="2"/>
                  <a:pt x="155" y="1"/>
                </a:cubicBezTo>
                <a:cubicBezTo>
                  <a:pt x="160" y="0"/>
                  <a:pt x="165" y="0"/>
                  <a:pt x="170" y="0"/>
                </a:cubicBezTo>
                <a:cubicBezTo>
                  <a:pt x="179" y="0"/>
                  <a:pt x="186" y="3"/>
                  <a:pt x="190" y="8"/>
                </a:cubicBezTo>
                <a:cubicBezTo>
                  <a:pt x="194" y="14"/>
                  <a:pt x="195" y="19"/>
                  <a:pt x="195" y="24"/>
                </a:cubicBezTo>
                <a:cubicBezTo>
                  <a:pt x="195" y="28"/>
                  <a:pt x="193" y="40"/>
                  <a:pt x="188" y="62"/>
                </a:cubicBezTo>
                <a:cubicBezTo>
                  <a:pt x="183" y="83"/>
                  <a:pt x="178" y="104"/>
                  <a:pt x="172" y="125"/>
                </a:cubicBezTo>
                <a:lnTo>
                  <a:pt x="164" y="155"/>
                </a:lnTo>
                <a:cubicBezTo>
                  <a:pt x="164" y="156"/>
                  <a:pt x="177" y="157"/>
                  <a:pt x="204" y="157"/>
                </a:cubicBezTo>
                <a:lnTo>
                  <a:pt x="245" y="157"/>
                </a:lnTo>
                <a:cubicBezTo>
                  <a:pt x="249" y="160"/>
                  <a:pt x="251" y="163"/>
                  <a:pt x="251" y="165"/>
                </a:cubicBezTo>
                <a:cubicBezTo>
                  <a:pt x="251" y="177"/>
                  <a:pt x="248" y="187"/>
                  <a:pt x="241" y="194"/>
                </a:cubicBezTo>
                <a:lnTo>
                  <a:pt x="154" y="194"/>
                </a:lnTo>
                <a:lnTo>
                  <a:pt x="125" y="310"/>
                </a:lnTo>
                <a:cubicBezTo>
                  <a:pt x="105" y="396"/>
                  <a:pt x="94" y="443"/>
                  <a:pt x="94" y="450"/>
                </a:cubicBezTo>
                <a:cubicBezTo>
                  <a:pt x="94" y="472"/>
                  <a:pt x="101" y="484"/>
                  <a:pt x="116" y="484"/>
                </a:cubicBezTo>
                <a:cubicBezTo>
                  <a:pt x="135" y="484"/>
                  <a:pt x="153" y="474"/>
                  <a:pt x="171" y="456"/>
                </a:cubicBezTo>
                <a:cubicBezTo>
                  <a:pt x="188" y="438"/>
                  <a:pt x="202" y="414"/>
                  <a:pt x="213" y="388"/>
                </a:cubicBezTo>
                <a:cubicBezTo>
                  <a:pt x="214" y="384"/>
                  <a:pt x="216" y="382"/>
                  <a:pt x="217" y="382"/>
                </a:cubicBezTo>
                <a:cubicBezTo>
                  <a:pt x="219" y="381"/>
                  <a:pt x="223" y="381"/>
                  <a:pt x="229" y="380"/>
                </a:cubicBezTo>
                <a:lnTo>
                  <a:pt x="232" y="380"/>
                </a:lnTo>
                <a:cubicBezTo>
                  <a:pt x="241" y="380"/>
                  <a:pt x="245" y="382"/>
                  <a:pt x="245" y="387"/>
                </a:cubicBezTo>
                <a:cubicBezTo>
                  <a:pt x="245" y="388"/>
                  <a:pt x="244" y="392"/>
                  <a:pt x="242" y="396"/>
                </a:cubicBezTo>
                <a:cubicBezTo>
                  <a:pt x="239" y="405"/>
                  <a:pt x="235" y="415"/>
                  <a:pt x="228" y="427"/>
                </a:cubicBezTo>
                <a:cubicBezTo>
                  <a:pt x="221" y="440"/>
                  <a:pt x="212" y="452"/>
                  <a:pt x="200" y="466"/>
                </a:cubicBezTo>
                <a:cubicBezTo>
                  <a:pt x="189" y="479"/>
                  <a:pt x="175" y="490"/>
                  <a:pt x="159" y="500"/>
                </a:cubicBezTo>
                <a:cubicBezTo>
                  <a:pt x="143" y="509"/>
                  <a:pt x="127" y="513"/>
                  <a:pt x="110" y="513"/>
                </a:cubicBezTo>
                <a:cubicBezTo>
                  <a:pt x="94" y="513"/>
                  <a:pt x="79" y="509"/>
                  <a:pt x="63" y="501"/>
                </a:cubicBezTo>
                <a:cubicBezTo>
                  <a:pt x="49" y="493"/>
                  <a:pt x="38" y="479"/>
                  <a:pt x="32" y="459"/>
                </a:cubicBezTo>
                <a:cubicBezTo>
                  <a:pt x="31" y="455"/>
                  <a:pt x="30" y="448"/>
                  <a:pt x="30" y="438"/>
                </a:cubicBezTo>
                <a:lnTo>
                  <a:pt x="30" y="422"/>
                </a:lnTo>
                <a:lnTo>
                  <a:pt x="58" y="309"/>
                </a:lnTo>
                <a:cubicBezTo>
                  <a:pt x="78" y="234"/>
                  <a:pt x="88" y="196"/>
                  <a:pt x="88" y="195"/>
                </a:cubicBezTo>
                <a:cubicBezTo>
                  <a:pt x="88" y="194"/>
                  <a:pt x="75" y="194"/>
                  <a:pt x="46" y="194"/>
                </a:cubicBezTo>
                <a:lnTo>
                  <a:pt x="5" y="194"/>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712" name=""/>
          <p:cNvSpPr/>
          <p:nvPr/>
        </p:nvSpPr>
        <p:spPr>
          <a:xfrm>
            <a:off x="905040" y="5436000"/>
            <a:ext cx="273240" cy="96120"/>
          </a:xfrm>
          <a:custGeom>
            <a:avLst/>
            <a:gdLst/>
            <a:ahLst/>
            <a:rect l="0" t="0" r="r" b="b"/>
            <a:pathLst>
              <a:path w="759" h="267">
                <a:moveTo>
                  <a:pt x="0" y="23"/>
                </a:moveTo>
                <a:cubicBezTo>
                  <a:pt x="0" y="13"/>
                  <a:pt x="5" y="5"/>
                  <a:pt x="16" y="0"/>
                </a:cubicBezTo>
                <a:lnTo>
                  <a:pt x="742" y="0"/>
                </a:lnTo>
                <a:cubicBezTo>
                  <a:pt x="753" y="6"/>
                  <a:pt x="759" y="14"/>
                  <a:pt x="759" y="23"/>
                </a:cubicBezTo>
                <a:cubicBezTo>
                  <a:pt x="759" y="31"/>
                  <a:pt x="754" y="38"/>
                  <a:pt x="743" y="44"/>
                </a:cubicBezTo>
                <a:lnTo>
                  <a:pt x="381" y="45"/>
                </a:lnTo>
                <a:lnTo>
                  <a:pt x="18" y="45"/>
                </a:lnTo>
                <a:cubicBezTo>
                  <a:pt x="6" y="42"/>
                  <a:pt x="0" y="34"/>
                  <a:pt x="0" y="23"/>
                </a:cubicBezTo>
                <a:moveTo>
                  <a:pt x="0" y="245"/>
                </a:moveTo>
                <a:cubicBezTo>
                  <a:pt x="0" y="233"/>
                  <a:pt x="6" y="226"/>
                  <a:pt x="18" y="222"/>
                </a:cubicBezTo>
                <a:lnTo>
                  <a:pt x="743" y="222"/>
                </a:lnTo>
                <a:cubicBezTo>
                  <a:pt x="754" y="229"/>
                  <a:pt x="759" y="237"/>
                  <a:pt x="759" y="245"/>
                </a:cubicBezTo>
                <a:cubicBezTo>
                  <a:pt x="759" y="254"/>
                  <a:pt x="753" y="262"/>
                  <a:pt x="742" y="267"/>
                </a:cubicBezTo>
                <a:lnTo>
                  <a:pt x="16" y="267"/>
                </a:lnTo>
                <a:cubicBezTo>
                  <a:pt x="5" y="262"/>
                  <a:pt x="0" y="254"/>
                  <a:pt x="0" y="245"/>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713" name=""/>
          <p:cNvSpPr/>
          <p:nvPr/>
        </p:nvSpPr>
        <p:spPr>
          <a:xfrm>
            <a:off x="1678320" y="5405400"/>
            <a:ext cx="233280" cy="185760"/>
          </a:xfrm>
          <a:custGeom>
            <a:avLst/>
            <a:gdLst/>
            <a:ahLst/>
            <a:rect l="0" t="0" r="r" b="b"/>
            <a:pathLst>
              <a:path w="648" h="516">
                <a:moveTo>
                  <a:pt x="0" y="326"/>
                </a:moveTo>
                <a:cubicBezTo>
                  <a:pt x="0" y="240"/>
                  <a:pt x="32" y="163"/>
                  <a:pt x="98" y="97"/>
                </a:cubicBezTo>
                <a:cubicBezTo>
                  <a:pt x="163" y="32"/>
                  <a:pt x="236" y="0"/>
                  <a:pt x="314" y="0"/>
                </a:cubicBezTo>
                <a:cubicBezTo>
                  <a:pt x="367" y="0"/>
                  <a:pt x="409" y="15"/>
                  <a:pt x="441" y="45"/>
                </a:cubicBezTo>
                <a:cubicBezTo>
                  <a:pt x="473" y="75"/>
                  <a:pt x="495" y="113"/>
                  <a:pt x="506" y="157"/>
                </a:cubicBezTo>
                <a:cubicBezTo>
                  <a:pt x="511" y="180"/>
                  <a:pt x="513" y="205"/>
                  <a:pt x="514" y="234"/>
                </a:cubicBezTo>
                <a:lnTo>
                  <a:pt x="514" y="267"/>
                </a:lnTo>
                <a:cubicBezTo>
                  <a:pt x="551" y="211"/>
                  <a:pt x="580" y="147"/>
                  <a:pt x="600" y="77"/>
                </a:cubicBezTo>
                <a:cubicBezTo>
                  <a:pt x="603" y="66"/>
                  <a:pt x="605" y="60"/>
                  <a:pt x="606" y="59"/>
                </a:cubicBezTo>
                <a:cubicBezTo>
                  <a:pt x="608" y="57"/>
                  <a:pt x="614" y="56"/>
                  <a:pt x="625" y="55"/>
                </a:cubicBezTo>
                <a:cubicBezTo>
                  <a:pt x="640" y="55"/>
                  <a:pt x="648" y="58"/>
                  <a:pt x="648" y="64"/>
                </a:cubicBezTo>
                <a:cubicBezTo>
                  <a:pt x="648" y="71"/>
                  <a:pt x="645" y="86"/>
                  <a:pt x="638" y="109"/>
                </a:cubicBezTo>
                <a:cubicBezTo>
                  <a:pt x="631" y="132"/>
                  <a:pt x="618" y="164"/>
                  <a:pt x="597" y="207"/>
                </a:cubicBezTo>
                <a:cubicBezTo>
                  <a:pt x="577" y="248"/>
                  <a:pt x="554" y="286"/>
                  <a:pt x="528" y="320"/>
                </a:cubicBezTo>
                <a:lnTo>
                  <a:pt x="515" y="336"/>
                </a:lnTo>
                <a:lnTo>
                  <a:pt x="516" y="364"/>
                </a:lnTo>
                <a:cubicBezTo>
                  <a:pt x="518" y="406"/>
                  <a:pt x="521" y="435"/>
                  <a:pt x="526" y="450"/>
                </a:cubicBezTo>
                <a:cubicBezTo>
                  <a:pt x="530" y="465"/>
                  <a:pt x="537" y="473"/>
                  <a:pt x="547" y="474"/>
                </a:cubicBezTo>
                <a:cubicBezTo>
                  <a:pt x="558" y="473"/>
                  <a:pt x="568" y="468"/>
                  <a:pt x="577" y="462"/>
                </a:cubicBezTo>
                <a:cubicBezTo>
                  <a:pt x="586" y="455"/>
                  <a:pt x="592" y="446"/>
                  <a:pt x="596" y="435"/>
                </a:cubicBezTo>
                <a:cubicBezTo>
                  <a:pt x="598" y="430"/>
                  <a:pt x="600" y="427"/>
                  <a:pt x="602" y="426"/>
                </a:cubicBezTo>
                <a:cubicBezTo>
                  <a:pt x="604" y="426"/>
                  <a:pt x="610" y="425"/>
                  <a:pt x="619" y="424"/>
                </a:cubicBezTo>
                <a:cubicBezTo>
                  <a:pt x="634" y="424"/>
                  <a:pt x="642" y="427"/>
                  <a:pt x="642" y="433"/>
                </a:cubicBezTo>
                <a:cubicBezTo>
                  <a:pt x="642" y="438"/>
                  <a:pt x="639" y="445"/>
                  <a:pt x="635" y="455"/>
                </a:cubicBezTo>
                <a:cubicBezTo>
                  <a:pt x="626" y="473"/>
                  <a:pt x="612" y="487"/>
                  <a:pt x="595" y="498"/>
                </a:cubicBezTo>
                <a:cubicBezTo>
                  <a:pt x="578" y="509"/>
                  <a:pt x="561" y="514"/>
                  <a:pt x="545" y="515"/>
                </a:cubicBezTo>
                <a:lnTo>
                  <a:pt x="537" y="515"/>
                </a:lnTo>
                <a:cubicBezTo>
                  <a:pt x="486" y="515"/>
                  <a:pt x="452" y="488"/>
                  <a:pt x="433" y="433"/>
                </a:cubicBezTo>
                <a:lnTo>
                  <a:pt x="430" y="425"/>
                </a:lnTo>
                <a:lnTo>
                  <a:pt x="417" y="434"/>
                </a:lnTo>
                <a:cubicBezTo>
                  <a:pt x="410" y="440"/>
                  <a:pt x="398" y="448"/>
                  <a:pt x="383" y="457"/>
                </a:cubicBezTo>
                <a:cubicBezTo>
                  <a:pt x="368" y="466"/>
                  <a:pt x="351" y="475"/>
                  <a:pt x="332" y="483"/>
                </a:cubicBezTo>
                <a:cubicBezTo>
                  <a:pt x="313" y="492"/>
                  <a:pt x="291" y="499"/>
                  <a:pt x="266" y="506"/>
                </a:cubicBezTo>
                <a:cubicBezTo>
                  <a:pt x="241" y="513"/>
                  <a:pt x="217" y="516"/>
                  <a:pt x="193" y="516"/>
                </a:cubicBezTo>
                <a:cubicBezTo>
                  <a:pt x="132" y="516"/>
                  <a:pt x="85" y="497"/>
                  <a:pt x="51" y="459"/>
                </a:cubicBezTo>
                <a:cubicBezTo>
                  <a:pt x="17" y="421"/>
                  <a:pt x="0" y="377"/>
                  <a:pt x="0" y="326"/>
                </a:cubicBezTo>
                <a:moveTo>
                  <a:pt x="199" y="474"/>
                </a:moveTo>
                <a:cubicBezTo>
                  <a:pt x="236" y="474"/>
                  <a:pt x="273" y="466"/>
                  <a:pt x="310" y="450"/>
                </a:cubicBezTo>
                <a:cubicBezTo>
                  <a:pt x="348" y="434"/>
                  <a:pt x="375" y="418"/>
                  <a:pt x="393" y="401"/>
                </a:cubicBezTo>
                <a:lnTo>
                  <a:pt x="421" y="376"/>
                </a:lnTo>
                <a:cubicBezTo>
                  <a:pt x="419" y="268"/>
                  <a:pt x="417" y="200"/>
                  <a:pt x="413" y="173"/>
                </a:cubicBezTo>
                <a:cubicBezTo>
                  <a:pt x="402" y="85"/>
                  <a:pt x="367" y="42"/>
                  <a:pt x="308" y="42"/>
                </a:cubicBezTo>
                <a:cubicBezTo>
                  <a:pt x="256" y="42"/>
                  <a:pt x="210" y="69"/>
                  <a:pt x="169" y="125"/>
                </a:cubicBezTo>
                <a:cubicBezTo>
                  <a:pt x="149" y="155"/>
                  <a:pt x="132" y="197"/>
                  <a:pt x="119" y="249"/>
                </a:cubicBezTo>
                <a:cubicBezTo>
                  <a:pt x="106" y="300"/>
                  <a:pt x="100" y="340"/>
                  <a:pt x="99" y="367"/>
                </a:cubicBezTo>
                <a:cubicBezTo>
                  <a:pt x="99" y="404"/>
                  <a:pt x="108" y="431"/>
                  <a:pt x="127" y="448"/>
                </a:cubicBezTo>
                <a:cubicBezTo>
                  <a:pt x="146" y="465"/>
                  <a:pt x="170" y="473"/>
                  <a:pt x="199" y="474"/>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714" name=""/>
          <p:cNvSpPr/>
          <p:nvPr/>
        </p:nvSpPr>
        <p:spPr>
          <a:xfrm>
            <a:off x="1732680" y="5343480"/>
            <a:ext cx="148320" cy="19080"/>
          </a:xfrm>
          <a:custGeom>
            <a:avLst/>
            <a:gdLst/>
            <a:ahLst/>
            <a:rect l="0" t="0" r="r" b="b"/>
            <a:pathLst>
              <a:path w="412" h="53">
                <a:moveTo>
                  <a:pt x="0" y="0"/>
                </a:moveTo>
                <a:lnTo>
                  <a:pt x="412" y="0"/>
                </a:lnTo>
                <a:lnTo>
                  <a:pt x="412" y="53"/>
                </a:lnTo>
                <a:lnTo>
                  <a:pt x="0" y="53"/>
                </a:lnTo>
                <a:lnTo>
                  <a:pt x="0" y="0"/>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715" name=""/>
          <p:cNvSpPr/>
          <p:nvPr/>
        </p:nvSpPr>
        <p:spPr>
          <a:xfrm>
            <a:off x="1945440" y="5466600"/>
            <a:ext cx="90720" cy="184680"/>
          </a:xfrm>
          <a:custGeom>
            <a:avLst/>
            <a:gdLst/>
            <a:ahLst/>
            <a:rect l="0" t="0" r="r" b="b"/>
            <a:pathLst>
              <a:path w="252" h="513">
                <a:moveTo>
                  <a:pt x="6" y="194"/>
                </a:moveTo>
                <a:cubicBezTo>
                  <a:pt x="2" y="190"/>
                  <a:pt x="0" y="187"/>
                  <a:pt x="0" y="186"/>
                </a:cubicBezTo>
                <a:cubicBezTo>
                  <a:pt x="0" y="183"/>
                  <a:pt x="1" y="179"/>
                  <a:pt x="3" y="173"/>
                </a:cubicBezTo>
                <a:cubicBezTo>
                  <a:pt x="4" y="166"/>
                  <a:pt x="6" y="162"/>
                  <a:pt x="7" y="161"/>
                </a:cubicBezTo>
                <a:cubicBezTo>
                  <a:pt x="8" y="159"/>
                  <a:pt x="10" y="157"/>
                  <a:pt x="14" y="157"/>
                </a:cubicBezTo>
                <a:cubicBezTo>
                  <a:pt x="18" y="157"/>
                  <a:pt x="32" y="157"/>
                  <a:pt x="55" y="157"/>
                </a:cubicBezTo>
                <a:lnTo>
                  <a:pt x="98" y="157"/>
                </a:lnTo>
                <a:lnTo>
                  <a:pt x="113" y="92"/>
                </a:lnTo>
                <a:cubicBezTo>
                  <a:pt x="115" y="86"/>
                  <a:pt x="117" y="78"/>
                  <a:pt x="119" y="69"/>
                </a:cubicBezTo>
                <a:cubicBezTo>
                  <a:pt x="121" y="59"/>
                  <a:pt x="123" y="52"/>
                  <a:pt x="124" y="48"/>
                </a:cubicBezTo>
                <a:cubicBezTo>
                  <a:pt x="126" y="44"/>
                  <a:pt x="128" y="38"/>
                  <a:pt x="129" y="32"/>
                </a:cubicBezTo>
                <a:cubicBezTo>
                  <a:pt x="131" y="25"/>
                  <a:pt x="133" y="21"/>
                  <a:pt x="136" y="18"/>
                </a:cubicBezTo>
                <a:cubicBezTo>
                  <a:pt x="138" y="15"/>
                  <a:pt x="141" y="12"/>
                  <a:pt x="144" y="8"/>
                </a:cubicBezTo>
                <a:cubicBezTo>
                  <a:pt x="146" y="5"/>
                  <a:pt x="150" y="2"/>
                  <a:pt x="155" y="1"/>
                </a:cubicBezTo>
                <a:cubicBezTo>
                  <a:pt x="160" y="0"/>
                  <a:pt x="165" y="0"/>
                  <a:pt x="169" y="0"/>
                </a:cubicBezTo>
                <a:cubicBezTo>
                  <a:pt x="179" y="0"/>
                  <a:pt x="186" y="3"/>
                  <a:pt x="190" y="8"/>
                </a:cubicBezTo>
                <a:cubicBezTo>
                  <a:pt x="193" y="14"/>
                  <a:pt x="195" y="19"/>
                  <a:pt x="195" y="24"/>
                </a:cubicBezTo>
                <a:cubicBezTo>
                  <a:pt x="195" y="28"/>
                  <a:pt x="193" y="40"/>
                  <a:pt x="188" y="62"/>
                </a:cubicBezTo>
                <a:cubicBezTo>
                  <a:pt x="183" y="83"/>
                  <a:pt x="178" y="104"/>
                  <a:pt x="172" y="125"/>
                </a:cubicBezTo>
                <a:lnTo>
                  <a:pt x="164" y="155"/>
                </a:lnTo>
                <a:cubicBezTo>
                  <a:pt x="164" y="156"/>
                  <a:pt x="177" y="157"/>
                  <a:pt x="204" y="157"/>
                </a:cubicBezTo>
                <a:lnTo>
                  <a:pt x="246" y="157"/>
                </a:lnTo>
                <a:cubicBezTo>
                  <a:pt x="250" y="160"/>
                  <a:pt x="252" y="163"/>
                  <a:pt x="252" y="165"/>
                </a:cubicBezTo>
                <a:cubicBezTo>
                  <a:pt x="252" y="177"/>
                  <a:pt x="248" y="187"/>
                  <a:pt x="241" y="194"/>
                </a:cubicBezTo>
                <a:lnTo>
                  <a:pt x="154" y="194"/>
                </a:lnTo>
                <a:lnTo>
                  <a:pt x="125" y="310"/>
                </a:lnTo>
                <a:cubicBezTo>
                  <a:pt x="104" y="396"/>
                  <a:pt x="94" y="443"/>
                  <a:pt x="94" y="450"/>
                </a:cubicBezTo>
                <a:cubicBezTo>
                  <a:pt x="94" y="472"/>
                  <a:pt x="101" y="484"/>
                  <a:pt x="116" y="484"/>
                </a:cubicBezTo>
                <a:cubicBezTo>
                  <a:pt x="134" y="484"/>
                  <a:pt x="153" y="474"/>
                  <a:pt x="170" y="456"/>
                </a:cubicBezTo>
                <a:cubicBezTo>
                  <a:pt x="188" y="438"/>
                  <a:pt x="202" y="414"/>
                  <a:pt x="213" y="388"/>
                </a:cubicBezTo>
                <a:cubicBezTo>
                  <a:pt x="214" y="384"/>
                  <a:pt x="215" y="382"/>
                  <a:pt x="217" y="382"/>
                </a:cubicBezTo>
                <a:cubicBezTo>
                  <a:pt x="219" y="381"/>
                  <a:pt x="224" y="381"/>
                  <a:pt x="230" y="380"/>
                </a:cubicBezTo>
                <a:lnTo>
                  <a:pt x="233" y="380"/>
                </a:lnTo>
                <a:cubicBezTo>
                  <a:pt x="241" y="380"/>
                  <a:pt x="245" y="382"/>
                  <a:pt x="245" y="387"/>
                </a:cubicBezTo>
                <a:cubicBezTo>
                  <a:pt x="245" y="388"/>
                  <a:pt x="245" y="392"/>
                  <a:pt x="243" y="396"/>
                </a:cubicBezTo>
                <a:cubicBezTo>
                  <a:pt x="240" y="405"/>
                  <a:pt x="235" y="415"/>
                  <a:pt x="228" y="427"/>
                </a:cubicBezTo>
                <a:cubicBezTo>
                  <a:pt x="220" y="440"/>
                  <a:pt x="211" y="452"/>
                  <a:pt x="200" y="466"/>
                </a:cubicBezTo>
                <a:cubicBezTo>
                  <a:pt x="189" y="479"/>
                  <a:pt x="175" y="490"/>
                  <a:pt x="159" y="500"/>
                </a:cubicBezTo>
                <a:cubicBezTo>
                  <a:pt x="143" y="509"/>
                  <a:pt x="127" y="513"/>
                  <a:pt x="110" y="513"/>
                </a:cubicBezTo>
                <a:cubicBezTo>
                  <a:pt x="94" y="513"/>
                  <a:pt x="79" y="509"/>
                  <a:pt x="64" y="501"/>
                </a:cubicBezTo>
                <a:cubicBezTo>
                  <a:pt x="50" y="493"/>
                  <a:pt x="39" y="479"/>
                  <a:pt x="33" y="459"/>
                </a:cubicBezTo>
                <a:cubicBezTo>
                  <a:pt x="32" y="455"/>
                  <a:pt x="31" y="448"/>
                  <a:pt x="31" y="438"/>
                </a:cubicBezTo>
                <a:lnTo>
                  <a:pt x="31" y="422"/>
                </a:lnTo>
                <a:lnTo>
                  <a:pt x="59" y="309"/>
                </a:lnTo>
                <a:cubicBezTo>
                  <a:pt x="78" y="234"/>
                  <a:pt x="88" y="196"/>
                  <a:pt x="88" y="195"/>
                </a:cubicBezTo>
                <a:cubicBezTo>
                  <a:pt x="88" y="194"/>
                  <a:pt x="74" y="194"/>
                  <a:pt x="47" y="194"/>
                </a:cubicBezTo>
                <a:lnTo>
                  <a:pt x="6" y="194"/>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716" name=""/>
          <p:cNvSpPr/>
          <p:nvPr/>
        </p:nvSpPr>
        <p:spPr>
          <a:xfrm>
            <a:off x="1344240" y="5244120"/>
            <a:ext cx="320400" cy="410040"/>
          </a:xfrm>
          <a:custGeom>
            <a:avLst/>
            <a:gdLst/>
            <a:ahLst/>
            <a:rect l="0" t="0" r="r" b="b"/>
            <a:pathLst>
              <a:path w="890" h="1139">
                <a:moveTo>
                  <a:pt x="26" y="708"/>
                </a:moveTo>
                <a:cubicBezTo>
                  <a:pt x="22" y="708"/>
                  <a:pt x="16" y="705"/>
                  <a:pt x="10" y="699"/>
                </a:cubicBezTo>
                <a:cubicBezTo>
                  <a:pt x="4" y="693"/>
                  <a:pt x="1" y="688"/>
                  <a:pt x="0" y="683"/>
                </a:cubicBezTo>
                <a:cubicBezTo>
                  <a:pt x="-1" y="678"/>
                  <a:pt x="11" y="667"/>
                  <a:pt x="35" y="649"/>
                </a:cubicBezTo>
                <a:cubicBezTo>
                  <a:pt x="60" y="631"/>
                  <a:pt x="85" y="612"/>
                  <a:pt x="110" y="592"/>
                </a:cubicBezTo>
                <a:cubicBezTo>
                  <a:pt x="136" y="572"/>
                  <a:pt x="151" y="561"/>
                  <a:pt x="154" y="559"/>
                </a:cubicBezTo>
                <a:cubicBezTo>
                  <a:pt x="155" y="557"/>
                  <a:pt x="157" y="557"/>
                  <a:pt x="159" y="557"/>
                </a:cubicBezTo>
                <a:lnTo>
                  <a:pt x="160" y="557"/>
                </a:lnTo>
                <a:cubicBezTo>
                  <a:pt x="165" y="557"/>
                  <a:pt x="170" y="563"/>
                  <a:pt x="176" y="576"/>
                </a:cubicBezTo>
                <a:cubicBezTo>
                  <a:pt x="182" y="589"/>
                  <a:pt x="203" y="633"/>
                  <a:pt x="238" y="709"/>
                </a:cubicBezTo>
                <a:cubicBezTo>
                  <a:pt x="252" y="742"/>
                  <a:pt x="264" y="768"/>
                  <a:pt x="274" y="788"/>
                </a:cubicBezTo>
                <a:lnTo>
                  <a:pt x="371" y="999"/>
                </a:lnTo>
                <a:cubicBezTo>
                  <a:pt x="372" y="999"/>
                  <a:pt x="411" y="919"/>
                  <a:pt x="489" y="756"/>
                </a:cubicBezTo>
                <a:cubicBezTo>
                  <a:pt x="567" y="594"/>
                  <a:pt x="646" y="431"/>
                  <a:pt x="724" y="268"/>
                </a:cubicBezTo>
                <a:cubicBezTo>
                  <a:pt x="802" y="104"/>
                  <a:pt x="843" y="20"/>
                  <a:pt x="846" y="16"/>
                </a:cubicBezTo>
                <a:cubicBezTo>
                  <a:pt x="850" y="5"/>
                  <a:pt x="858" y="0"/>
                  <a:pt x="868" y="0"/>
                </a:cubicBezTo>
                <a:cubicBezTo>
                  <a:pt x="874" y="0"/>
                  <a:pt x="878" y="2"/>
                  <a:pt x="882" y="7"/>
                </a:cubicBezTo>
                <a:cubicBezTo>
                  <a:pt x="886" y="11"/>
                  <a:pt x="889" y="16"/>
                  <a:pt x="890" y="21"/>
                </a:cubicBezTo>
                <a:lnTo>
                  <a:pt x="890" y="27"/>
                </a:lnTo>
                <a:lnTo>
                  <a:pt x="625" y="577"/>
                </a:lnTo>
                <a:lnTo>
                  <a:pt x="357" y="1131"/>
                </a:lnTo>
                <a:cubicBezTo>
                  <a:pt x="354" y="1137"/>
                  <a:pt x="347" y="1139"/>
                  <a:pt x="336" y="1139"/>
                </a:cubicBezTo>
                <a:cubicBezTo>
                  <a:pt x="329" y="1139"/>
                  <a:pt x="324" y="1138"/>
                  <a:pt x="322" y="1136"/>
                </a:cubicBezTo>
                <a:cubicBezTo>
                  <a:pt x="320" y="1134"/>
                  <a:pt x="283" y="1054"/>
                  <a:pt x="209" y="895"/>
                </a:cubicBezTo>
                <a:lnTo>
                  <a:pt x="100" y="655"/>
                </a:lnTo>
                <a:lnTo>
                  <a:pt x="82" y="667"/>
                </a:lnTo>
                <a:cubicBezTo>
                  <a:pt x="71" y="676"/>
                  <a:pt x="59" y="685"/>
                  <a:pt x="47" y="694"/>
                </a:cubicBezTo>
                <a:cubicBezTo>
                  <a:pt x="34" y="704"/>
                  <a:pt x="28" y="708"/>
                  <a:pt x="26" y="708"/>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717" name=""/>
          <p:cNvSpPr/>
          <p:nvPr/>
        </p:nvSpPr>
        <p:spPr>
          <a:xfrm>
            <a:off x="1664280" y="5244120"/>
            <a:ext cx="401400" cy="24840"/>
          </a:xfrm>
          <a:custGeom>
            <a:avLst/>
            <a:gdLst/>
            <a:ahLst/>
            <a:rect l="0" t="0" r="r" b="b"/>
            <a:pathLst>
              <a:path w="1115" h="69">
                <a:moveTo>
                  <a:pt x="0" y="0"/>
                </a:moveTo>
                <a:lnTo>
                  <a:pt x="1115" y="0"/>
                </a:lnTo>
                <a:lnTo>
                  <a:pt x="1115" y="69"/>
                </a:lnTo>
                <a:lnTo>
                  <a:pt x="0" y="69"/>
                </a:lnTo>
                <a:lnTo>
                  <a:pt x="0" y="0"/>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718" name=""/>
          <p:cNvSpPr/>
          <p:nvPr/>
        </p:nvSpPr>
        <p:spPr>
          <a:xfrm>
            <a:off x="2073960" y="5404320"/>
            <a:ext cx="231840" cy="182520"/>
          </a:xfrm>
          <a:custGeom>
            <a:avLst/>
            <a:gdLst/>
            <a:ahLst/>
            <a:rect l="0" t="0" r="r" b="b"/>
            <a:pathLst>
              <a:path w="644" h="507">
                <a:moveTo>
                  <a:pt x="234" y="507"/>
                </a:moveTo>
                <a:cubicBezTo>
                  <a:pt x="223" y="504"/>
                  <a:pt x="183" y="503"/>
                  <a:pt x="113" y="503"/>
                </a:cubicBezTo>
                <a:cubicBezTo>
                  <a:pt x="52" y="503"/>
                  <a:pt x="17" y="504"/>
                  <a:pt x="8" y="507"/>
                </a:cubicBezTo>
                <a:lnTo>
                  <a:pt x="0" y="507"/>
                </a:lnTo>
                <a:lnTo>
                  <a:pt x="0" y="436"/>
                </a:lnTo>
                <a:lnTo>
                  <a:pt x="109" y="436"/>
                </a:lnTo>
                <a:lnTo>
                  <a:pt x="255" y="263"/>
                </a:lnTo>
                <a:lnTo>
                  <a:pt x="100" y="71"/>
                </a:lnTo>
                <a:lnTo>
                  <a:pt x="5" y="71"/>
                </a:lnTo>
                <a:lnTo>
                  <a:pt x="5" y="0"/>
                </a:lnTo>
                <a:lnTo>
                  <a:pt x="14" y="0"/>
                </a:lnTo>
                <a:cubicBezTo>
                  <a:pt x="26" y="3"/>
                  <a:pt x="67" y="4"/>
                  <a:pt x="138" y="4"/>
                </a:cubicBezTo>
                <a:cubicBezTo>
                  <a:pt x="217" y="4"/>
                  <a:pt x="264" y="3"/>
                  <a:pt x="277" y="0"/>
                </a:cubicBezTo>
                <a:lnTo>
                  <a:pt x="288" y="0"/>
                </a:lnTo>
                <a:lnTo>
                  <a:pt x="288" y="71"/>
                </a:lnTo>
                <a:lnTo>
                  <a:pt x="256" y="71"/>
                </a:lnTo>
                <a:lnTo>
                  <a:pt x="296" y="120"/>
                </a:lnTo>
                <a:cubicBezTo>
                  <a:pt x="321" y="152"/>
                  <a:pt x="335" y="168"/>
                  <a:pt x="335" y="168"/>
                </a:cubicBezTo>
                <a:cubicBezTo>
                  <a:pt x="338" y="168"/>
                  <a:pt x="354" y="151"/>
                  <a:pt x="380" y="117"/>
                </a:cubicBezTo>
                <a:lnTo>
                  <a:pt x="420" y="71"/>
                </a:lnTo>
                <a:lnTo>
                  <a:pt x="377" y="71"/>
                </a:lnTo>
                <a:lnTo>
                  <a:pt x="377" y="0"/>
                </a:lnTo>
                <a:lnTo>
                  <a:pt x="387" y="0"/>
                </a:lnTo>
                <a:cubicBezTo>
                  <a:pt x="398" y="3"/>
                  <a:pt x="438" y="4"/>
                  <a:pt x="507" y="4"/>
                </a:cubicBezTo>
                <a:cubicBezTo>
                  <a:pt x="569" y="4"/>
                  <a:pt x="604" y="3"/>
                  <a:pt x="613" y="0"/>
                </a:cubicBezTo>
                <a:lnTo>
                  <a:pt x="621" y="0"/>
                </a:lnTo>
                <a:lnTo>
                  <a:pt x="621" y="71"/>
                </a:lnTo>
                <a:lnTo>
                  <a:pt x="513" y="71"/>
                </a:lnTo>
                <a:lnTo>
                  <a:pt x="381" y="226"/>
                </a:lnTo>
                <a:lnTo>
                  <a:pt x="550" y="435"/>
                </a:lnTo>
                <a:lnTo>
                  <a:pt x="597" y="436"/>
                </a:lnTo>
                <a:lnTo>
                  <a:pt x="644" y="436"/>
                </a:lnTo>
                <a:lnTo>
                  <a:pt x="644" y="507"/>
                </a:lnTo>
                <a:lnTo>
                  <a:pt x="635" y="507"/>
                </a:lnTo>
                <a:cubicBezTo>
                  <a:pt x="623" y="504"/>
                  <a:pt x="582" y="503"/>
                  <a:pt x="511" y="503"/>
                </a:cubicBezTo>
                <a:cubicBezTo>
                  <a:pt x="432" y="503"/>
                  <a:pt x="385" y="504"/>
                  <a:pt x="372" y="507"/>
                </a:cubicBezTo>
                <a:lnTo>
                  <a:pt x="361" y="507"/>
                </a:lnTo>
                <a:lnTo>
                  <a:pt x="361" y="436"/>
                </a:lnTo>
                <a:lnTo>
                  <a:pt x="393" y="436"/>
                </a:lnTo>
                <a:cubicBezTo>
                  <a:pt x="393" y="435"/>
                  <a:pt x="378" y="416"/>
                  <a:pt x="347" y="378"/>
                </a:cubicBezTo>
                <a:cubicBezTo>
                  <a:pt x="316" y="341"/>
                  <a:pt x="301" y="322"/>
                  <a:pt x="300" y="320"/>
                </a:cubicBezTo>
                <a:lnTo>
                  <a:pt x="201" y="435"/>
                </a:lnTo>
                <a:lnTo>
                  <a:pt x="223" y="436"/>
                </a:lnTo>
                <a:lnTo>
                  <a:pt x="243" y="436"/>
                </a:lnTo>
                <a:lnTo>
                  <a:pt x="243" y="507"/>
                </a:lnTo>
                <a:lnTo>
                  <a:pt x="234" y="507"/>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719" name=""/>
          <p:cNvSpPr/>
          <p:nvPr/>
        </p:nvSpPr>
        <p:spPr>
          <a:xfrm>
            <a:off x="2338920" y="5454720"/>
            <a:ext cx="122040" cy="199800"/>
          </a:xfrm>
          <a:custGeom>
            <a:avLst/>
            <a:gdLst/>
            <a:ahLst/>
            <a:rect l="0" t="0" r="r" b="b"/>
            <a:pathLst>
              <a:path w="339" h="555">
                <a:moveTo>
                  <a:pt x="46" y="67"/>
                </a:moveTo>
                <a:cubicBezTo>
                  <a:pt x="76" y="22"/>
                  <a:pt x="118" y="0"/>
                  <a:pt x="170" y="0"/>
                </a:cubicBezTo>
                <a:cubicBezTo>
                  <a:pt x="195" y="0"/>
                  <a:pt x="221" y="7"/>
                  <a:pt x="247" y="21"/>
                </a:cubicBezTo>
                <a:cubicBezTo>
                  <a:pt x="273" y="35"/>
                  <a:pt x="294" y="61"/>
                  <a:pt x="310" y="96"/>
                </a:cubicBezTo>
                <a:cubicBezTo>
                  <a:pt x="330" y="141"/>
                  <a:pt x="339" y="202"/>
                  <a:pt x="339" y="280"/>
                </a:cubicBezTo>
                <a:cubicBezTo>
                  <a:pt x="339" y="363"/>
                  <a:pt x="328" y="427"/>
                  <a:pt x="305" y="471"/>
                </a:cubicBezTo>
                <a:cubicBezTo>
                  <a:pt x="294" y="493"/>
                  <a:pt x="279" y="511"/>
                  <a:pt x="261" y="525"/>
                </a:cubicBezTo>
                <a:cubicBezTo>
                  <a:pt x="242" y="538"/>
                  <a:pt x="225" y="546"/>
                  <a:pt x="212" y="550"/>
                </a:cubicBezTo>
                <a:cubicBezTo>
                  <a:pt x="198" y="553"/>
                  <a:pt x="184" y="555"/>
                  <a:pt x="170" y="555"/>
                </a:cubicBezTo>
                <a:cubicBezTo>
                  <a:pt x="157" y="555"/>
                  <a:pt x="143" y="554"/>
                  <a:pt x="129" y="550"/>
                </a:cubicBezTo>
                <a:cubicBezTo>
                  <a:pt x="115" y="547"/>
                  <a:pt x="98" y="539"/>
                  <a:pt x="79" y="525"/>
                </a:cubicBezTo>
                <a:cubicBezTo>
                  <a:pt x="60" y="511"/>
                  <a:pt x="45" y="493"/>
                  <a:pt x="34" y="471"/>
                </a:cubicBezTo>
                <a:cubicBezTo>
                  <a:pt x="11" y="427"/>
                  <a:pt x="0" y="363"/>
                  <a:pt x="0" y="280"/>
                </a:cubicBezTo>
                <a:cubicBezTo>
                  <a:pt x="0" y="187"/>
                  <a:pt x="15" y="115"/>
                  <a:pt x="46" y="67"/>
                </a:cubicBezTo>
                <a:moveTo>
                  <a:pt x="228" y="57"/>
                </a:moveTo>
                <a:cubicBezTo>
                  <a:pt x="212" y="39"/>
                  <a:pt x="192" y="30"/>
                  <a:pt x="170" y="30"/>
                </a:cubicBezTo>
                <a:cubicBezTo>
                  <a:pt x="148" y="30"/>
                  <a:pt x="129" y="39"/>
                  <a:pt x="113" y="57"/>
                </a:cubicBezTo>
                <a:cubicBezTo>
                  <a:pt x="99" y="71"/>
                  <a:pt x="89" y="90"/>
                  <a:pt x="85" y="115"/>
                </a:cubicBezTo>
                <a:cubicBezTo>
                  <a:pt x="81" y="140"/>
                  <a:pt x="79" y="191"/>
                  <a:pt x="79" y="269"/>
                </a:cubicBezTo>
                <a:cubicBezTo>
                  <a:pt x="79" y="354"/>
                  <a:pt x="81" y="410"/>
                  <a:pt x="85" y="437"/>
                </a:cubicBezTo>
                <a:cubicBezTo>
                  <a:pt x="89" y="464"/>
                  <a:pt x="100" y="485"/>
                  <a:pt x="115" y="500"/>
                </a:cubicBezTo>
                <a:cubicBezTo>
                  <a:pt x="130" y="517"/>
                  <a:pt x="148" y="525"/>
                  <a:pt x="170" y="525"/>
                </a:cubicBezTo>
                <a:cubicBezTo>
                  <a:pt x="192" y="525"/>
                  <a:pt x="210" y="517"/>
                  <a:pt x="225" y="500"/>
                </a:cubicBezTo>
                <a:cubicBezTo>
                  <a:pt x="241" y="484"/>
                  <a:pt x="250" y="462"/>
                  <a:pt x="254" y="433"/>
                </a:cubicBezTo>
                <a:cubicBezTo>
                  <a:pt x="258" y="404"/>
                  <a:pt x="260" y="349"/>
                  <a:pt x="261" y="269"/>
                </a:cubicBezTo>
                <a:cubicBezTo>
                  <a:pt x="261" y="192"/>
                  <a:pt x="258" y="140"/>
                  <a:pt x="254" y="116"/>
                </a:cubicBezTo>
                <a:cubicBezTo>
                  <a:pt x="250" y="91"/>
                  <a:pt x="241" y="71"/>
                  <a:pt x="228" y="57"/>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720" name=""/>
          <p:cNvSpPr/>
          <p:nvPr/>
        </p:nvSpPr>
        <p:spPr>
          <a:xfrm>
            <a:off x="2606760" y="5347440"/>
            <a:ext cx="273600" cy="272880"/>
          </a:xfrm>
          <a:custGeom>
            <a:avLst/>
            <a:gdLst/>
            <a:ahLst/>
            <a:rect l="0" t="0" r="r" b="b"/>
            <a:pathLst>
              <a:path w="760" h="758">
                <a:moveTo>
                  <a:pt x="16" y="356"/>
                </a:moveTo>
                <a:lnTo>
                  <a:pt x="357" y="356"/>
                </a:lnTo>
                <a:lnTo>
                  <a:pt x="357" y="186"/>
                </a:lnTo>
                <a:lnTo>
                  <a:pt x="358" y="15"/>
                </a:lnTo>
                <a:cubicBezTo>
                  <a:pt x="365" y="5"/>
                  <a:pt x="373" y="0"/>
                  <a:pt x="379" y="0"/>
                </a:cubicBezTo>
                <a:cubicBezTo>
                  <a:pt x="389" y="0"/>
                  <a:pt x="397" y="6"/>
                  <a:pt x="402" y="17"/>
                </a:cubicBezTo>
                <a:lnTo>
                  <a:pt x="402" y="356"/>
                </a:lnTo>
                <a:lnTo>
                  <a:pt x="742" y="356"/>
                </a:lnTo>
                <a:cubicBezTo>
                  <a:pt x="754" y="362"/>
                  <a:pt x="760" y="370"/>
                  <a:pt x="760" y="379"/>
                </a:cubicBezTo>
                <a:cubicBezTo>
                  <a:pt x="760" y="388"/>
                  <a:pt x="754" y="396"/>
                  <a:pt x="742" y="402"/>
                </a:cubicBezTo>
                <a:lnTo>
                  <a:pt x="402" y="402"/>
                </a:lnTo>
                <a:lnTo>
                  <a:pt x="402" y="742"/>
                </a:lnTo>
                <a:cubicBezTo>
                  <a:pt x="396" y="753"/>
                  <a:pt x="389" y="758"/>
                  <a:pt x="382" y="758"/>
                </a:cubicBezTo>
                <a:lnTo>
                  <a:pt x="379" y="758"/>
                </a:lnTo>
                <a:lnTo>
                  <a:pt x="377" y="758"/>
                </a:lnTo>
                <a:cubicBezTo>
                  <a:pt x="368" y="758"/>
                  <a:pt x="361" y="753"/>
                  <a:pt x="357" y="742"/>
                </a:cubicBezTo>
                <a:lnTo>
                  <a:pt x="357" y="402"/>
                </a:lnTo>
                <a:lnTo>
                  <a:pt x="16" y="402"/>
                </a:lnTo>
                <a:cubicBezTo>
                  <a:pt x="6" y="397"/>
                  <a:pt x="0" y="389"/>
                  <a:pt x="0" y="379"/>
                </a:cubicBezTo>
                <a:cubicBezTo>
                  <a:pt x="0" y="369"/>
                  <a:pt x="6" y="362"/>
                  <a:pt x="16" y="356"/>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721" name=""/>
          <p:cNvSpPr/>
          <p:nvPr/>
        </p:nvSpPr>
        <p:spPr>
          <a:xfrm>
            <a:off x="3377520" y="5313600"/>
            <a:ext cx="141120" cy="273240"/>
          </a:xfrm>
          <a:custGeom>
            <a:avLst/>
            <a:gdLst/>
            <a:ahLst/>
            <a:rect l="0" t="0" r="r" b="b"/>
            <a:pathLst>
              <a:path w="392" h="759">
                <a:moveTo>
                  <a:pt x="148" y="101"/>
                </a:moveTo>
                <a:lnTo>
                  <a:pt x="133" y="106"/>
                </a:lnTo>
                <a:cubicBezTo>
                  <a:pt x="122" y="110"/>
                  <a:pt x="107" y="114"/>
                  <a:pt x="87" y="118"/>
                </a:cubicBezTo>
                <a:cubicBezTo>
                  <a:pt x="68" y="122"/>
                  <a:pt x="46" y="124"/>
                  <a:pt x="21" y="126"/>
                </a:cubicBezTo>
                <a:lnTo>
                  <a:pt x="0" y="126"/>
                </a:lnTo>
                <a:lnTo>
                  <a:pt x="0" y="73"/>
                </a:lnTo>
                <a:lnTo>
                  <a:pt x="21" y="73"/>
                </a:lnTo>
                <a:cubicBezTo>
                  <a:pt x="57" y="72"/>
                  <a:pt x="90" y="66"/>
                  <a:pt x="120" y="56"/>
                </a:cubicBezTo>
                <a:cubicBezTo>
                  <a:pt x="151" y="46"/>
                  <a:pt x="172" y="37"/>
                  <a:pt x="184" y="29"/>
                </a:cubicBezTo>
                <a:cubicBezTo>
                  <a:pt x="196" y="20"/>
                  <a:pt x="208" y="11"/>
                  <a:pt x="217" y="3"/>
                </a:cubicBezTo>
                <a:cubicBezTo>
                  <a:pt x="219" y="1"/>
                  <a:pt x="223" y="0"/>
                  <a:pt x="231" y="0"/>
                </a:cubicBezTo>
                <a:cubicBezTo>
                  <a:pt x="238" y="0"/>
                  <a:pt x="244" y="2"/>
                  <a:pt x="250" y="6"/>
                </a:cubicBezTo>
                <a:lnTo>
                  <a:pt x="250" y="348"/>
                </a:lnTo>
                <a:lnTo>
                  <a:pt x="251" y="689"/>
                </a:lnTo>
                <a:cubicBezTo>
                  <a:pt x="257" y="695"/>
                  <a:pt x="261" y="698"/>
                  <a:pt x="265" y="699"/>
                </a:cubicBezTo>
                <a:cubicBezTo>
                  <a:pt x="269" y="701"/>
                  <a:pt x="278" y="703"/>
                  <a:pt x="292" y="704"/>
                </a:cubicBezTo>
                <a:cubicBezTo>
                  <a:pt x="307" y="706"/>
                  <a:pt x="330" y="706"/>
                  <a:pt x="363" y="706"/>
                </a:cubicBezTo>
                <a:lnTo>
                  <a:pt x="392" y="706"/>
                </a:lnTo>
                <a:lnTo>
                  <a:pt x="392" y="759"/>
                </a:lnTo>
                <a:lnTo>
                  <a:pt x="380" y="759"/>
                </a:lnTo>
                <a:cubicBezTo>
                  <a:pt x="364" y="756"/>
                  <a:pt x="304" y="755"/>
                  <a:pt x="199" y="755"/>
                </a:cubicBezTo>
                <a:cubicBezTo>
                  <a:pt x="95" y="755"/>
                  <a:pt x="35" y="756"/>
                  <a:pt x="19" y="759"/>
                </a:cubicBezTo>
                <a:lnTo>
                  <a:pt x="5" y="759"/>
                </a:lnTo>
                <a:lnTo>
                  <a:pt x="5" y="706"/>
                </a:lnTo>
                <a:lnTo>
                  <a:pt x="35" y="706"/>
                </a:lnTo>
                <a:cubicBezTo>
                  <a:pt x="52" y="706"/>
                  <a:pt x="66" y="706"/>
                  <a:pt x="78" y="706"/>
                </a:cubicBezTo>
                <a:cubicBezTo>
                  <a:pt x="90" y="706"/>
                  <a:pt x="100" y="706"/>
                  <a:pt x="107" y="705"/>
                </a:cubicBezTo>
                <a:cubicBezTo>
                  <a:pt x="114" y="704"/>
                  <a:pt x="120" y="703"/>
                  <a:pt x="125" y="702"/>
                </a:cubicBezTo>
                <a:cubicBezTo>
                  <a:pt x="130" y="700"/>
                  <a:pt x="133" y="699"/>
                  <a:pt x="134" y="699"/>
                </a:cubicBezTo>
                <a:cubicBezTo>
                  <a:pt x="135" y="699"/>
                  <a:pt x="137" y="698"/>
                  <a:pt x="141" y="694"/>
                </a:cubicBezTo>
                <a:cubicBezTo>
                  <a:pt x="145" y="690"/>
                  <a:pt x="147" y="688"/>
                  <a:pt x="148" y="689"/>
                </a:cubicBezTo>
                <a:lnTo>
                  <a:pt x="148" y="101"/>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722" name=""/>
          <p:cNvSpPr/>
          <p:nvPr/>
        </p:nvSpPr>
        <p:spPr>
          <a:xfrm>
            <a:off x="3673800" y="5475600"/>
            <a:ext cx="250200" cy="16920"/>
          </a:xfrm>
          <a:custGeom>
            <a:avLst/>
            <a:gdLst/>
            <a:ahLst/>
            <a:rect l="0" t="0" r="r" b="b"/>
            <a:pathLst>
              <a:path w="695" h="47">
                <a:moveTo>
                  <a:pt x="16" y="0"/>
                </a:moveTo>
                <a:lnTo>
                  <a:pt x="678" y="0"/>
                </a:lnTo>
                <a:cubicBezTo>
                  <a:pt x="690" y="6"/>
                  <a:pt x="695" y="14"/>
                  <a:pt x="695" y="24"/>
                </a:cubicBezTo>
                <a:cubicBezTo>
                  <a:pt x="695" y="33"/>
                  <a:pt x="690" y="41"/>
                  <a:pt x="678" y="47"/>
                </a:cubicBezTo>
                <a:lnTo>
                  <a:pt x="16" y="47"/>
                </a:lnTo>
                <a:cubicBezTo>
                  <a:pt x="5" y="42"/>
                  <a:pt x="0" y="34"/>
                  <a:pt x="0" y="24"/>
                </a:cubicBezTo>
                <a:cubicBezTo>
                  <a:pt x="0" y="13"/>
                  <a:pt x="5" y="6"/>
                  <a:pt x="16" y="0"/>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723" name=""/>
          <p:cNvSpPr/>
          <p:nvPr/>
        </p:nvSpPr>
        <p:spPr>
          <a:xfrm>
            <a:off x="4063320" y="5405400"/>
            <a:ext cx="233640" cy="185760"/>
          </a:xfrm>
          <a:custGeom>
            <a:avLst/>
            <a:gdLst/>
            <a:ahLst/>
            <a:rect l="0" t="0" r="r" b="b"/>
            <a:pathLst>
              <a:path w="649" h="516">
                <a:moveTo>
                  <a:pt x="0" y="326"/>
                </a:moveTo>
                <a:cubicBezTo>
                  <a:pt x="0" y="240"/>
                  <a:pt x="32" y="163"/>
                  <a:pt x="99" y="97"/>
                </a:cubicBezTo>
                <a:cubicBezTo>
                  <a:pt x="164" y="32"/>
                  <a:pt x="236" y="0"/>
                  <a:pt x="314" y="0"/>
                </a:cubicBezTo>
                <a:cubicBezTo>
                  <a:pt x="367" y="0"/>
                  <a:pt x="409" y="15"/>
                  <a:pt x="441" y="45"/>
                </a:cubicBezTo>
                <a:cubicBezTo>
                  <a:pt x="473" y="75"/>
                  <a:pt x="495" y="113"/>
                  <a:pt x="506" y="157"/>
                </a:cubicBezTo>
                <a:cubicBezTo>
                  <a:pt x="511" y="180"/>
                  <a:pt x="513" y="205"/>
                  <a:pt x="514" y="234"/>
                </a:cubicBezTo>
                <a:lnTo>
                  <a:pt x="514" y="267"/>
                </a:lnTo>
                <a:cubicBezTo>
                  <a:pt x="551" y="211"/>
                  <a:pt x="580" y="147"/>
                  <a:pt x="600" y="77"/>
                </a:cubicBezTo>
                <a:cubicBezTo>
                  <a:pt x="603" y="66"/>
                  <a:pt x="605" y="60"/>
                  <a:pt x="606" y="59"/>
                </a:cubicBezTo>
                <a:cubicBezTo>
                  <a:pt x="608" y="57"/>
                  <a:pt x="614" y="56"/>
                  <a:pt x="625" y="55"/>
                </a:cubicBezTo>
                <a:cubicBezTo>
                  <a:pt x="641" y="55"/>
                  <a:pt x="649" y="58"/>
                  <a:pt x="649" y="64"/>
                </a:cubicBezTo>
                <a:cubicBezTo>
                  <a:pt x="649" y="71"/>
                  <a:pt x="645" y="86"/>
                  <a:pt x="638" y="109"/>
                </a:cubicBezTo>
                <a:cubicBezTo>
                  <a:pt x="631" y="132"/>
                  <a:pt x="618" y="164"/>
                  <a:pt x="597" y="207"/>
                </a:cubicBezTo>
                <a:cubicBezTo>
                  <a:pt x="577" y="248"/>
                  <a:pt x="554" y="286"/>
                  <a:pt x="528" y="320"/>
                </a:cubicBezTo>
                <a:lnTo>
                  <a:pt x="515" y="336"/>
                </a:lnTo>
                <a:lnTo>
                  <a:pt x="516" y="364"/>
                </a:lnTo>
                <a:cubicBezTo>
                  <a:pt x="518" y="406"/>
                  <a:pt x="521" y="435"/>
                  <a:pt x="526" y="450"/>
                </a:cubicBezTo>
                <a:cubicBezTo>
                  <a:pt x="530" y="465"/>
                  <a:pt x="537" y="473"/>
                  <a:pt x="547" y="474"/>
                </a:cubicBezTo>
                <a:cubicBezTo>
                  <a:pt x="558" y="473"/>
                  <a:pt x="568" y="468"/>
                  <a:pt x="577" y="462"/>
                </a:cubicBezTo>
                <a:cubicBezTo>
                  <a:pt x="586" y="455"/>
                  <a:pt x="592" y="446"/>
                  <a:pt x="596" y="435"/>
                </a:cubicBezTo>
                <a:cubicBezTo>
                  <a:pt x="598" y="430"/>
                  <a:pt x="600" y="427"/>
                  <a:pt x="602" y="426"/>
                </a:cubicBezTo>
                <a:cubicBezTo>
                  <a:pt x="604" y="426"/>
                  <a:pt x="610" y="425"/>
                  <a:pt x="619" y="424"/>
                </a:cubicBezTo>
                <a:cubicBezTo>
                  <a:pt x="634" y="424"/>
                  <a:pt x="642" y="427"/>
                  <a:pt x="642" y="433"/>
                </a:cubicBezTo>
                <a:cubicBezTo>
                  <a:pt x="642" y="438"/>
                  <a:pt x="639" y="445"/>
                  <a:pt x="635" y="455"/>
                </a:cubicBezTo>
                <a:cubicBezTo>
                  <a:pt x="626" y="473"/>
                  <a:pt x="612" y="487"/>
                  <a:pt x="595" y="498"/>
                </a:cubicBezTo>
                <a:cubicBezTo>
                  <a:pt x="578" y="509"/>
                  <a:pt x="561" y="514"/>
                  <a:pt x="545" y="515"/>
                </a:cubicBezTo>
                <a:lnTo>
                  <a:pt x="537" y="515"/>
                </a:lnTo>
                <a:cubicBezTo>
                  <a:pt x="486" y="515"/>
                  <a:pt x="452" y="488"/>
                  <a:pt x="433" y="433"/>
                </a:cubicBezTo>
                <a:lnTo>
                  <a:pt x="430" y="425"/>
                </a:lnTo>
                <a:lnTo>
                  <a:pt x="417" y="434"/>
                </a:lnTo>
                <a:cubicBezTo>
                  <a:pt x="410" y="440"/>
                  <a:pt x="398" y="448"/>
                  <a:pt x="383" y="457"/>
                </a:cubicBezTo>
                <a:cubicBezTo>
                  <a:pt x="368" y="466"/>
                  <a:pt x="351" y="475"/>
                  <a:pt x="332" y="483"/>
                </a:cubicBezTo>
                <a:cubicBezTo>
                  <a:pt x="313" y="492"/>
                  <a:pt x="291" y="499"/>
                  <a:pt x="266" y="506"/>
                </a:cubicBezTo>
                <a:cubicBezTo>
                  <a:pt x="241" y="513"/>
                  <a:pt x="217" y="516"/>
                  <a:pt x="193" y="516"/>
                </a:cubicBezTo>
                <a:cubicBezTo>
                  <a:pt x="133" y="516"/>
                  <a:pt x="86" y="497"/>
                  <a:pt x="52" y="459"/>
                </a:cubicBezTo>
                <a:cubicBezTo>
                  <a:pt x="17" y="421"/>
                  <a:pt x="0" y="377"/>
                  <a:pt x="0" y="326"/>
                </a:cubicBezTo>
                <a:moveTo>
                  <a:pt x="199" y="474"/>
                </a:moveTo>
                <a:cubicBezTo>
                  <a:pt x="236" y="474"/>
                  <a:pt x="273" y="466"/>
                  <a:pt x="310" y="450"/>
                </a:cubicBezTo>
                <a:cubicBezTo>
                  <a:pt x="348" y="434"/>
                  <a:pt x="375" y="418"/>
                  <a:pt x="394" y="401"/>
                </a:cubicBezTo>
                <a:lnTo>
                  <a:pt x="421" y="376"/>
                </a:lnTo>
                <a:cubicBezTo>
                  <a:pt x="419" y="268"/>
                  <a:pt x="417" y="200"/>
                  <a:pt x="413" y="173"/>
                </a:cubicBezTo>
                <a:cubicBezTo>
                  <a:pt x="402" y="85"/>
                  <a:pt x="367" y="42"/>
                  <a:pt x="308" y="42"/>
                </a:cubicBezTo>
                <a:cubicBezTo>
                  <a:pt x="256" y="42"/>
                  <a:pt x="210" y="69"/>
                  <a:pt x="170" y="125"/>
                </a:cubicBezTo>
                <a:cubicBezTo>
                  <a:pt x="150" y="155"/>
                  <a:pt x="133" y="197"/>
                  <a:pt x="120" y="249"/>
                </a:cubicBezTo>
                <a:cubicBezTo>
                  <a:pt x="107" y="300"/>
                  <a:pt x="101" y="340"/>
                  <a:pt x="100" y="367"/>
                </a:cubicBezTo>
                <a:cubicBezTo>
                  <a:pt x="100" y="404"/>
                  <a:pt x="109" y="431"/>
                  <a:pt x="128" y="448"/>
                </a:cubicBezTo>
                <a:cubicBezTo>
                  <a:pt x="147" y="465"/>
                  <a:pt x="171" y="473"/>
                  <a:pt x="199" y="474"/>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724" name=""/>
          <p:cNvSpPr/>
          <p:nvPr/>
        </p:nvSpPr>
        <p:spPr>
          <a:xfrm>
            <a:off x="4117680" y="5343480"/>
            <a:ext cx="148320" cy="19080"/>
          </a:xfrm>
          <a:custGeom>
            <a:avLst/>
            <a:gdLst/>
            <a:ahLst/>
            <a:rect l="0" t="0" r="r" b="b"/>
            <a:pathLst>
              <a:path w="412" h="53">
                <a:moveTo>
                  <a:pt x="0" y="0"/>
                </a:moveTo>
                <a:lnTo>
                  <a:pt x="412" y="0"/>
                </a:lnTo>
                <a:lnTo>
                  <a:pt x="412" y="53"/>
                </a:lnTo>
                <a:lnTo>
                  <a:pt x="0" y="53"/>
                </a:lnTo>
                <a:lnTo>
                  <a:pt x="0" y="0"/>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725" name=""/>
          <p:cNvSpPr/>
          <p:nvPr/>
        </p:nvSpPr>
        <p:spPr>
          <a:xfrm>
            <a:off x="4330440" y="5466600"/>
            <a:ext cx="90720" cy="184680"/>
          </a:xfrm>
          <a:custGeom>
            <a:avLst/>
            <a:gdLst/>
            <a:ahLst/>
            <a:rect l="0" t="0" r="r" b="b"/>
            <a:pathLst>
              <a:path w="252" h="513">
                <a:moveTo>
                  <a:pt x="6" y="194"/>
                </a:moveTo>
                <a:cubicBezTo>
                  <a:pt x="2" y="190"/>
                  <a:pt x="0" y="187"/>
                  <a:pt x="0" y="186"/>
                </a:cubicBezTo>
                <a:cubicBezTo>
                  <a:pt x="0" y="183"/>
                  <a:pt x="1" y="179"/>
                  <a:pt x="3" y="173"/>
                </a:cubicBezTo>
                <a:cubicBezTo>
                  <a:pt x="5" y="166"/>
                  <a:pt x="6" y="162"/>
                  <a:pt x="7" y="161"/>
                </a:cubicBezTo>
                <a:cubicBezTo>
                  <a:pt x="8" y="159"/>
                  <a:pt x="10" y="157"/>
                  <a:pt x="14" y="157"/>
                </a:cubicBezTo>
                <a:cubicBezTo>
                  <a:pt x="18" y="157"/>
                  <a:pt x="32" y="157"/>
                  <a:pt x="55" y="157"/>
                </a:cubicBezTo>
                <a:lnTo>
                  <a:pt x="99" y="157"/>
                </a:lnTo>
                <a:lnTo>
                  <a:pt x="114" y="92"/>
                </a:lnTo>
                <a:cubicBezTo>
                  <a:pt x="116" y="86"/>
                  <a:pt x="118" y="78"/>
                  <a:pt x="120" y="69"/>
                </a:cubicBezTo>
                <a:cubicBezTo>
                  <a:pt x="122" y="59"/>
                  <a:pt x="124" y="52"/>
                  <a:pt x="125" y="48"/>
                </a:cubicBezTo>
                <a:cubicBezTo>
                  <a:pt x="127" y="44"/>
                  <a:pt x="129" y="38"/>
                  <a:pt x="130" y="32"/>
                </a:cubicBezTo>
                <a:cubicBezTo>
                  <a:pt x="132" y="25"/>
                  <a:pt x="134" y="21"/>
                  <a:pt x="137" y="18"/>
                </a:cubicBezTo>
                <a:cubicBezTo>
                  <a:pt x="139" y="15"/>
                  <a:pt x="142" y="12"/>
                  <a:pt x="145" y="8"/>
                </a:cubicBezTo>
                <a:cubicBezTo>
                  <a:pt x="147" y="5"/>
                  <a:pt x="151" y="2"/>
                  <a:pt x="156" y="1"/>
                </a:cubicBezTo>
                <a:cubicBezTo>
                  <a:pt x="161" y="0"/>
                  <a:pt x="166" y="0"/>
                  <a:pt x="171" y="0"/>
                </a:cubicBezTo>
                <a:cubicBezTo>
                  <a:pt x="180" y="0"/>
                  <a:pt x="187" y="3"/>
                  <a:pt x="191" y="8"/>
                </a:cubicBezTo>
                <a:cubicBezTo>
                  <a:pt x="194" y="14"/>
                  <a:pt x="196" y="19"/>
                  <a:pt x="196" y="24"/>
                </a:cubicBezTo>
                <a:cubicBezTo>
                  <a:pt x="196" y="28"/>
                  <a:pt x="194" y="40"/>
                  <a:pt x="189" y="62"/>
                </a:cubicBezTo>
                <a:cubicBezTo>
                  <a:pt x="184" y="83"/>
                  <a:pt x="179" y="104"/>
                  <a:pt x="173" y="125"/>
                </a:cubicBezTo>
                <a:lnTo>
                  <a:pt x="165" y="155"/>
                </a:lnTo>
                <a:cubicBezTo>
                  <a:pt x="165" y="156"/>
                  <a:pt x="178" y="157"/>
                  <a:pt x="205" y="157"/>
                </a:cubicBezTo>
                <a:lnTo>
                  <a:pt x="246" y="157"/>
                </a:lnTo>
                <a:cubicBezTo>
                  <a:pt x="250" y="160"/>
                  <a:pt x="252" y="163"/>
                  <a:pt x="252" y="165"/>
                </a:cubicBezTo>
                <a:cubicBezTo>
                  <a:pt x="252" y="177"/>
                  <a:pt x="248" y="187"/>
                  <a:pt x="241" y="194"/>
                </a:cubicBezTo>
                <a:lnTo>
                  <a:pt x="155" y="194"/>
                </a:lnTo>
                <a:lnTo>
                  <a:pt x="126" y="310"/>
                </a:lnTo>
                <a:cubicBezTo>
                  <a:pt x="105" y="396"/>
                  <a:pt x="94" y="443"/>
                  <a:pt x="94" y="450"/>
                </a:cubicBezTo>
                <a:cubicBezTo>
                  <a:pt x="94" y="472"/>
                  <a:pt x="102" y="484"/>
                  <a:pt x="117" y="484"/>
                </a:cubicBezTo>
                <a:cubicBezTo>
                  <a:pt x="135" y="484"/>
                  <a:pt x="154" y="474"/>
                  <a:pt x="171" y="456"/>
                </a:cubicBezTo>
                <a:cubicBezTo>
                  <a:pt x="189" y="438"/>
                  <a:pt x="203" y="414"/>
                  <a:pt x="214" y="388"/>
                </a:cubicBezTo>
                <a:cubicBezTo>
                  <a:pt x="215" y="384"/>
                  <a:pt x="216" y="382"/>
                  <a:pt x="218" y="382"/>
                </a:cubicBezTo>
                <a:cubicBezTo>
                  <a:pt x="220" y="381"/>
                  <a:pt x="224" y="381"/>
                  <a:pt x="230" y="380"/>
                </a:cubicBezTo>
                <a:lnTo>
                  <a:pt x="233" y="380"/>
                </a:lnTo>
                <a:cubicBezTo>
                  <a:pt x="241" y="380"/>
                  <a:pt x="245" y="382"/>
                  <a:pt x="245" y="387"/>
                </a:cubicBezTo>
                <a:cubicBezTo>
                  <a:pt x="245" y="388"/>
                  <a:pt x="245" y="392"/>
                  <a:pt x="243" y="396"/>
                </a:cubicBezTo>
                <a:cubicBezTo>
                  <a:pt x="240" y="405"/>
                  <a:pt x="235" y="415"/>
                  <a:pt x="228" y="427"/>
                </a:cubicBezTo>
                <a:cubicBezTo>
                  <a:pt x="221" y="440"/>
                  <a:pt x="212" y="452"/>
                  <a:pt x="201" y="466"/>
                </a:cubicBezTo>
                <a:cubicBezTo>
                  <a:pt x="190" y="479"/>
                  <a:pt x="176" y="490"/>
                  <a:pt x="160" y="500"/>
                </a:cubicBezTo>
                <a:cubicBezTo>
                  <a:pt x="144" y="509"/>
                  <a:pt x="128" y="513"/>
                  <a:pt x="111" y="513"/>
                </a:cubicBezTo>
                <a:cubicBezTo>
                  <a:pt x="94" y="513"/>
                  <a:pt x="79" y="509"/>
                  <a:pt x="64" y="501"/>
                </a:cubicBezTo>
                <a:cubicBezTo>
                  <a:pt x="50" y="493"/>
                  <a:pt x="39" y="479"/>
                  <a:pt x="33" y="459"/>
                </a:cubicBezTo>
                <a:cubicBezTo>
                  <a:pt x="32" y="455"/>
                  <a:pt x="31" y="448"/>
                  <a:pt x="31" y="438"/>
                </a:cubicBezTo>
                <a:lnTo>
                  <a:pt x="31" y="422"/>
                </a:lnTo>
                <a:lnTo>
                  <a:pt x="59" y="309"/>
                </a:lnTo>
                <a:cubicBezTo>
                  <a:pt x="78" y="234"/>
                  <a:pt x="88" y="196"/>
                  <a:pt x="88" y="195"/>
                </a:cubicBezTo>
                <a:cubicBezTo>
                  <a:pt x="88" y="194"/>
                  <a:pt x="75" y="194"/>
                  <a:pt x="47" y="194"/>
                </a:cubicBezTo>
                <a:lnTo>
                  <a:pt x="6" y="194"/>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726" name=""/>
          <p:cNvSpPr/>
          <p:nvPr/>
        </p:nvSpPr>
        <p:spPr>
          <a:xfrm>
            <a:off x="3023280" y="5244120"/>
            <a:ext cx="320400" cy="410040"/>
          </a:xfrm>
          <a:custGeom>
            <a:avLst/>
            <a:gdLst/>
            <a:ahLst/>
            <a:rect l="0" t="0" r="r" b="b"/>
            <a:pathLst>
              <a:path w="890" h="1139">
                <a:moveTo>
                  <a:pt x="26" y="708"/>
                </a:moveTo>
                <a:cubicBezTo>
                  <a:pt x="22" y="708"/>
                  <a:pt x="17" y="705"/>
                  <a:pt x="10" y="699"/>
                </a:cubicBezTo>
                <a:cubicBezTo>
                  <a:pt x="4" y="693"/>
                  <a:pt x="1" y="688"/>
                  <a:pt x="0" y="683"/>
                </a:cubicBezTo>
                <a:cubicBezTo>
                  <a:pt x="-1" y="678"/>
                  <a:pt x="11" y="667"/>
                  <a:pt x="36" y="649"/>
                </a:cubicBezTo>
                <a:cubicBezTo>
                  <a:pt x="61" y="631"/>
                  <a:pt x="86" y="612"/>
                  <a:pt x="112" y="592"/>
                </a:cubicBezTo>
                <a:cubicBezTo>
                  <a:pt x="137" y="572"/>
                  <a:pt x="152" y="561"/>
                  <a:pt x="155" y="559"/>
                </a:cubicBezTo>
                <a:cubicBezTo>
                  <a:pt x="156" y="557"/>
                  <a:pt x="158" y="557"/>
                  <a:pt x="161" y="557"/>
                </a:cubicBezTo>
                <a:lnTo>
                  <a:pt x="162" y="557"/>
                </a:lnTo>
                <a:cubicBezTo>
                  <a:pt x="166" y="557"/>
                  <a:pt x="172" y="563"/>
                  <a:pt x="178" y="576"/>
                </a:cubicBezTo>
                <a:cubicBezTo>
                  <a:pt x="184" y="589"/>
                  <a:pt x="204" y="633"/>
                  <a:pt x="239" y="709"/>
                </a:cubicBezTo>
                <a:cubicBezTo>
                  <a:pt x="254" y="742"/>
                  <a:pt x="265" y="768"/>
                  <a:pt x="274" y="788"/>
                </a:cubicBezTo>
                <a:lnTo>
                  <a:pt x="371" y="999"/>
                </a:lnTo>
                <a:cubicBezTo>
                  <a:pt x="372" y="999"/>
                  <a:pt x="411" y="919"/>
                  <a:pt x="490" y="756"/>
                </a:cubicBezTo>
                <a:cubicBezTo>
                  <a:pt x="568" y="594"/>
                  <a:pt x="646" y="431"/>
                  <a:pt x="724" y="268"/>
                </a:cubicBezTo>
                <a:cubicBezTo>
                  <a:pt x="802" y="104"/>
                  <a:pt x="843" y="20"/>
                  <a:pt x="846" y="16"/>
                </a:cubicBezTo>
                <a:cubicBezTo>
                  <a:pt x="850" y="5"/>
                  <a:pt x="858" y="0"/>
                  <a:pt x="869" y="0"/>
                </a:cubicBezTo>
                <a:cubicBezTo>
                  <a:pt x="874" y="0"/>
                  <a:pt x="879" y="2"/>
                  <a:pt x="882" y="7"/>
                </a:cubicBezTo>
                <a:cubicBezTo>
                  <a:pt x="886" y="11"/>
                  <a:pt x="889" y="16"/>
                  <a:pt x="890" y="21"/>
                </a:cubicBezTo>
                <a:lnTo>
                  <a:pt x="890" y="27"/>
                </a:lnTo>
                <a:lnTo>
                  <a:pt x="625" y="577"/>
                </a:lnTo>
                <a:lnTo>
                  <a:pt x="358" y="1131"/>
                </a:lnTo>
                <a:cubicBezTo>
                  <a:pt x="355" y="1137"/>
                  <a:pt x="347" y="1139"/>
                  <a:pt x="336" y="1139"/>
                </a:cubicBezTo>
                <a:cubicBezTo>
                  <a:pt x="329" y="1139"/>
                  <a:pt x="325" y="1138"/>
                  <a:pt x="322" y="1136"/>
                </a:cubicBezTo>
                <a:cubicBezTo>
                  <a:pt x="321" y="1134"/>
                  <a:pt x="284" y="1054"/>
                  <a:pt x="211" y="895"/>
                </a:cubicBezTo>
                <a:lnTo>
                  <a:pt x="101" y="655"/>
                </a:lnTo>
                <a:lnTo>
                  <a:pt x="83" y="667"/>
                </a:lnTo>
                <a:cubicBezTo>
                  <a:pt x="72" y="676"/>
                  <a:pt x="60" y="685"/>
                  <a:pt x="47" y="694"/>
                </a:cubicBezTo>
                <a:cubicBezTo>
                  <a:pt x="35" y="704"/>
                  <a:pt x="28" y="708"/>
                  <a:pt x="26" y="708"/>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727" name=""/>
          <p:cNvSpPr/>
          <p:nvPr/>
        </p:nvSpPr>
        <p:spPr>
          <a:xfrm>
            <a:off x="3343320" y="5244120"/>
            <a:ext cx="1107360" cy="24840"/>
          </a:xfrm>
          <a:custGeom>
            <a:avLst/>
            <a:gdLst/>
            <a:ahLst/>
            <a:rect l="0" t="0" r="r" b="b"/>
            <a:pathLst>
              <a:path w="3076" h="69">
                <a:moveTo>
                  <a:pt x="0" y="0"/>
                </a:moveTo>
                <a:lnTo>
                  <a:pt x="3076" y="0"/>
                </a:lnTo>
                <a:lnTo>
                  <a:pt x="3076" y="69"/>
                </a:lnTo>
                <a:lnTo>
                  <a:pt x="0" y="69"/>
                </a:lnTo>
                <a:lnTo>
                  <a:pt x="0" y="0"/>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728" name=""/>
          <p:cNvSpPr/>
          <p:nvPr/>
        </p:nvSpPr>
        <p:spPr>
          <a:xfrm>
            <a:off x="4468320" y="5404320"/>
            <a:ext cx="166680" cy="185400"/>
          </a:xfrm>
          <a:custGeom>
            <a:avLst/>
            <a:gdLst/>
            <a:ahLst/>
            <a:rect l="0" t="0" r="r" b="b"/>
            <a:pathLst>
              <a:path w="463" h="515">
                <a:moveTo>
                  <a:pt x="423" y="405"/>
                </a:moveTo>
                <a:cubicBezTo>
                  <a:pt x="429" y="405"/>
                  <a:pt x="435" y="411"/>
                  <a:pt x="439" y="422"/>
                </a:cubicBezTo>
                <a:cubicBezTo>
                  <a:pt x="444" y="434"/>
                  <a:pt x="446" y="444"/>
                  <a:pt x="447" y="454"/>
                </a:cubicBezTo>
                <a:cubicBezTo>
                  <a:pt x="447" y="457"/>
                  <a:pt x="446" y="459"/>
                  <a:pt x="445" y="462"/>
                </a:cubicBezTo>
                <a:cubicBezTo>
                  <a:pt x="443" y="465"/>
                  <a:pt x="438" y="468"/>
                  <a:pt x="429" y="474"/>
                </a:cubicBezTo>
                <a:cubicBezTo>
                  <a:pt x="420" y="479"/>
                  <a:pt x="405" y="486"/>
                  <a:pt x="383" y="494"/>
                </a:cubicBezTo>
                <a:cubicBezTo>
                  <a:pt x="362" y="503"/>
                  <a:pt x="340" y="509"/>
                  <a:pt x="317" y="512"/>
                </a:cubicBezTo>
                <a:cubicBezTo>
                  <a:pt x="309" y="514"/>
                  <a:pt x="292" y="515"/>
                  <a:pt x="270" y="515"/>
                </a:cubicBezTo>
                <a:cubicBezTo>
                  <a:pt x="220" y="515"/>
                  <a:pt x="177" y="508"/>
                  <a:pt x="141" y="495"/>
                </a:cubicBezTo>
                <a:cubicBezTo>
                  <a:pt x="105" y="482"/>
                  <a:pt x="76" y="466"/>
                  <a:pt x="57" y="445"/>
                </a:cubicBezTo>
                <a:cubicBezTo>
                  <a:pt x="37" y="425"/>
                  <a:pt x="23" y="403"/>
                  <a:pt x="13" y="381"/>
                </a:cubicBezTo>
                <a:cubicBezTo>
                  <a:pt x="4" y="359"/>
                  <a:pt x="0" y="338"/>
                  <a:pt x="0" y="317"/>
                </a:cubicBezTo>
                <a:lnTo>
                  <a:pt x="0" y="301"/>
                </a:lnTo>
                <a:cubicBezTo>
                  <a:pt x="0" y="239"/>
                  <a:pt x="19" y="183"/>
                  <a:pt x="57" y="132"/>
                </a:cubicBezTo>
                <a:cubicBezTo>
                  <a:pt x="64" y="121"/>
                  <a:pt x="74" y="110"/>
                  <a:pt x="85" y="99"/>
                </a:cubicBezTo>
                <a:cubicBezTo>
                  <a:pt x="97" y="89"/>
                  <a:pt x="113" y="76"/>
                  <a:pt x="134" y="61"/>
                </a:cubicBezTo>
                <a:cubicBezTo>
                  <a:pt x="155" y="45"/>
                  <a:pt x="183" y="32"/>
                  <a:pt x="216" y="22"/>
                </a:cubicBezTo>
                <a:cubicBezTo>
                  <a:pt x="250" y="11"/>
                  <a:pt x="285" y="4"/>
                  <a:pt x="323" y="1"/>
                </a:cubicBezTo>
                <a:cubicBezTo>
                  <a:pt x="324" y="1"/>
                  <a:pt x="332" y="1"/>
                  <a:pt x="347" y="1"/>
                </a:cubicBezTo>
                <a:cubicBezTo>
                  <a:pt x="362" y="1"/>
                  <a:pt x="375" y="1"/>
                  <a:pt x="387" y="0"/>
                </a:cubicBezTo>
                <a:cubicBezTo>
                  <a:pt x="425" y="0"/>
                  <a:pt x="448" y="3"/>
                  <a:pt x="454" y="7"/>
                </a:cubicBezTo>
                <a:cubicBezTo>
                  <a:pt x="460" y="13"/>
                  <a:pt x="463" y="21"/>
                  <a:pt x="463" y="32"/>
                </a:cubicBezTo>
                <a:cubicBezTo>
                  <a:pt x="460" y="50"/>
                  <a:pt x="450" y="63"/>
                  <a:pt x="433" y="70"/>
                </a:cubicBezTo>
                <a:lnTo>
                  <a:pt x="379" y="71"/>
                </a:lnTo>
                <a:cubicBezTo>
                  <a:pt x="326" y="72"/>
                  <a:pt x="287" y="77"/>
                  <a:pt x="266" y="86"/>
                </a:cubicBezTo>
                <a:cubicBezTo>
                  <a:pt x="230" y="101"/>
                  <a:pt x="203" y="130"/>
                  <a:pt x="187" y="172"/>
                </a:cubicBezTo>
                <a:cubicBezTo>
                  <a:pt x="180" y="187"/>
                  <a:pt x="176" y="197"/>
                  <a:pt x="176" y="202"/>
                </a:cubicBezTo>
                <a:cubicBezTo>
                  <a:pt x="176" y="202"/>
                  <a:pt x="211" y="203"/>
                  <a:pt x="281" y="203"/>
                </a:cubicBezTo>
                <a:cubicBezTo>
                  <a:pt x="292" y="203"/>
                  <a:pt x="306" y="203"/>
                  <a:pt x="321" y="203"/>
                </a:cubicBezTo>
                <a:cubicBezTo>
                  <a:pt x="336" y="203"/>
                  <a:pt x="347" y="202"/>
                  <a:pt x="353" y="202"/>
                </a:cubicBezTo>
                <a:cubicBezTo>
                  <a:pt x="375" y="202"/>
                  <a:pt x="391" y="203"/>
                  <a:pt x="399" y="207"/>
                </a:cubicBezTo>
                <a:cubicBezTo>
                  <a:pt x="408" y="211"/>
                  <a:pt x="412" y="219"/>
                  <a:pt x="413" y="232"/>
                </a:cubicBezTo>
                <a:cubicBezTo>
                  <a:pt x="413" y="253"/>
                  <a:pt x="403" y="266"/>
                  <a:pt x="383" y="272"/>
                </a:cubicBezTo>
                <a:cubicBezTo>
                  <a:pt x="380" y="273"/>
                  <a:pt x="341" y="273"/>
                  <a:pt x="267" y="273"/>
                </a:cubicBezTo>
                <a:cubicBezTo>
                  <a:pt x="194" y="273"/>
                  <a:pt x="158" y="274"/>
                  <a:pt x="158" y="276"/>
                </a:cubicBezTo>
                <a:cubicBezTo>
                  <a:pt x="151" y="296"/>
                  <a:pt x="148" y="320"/>
                  <a:pt x="148" y="347"/>
                </a:cubicBezTo>
                <a:cubicBezTo>
                  <a:pt x="148" y="388"/>
                  <a:pt x="161" y="416"/>
                  <a:pt x="187" y="433"/>
                </a:cubicBezTo>
                <a:cubicBezTo>
                  <a:pt x="212" y="449"/>
                  <a:pt x="244" y="458"/>
                  <a:pt x="282" y="458"/>
                </a:cubicBezTo>
                <a:cubicBezTo>
                  <a:pt x="284" y="458"/>
                  <a:pt x="287" y="458"/>
                  <a:pt x="291" y="458"/>
                </a:cubicBezTo>
                <a:cubicBezTo>
                  <a:pt x="296" y="458"/>
                  <a:pt x="299" y="457"/>
                  <a:pt x="300" y="457"/>
                </a:cubicBezTo>
                <a:cubicBezTo>
                  <a:pt x="323" y="453"/>
                  <a:pt x="348" y="443"/>
                  <a:pt x="374" y="428"/>
                </a:cubicBezTo>
                <a:cubicBezTo>
                  <a:pt x="401" y="413"/>
                  <a:pt x="417" y="405"/>
                  <a:pt x="423" y="405"/>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729" name=""/>
          <p:cNvSpPr txBox="1"/>
          <p:nvPr/>
        </p:nvSpPr>
        <p:spPr>
          <a:xfrm>
            <a:off x="380880" y="4832280"/>
            <a:ext cx="6008400" cy="334080"/>
          </a:xfrm>
          <a:prstGeom prst="rect">
            <a:avLst/>
          </a:prstGeom>
          <a:noFill/>
          <a:ln w="0">
            <a:noFill/>
          </a:ln>
        </p:spPr>
        <p:txBody>
          <a:bodyPr wrap="none" lIns="0" rIns="0" tIns="0" bIns="0" anchor="t">
            <a:spAutoFit/>
          </a:bodyPr>
          <a:p>
            <a:r>
              <a:rPr b="0" lang="zh-CN" sz="2620" strike="noStrike" u="none">
                <a:solidFill>
                  <a:srgbClr val="333333"/>
                </a:solidFill>
                <a:effectLst/>
                <a:uFillTx/>
                <a:latin typeface="NotoSansJP-Thin_"/>
                <a:ea typeface="NotoSansJP-Thin_"/>
              </a:rPr>
              <a:t>さらに、  を直接予測するのではなく、</a:t>
            </a:r>
            <a:endParaRPr b="0" lang="en-US" sz="2620" strike="noStrike" u="none">
              <a:solidFill>
                <a:srgbClr val="000000"/>
              </a:solidFill>
              <a:effectLst/>
              <a:uFillTx/>
              <a:latin typeface="Times New Roman"/>
            </a:endParaRPr>
          </a:p>
        </p:txBody>
      </p:sp>
      <p:sp>
        <p:nvSpPr>
          <p:cNvPr id="730" name=""/>
          <p:cNvSpPr/>
          <p:nvPr/>
        </p:nvSpPr>
        <p:spPr>
          <a:xfrm>
            <a:off x="8590320" y="5410080"/>
            <a:ext cx="166680" cy="185040"/>
          </a:xfrm>
          <a:custGeom>
            <a:avLst/>
            <a:gdLst/>
            <a:ahLst/>
            <a:rect l="0" t="0" r="r" b="b"/>
            <a:pathLst>
              <a:path w="463" h="514">
                <a:moveTo>
                  <a:pt x="423" y="405"/>
                </a:moveTo>
                <a:cubicBezTo>
                  <a:pt x="429" y="405"/>
                  <a:pt x="435" y="410"/>
                  <a:pt x="439" y="422"/>
                </a:cubicBezTo>
                <a:cubicBezTo>
                  <a:pt x="444" y="433"/>
                  <a:pt x="446" y="444"/>
                  <a:pt x="447" y="454"/>
                </a:cubicBezTo>
                <a:cubicBezTo>
                  <a:pt x="447" y="456"/>
                  <a:pt x="446" y="459"/>
                  <a:pt x="445" y="462"/>
                </a:cubicBezTo>
                <a:cubicBezTo>
                  <a:pt x="443" y="464"/>
                  <a:pt x="438" y="468"/>
                  <a:pt x="429" y="473"/>
                </a:cubicBezTo>
                <a:cubicBezTo>
                  <a:pt x="420" y="478"/>
                  <a:pt x="405" y="485"/>
                  <a:pt x="383" y="493"/>
                </a:cubicBezTo>
                <a:cubicBezTo>
                  <a:pt x="362" y="502"/>
                  <a:pt x="339" y="508"/>
                  <a:pt x="316" y="512"/>
                </a:cubicBezTo>
                <a:cubicBezTo>
                  <a:pt x="308" y="513"/>
                  <a:pt x="293" y="514"/>
                  <a:pt x="270" y="514"/>
                </a:cubicBezTo>
                <a:cubicBezTo>
                  <a:pt x="221" y="514"/>
                  <a:pt x="178" y="507"/>
                  <a:pt x="141" y="495"/>
                </a:cubicBezTo>
                <a:cubicBezTo>
                  <a:pt x="105" y="482"/>
                  <a:pt x="77" y="465"/>
                  <a:pt x="57" y="444"/>
                </a:cubicBezTo>
                <a:cubicBezTo>
                  <a:pt x="37" y="424"/>
                  <a:pt x="23" y="403"/>
                  <a:pt x="14" y="381"/>
                </a:cubicBezTo>
                <a:cubicBezTo>
                  <a:pt x="5" y="359"/>
                  <a:pt x="0" y="337"/>
                  <a:pt x="0" y="316"/>
                </a:cubicBezTo>
                <a:lnTo>
                  <a:pt x="0" y="300"/>
                </a:lnTo>
                <a:cubicBezTo>
                  <a:pt x="0" y="239"/>
                  <a:pt x="19" y="182"/>
                  <a:pt x="57" y="132"/>
                </a:cubicBezTo>
                <a:cubicBezTo>
                  <a:pt x="65" y="121"/>
                  <a:pt x="74" y="110"/>
                  <a:pt x="86" y="99"/>
                </a:cubicBezTo>
                <a:cubicBezTo>
                  <a:pt x="97" y="88"/>
                  <a:pt x="113" y="75"/>
                  <a:pt x="134" y="60"/>
                </a:cubicBezTo>
                <a:cubicBezTo>
                  <a:pt x="156" y="45"/>
                  <a:pt x="183" y="32"/>
                  <a:pt x="216" y="21"/>
                </a:cubicBezTo>
                <a:cubicBezTo>
                  <a:pt x="250" y="11"/>
                  <a:pt x="285" y="4"/>
                  <a:pt x="322" y="1"/>
                </a:cubicBezTo>
                <a:cubicBezTo>
                  <a:pt x="323" y="1"/>
                  <a:pt x="331" y="1"/>
                  <a:pt x="347" y="1"/>
                </a:cubicBezTo>
                <a:cubicBezTo>
                  <a:pt x="362" y="1"/>
                  <a:pt x="376" y="1"/>
                  <a:pt x="387" y="0"/>
                </a:cubicBezTo>
                <a:cubicBezTo>
                  <a:pt x="426" y="0"/>
                  <a:pt x="448" y="2"/>
                  <a:pt x="454" y="7"/>
                </a:cubicBezTo>
                <a:cubicBezTo>
                  <a:pt x="460" y="13"/>
                  <a:pt x="463" y="21"/>
                  <a:pt x="463" y="32"/>
                </a:cubicBezTo>
                <a:cubicBezTo>
                  <a:pt x="460" y="50"/>
                  <a:pt x="450" y="62"/>
                  <a:pt x="434" y="69"/>
                </a:cubicBezTo>
                <a:lnTo>
                  <a:pt x="379" y="70"/>
                </a:lnTo>
                <a:cubicBezTo>
                  <a:pt x="325" y="71"/>
                  <a:pt x="288" y="76"/>
                  <a:pt x="266" y="85"/>
                </a:cubicBezTo>
                <a:cubicBezTo>
                  <a:pt x="230" y="100"/>
                  <a:pt x="203" y="130"/>
                  <a:pt x="187" y="171"/>
                </a:cubicBezTo>
                <a:cubicBezTo>
                  <a:pt x="180" y="187"/>
                  <a:pt x="177" y="196"/>
                  <a:pt x="177" y="201"/>
                </a:cubicBezTo>
                <a:cubicBezTo>
                  <a:pt x="177" y="202"/>
                  <a:pt x="211" y="202"/>
                  <a:pt x="281" y="202"/>
                </a:cubicBezTo>
                <a:cubicBezTo>
                  <a:pt x="292" y="202"/>
                  <a:pt x="305" y="202"/>
                  <a:pt x="320" y="202"/>
                </a:cubicBezTo>
                <a:cubicBezTo>
                  <a:pt x="335" y="202"/>
                  <a:pt x="347" y="202"/>
                  <a:pt x="353" y="201"/>
                </a:cubicBezTo>
                <a:cubicBezTo>
                  <a:pt x="376" y="201"/>
                  <a:pt x="391" y="203"/>
                  <a:pt x="399" y="207"/>
                </a:cubicBezTo>
                <a:cubicBezTo>
                  <a:pt x="408" y="211"/>
                  <a:pt x="412" y="219"/>
                  <a:pt x="413" y="232"/>
                </a:cubicBezTo>
                <a:cubicBezTo>
                  <a:pt x="413" y="252"/>
                  <a:pt x="403" y="266"/>
                  <a:pt x="383" y="272"/>
                </a:cubicBezTo>
                <a:cubicBezTo>
                  <a:pt x="380" y="272"/>
                  <a:pt x="340" y="273"/>
                  <a:pt x="268" y="273"/>
                </a:cubicBezTo>
                <a:cubicBezTo>
                  <a:pt x="195" y="273"/>
                  <a:pt x="158" y="273"/>
                  <a:pt x="158" y="275"/>
                </a:cubicBezTo>
                <a:cubicBezTo>
                  <a:pt x="152" y="295"/>
                  <a:pt x="148" y="319"/>
                  <a:pt x="148" y="347"/>
                </a:cubicBezTo>
                <a:cubicBezTo>
                  <a:pt x="148" y="387"/>
                  <a:pt x="161" y="415"/>
                  <a:pt x="187" y="432"/>
                </a:cubicBezTo>
                <a:cubicBezTo>
                  <a:pt x="213" y="449"/>
                  <a:pt x="244" y="457"/>
                  <a:pt x="282" y="457"/>
                </a:cubicBezTo>
                <a:cubicBezTo>
                  <a:pt x="285" y="457"/>
                  <a:pt x="288" y="457"/>
                  <a:pt x="291" y="457"/>
                </a:cubicBezTo>
                <a:cubicBezTo>
                  <a:pt x="295" y="457"/>
                  <a:pt x="298" y="457"/>
                  <a:pt x="299" y="456"/>
                </a:cubicBezTo>
                <a:cubicBezTo>
                  <a:pt x="322" y="452"/>
                  <a:pt x="348" y="443"/>
                  <a:pt x="374" y="427"/>
                </a:cubicBezTo>
                <a:cubicBezTo>
                  <a:pt x="401" y="412"/>
                  <a:pt x="417" y="405"/>
                  <a:pt x="423" y="405"/>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731" name=""/>
          <p:cNvSpPr txBox="1"/>
          <p:nvPr/>
        </p:nvSpPr>
        <p:spPr>
          <a:xfrm>
            <a:off x="4648320" y="5289480"/>
            <a:ext cx="4005720" cy="334080"/>
          </a:xfrm>
          <a:prstGeom prst="rect">
            <a:avLst/>
          </a:prstGeom>
          <a:noFill/>
          <a:ln w="0">
            <a:noFill/>
          </a:ln>
        </p:spPr>
        <p:txBody>
          <a:bodyPr wrap="none" lIns="0" rIns="0" tIns="0" bIns="0" anchor="t">
            <a:spAutoFit/>
          </a:bodyPr>
          <a:p>
            <a:r>
              <a:rPr b="0" lang="en-US" sz="2620" strike="noStrike" u="none">
                <a:solidFill>
                  <a:srgbClr val="333333"/>
                </a:solidFill>
                <a:effectLst/>
                <a:uFillTx/>
                <a:latin typeface="NotoSansJP-Thin_"/>
                <a:ea typeface="NotoSansJP-Thin_"/>
              </a:rPr>
              <a:t> の関係を使って、ノイズ </a:t>
            </a:r>
            <a:endParaRPr b="0" lang="en-US" sz="2620" strike="noStrike" u="none">
              <a:solidFill>
                <a:srgbClr val="000000"/>
              </a:solidFill>
              <a:effectLst/>
              <a:uFillTx/>
              <a:latin typeface="Times New Roman"/>
            </a:endParaRPr>
          </a:p>
        </p:txBody>
      </p:sp>
      <p:sp>
        <p:nvSpPr>
          <p:cNvPr id="732" name=""/>
          <p:cNvSpPr txBox="1"/>
          <p:nvPr/>
        </p:nvSpPr>
        <p:spPr>
          <a:xfrm>
            <a:off x="8773920" y="5289480"/>
            <a:ext cx="3004560" cy="334080"/>
          </a:xfrm>
          <a:prstGeom prst="rect">
            <a:avLst/>
          </a:prstGeom>
          <a:noFill/>
          <a:ln w="0">
            <a:noFill/>
          </a:ln>
        </p:spPr>
        <p:txBody>
          <a:bodyPr wrap="none" lIns="0" rIns="0" tIns="0" bIns="0" anchor="t">
            <a:spAutoFit/>
          </a:bodyPr>
          <a:p>
            <a:r>
              <a:rPr b="0" lang="en-US" sz="2620" strike="noStrike" u="none">
                <a:solidFill>
                  <a:srgbClr val="333333"/>
                </a:solidFill>
                <a:effectLst/>
                <a:uFillTx/>
                <a:latin typeface="NotoSansJP-Thin_"/>
                <a:ea typeface="NotoSansJP-Thin_"/>
              </a:rPr>
              <a:t> を予測する 問題に</a:t>
            </a:r>
            <a:endParaRPr b="0" lang="en-US" sz="2620" strike="noStrike" u="none">
              <a:solidFill>
                <a:srgbClr val="000000"/>
              </a:solidFill>
              <a:effectLst/>
              <a:uFillTx/>
              <a:latin typeface="Times New Roman"/>
            </a:endParaRPr>
          </a:p>
        </p:txBody>
      </p:sp>
      <p:sp>
        <p:nvSpPr>
          <p:cNvPr id="733" name=""/>
          <p:cNvSpPr txBox="1"/>
          <p:nvPr/>
        </p:nvSpPr>
        <p:spPr>
          <a:xfrm>
            <a:off x="380880" y="5737320"/>
            <a:ext cx="2003400" cy="334080"/>
          </a:xfrm>
          <a:prstGeom prst="rect">
            <a:avLst/>
          </a:prstGeom>
          <a:noFill/>
          <a:ln w="0">
            <a:noFill/>
          </a:ln>
        </p:spPr>
        <p:txBody>
          <a:bodyPr wrap="none" lIns="0" rIns="0" tIns="0" bIns="0" anchor="t">
            <a:spAutoFit/>
          </a:bodyPr>
          <a:p>
            <a:r>
              <a:rPr b="0" lang="zh-CN" sz="2620" strike="noStrike" u="none">
                <a:solidFill>
                  <a:srgbClr val="333333"/>
                </a:solidFill>
                <a:effectLst/>
                <a:uFillTx/>
                <a:latin typeface="NotoSansJP-Thin_"/>
                <a:ea typeface="NotoSansJP-Thin_"/>
              </a:rPr>
              <a:t>置き換える。</a:t>
            </a:r>
            <a:endParaRPr b="0" lang="en-US" sz="2620" strike="noStrike" u="none">
              <a:solidFill>
                <a:srgbClr val="000000"/>
              </a:solidFill>
              <a:effectLst/>
              <a:uFillTx/>
              <a:latin typeface="Times New Roman"/>
            </a:endParaRPr>
          </a:p>
        </p:txBody>
      </p:sp>
      <p:sp>
        <p:nvSpPr>
          <p:cNvPr id="734" name=""/>
          <p:cNvSpPr/>
          <p:nvPr/>
        </p:nvSpPr>
        <p:spPr>
          <a:xfrm>
            <a:off x="1332360" y="6640200"/>
            <a:ext cx="166680" cy="185400"/>
          </a:xfrm>
          <a:custGeom>
            <a:avLst/>
            <a:gdLst/>
            <a:ahLst/>
            <a:rect l="0" t="0" r="r" b="b"/>
            <a:pathLst>
              <a:path w="463" h="515">
                <a:moveTo>
                  <a:pt x="423" y="405"/>
                </a:moveTo>
                <a:cubicBezTo>
                  <a:pt x="429" y="405"/>
                  <a:pt x="435" y="411"/>
                  <a:pt x="439" y="422"/>
                </a:cubicBezTo>
                <a:cubicBezTo>
                  <a:pt x="444" y="434"/>
                  <a:pt x="447" y="444"/>
                  <a:pt x="447" y="454"/>
                </a:cubicBezTo>
                <a:cubicBezTo>
                  <a:pt x="447" y="457"/>
                  <a:pt x="447" y="459"/>
                  <a:pt x="445" y="462"/>
                </a:cubicBezTo>
                <a:cubicBezTo>
                  <a:pt x="444" y="464"/>
                  <a:pt x="438" y="468"/>
                  <a:pt x="429" y="474"/>
                </a:cubicBezTo>
                <a:cubicBezTo>
                  <a:pt x="420" y="479"/>
                  <a:pt x="405" y="486"/>
                  <a:pt x="384" y="494"/>
                </a:cubicBezTo>
                <a:cubicBezTo>
                  <a:pt x="362" y="502"/>
                  <a:pt x="340" y="508"/>
                  <a:pt x="318" y="512"/>
                </a:cubicBezTo>
                <a:cubicBezTo>
                  <a:pt x="309" y="514"/>
                  <a:pt x="294" y="515"/>
                  <a:pt x="271" y="515"/>
                </a:cubicBezTo>
                <a:cubicBezTo>
                  <a:pt x="221" y="515"/>
                  <a:pt x="178" y="508"/>
                  <a:pt x="141" y="495"/>
                </a:cubicBezTo>
                <a:cubicBezTo>
                  <a:pt x="105" y="482"/>
                  <a:pt x="77" y="466"/>
                  <a:pt x="57" y="445"/>
                </a:cubicBezTo>
                <a:cubicBezTo>
                  <a:pt x="37" y="425"/>
                  <a:pt x="23" y="403"/>
                  <a:pt x="14" y="381"/>
                </a:cubicBezTo>
                <a:cubicBezTo>
                  <a:pt x="5" y="359"/>
                  <a:pt x="0" y="338"/>
                  <a:pt x="0" y="317"/>
                </a:cubicBezTo>
                <a:lnTo>
                  <a:pt x="0" y="301"/>
                </a:lnTo>
                <a:cubicBezTo>
                  <a:pt x="0" y="238"/>
                  <a:pt x="19" y="182"/>
                  <a:pt x="57" y="131"/>
                </a:cubicBezTo>
                <a:cubicBezTo>
                  <a:pt x="65" y="121"/>
                  <a:pt x="74" y="110"/>
                  <a:pt x="86" y="99"/>
                </a:cubicBezTo>
                <a:cubicBezTo>
                  <a:pt x="97" y="89"/>
                  <a:pt x="113" y="76"/>
                  <a:pt x="134" y="61"/>
                </a:cubicBezTo>
                <a:cubicBezTo>
                  <a:pt x="156" y="45"/>
                  <a:pt x="183" y="33"/>
                  <a:pt x="216" y="22"/>
                </a:cubicBezTo>
                <a:cubicBezTo>
                  <a:pt x="251" y="11"/>
                  <a:pt x="286" y="4"/>
                  <a:pt x="323" y="1"/>
                </a:cubicBezTo>
                <a:cubicBezTo>
                  <a:pt x="324" y="1"/>
                  <a:pt x="332" y="1"/>
                  <a:pt x="347" y="1"/>
                </a:cubicBezTo>
                <a:cubicBezTo>
                  <a:pt x="362" y="1"/>
                  <a:pt x="376" y="1"/>
                  <a:pt x="387" y="0"/>
                </a:cubicBezTo>
                <a:cubicBezTo>
                  <a:pt x="426" y="0"/>
                  <a:pt x="448" y="3"/>
                  <a:pt x="454" y="7"/>
                </a:cubicBezTo>
                <a:cubicBezTo>
                  <a:pt x="460" y="13"/>
                  <a:pt x="463" y="22"/>
                  <a:pt x="463" y="32"/>
                </a:cubicBezTo>
                <a:cubicBezTo>
                  <a:pt x="460" y="50"/>
                  <a:pt x="450" y="63"/>
                  <a:pt x="434" y="70"/>
                </a:cubicBezTo>
                <a:lnTo>
                  <a:pt x="379" y="71"/>
                </a:lnTo>
                <a:cubicBezTo>
                  <a:pt x="326" y="72"/>
                  <a:pt x="289" y="77"/>
                  <a:pt x="267" y="86"/>
                </a:cubicBezTo>
                <a:cubicBezTo>
                  <a:pt x="231" y="101"/>
                  <a:pt x="203" y="129"/>
                  <a:pt x="187" y="171"/>
                </a:cubicBezTo>
                <a:cubicBezTo>
                  <a:pt x="180" y="186"/>
                  <a:pt x="177" y="196"/>
                  <a:pt x="177" y="201"/>
                </a:cubicBezTo>
                <a:cubicBezTo>
                  <a:pt x="177" y="201"/>
                  <a:pt x="211" y="202"/>
                  <a:pt x="282" y="202"/>
                </a:cubicBezTo>
                <a:cubicBezTo>
                  <a:pt x="293" y="202"/>
                  <a:pt x="306" y="202"/>
                  <a:pt x="321" y="202"/>
                </a:cubicBezTo>
                <a:cubicBezTo>
                  <a:pt x="336" y="202"/>
                  <a:pt x="347" y="201"/>
                  <a:pt x="353" y="201"/>
                </a:cubicBezTo>
                <a:cubicBezTo>
                  <a:pt x="376" y="201"/>
                  <a:pt x="391" y="202"/>
                  <a:pt x="399" y="206"/>
                </a:cubicBezTo>
                <a:cubicBezTo>
                  <a:pt x="408" y="210"/>
                  <a:pt x="412" y="218"/>
                  <a:pt x="413" y="231"/>
                </a:cubicBezTo>
                <a:cubicBezTo>
                  <a:pt x="413" y="252"/>
                  <a:pt x="403" y="265"/>
                  <a:pt x="384" y="271"/>
                </a:cubicBezTo>
                <a:cubicBezTo>
                  <a:pt x="380" y="272"/>
                  <a:pt x="341" y="272"/>
                  <a:pt x="269" y="272"/>
                </a:cubicBezTo>
                <a:cubicBezTo>
                  <a:pt x="195" y="272"/>
                  <a:pt x="158" y="273"/>
                  <a:pt x="158" y="275"/>
                </a:cubicBezTo>
                <a:cubicBezTo>
                  <a:pt x="152" y="296"/>
                  <a:pt x="148" y="320"/>
                  <a:pt x="148" y="347"/>
                </a:cubicBezTo>
                <a:cubicBezTo>
                  <a:pt x="148" y="387"/>
                  <a:pt x="161" y="416"/>
                  <a:pt x="187" y="433"/>
                </a:cubicBezTo>
                <a:cubicBezTo>
                  <a:pt x="213" y="449"/>
                  <a:pt x="245" y="458"/>
                  <a:pt x="283" y="458"/>
                </a:cubicBezTo>
                <a:cubicBezTo>
                  <a:pt x="286" y="458"/>
                  <a:pt x="289" y="458"/>
                  <a:pt x="293" y="458"/>
                </a:cubicBezTo>
                <a:cubicBezTo>
                  <a:pt x="296" y="458"/>
                  <a:pt x="299" y="457"/>
                  <a:pt x="300" y="457"/>
                </a:cubicBezTo>
                <a:cubicBezTo>
                  <a:pt x="323" y="453"/>
                  <a:pt x="348" y="443"/>
                  <a:pt x="374" y="428"/>
                </a:cubicBezTo>
                <a:cubicBezTo>
                  <a:pt x="401" y="413"/>
                  <a:pt x="417" y="405"/>
                  <a:pt x="423" y="405"/>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735" name=""/>
          <p:cNvSpPr/>
          <p:nvPr/>
        </p:nvSpPr>
        <p:spPr>
          <a:xfrm>
            <a:off x="1536120" y="6679440"/>
            <a:ext cx="123840" cy="178560"/>
          </a:xfrm>
          <a:custGeom>
            <a:avLst/>
            <a:gdLst/>
            <a:ahLst/>
            <a:rect l="0" t="0" r="r" b="b"/>
            <a:pathLst>
              <a:path w="344" h="496">
                <a:moveTo>
                  <a:pt x="0" y="407"/>
                </a:moveTo>
                <a:cubicBezTo>
                  <a:pt x="0" y="353"/>
                  <a:pt x="10" y="295"/>
                  <a:pt x="32" y="234"/>
                </a:cubicBezTo>
                <a:cubicBezTo>
                  <a:pt x="53" y="174"/>
                  <a:pt x="81" y="121"/>
                  <a:pt x="117" y="77"/>
                </a:cubicBezTo>
                <a:cubicBezTo>
                  <a:pt x="153" y="33"/>
                  <a:pt x="190" y="7"/>
                  <a:pt x="229" y="1"/>
                </a:cubicBezTo>
                <a:cubicBezTo>
                  <a:pt x="230" y="1"/>
                  <a:pt x="232" y="1"/>
                  <a:pt x="235" y="1"/>
                </a:cubicBezTo>
                <a:cubicBezTo>
                  <a:pt x="239" y="1"/>
                  <a:pt x="242" y="1"/>
                  <a:pt x="245" y="0"/>
                </a:cubicBezTo>
                <a:cubicBezTo>
                  <a:pt x="274" y="2"/>
                  <a:pt x="297" y="16"/>
                  <a:pt x="313" y="40"/>
                </a:cubicBezTo>
                <a:cubicBezTo>
                  <a:pt x="334" y="73"/>
                  <a:pt x="344" y="116"/>
                  <a:pt x="344" y="170"/>
                </a:cubicBezTo>
                <a:cubicBezTo>
                  <a:pt x="344" y="232"/>
                  <a:pt x="332" y="294"/>
                  <a:pt x="308" y="358"/>
                </a:cubicBezTo>
                <a:cubicBezTo>
                  <a:pt x="287" y="413"/>
                  <a:pt x="262" y="459"/>
                  <a:pt x="231" y="496"/>
                </a:cubicBezTo>
                <a:lnTo>
                  <a:pt x="12" y="496"/>
                </a:lnTo>
                <a:cubicBezTo>
                  <a:pt x="9" y="486"/>
                  <a:pt x="6" y="475"/>
                  <a:pt x="4" y="464"/>
                </a:cubicBezTo>
                <a:cubicBezTo>
                  <a:pt x="1" y="445"/>
                  <a:pt x="0" y="427"/>
                  <a:pt x="0" y="407"/>
                </a:cubicBezTo>
                <a:moveTo>
                  <a:pt x="281" y="113"/>
                </a:moveTo>
                <a:cubicBezTo>
                  <a:pt x="281" y="58"/>
                  <a:pt x="266" y="31"/>
                  <a:pt x="238" y="31"/>
                </a:cubicBezTo>
                <a:cubicBezTo>
                  <a:pt x="219" y="31"/>
                  <a:pt x="200" y="43"/>
                  <a:pt x="182" y="67"/>
                </a:cubicBezTo>
                <a:cubicBezTo>
                  <a:pt x="163" y="91"/>
                  <a:pt x="148" y="119"/>
                  <a:pt x="136" y="149"/>
                </a:cubicBezTo>
                <a:cubicBezTo>
                  <a:pt x="125" y="180"/>
                  <a:pt x="116" y="206"/>
                  <a:pt x="109" y="230"/>
                </a:cubicBezTo>
                <a:cubicBezTo>
                  <a:pt x="103" y="253"/>
                  <a:pt x="99" y="266"/>
                  <a:pt x="99" y="270"/>
                </a:cubicBezTo>
                <a:cubicBezTo>
                  <a:pt x="125" y="270"/>
                  <a:pt x="151" y="271"/>
                  <a:pt x="177" y="271"/>
                </a:cubicBezTo>
                <a:lnTo>
                  <a:pt x="255" y="270"/>
                </a:lnTo>
                <a:cubicBezTo>
                  <a:pt x="255" y="269"/>
                  <a:pt x="257" y="260"/>
                  <a:pt x="261" y="243"/>
                </a:cubicBezTo>
                <a:cubicBezTo>
                  <a:pt x="265" y="226"/>
                  <a:pt x="269" y="205"/>
                  <a:pt x="274" y="179"/>
                </a:cubicBezTo>
                <a:cubicBezTo>
                  <a:pt x="279" y="153"/>
                  <a:pt x="281" y="131"/>
                  <a:pt x="281" y="113"/>
                </a:cubicBezTo>
                <a:moveTo>
                  <a:pt x="63" y="462"/>
                </a:moveTo>
                <a:cubicBezTo>
                  <a:pt x="63" y="475"/>
                  <a:pt x="64" y="487"/>
                  <a:pt x="65" y="496"/>
                </a:cubicBezTo>
                <a:lnTo>
                  <a:pt x="174" y="496"/>
                </a:lnTo>
                <a:cubicBezTo>
                  <a:pt x="184" y="482"/>
                  <a:pt x="193" y="463"/>
                  <a:pt x="203" y="439"/>
                </a:cubicBezTo>
                <a:cubicBezTo>
                  <a:pt x="216" y="407"/>
                  <a:pt x="229" y="368"/>
                  <a:pt x="242" y="321"/>
                </a:cubicBezTo>
                <a:lnTo>
                  <a:pt x="246" y="308"/>
                </a:lnTo>
                <a:lnTo>
                  <a:pt x="89" y="308"/>
                </a:lnTo>
                <a:cubicBezTo>
                  <a:pt x="89" y="309"/>
                  <a:pt x="87" y="319"/>
                  <a:pt x="82" y="338"/>
                </a:cubicBezTo>
                <a:cubicBezTo>
                  <a:pt x="77" y="357"/>
                  <a:pt x="73" y="378"/>
                  <a:pt x="69" y="401"/>
                </a:cubicBezTo>
                <a:cubicBezTo>
                  <a:pt x="65" y="424"/>
                  <a:pt x="63" y="444"/>
                  <a:pt x="63" y="462"/>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736" name=""/>
          <p:cNvSpPr/>
          <p:nvPr/>
        </p:nvSpPr>
        <p:spPr>
          <a:xfrm>
            <a:off x="1720800" y="6514920"/>
            <a:ext cx="98280" cy="343080"/>
          </a:xfrm>
          <a:custGeom>
            <a:avLst/>
            <a:gdLst/>
            <a:ahLst/>
            <a:rect l="0" t="0" r="r" b="b"/>
            <a:pathLst>
              <a:path w="273" h="953">
                <a:moveTo>
                  <a:pt x="0" y="570"/>
                </a:moveTo>
                <a:cubicBezTo>
                  <a:pt x="0" y="518"/>
                  <a:pt x="3" y="468"/>
                  <a:pt x="11" y="420"/>
                </a:cubicBezTo>
                <a:cubicBezTo>
                  <a:pt x="19" y="373"/>
                  <a:pt x="27" y="332"/>
                  <a:pt x="37" y="298"/>
                </a:cubicBezTo>
                <a:cubicBezTo>
                  <a:pt x="47" y="264"/>
                  <a:pt x="61" y="231"/>
                  <a:pt x="79" y="198"/>
                </a:cubicBezTo>
                <a:cubicBezTo>
                  <a:pt x="98" y="165"/>
                  <a:pt x="112" y="140"/>
                  <a:pt x="123" y="122"/>
                </a:cubicBezTo>
                <a:cubicBezTo>
                  <a:pt x="133" y="104"/>
                  <a:pt x="149" y="84"/>
                  <a:pt x="170" y="63"/>
                </a:cubicBezTo>
                <a:cubicBezTo>
                  <a:pt x="192" y="41"/>
                  <a:pt x="204" y="28"/>
                  <a:pt x="208" y="24"/>
                </a:cubicBezTo>
                <a:cubicBezTo>
                  <a:pt x="212" y="19"/>
                  <a:pt x="221" y="11"/>
                  <a:pt x="236" y="0"/>
                </a:cubicBezTo>
                <a:lnTo>
                  <a:pt x="251" y="0"/>
                </a:lnTo>
                <a:lnTo>
                  <a:pt x="257" y="0"/>
                </a:lnTo>
                <a:cubicBezTo>
                  <a:pt x="267" y="0"/>
                  <a:pt x="273" y="3"/>
                  <a:pt x="273" y="10"/>
                </a:cubicBezTo>
                <a:cubicBezTo>
                  <a:pt x="273" y="13"/>
                  <a:pt x="266" y="20"/>
                  <a:pt x="253" y="34"/>
                </a:cubicBezTo>
                <a:cubicBezTo>
                  <a:pt x="239" y="48"/>
                  <a:pt x="224" y="68"/>
                  <a:pt x="206" y="94"/>
                </a:cubicBezTo>
                <a:cubicBezTo>
                  <a:pt x="187" y="121"/>
                  <a:pt x="169" y="154"/>
                  <a:pt x="150" y="192"/>
                </a:cubicBezTo>
                <a:cubicBezTo>
                  <a:pt x="131" y="231"/>
                  <a:pt x="115" y="283"/>
                  <a:pt x="102" y="349"/>
                </a:cubicBezTo>
                <a:cubicBezTo>
                  <a:pt x="89" y="415"/>
                  <a:pt x="83" y="490"/>
                  <a:pt x="83" y="570"/>
                </a:cubicBezTo>
                <a:cubicBezTo>
                  <a:pt x="83" y="650"/>
                  <a:pt x="89" y="723"/>
                  <a:pt x="102" y="789"/>
                </a:cubicBezTo>
                <a:cubicBezTo>
                  <a:pt x="115" y="854"/>
                  <a:pt x="131" y="907"/>
                  <a:pt x="149" y="947"/>
                </a:cubicBezTo>
                <a:cubicBezTo>
                  <a:pt x="150" y="949"/>
                  <a:pt x="151" y="951"/>
                  <a:pt x="152" y="953"/>
                </a:cubicBezTo>
                <a:lnTo>
                  <a:pt x="83" y="953"/>
                </a:lnTo>
                <a:cubicBezTo>
                  <a:pt x="70" y="927"/>
                  <a:pt x="58" y="900"/>
                  <a:pt x="49" y="871"/>
                </a:cubicBezTo>
                <a:cubicBezTo>
                  <a:pt x="16" y="774"/>
                  <a:pt x="0" y="674"/>
                  <a:pt x="0" y="570"/>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737" name=""/>
          <p:cNvSpPr/>
          <p:nvPr/>
        </p:nvSpPr>
        <p:spPr>
          <a:xfrm>
            <a:off x="1850040" y="6640200"/>
            <a:ext cx="231840" cy="182520"/>
          </a:xfrm>
          <a:custGeom>
            <a:avLst/>
            <a:gdLst/>
            <a:ahLst/>
            <a:rect l="0" t="0" r="r" b="b"/>
            <a:pathLst>
              <a:path w="644" h="507">
                <a:moveTo>
                  <a:pt x="235" y="507"/>
                </a:moveTo>
                <a:cubicBezTo>
                  <a:pt x="223" y="504"/>
                  <a:pt x="183" y="503"/>
                  <a:pt x="114" y="503"/>
                </a:cubicBezTo>
                <a:cubicBezTo>
                  <a:pt x="53" y="503"/>
                  <a:pt x="17" y="504"/>
                  <a:pt x="8" y="507"/>
                </a:cubicBezTo>
                <a:lnTo>
                  <a:pt x="0" y="507"/>
                </a:lnTo>
                <a:lnTo>
                  <a:pt x="0" y="435"/>
                </a:lnTo>
                <a:lnTo>
                  <a:pt x="110" y="435"/>
                </a:lnTo>
                <a:lnTo>
                  <a:pt x="255" y="263"/>
                </a:lnTo>
                <a:lnTo>
                  <a:pt x="100" y="71"/>
                </a:lnTo>
                <a:lnTo>
                  <a:pt x="6" y="71"/>
                </a:lnTo>
                <a:lnTo>
                  <a:pt x="6" y="0"/>
                </a:lnTo>
                <a:lnTo>
                  <a:pt x="15" y="0"/>
                </a:lnTo>
                <a:cubicBezTo>
                  <a:pt x="26" y="3"/>
                  <a:pt x="68" y="4"/>
                  <a:pt x="139" y="4"/>
                </a:cubicBezTo>
                <a:cubicBezTo>
                  <a:pt x="218" y="4"/>
                  <a:pt x="264" y="3"/>
                  <a:pt x="278" y="0"/>
                </a:cubicBezTo>
                <a:lnTo>
                  <a:pt x="288" y="0"/>
                </a:lnTo>
                <a:lnTo>
                  <a:pt x="288" y="71"/>
                </a:lnTo>
                <a:lnTo>
                  <a:pt x="256" y="71"/>
                </a:lnTo>
                <a:lnTo>
                  <a:pt x="296" y="120"/>
                </a:lnTo>
                <a:cubicBezTo>
                  <a:pt x="322" y="152"/>
                  <a:pt x="336" y="168"/>
                  <a:pt x="337" y="168"/>
                </a:cubicBezTo>
                <a:cubicBezTo>
                  <a:pt x="340" y="168"/>
                  <a:pt x="354" y="151"/>
                  <a:pt x="380" y="117"/>
                </a:cubicBezTo>
                <a:lnTo>
                  <a:pt x="420" y="71"/>
                </a:lnTo>
                <a:lnTo>
                  <a:pt x="378" y="71"/>
                </a:lnTo>
                <a:lnTo>
                  <a:pt x="378" y="0"/>
                </a:lnTo>
                <a:lnTo>
                  <a:pt x="387" y="0"/>
                </a:lnTo>
                <a:cubicBezTo>
                  <a:pt x="398" y="3"/>
                  <a:pt x="439" y="4"/>
                  <a:pt x="508" y="4"/>
                </a:cubicBezTo>
                <a:cubicBezTo>
                  <a:pt x="569" y="4"/>
                  <a:pt x="604" y="3"/>
                  <a:pt x="614" y="0"/>
                </a:cubicBezTo>
                <a:lnTo>
                  <a:pt x="622" y="0"/>
                </a:lnTo>
                <a:lnTo>
                  <a:pt x="622" y="71"/>
                </a:lnTo>
                <a:lnTo>
                  <a:pt x="513" y="71"/>
                </a:lnTo>
                <a:lnTo>
                  <a:pt x="381" y="226"/>
                </a:lnTo>
                <a:lnTo>
                  <a:pt x="551" y="434"/>
                </a:lnTo>
                <a:lnTo>
                  <a:pt x="598" y="435"/>
                </a:lnTo>
                <a:lnTo>
                  <a:pt x="644" y="435"/>
                </a:lnTo>
                <a:lnTo>
                  <a:pt x="644" y="507"/>
                </a:lnTo>
                <a:lnTo>
                  <a:pt x="635" y="507"/>
                </a:lnTo>
                <a:cubicBezTo>
                  <a:pt x="624" y="504"/>
                  <a:pt x="582" y="503"/>
                  <a:pt x="511" y="503"/>
                </a:cubicBezTo>
                <a:cubicBezTo>
                  <a:pt x="432" y="503"/>
                  <a:pt x="386" y="504"/>
                  <a:pt x="372" y="507"/>
                </a:cubicBezTo>
                <a:lnTo>
                  <a:pt x="362" y="507"/>
                </a:lnTo>
                <a:lnTo>
                  <a:pt x="362" y="435"/>
                </a:lnTo>
                <a:lnTo>
                  <a:pt x="394" y="435"/>
                </a:lnTo>
                <a:cubicBezTo>
                  <a:pt x="394" y="434"/>
                  <a:pt x="379" y="415"/>
                  <a:pt x="348" y="378"/>
                </a:cubicBezTo>
                <a:cubicBezTo>
                  <a:pt x="317" y="341"/>
                  <a:pt x="302" y="322"/>
                  <a:pt x="301" y="320"/>
                </a:cubicBezTo>
                <a:lnTo>
                  <a:pt x="202" y="434"/>
                </a:lnTo>
                <a:lnTo>
                  <a:pt x="223" y="435"/>
                </a:lnTo>
                <a:lnTo>
                  <a:pt x="244" y="435"/>
                </a:lnTo>
                <a:lnTo>
                  <a:pt x="244" y="507"/>
                </a:lnTo>
                <a:lnTo>
                  <a:pt x="235" y="507"/>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738" name=""/>
          <p:cNvSpPr/>
          <p:nvPr/>
        </p:nvSpPr>
        <p:spPr>
          <a:xfrm>
            <a:off x="2109240" y="6702480"/>
            <a:ext cx="90360" cy="155520"/>
          </a:xfrm>
          <a:custGeom>
            <a:avLst/>
            <a:gdLst/>
            <a:ahLst/>
            <a:rect l="0" t="0" r="r" b="b"/>
            <a:pathLst>
              <a:path w="251" h="432">
                <a:moveTo>
                  <a:pt x="6" y="195"/>
                </a:moveTo>
                <a:cubicBezTo>
                  <a:pt x="2" y="191"/>
                  <a:pt x="0" y="188"/>
                  <a:pt x="0" y="186"/>
                </a:cubicBezTo>
                <a:cubicBezTo>
                  <a:pt x="0" y="184"/>
                  <a:pt x="1" y="180"/>
                  <a:pt x="2" y="174"/>
                </a:cubicBezTo>
                <a:cubicBezTo>
                  <a:pt x="4" y="167"/>
                  <a:pt x="5" y="163"/>
                  <a:pt x="7" y="162"/>
                </a:cubicBezTo>
                <a:cubicBezTo>
                  <a:pt x="8" y="160"/>
                  <a:pt x="10" y="158"/>
                  <a:pt x="14" y="158"/>
                </a:cubicBezTo>
                <a:cubicBezTo>
                  <a:pt x="19" y="158"/>
                  <a:pt x="32" y="158"/>
                  <a:pt x="56" y="158"/>
                </a:cubicBezTo>
                <a:lnTo>
                  <a:pt x="98" y="158"/>
                </a:lnTo>
                <a:lnTo>
                  <a:pt x="114" y="92"/>
                </a:lnTo>
                <a:cubicBezTo>
                  <a:pt x="115" y="86"/>
                  <a:pt x="117" y="78"/>
                  <a:pt x="119" y="69"/>
                </a:cubicBezTo>
                <a:cubicBezTo>
                  <a:pt x="121" y="59"/>
                  <a:pt x="123" y="52"/>
                  <a:pt x="125" y="48"/>
                </a:cubicBezTo>
                <a:cubicBezTo>
                  <a:pt x="127" y="44"/>
                  <a:pt x="128" y="38"/>
                  <a:pt x="130" y="32"/>
                </a:cubicBezTo>
                <a:cubicBezTo>
                  <a:pt x="131" y="25"/>
                  <a:pt x="134" y="21"/>
                  <a:pt x="136" y="18"/>
                </a:cubicBezTo>
                <a:cubicBezTo>
                  <a:pt x="139" y="15"/>
                  <a:pt x="142" y="12"/>
                  <a:pt x="144" y="8"/>
                </a:cubicBezTo>
                <a:cubicBezTo>
                  <a:pt x="147" y="5"/>
                  <a:pt x="151" y="2"/>
                  <a:pt x="156" y="1"/>
                </a:cubicBezTo>
                <a:cubicBezTo>
                  <a:pt x="160" y="0"/>
                  <a:pt x="165" y="0"/>
                  <a:pt x="170" y="0"/>
                </a:cubicBezTo>
                <a:cubicBezTo>
                  <a:pt x="180" y="0"/>
                  <a:pt x="186" y="3"/>
                  <a:pt x="190" y="8"/>
                </a:cubicBezTo>
                <a:cubicBezTo>
                  <a:pt x="194" y="14"/>
                  <a:pt x="196" y="19"/>
                  <a:pt x="196" y="24"/>
                </a:cubicBezTo>
                <a:cubicBezTo>
                  <a:pt x="196" y="27"/>
                  <a:pt x="193" y="40"/>
                  <a:pt x="189" y="62"/>
                </a:cubicBezTo>
                <a:cubicBezTo>
                  <a:pt x="184" y="83"/>
                  <a:pt x="178" y="104"/>
                  <a:pt x="172" y="125"/>
                </a:cubicBezTo>
                <a:lnTo>
                  <a:pt x="164" y="156"/>
                </a:lnTo>
                <a:cubicBezTo>
                  <a:pt x="164" y="157"/>
                  <a:pt x="178" y="158"/>
                  <a:pt x="205" y="158"/>
                </a:cubicBezTo>
                <a:lnTo>
                  <a:pt x="246" y="158"/>
                </a:lnTo>
                <a:cubicBezTo>
                  <a:pt x="249" y="161"/>
                  <a:pt x="251" y="164"/>
                  <a:pt x="251" y="166"/>
                </a:cubicBezTo>
                <a:cubicBezTo>
                  <a:pt x="251" y="178"/>
                  <a:pt x="248" y="188"/>
                  <a:pt x="241" y="195"/>
                </a:cubicBezTo>
                <a:lnTo>
                  <a:pt x="155" y="195"/>
                </a:lnTo>
                <a:lnTo>
                  <a:pt x="126" y="311"/>
                </a:lnTo>
                <a:cubicBezTo>
                  <a:pt x="111" y="371"/>
                  <a:pt x="102" y="411"/>
                  <a:pt x="97" y="432"/>
                </a:cubicBezTo>
                <a:lnTo>
                  <a:pt x="190" y="432"/>
                </a:lnTo>
                <a:cubicBezTo>
                  <a:pt x="199" y="419"/>
                  <a:pt x="207" y="405"/>
                  <a:pt x="213" y="388"/>
                </a:cubicBezTo>
                <a:cubicBezTo>
                  <a:pt x="215" y="385"/>
                  <a:pt x="216" y="383"/>
                  <a:pt x="218" y="383"/>
                </a:cubicBezTo>
                <a:cubicBezTo>
                  <a:pt x="219" y="382"/>
                  <a:pt x="223" y="382"/>
                  <a:pt x="230" y="381"/>
                </a:cubicBezTo>
                <a:lnTo>
                  <a:pt x="233" y="381"/>
                </a:lnTo>
                <a:cubicBezTo>
                  <a:pt x="241" y="381"/>
                  <a:pt x="245" y="383"/>
                  <a:pt x="245" y="388"/>
                </a:cubicBezTo>
                <a:cubicBezTo>
                  <a:pt x="245" y="389"/>
                  <a:pt x="244" y="392"/>
                  <a:pt x="242" y="397"/>
                </a:cubicBezTo>
                <a:cubicBezTo>
                  <a:pt x="240" y="406"/>
                  <a:pt x="235" y="416"/>
                  <a:pt x="228" y="428"/>
                </a:cubicBezTo>
                <a:cubicBezTo>
                  <a:pt x="227" y="429"/>
                  <a:pt x="226" y="431"/>
                  <a:pt x="225" y="432"/>
                </a:cubicBezTo>
                <a:lnTo>
                  <a:pt x="32" y="432"/>
                </a:lnTo>
                <a:lnTo>
                  <a:pt x="32" y="423"/>
                </a:lnTo>
                <a:lnTo>
                  <a:pt x="60" y="310"/>
                </a:lnTo>
                <a:cubicBezTo>
                  <a:pt x="79" y="235"/>
                  <a:pt x="88" y="197"/>
                  <a:pt x="89" y="196"/>
                </a:cubicBezTo>
                <a:cubicBezTo>
                  <a:pt x="89" y="195"/>
                  <a:pt x="75" y="195"/>
                  <a:pt x="48" y="195"/>
                </a:cubicBezTo>
                <a:lnTo>
                  <a:pt x="6" y="195"/>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739" name=""/>
          <p:cNvSpPr/>
          <p:nvPr/>
        </p:nvSpPr>
        <p:spPr>
          <a:xfrm>
            <a:off x="2260800" y="6772680"/>
            <a:ext cx="54360" cy="85320"/>
          </a:xfrm>
          <a:custGeom>
            <a:avLst/>
            <a:gdLst/>
            <a:ahLst/>
            <a:rect l="0" t="0" r="r" b="b"/>
            <a:pathLst>
              <a:path w="151" h="237">
                <a:moveTo>
                  <a:pt x="0" y="98"/>
                </a:moveTo>
                <a:cubicBezTo>
                  <a:pt x="0" y="98"/>
                  <a:pt x="0" y="88"/>
                  <a:pt x="0" y="69"/>
                </a:cubicBezTo>
                <a:cubicBezTo>
                  <a:pt x="0" y="50"/>
                  <a:pt x="6" y="34"/>
                  <a:pt x="18" y="20"/>
                </a:cubicBezTo>
                <a:cubicBezTo>
                  <a:pt x="30" y="7"/>
                  <a:pt x="47" y="0"/>
                  <a:pt x="67" y="0"/>
                </a:cubicBezTo>
                <a:cubicBezTo>
                  <a:pt x="88" y="0"/>
                  <a:pt x="108" y="9"/>
                  <a:pt x="125" y="28"/>
                </a:cubicBezTo>
                <a:cubicBezTo>
                  <a:pt x="142" y="47"/>
                  <a:pt x="150" y="81"/>
                  <a:pt x="151" y="128"/>
                </a:cubicBezTo>
                <a:cubicBezTo>
                  <a:pt x="151" y="155"/>
                  <a:pt x="148" y="181"/>
                  <a:pt x="141" y="207"/>
                </a:cubicBezTo>
                <a:cubicBezTo>
                  <a:pt x="138" y="218"/>
                  <a:pt x="135" y="228"/>
                  <a:pt x="131" y="237"/>
                </a:cubicBezTo>
                <a:lnTo>
                  <a:pt x="85" y="237"/>
                </a:lnTo>
                <a:cubicBezTo>
                  <a:pt x="87" y="234"/>
                  <a:pt x="88" y="229"/>
                  <a:pt x="90" y="225"/>
                </a:cubicBezTo>
                <a:cubicBezTo>
                  <a:pt x="100" y="201"/>
                  <a:pt x="106" y="172"/>
                  <a:pt x="109" y="141"/>
                </a:cubicBezTo>
                <a:lnTo>
                  <a:pt x="109" y="127"/>
                </a:lnTo>
                <a:lnTo>
                  <a:pt x="108" y="128"/>
                </a:lnTo>
                <a:cubicBezTo>
                  <a:pt x="106" y="129"/>
                  <a:pt x="105" y="130"/>
                  <a:pt x="102" y="131"/>
                </a:cubicBezTo>
                <a:cubicBezTo>
                  <a:pt x="100" y="132"/>
                  <a:pt x="98" y="133"/>
                  <a:pt x="94" y="134"/>
                </a:cubicBezTo>
                <a:cubicBezTo>
                  <a:pt x="92" y="136"/>
                  <a:pt x="89" y="136"/>
                  <a:pt x="84" y="136"/>
                </a:cubicBezTo>
                <a:cubicBezTo>
                  <a:pt x="80" y="136"/>
                  <a:pt x="75" y="137"/>
                  <a:pt x="71" y="138"/>
                </a:cubicBezTo>
                <a:cubicBezTo>
                  <a:pt x="50" y="138"/>
                  <a:pt x="33" y="131"/>
                  <a:pt x="21" y="118"/>
                </a:cubicBezTo>
                <a:lnTo>
                  <a:pt x="0" y="98"/>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740" name=""/>
          <p:cNvSpPr/>
          <p:nvPr/>
        </p:nvSpPr>
        <p:spPr>
          <a:xfrm>
            <a:off x="2418840" y="6565680"/>
            <a:ext cx="127800" cy="261360"/>
          </a:xfrm>
          <a:custGeom>
            <a:avLst/>
            <a:gdLst/>
            <a:ahLst/>
            <a:rect l="0" t="0" r="r" b="b"/>
            <a:pathLst>
              <a:path w="355" h="726">
                <a:moveTo>
                  <a:pt x="8" y="275"/>
                </a:moveTo>
                <a:cubicBezTo>
                  <a:pt x="3" y="270"/>
                  <a:pt x="0" y="266"/>
                  <a:pt x="0" y="264"/>
                </a:cubicBezTo>
                <a:cubicBezTo>
                  <a:pt x="0" y="261"/>
                  <a:pt x="1" y="255"/>
                  <a:pt x="3" y="246"/>
                </a:cubicBezTo>
                <a:cubicBezTo>
                  <a:pt x="6" y="237"/>
                  <a:pt x="8" y="231"/>
                  <a:pt x="9" y="230"/>
                </a:cubicBezTo>
                <a:cubicBezTo>
                  <a:pt x="11" y="226"/>
                  <a:pt x="14" y="223"/>
                  <a:pt x="19" y="223"/>
                </a:cubicBezTo>
                <a:cubicBezTo>
                  <a:pt x="25" y="223"/>
                  <a:pt x="44" y="223"/>
                  <a:pt x="77" y="222"/>
                </a:cubicBezTo>
                <a:lnTo>
                  <a:pt x="138" y="222"/>
                </a:lnTo>
                <a:lnTo>
                  <a:pt x="159" y="131"/>
                </a:lnTo>
                <a:cubicBezTo>
                  <a:pt x="162" y="123"/>
                  <a:pt x="164" y="112"/>
                  <a:pt x="168" y="98"/>
                </a:cubicBezTo>
                <a:cubicBezTo>
                  <a:pt x="171" y="84"/>
                  <a:pt x="174" y="74"/>
                  <a:pt x="176" y="68"/>
                </a:cubicBezTo>
                <a:cubicBezTo>
                  <a:pt x="179" y="62"/>
                  <a:pt x="181" y="55"/>
                  <a:pt x="183" y="46"/>
                </a:cubicBezTo>
                <a:cubicBezTo>
                  <a:pt x="185" y="37"/>
                  <a:pt x="188" y="30"/>
                  <a:pt x="192" y="26"/>
                </a:cubicBezTo>
                <a:cubicBezTo>
                  <a:pt x="196" y="23"/>
                  <a:pt x="200" y="18"/>
                  <a:pt x="204" y="13"/>
                </a:cubicBezTo>
                <a:cubicBezTo>
                  <a:pt x="207" y="7"/>
                  <a:pt x="213" y="4"/>
                  <a:pt x="220" y="2"/>
                </a:cubicBezTo>
                <a:cubicBezTo>
                  <a:pt x="226" y="1"/>
                  <a:pt x="233" y="0"/>
                  <a:pt x="240" y="0"/>
                </a:cubicBezTo>
                <a:cubicBezTo>
                  <a:pt x="254" y="1"/>
                  <a:pt x="263" y="5"/>
                  <a:pt x="268" y="13"/>
                </a:cubicBezTo>
                <a:cubicBezTo>
                  <a:pt x="274" y="20"/>
                  <a:pt x="276" y="27"/>
                  <a:pt x="276" y="34"/>
                </a:cubicBezTo>
                <a:cubicBezTo>
                  <a:pt x="276" y="40"/>
                  <a:pt x="273" y="57"/>
                  <a:pt x="266" y="88"/>
                </a:cubicBezTo>
                <a:cubicBezTo>
                  <a:pt x="259" y="118"/>
                  <a:pt x="252" y="148"/>
                  <a:pt x="243" y="178"/>
                </a:cubicBezTo>
                <a:lnTo>
                  <a:pt x="232" y="220"/>
                </a:lnTo>
                <a:cubicBezTo>
                  <a:pt x="232" y="221"/>
                  <a:pt x="251" y="222"/>
                  <a:pt x="289" y="222"/>
                </a:cubicBezTo>
                <a:lnTo>
                  <a:pt x="347" y="222"/>
                </a:lnTo>
                <a:cubicBezTo>
                  <a:pt x="352" y="228"/>
                  <a:pt x="355" y="233"/>
                  <a:pt x="355" y="236"/>
                </a:cubicBezTo>
                <a:cubicBezTo>
                  <a:pt x="355" y="252"/>
                  <a:pt x="350" y="266"/>
                  <a:pt x="340" y="275"/>
                </a:cubicBezTo>
                <a:lnTo>
                  <a:pt x="218" y="275"/>
                </a:lnTo>
                <a:lnTo>
                  <a:pt x="177" y="440"/>
                </a:lnTo>
                <a:cubicBezTo>
                  <a:pt x="147" y="562"/>
                  <a:pt x="132" y="627"/>
                  <a:pt x="132" y="636"/>
                </a:cubicBezTo>
                <a:cubicBezTo>
                  <a:pt x="132" y="668"/>
                  <a:pt x="142" y="684"/>
                  <a:pt x="163" y="684"/>
                </a:cubicBezTo>
                <a:cubicBezTo>
                  <a:pt x="190" y="684"/>
                  <a:pt x="216" y="671"/>
                  <a:pt x="241" y="645"/>
                </a:cubicBezTo>
                <a:cubicBezTo>
                  <a:pt x="266" y="620"/>
                  <a:pt x="286" y="588"/>
                  <a:pt x="301" y="550"/>
                </a:cubicBezTo>
                <a:cubicBezTo>
                  <a:pt x="303" y="545"/>
                  <a:pt x="305" y="542"/>
                  <a:pt x="307" y="542"/>
                </a:cubicBezTo>
                <a:cubicBezTo>
                  <a:pt x="309" y="541"/>
                  <a:pt x="315" y="540"/>
                  <a:pt x="324" y="539"/>
                </a:cubicBezTo>
                <a:lnTo>
                  <a:pt x="329" y="539"/>
                </a:lnTo>
                <a:cubicBezTo>
                  <a:pt x="340" y="539"/>
                  <a:pt x="346" y="542"/>
                  <a:pt x="346" y="549"/>
                </a:cubicBezTo>
                <a:cubicBezTo>
                  <a:pt x="346" y="551"/>
                  <a:pt x="345" y="555"/>
                  <a:pt x="342" y="562"/>
                </a:cubicBezTo>
                <a:cubicBezTo>
                  <a:pt x="339" y="574"/>
                  <a:pt x="332" y="589"/>
                  <a:pt x="322" y="605"/>
                </a:cubicBezTo>
                <a:cubicBezTo>
                  <a:pt x="312" y="622"/>
                  <a:pt x="299" y="640"/>
                  <a:pt x="283" y="659"/>
                </a:cubicBezTo>
                <a:cubicBezTo>
                  <a:pt x="267" y="678"/>
                  <a:pt x="248" y="694"/>
                  <a:pt x="225" y="707"/>
                </a:cubicBezTo>
                <a:cubicBezTo>
                  <a:pt x="202" y="720"/>
                  <a:pt x="179" y="726"/>
                  <a:pt x="155" y="726"/>
                </a:cubicBezTo>
                <a:cubicBezTo>
                  <a:pt x="132" y="726"/>
                  <a:pt x="110" y="720"/>
                  <a:pt x="90" y="709"/>
                </a:cubicBezTo>
                <a:cubicBezTo>
                  <a:pt x="69" y="698"/>
                  <a:pt x="55" y="678"/>
                  <a:pt x="46" y="650"/>
                </a:cubicBezTo>
                <a:cubicBezTo>
                  <a:pt x="44" y="644"/>
                  <a:pt x="43" y="634"/>
                  <a:pt x="43" y="619"/>
                </a:cubicBezTo>
                <a:lnTo>
                  <a:pt x="43" y="599"/>
                </a:lnTo>
                <a:lnTo>
                  <a:pt x="83" y="439"/>
                </a:lnTo>
                <a:cubicBezTo>
                  <a:pt x="110" y="332"/>
                  <a:pt x="123" y="278"/>
                  <a:pt x="124" y="278"/>
                </a:cubicBezTo>
                <a:cubicBezTo>
                  <a:pt x="124" y="276"/>
                  <a:pt x="105" y="275"/>
                  <a:pt x="66" y="275"/>
                </a:cubicBezTo>
                <a:lnTo>
                  <a:pt x="8" y="275"/>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741" name=""/>
          <p:cNvSpPr/>
          <p:nvPr/>
        </p:nvSpPr>
        <p:spPr>
          <a:xfrm>
            <a:off x="2581560" y="6514920"/>
            <a:ext cx="98280" cy="343080"/>
          </a:xfrm>
          <a:custGeom>
            <a:avLst/>
            <a:gdLst/>
            <a:ahLst/>
            <a:rect l="0" t="0" r="r" b="b"/>
            <a:pathLst>
              <a:path w="273" h="953">
                <a:moveTo>
                  <a:pt x="6" y="1"/>
                </a:moveTo>
                <a:lnTo>
                  <a:pt x="10" y="0"/>
                </a:lnTo>
                <a:cubicBezTo>
                  <a:pt x="14" y="0"/>
                  <a:pt x="18" y="0"/>
                  <a:pt x="21" y="0"/>
                </a:cubicBezTo>
                <a:lnTo>
                  <a:pt x="35" y="0"/>
                </a:lnTo>
                <a:lnTo>
                  <a:pt x="68" y="27"/>
                </a:lnTo>
                <a:cubicBezTo>
                  <a:pt x="139" y="92"/>
                  <a:pt x="191" y="172"/>
                  <a:pt x="224" y="269"/>
                </a:cubicBezTo>
                <a:cubicBezTo>
                  <a:pt x="257" y="365"/>
                  <a:pt x="273" y="465"/>
                  <a:pt x="273" y="570"/>
                </a:cubicBezTo>
                <a:cubicBezTo>
                  <a:pt x="273" y="622"/>
                  <a:pt x="269" y="671"/>
                  <a:pt x="261" y="719"/>
                </a:cubicBezTo>
                <a:cubicBezTo>
                  <a:pt x="254" y="767"/>
                  <a:pt x="245" y="808"/>
                  <a:pt x="235" y="841"/>
                </a:cubicBezTo>
                <a:cubicBezTo>
                  <a:pt x="225" y="874"/>
                  <a:pt x="211" y="908"/>
                  <a:pt x="193" y="941"/>
                </a:cubicBezTo>
                <a:cubicBezTo>
                  <a:pt x="191" y="945"/>
                  <a:pt x="189" y="949"/>
                  <a:pt x="186" y="953"/>
                </a:cubicBezTo>
                <a:lnTo>
                  <a:pt x="119" y="953"/>
                </a:lnTo>
                <a:cubicBezTo>
                  <a:pt x="166" y="849"/>
                  <a:pt x="190" y="721"/>
                  <a:pt x="190" y="570"/>
                </a:cubicBezTo>
                <a:cubicBezTo>
                  <a:pt x="190" y="331"/>
                  <a:pt x="131" y="151"/>
                  <a:pt x="12" y="28"/>
                </a:cubicBezTo>
                <a:cubicBezTo>
                  <a:pt x="5" y="19"/>
                  <a:pt x="1" y="14"/>
                  <a:pt x="0" y="14"/>
                </a:cubicBezTo>
                <a:cubicBezTo>
                  <a:pt x="0" y="8"/>
                  <a:pt x="2" y="3"/>
                  <a:pt x="6" y="1"/>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742" name=""/>
          <p:cNvSpPr txBox="1"/>
          <p:nvPr/>
        </p:nvSpPr>
        <p:spPr>
          <a:xfrm>
            <a:off x="380880" y="6518160"/>
            <a:ext cx="1057680" cy="372240"/>
          </a:xfrm>
          <a:prstGeom prst="rect">
            <a:avLst/>
          </a:prstGeom>
          <a:noFill/>
          <a:ln w="0">
            <a:noFill/>
          </a:ln>
        </p:spPr>
        <p:txBody>
          <a:bodyPr wrap="none" lIns="0" rIns="0" tIns="0" bIns="0" anchor="t">
            <a:spAutoFit/>
          </a:bodyPr>
          <a:p>
            <a:r>
              <a:rPr b="0" lang="en-US" sz="2620" strike="noStrike" u="none">
                <a:solidFill>
                  <a:srgbClr val="333333"/>
                </a:solidFill>
                <a:effectLst/>
                <a:uFillTx/>
                <a:latin typeface="NotoSansJP-Thin_"/>
                <a:ea typeface="NotoSansJP-Thin_"/>
              </a:rPr>
              <a:t>NN</a:t>
            </a:r>
            <a:r>
              <a:rPr b="0" lang="zh-CN" sz="2620" strike="noStrike" u="none">
                <a:solidFill>
                  <a:srgbClr val="333333"/>
                </a:solidFill>
                <a:effectLst/>
                <a:uFillTx/>
                <a:latin typeface="NotoSansJP-Thin_"/>
                <a:ea typeface="NotoSansJP-Thin_"/>
              </a:rPr>
              <a:t>で </a:t>
            </a:r>
            <a:endParaRPr b="0" lang="en-US" sz="2620" strike="noStrike" u="none">
              <a:solidFill>
                <a:srgbClr val="000000"/>
              </a:solidFill>
              <a:effectLst/>
              <a:uFillTx/>
              <a:latin typeface="Times New Roman"/>
            </a:endParaRPr>
          </a:p>
        </p:txBody>
      </p:sp>
      <p:sp>
        <p:nvSpPr>
          <p:cNvPr id="743" name=""/>
          <p:cNvSpPr/>
          <p:nvPr/>
        </p:nvSpPr>
        <p:spPr>
          <a:xfrm>
            <a:off x="5313960" y="6638760"/>
            <a:ext cx="166320" cy="185040"/>
          </a:xfrm>
          <a:custGeom>
            <a:avLst/>
            <a:gdLst/>
            <a:ahLst/>
            <a:rect l="0" t="0" r="r" b="b"/>
            <a:pathLst>
              <a:path w="462" h="514">
                <a:moveTo>
                  <a:pt x="423" y="405"/>
                </a:moveTo>
                <a:cubicBezTo>
                  <a:pt x="429" y="405"/>
                  <a:pt x="434" y="410"/>
                  <a:pt x="439" y="422"/>
                </a:cubicBezTo>
                <a:cubicBezTo>
                  <a:pt x="443" y="433"/>
                  <a:pt x="446" y="444"/>
                  <a:pt x="447" y="454"/>
                </a:cubicBezTo>
                <a:cubicBezTo>
                  <a:pt x="447" y="456"/>
                  <a:pt x="446" y="459"/>
                  <a:pt x="444" y="462"/>
                </a:cubicBezTo>
                <a:cubicBezTo>
                  <a:pt x="443" y="464"/>
                  <a:pt x="437" y="468"/>
                  <a:pt x="428" y="473"/>
                </a:cubicBezTo>
                <a:cubicBezTo>
                  <a:pt x="419" y="478"/>
                  <a:pt x="404" y="485"/>
                  <a:pt x="383" y="494"/>
                </a:cubicBezTo>
                <a:cubicBezTo>
                  <a:pt x="362" y="502"/>
                  <a:pt x="340" y="508"/>
                  <a:pt x="317" y="512"/>
                </a:cubicBezTo>
                <a:cubicBezTo>
                  <a:pt x="308" y="513"/>
                  <a:pt x="293" y="514"/>
                  <a:pt x="270" y="514"/>
                </a:cubicBezTo>
                <a:cubicBezTo>
                  <a:pt x="220" y="514"/>
                  <a:pt x="177" y="508"/>
                  <a:pt x="141" y="495"/>
                </a:cubicBezTo>
                <a:cubicBezTo>
                  <a:pt x="104" y="482"/>
                  <a:pt x="76" y="465"/>
                  <a:pt x="56" y="445"/>
                </a:cubicBezTo>
                <a:cubicBezTo>
                  <a:pt x="37" y="424"/>
                  <a:pt x="22" y="403"/>
                  <a:pt x="13" y="381"/>
                </a:cubicBezTo>
                <a:cubicBezTo>
                  <a:pt x="4" y="359"/>
                  <a:pt x="0" y="337"/>
                  <a:pt x="0" y="316"/>
                </a:cubicBezTo>
                <a:lnTo>
                  <a:pt x="0" y="300"/>
                </a:lnTo>
                <a:cubicBezTo>
                  <a:pt x="0" y="238"/>
                  <a:pt x="19" y="182"/>
                  <a:pt x="56" y="131"/>
                </a:cubicBezTo>
                <a:cubicBezTo>
                  <a:pt x="64" y="120"/>
                  <a:pt x="74" y="110"/>
                  <a:pt x="85" y="99"/>
                </a:cubicBezTo>
                <a:cubicBezTo>
                  <a:pt x="96" y="88"/>
                  <a:pt x="113" y="75"/>
                  <a:pt x="134" y="60"/>
                </a:cubicBezTo>
                <a:cubicBezTo>
                  <a:pt x="155" y="45"/>
                  <a:pt x="182" y="32"/>
                  <a:pt x="216" y="22"/>
                </a:cubicBezTo>
                <a:cubicBezTo>
                  <a:pt x="250" y="11"/>
                  <a:pt x="285" y="4"/>
                  <a:pt x="323" y="1"/>
                </a:cubicBezTo>
                <a:cubicBezTo>
                  <a:pt x="323" y="1"/>
                  <a:pt x="331" y="1"/>
                  <a:pt x="346" y="1"/>
                </a:cubicBezTo>
                <a:cubicBezTo>
                  <a:pt x="362" y="1"/>
                  <a:pt x="375" y="1"/>
                  <a:pt x="386" y="0"/>
                </a:cubicBezTo>
                <a:cubicBezTo>
                  <a:pt x="425" y="0"/>
                  <a:pt x="447" y="2"/>
                  <a:pt x="453" y="7"/>
                </a:cubicBezTo>
                <a:cubicBezTo>
                  <a:pt x="459" y="13"/>
                  <a:pt x="462" y="21"/>
                  <a:pt x="462" y="32"/>
                </a:cubicBezTo>
                <a:cubicBezTo>
                  <a:pt x="459" y="50"/>
                  <a:pt x="450" y="63"/>
                  <a:pt x="433" y="69"/>
                </a:cubicBezTo>
                <a:lnTo>
                  <a:pt x="378" y="70"/>
                </a:lnTo>
                <a:cubicBezTo>
                  <a:pt x="325" y="71"/>
                  <a:pt x="288" y="76"/>
                  <a:pt x="267" y="85"/>
                </a:cubicBezTo>
                <a:cubicBezTo>
                  <a:pt x="230" y="100"/>
                  <a:pt x="203" y="129"/>
                  <a:pt x="186" y="171"/>
                </a:cubicBezTo>
                <a:cubicBezTo>
                  <a:pt x="179" y="186"/>
                  <a:pt x="176" y="196"/>
                  <a:pt x="176" y="200"/>
                </a:cubicBezTo>
                <a:cubicBezTo>
                  <a:pt x="176" y="201"/>
                  <a:pt x="211" y="201"/>
                  <a:pt x="282" y="201"/>
                </a:cubicBezTo>
                <a:cubicBezTo>
                  <a:pt x="292" y="201"/>
                  <a:pt x="305" y="201"/>
                  <a:pt x="320" y="201"/>
                </a:cubicBezTo>
                <a:cubicBezTo>
                  <a:pt x="335" y="201"/>
                  <a:pt x="346" y="201"/>
                  <a:pt x="352" y="200"/>
                </a:cubicBezTo>
                <a:cubicBezTo>
                  <a:pt x="375" y="200"/>
                  <a:pt x="390" y="202"/>
                  <a:pt x="399" y="206"/>
                </a:cubicBezTo>
                <a:cubicBezTo>
                  <a:pt x="407" y="210"/>
                  <a:pt x="412" y="218"/>
                  <a:pt x="412" y="231"/>
                </a:cubicBezTo>
                <a:cubicBezTo>
                  <a:pt x="412" y="251"/>
                  <a:pt x="403" y="265"/>
                  <a:pt x="383" y="271"/>
                </a:cubicBezTo>
                <a:cubicBezTo>
                  <a:pt x="379" y="271"/>
                  <a:pt x="341" y="272"/>
                  <a:pt x="268" y="272"/>
                </a:cubicBezTo>
                <a:cubicBezTo>
                  <a:pt x="194" y="272"/>
                  <a:pt x="158" y="273"/>
                  <a:pt x="158" y="274"/>
                </a:cubicBezTo>
                <a:cubicBezTo>
                  <a:pt x="151" y="296"/>
                  <a:pt x="147" y="319"/>
                  <a:pt x="147" y="347"/>
                </a:cubicBezTo>
                <a:cubicBezTo>
                  <a:pt x="147" y="387"/>
                  <a:pt x="160" y="415"/>
                  <a:pt x="186" y="432"/>
                </a:cubicBezTo>
                <a:cubicBezTo>
                  <a:pt x="212" y="449"/>
                  <a:pt x="245" y="457"/>
                  <a:pt x="283" y="457"/>
                </a:cubicBezTo>
                <a:cubicBezTo>
                  <a:pt x="285" y="457"/>
                  <a:pt x="288" y="457"/>
                  <a:pt x="292" y="457"/>
                </a:cubicBezTo>
                <a:cubicBezTo>
                  <a:pt x="296" y="457"/>
                  <a:pt x="298" y="457"/>
                  <a:pt x="300" y="456"/>
                </a:cubicBezTo>
                <a:cubicBezTo>
                  <a:pt x="323" y="452"/>
                  <a:pt x="347" y="443"/>
                  <a:pt x="374" y="428"/>
                </a:cubicBezTo>
                <a:cubicBezTo>
                  <a:pt x="400" y="412"/>
                  <a:pt x="417" y="405"/>
                  <a:pt x="423" y="405"/>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744" name=""/>
          <p:cNvSpPr txBox="1"/>
          <p:nvPr/>
        </p:nvSpPr>
        <p:spPr>
          <a:xfrm>
            <a:off x="2722680" y="6518160"/>
            <a:ext cx="2670840" cy="334080"/>
          </a:xfrm>
          <a:prstGeom prst="rect">
            <a:avLst/>
          </a:prstGeom>
          <a:noFill/>
          <a:ln w="0">
            <a:noFill/>
          </a:ln>
        </p:spPr>
        <p:txBody>
          <a:bodyPr wrap="none" lIns="0" rIns="0" tIns="0" bIns="0" anchor="t">
            <a:spAutoFit/>
          </a:bodyPr>
          <a:p>
            <a:r>
              <a:rPr b="0" lang="en-US" sz="2620" strike="noStrike" u="none">
                <a:solidFill>
                  <a:srgbClr val="333333"/>
                </a:solidFill>
                <a:effectLst/>
                <a:uFillTx/>
                <a:latin typeface="NotoSansJP-Thin_"/>
                <a:ea typeface="NotoSansJP-Thin_"/>
              </a:rPr>
              <a:t> が、真のノイズ </a:t>
            </a:r>
            <a:endParaRPr b="0" lang="en-US" sz="2620" strike="noStrike" u="none">
              <a:solidFill>
                <a:srgbClr val="000000"/>
              </a:solidFill>
              <a:effectLst/>
              <a:uFillTx/>
              <a:latin typeface="Times New Roman"/>
            </a:endParaRPr>
          </a:p>
        </p:txBody>
      </p:sp>
      <p:sp>
        <p:nvSpPr>
          <p:cNvPr id="745" name=""/>
          <p:cNvSpPr/>
          <p:nvPr/>
        </p:nvSpPr>
        <p:spPr>
          <a:xfrm>
            <a:off x="0" y="0"/>
            <a:ext cx="12192120" cy="667080"/>
          </a:xfrm>
          <a:custGeom>
            <a:avLst/>
            <a:gdLst/>
            <a:ahLst/>
            <a:rect l="0" t="0" r="r" b="b"/>
            <a:pathLst>
              <a:path w="33867" h="1853">
                <a:moveTo>
                  <a:pt x="0" y="0"/>
                </a:moveTo>
                <a:lnTo>
                  <a:pt x="33867" y="0"/>
                </a:lnTo>
                <a:lnTo>
                  <a:pt x="33867" y="1853"/>
                </a:lnTo>
                <a:lnTo>
                  <a:pt x="0" y="1853"/>
                </a:lnTo>
                <a:lnTo>
                  <a:pt x="0" y="0"/>
                </a:lnTo>
                <a:close/>
              </a:path>
            </a:pathLst>
          </a:custGeom>
          <a:solidFill>
            <a:srgbClr val="800000"/>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746" name=""/>
          <p:cNvSpPr txBox="1"/>
          <p:nvPr/>
        </p:nvSpPr>
        <p:spPr>
          <a:xfrm>
            <a:off x="5493600" y="6518160"/>
            <a:ext cx="4506480" cy="334080"/>
          </a:xfrm>
          <a:prstGeom prst="rect">
            <a:avLst/>
          </a:prstGeom>
          <a:noFill/>
          <a:ln w="0">
            <a:noFill/>
          </a:ln>
        </p:spPr>
        <p:txBody>
          <a:bodyPr wrap="none" lIns="0" rIns="0" tIns="0" bIns="0" anchor="t">
            <a:spAutoFit/>
          </a:bodyPr>
          <a:p>
            <a:r>
              <a:rPr b="0" lang="en-US" sz="2620" strike="noStrike" u="none">
                <a:solidFill>
                  <a:srgbClr val="333333"/>
                </a:solidFill>
                <a:effectLst/>
                <a:uFillTx/>
                <a:latin typeface="NotoSansJP-Thin_"/>
                <a:ea typeface="NotoSansJP-Thin_"/>
              </a:rPr>
              <a:t> を予測するように学習する。</a:t>
            </a:r>
            <a:endParaRPr b="0" lang="en-US" sz="2620" strike="noStrike" u="none">
              <a:solidFill>
                <a:srgbClr val="000000"/>
              </a:solidFill>
              <a:effectLst/>
              <a:uFillTx/>
              <a:latin typeface="Times New Roman"/>
            </a:endParaRPr>
          </a:p>
        </p:txBody>
      </p:sp>
      <p:sp>
        <p:nvSpPr>
          <p:cNvPr id="747" name=""/>
          <p:cNvSpPr txBox="1"/>
          <p:nvPr/>
        </p:nvSpPr>
        <p:spPr>
          <a:xfrm>
            <a:off x="237960" y="174600"/>
            <a:ext cx="3301560" cy="372240"/>
          </a:xfrm>
          <a:prstGeom prst="rect">
            <a:avLst/>
          </a:prstGeom>
          <a:noFill/>
          <a:ln w="0">
            <a:noFill/>
          </a:ln>
        </p:spPr>
        <p:txBody>
          <a:bodyPr wrap="none" lIns="0" rIns="0" tIns="0" bIns="0" anchor="t">
            <a:spAutoFit/>
          </a:bodyPr>
          <a:p>
            <a:r>
              <a:rPr b="1" lang="en-US" sz="2620" strike="noStrike" u="none">
                <a:solidFill>
                  <a:srgbClr val="ffffff"/>
                </a:solidFill>
                <a:effectLst/>
                <a:uFillTx/>
                <a:latin typeface="NotoSansJP-Thin_"/>
                <a:ea typeface="NotoSansJP-Thin_"/>
              </a:rPr>
              <a:t>3.2 </a:t>
            </a:r>
            <a:r>
              <a:rPr b="1" lang="zh-CN" sz="2620" strike="noStrike" u="none">
                <a:solidFill>
                  <a:srgbClr val="ffffff"/>
                </a:solidFill>
                <a:effectLst/>
                <a:uFillTx/>
                <a:latin typeface="NotoSansJP-Thin_"/>
                <a:ea typeface="NotoSansJP-Thin_"/>
              </a:rPr>
              <a:t>損失関数の簡略化</a:t>
            </a:r>
            <a:endParaRPr b="0" lang="en-US" sz="2620" strike="noStrike" u="none">
              <a:solidFill>
                <a:srgbClr val="000000"/>
              </a:solidFill>
              <a:effectLst/>
              <a:uFillTx/>
              <a:latin typeface="Times New Roman"/>
            </a:endParaRPr>
          </a:p>
        </p:txBody>
      </p:sp>
      <p:sp>
        <p:nvSpPr>
          <p:cNvPr id="748" name=""/>
          <p:cNvSpPr txBox="1"/>
          <p:nvPr/>
        </p:nvSpPr>
        <p:spPr>
          <a:xfrm>
            <a:off x="11161800" y="6397560"/>
            <a:ext cx="668160" cy="297720"/>
          </a:xfrm>
          <a:prstGeom prst="rect">
            <a:avLst/>
          </a:prstGeom>
          <a:noFill/>
          <a:ln w="0">
            <a:noFill/>
          </a:ln>
        </p:spPr>
        <p:txBody>
          <a:bodyPr wrap="none" lIns="0" rIns="0" tIns="0" bIns="0" anchor="t">
            <a:spAutoFit/>
          </a:bodyPr>
          <a:p>
            <a:r>
              <a:rPr b="1" lang="en-US" sz="2100" strike="noStrike" u="none">
                <a:solidFill>
                  <a:srgbClr val="333333"/>
                </a:solidFill>
                <a:effectLst/>
                <a:uFillTx/>
                <a:latin typeface="NotoSansJP-Thin_"/>
                <a:ea typeface="NotoSansJP-Thin_"/>
              </a:rPr>
              <a:t>13/24</a:t>
            </a:r>
            <a:endParaRPr b="0" lang="en-US" sz="2100" strike="noStrike" u="non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49"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750"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751"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752" name=""/>
          <p:cNvSpPr/>
          <p:nvPr/>
        </p:nvSpPr>
        <p:spPr>
          <a:xfrm>
            <a:off x="394200" y="952200"/>
            <a:ext cx="252360" cy="280800"/>
          </a:xfrm>
          <a:custGeom>
            <a:avLst/>
            <a:gdLst/>
            <a:ahLst/>
            <a:rect l="0" t="0" r="r" b="b"/>
            <a:pathLst>
              <a:path w="701" h="780">
                <a:moveTo>
                  <a:pt x="223" y="53"/>
                </a:moveTo>
                <a:cubicBezTo>
                  <a:pt x="197" y="53"/>
                  <a:pt x="183" y="51"/>
                  <a:pt x="182" y="48"/>
                </a:cubicBezTo>
                <a:cubicBezTo>
                  <a:pt x="181" y="47"/>
                  <a:pt x="181" y="44"/>
                  <a:pt x="181" y="39"/>
                </a:cubicBezTo>
                <a:cubicBezTo>
                  <a:pt x="181" y="21"/>
                  <a:pt x="185" y="8"/>
                  <a:pt x="193" y="1"/>
                </a:cubicBezTo>
                <a:cubicBezTo>
                  <a:pt x="195" y="1"/>
                  <a:pt x="200" y="0"/>
                  <a:pt x="210" y="0"/>
                </a:cubicBezTo>
                <a:cubicBezTo>
                  <a:pt x="251" y="3"/>
                  <a:pt x="299" y="4"/>
                  <a:pt x="355" y="4"/>
                </a:cubicBezTo>
                <a:cubicBezTo>
                  <a:pt x="462" y="4"/>
                  <a:pt x="523" y="3"/>
                  <a:pt x="539" y="0"/>
                </a:cubicBezTo>
                <a:lnTo>
                  <a:pt x="553" y="0"/>
                </a:lnTo>
                <a:cubicBezTo>
                  <a:pt x="557" y="5"/>
                  <a:pt x="560" y="8"/>
                  <a:pt x="560" y="11"/>
                </a:cubicBezTo>
                <a:cubicBezTo>
                  <a:pt x="560" y="13"/>
                  <a:pt x="559" y="20"/>
                  <a:pt x="557" y="31"/>
                </a:cubicBezTo>
                <a:cubicBezTo>
                  <a:pt x="554" y="42"/>
                  <a:pt x="550" y="50"/>
                  <a:pt x="547" y="53"/>
                </a:cubicBezTo>
                <a:lnTo>
                  <a:pt x="504" y="53"/>
                </a:lnTo>
                <a:cubicBezTo>
                  <a:pt x="452" y="53"/>
                  <a:pt x="421" y="57"/>
                  <a:pt x="412" y="63"/>
                </a:cubicBezTo>
                <a:cubicBezTo>
                  <a:pt x="406" y="66"/>
                  <a:pt x="401" y="77"/>
                  <a:pt x="396" y="96"/>
                </a:cubicBezTo>
                <a:cubicBezTo>
                  <a:pt x="390" y="114"/>
                  <a:pt x="365" y="214"/>
                  <a:pt x="319" y="396"/>
                </a:cubicBezTo>
                <a:cubicBezTo>
                  <a:pt x="307" y="446"/>
                  <a:pt x="294" y="498"/>
                  <a:pt x="281" y="553"/>
                </a:cubicBezTo>
                <a:cubicBezTo>
                  <a:pt x="267" y="609"/>
                  <a:pt x="257" y="650"/>
                  <a:pt x="250" y="679"/>
                </a:cubicBezTo>
                <a:lnTo>
                  <a:pt x="240" y="719"/>
                </a:lnTo>
                <a:cubicBezTo>
                  <a:pt x="240" y="723"/>
                  <a:pt x="243" y="724"/>
                  <a:pt x="250" y="724"/>
                </a:cubicBezTo>
                <a:cubicBezTo>
                  <a:pt x="257" y="724"/>
                  <a:pt x="279" y="725"/>
                  <a:pt x="317" y="726"/>
                </a:cubicBezTo>
                <a:lnTo>
                  <a:pt x="337" y="726"/>
                </a:lnTo>
                <a:cubicBezTo>
                  <a:pt x="361" y="726"/>
                  <a:pt x="380" y="726"/>
                  <a:pt x="395" y="725"/>
                </a:cubicBezTo>
                <a:cubicBezTo>
                  <a:pt x="409" y="724"/>
                  <a:pt x="428" y="722"/>
                  <a:pt x="450" y="717"/>
                </a:cubicBezTo>
                <a:cubicBezTo>
                  <a:pt x="473" y="713"/>
                  <a:pt x="492" y="706"/>
                  <a:pt x="507" y="697"/>
                </a:cubicBezTo>
                <a:cubicBezTo>
                  <a:pt x="522" y="688"/>
                  <a:pt x="539" y="675"/>
                  <a:pt x="557" y="658"/>
                </a:cubicBezTo>
                <a:cubicBezTo>
                  <a:pt x="576" y="641"/>
                  <a:pt x="591" y="620"/>
                  <a:pt x="605" y="595"/>
                </a:cubicBezTo>
                <a:cubicBezTo>
                  <a:pt x="617" y="573"/>
                  <a:pt x="629" y="547"/>
                  <a:pt x="639" y="519"/>
                </a:cubicBezTo>
                <a:cubicBezTo>
                  <a:pt x="650" y="491"/>
                  <a:pt x="657" y="475"/>
                  <a:pt x="660" y="471"/>
                </a:cubicBezTo>
                <a:cubicBezTo>
                  <a:pt x="663" y="469"/>
                  <a:pt x="670" y="468"/>
                  <a:pt x="679" y="468"/>
                </a:cubicBezTo>
                <a:lnTo>
                  <a:pt x="694" y="468"/>
                </a:lnTo>
                <a:cubicBezTo>
                  <a:pt x="698" y="475"/>
                  <a:pt x="701" y="479"/>
                  <a:pt x="701" y="480"/>
                </a:cubicBezTo>
                <a:cubicBezTo>
                  <a:pt x="701" y="482"/>
                  <a:pt x="693" y="504"/>
                  <a:pt x="678" y="548"/>
                </a:cubicBezTo>
                <a:cubicBezTo>
                  <a:pt x="663" y="591"/>
                  <a:pt x="645" y="636"/>
                  <a:pt x="627" y="684"/>
                </a:cubicBezTo>
                <a:cubicBezTo>
                  <a:pt x="609" y="732"/>
                  <a:pt x="599" y="760"/>
                  <a:pt x="597" y="768"/>
                </a:cubicBezTo>
                <a:cubicBezTo>
                  <a:pt x="596" y="772"/>
                  <a:pt x="594" y="775"/>
                  <a:pt x="593" y="775"/>
                </a:cubicBezTo>
                <a:cubicBezTo>
                  <a:pt x="591" y="776"/>
                  <a:pt x="585" y="777"/>
                  <a:pt x="574" y="779"/>
                </a:cubicBezTo>
                <a:cubicBezTo>
                  <a:pt x="564" y="780"/>
                  <a:pt x="547" y="781"/>
                  <a:pt x="525" y="780"/>
                </a:cubicBezTo>
                <a:cubicBezTo>
                  <a:pt x="517" y="780"/>
                  <a:pt x="488" y="780"/>
                  <a:pt x="439" y="780"/>
                </a:cubicBezTo>
                <a:cubicBezTo>
                  <a:pt x="390" y="780"/>
                  <a:pt x="343" y="779"/>
                  <a:pt x="298" y="779"/>
                </a:cubicBezTo>
                <a:lnTo>
                  <a:pt x="95" y="779"/>
                </a:lnTo>
                <a:cubicBezTo>
                  <a:pt x="32" y="779"/>
                  <a:pt x="0" y="775"/>
                  <a:pt x="0" y="767"/>
                </a:cubicBezTo>
                <a:cubicBezTo>
                  <a:pt x="0" y="762"/>
                  <a:pt x="0" y="757"/>
                  <a:pt x="2" y="751"/>
                </a:cubicBezTo>
                <a:cubicBezTo>
                  <a:pt x="6" y="737"/>
                  <a:pt x="10" y="729"/>
                  <a:pt x="13" y="727"/>
                </a:cubicBezTo>
                <a:cubicBezTo>
                  <a:pt x="16" y="727"/>
                  <a:pt x="22" y="726"/>
                  <a:pt x="30" y="726"/>
                </a:cubicBezTo>
                <a:lnTo>
                  <a:pt x="37" y="726"/>
                </a:lnTo>
                <a:cubicBezTo>
                  <a:pt x="58" y="726"/>
                  <a:pt x="80" y="725"/>
                  <a:pt x="106" y="723"/>
                </a:cubicBezTo>
                <a:cubicBezTo>
                  <a:pt x="116" y="721"/>
                  <a:pt x="123" y="716"/>
                  <a:pt x="127" y="709"/>
                </a:cubicBezTo>
                <a:cubicBezTo>
                  <a:pt x="129" y="706"/>
                  <a:pt x="157" y="601"/>
                  <a:pt x="209" y="393"/>
                </a:cubicBezTo>
                <a:cubicBezTo>
                  <a:pt x="261" y="185"/>
                  <a:pt x="288" y="74"/>
                  <a:pt x="288" y="63"/>
                </a:cubicBezTo>
                <a:cubicBezTo>
                  <a:pt x="288" y="58"/>
                  <a:pt x="266" y="54"/>
                  <a:pt x="223" y="53"/>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753" name=""/>
          <p:cNvSpPr/>
          <p:nvPr/>
        </p:nvSpPr>
        <p:spPr>
          <a:xfrm>
            <a:off x="682920" y="1163880"/>
            <a:ext cx="95040" cy="133200"/>
          </a:xfrm>
          <a:custGeom>
            <a:avLst/>
            <a:gdLst/>
            <a:ahLst/>
            <a:rect l="0" t="0" r="r" b="b"/>
            <a:pathLst>
              <a:path w="264" h="370">
                <a:moveTo>
                  <a:pt x="212" y="106"/>
                </a:moveTo>
                <a:cubicBezTo>
                  <a:pt x="212" y="85"/>
                  <a:pt x="205" y="66"/>
                  <a:pt x="191" y="51"/>
                </a:cubicBezTo>
                <a:cubicBezTo>
                  <a:pt x="176" y="35"/>
                  <a:pt x="155" y="27"/>
                  <a:pt x="128" y="27"/>
                </a:cubicBezTo>
                <a:cubicBezTo>
                  <a:pt x="108" y="27"/>
                  <a:pt x="92" y="31"/>
                  <a:pt x="78" y="38"/>
                </a:cubicBezTo>
                <a:cubicBezTo>
                  <a:pt x="61" y="48"/>
                  <a:pt x="53" y="62"/>
                  <a:pt x="53" y="80"/>
                </a:cubicBezTo>
                <a:cubicBezTo>
                  <a:pt x="52" y="82"/>
                  <a:pt x="52" y="86"/>
                  <a:pt x="53" y="90"/>
                </a:cubicBezTo>
                <a:cubicBezTo>
                  <a:pt x="53" y="94"/>
                  <a:pt x="58" y="101"/>
                  <a:pt x="66" y="109"/>
                </a:cubicBezTo>
                <a:cubicBezTo>
                  <a:pt x="75" y="118"/>
                  <a:pt x="86" y="125"/>
                  <a:pt x="101" y="129"/>
                </a:cubicBezTo>
                <a:cubicBezTo>
                  <a:pt x="111" y="132"/>
                  <a:pt x="123" y="135"/>
                  <a:pt x="137" y="137"/>
                </a:cubicBezTo>
                <a:cubicBezTo>
                  <a:pt x="151" y="139"/>
                  <a:pt x="162" y="141"/>
                  <a:pt x="172" y="144"/>
                </a:cubicBezTo>
                <a:cubicBezTo>
                  <a:pt x="182" y="147"/>
                  <a:pt x="190" y="150"/>
                  <a:pt x="198" y="154"/>
                </a:cubicBezTo>
                <a:cubicBezTo>
                  <a:pt x="207" y="159"/>
                  <a:pt x="216" y="164"/>
                  <a:pt x="224" y="171"/>
                </a:cubicBezTo>
                <a:cubicBezTo>
                  <a:pt x="233" y="177"/>
                  <a:pt x="241" y="188"/>
                  <a:pt x="250" y="203"/>
                </a:cubicBezTo>
                <a:cubicBezTo>
                  <a:pt x="259" y="219"/>
                  <a:pt x="263" y="236"/>
                  <a:pt x="264" y="253"/>
                </a:cubicBezTo>
                <a:cubicBezTo>
                  <a:pt x="264" y="288"/>
                  <a:pt x="254" y="315"/>
                  <a:pt x="233" y="336"/>
                </a:cubicBezTo>
                <a:cubicBezTo>
                  <a:pt x="213" y="358"/>
                  <a:pt x="180" y="369"/>
                  <a:pt x="134" y="369"/>
                </a:cubicBezTo>
                <a:lnTo>
                  <a:pt x="128" y="369"/>
                </a:lnTo>
                <a:cubicBezTo>
                  <a:pt x="100" y="369"/>
                  <a:pt x="74" y="360"/>
                  <a:pt x="50" y="340"/>
                </a:cubicBezTo>
                <a:lnTo>
                  <a:pt x="43" y="346"/>
                </a:lnTo>
                <a:lnTo>
                  <a:pt x="36" y="353"/>
                </a:lnTo>
                <a:cubicBezTo>
                  <a:pt x="33" y="357"/>
                  <a:pt x="29" y="360"/>
                  <a:pt x="26" y="362"/>
                </a:cubicBezTo>
                <a:lnTo>
                  <a:pt x="17" y="370"/>
                </a:lnTo>
                <a:lnTo>
                  <a:pt x="11" y="370"/>
                </a:lnTo>
                <a:lnTo>
                  <a:pt x="8" y="370"/>
                </a:lnTo>
                <a:cubicBezTo>
                  <a:pt x="6" y="370"/>
                  <a:pt x="4" y="369"/>
                  <a:pt x="0" y="365"/>
                </a:cubicBezTo>
                <a:lnTo>
                  <a:pt x="0" y="302"/>
                </a:lnTo>
                <a:lnTo>
                  <a:pt x="0" y="254"/>
                </a:lnTo>
                <a:cubicBezTo>
                  <a:pt x="0" y="243"/>
                  <a:pt x="1" y="236"/>
                  <a:pt x="2" y="234"/>
                </a:cubicBezTo>
                <a:cubicBezTo>
                  <a:pt x="3" y="232"/>
                  <a:pt x="6" y="231"/>
                  <a:pt x="10" y="230"/>
                </a:cubicBezTo>
                <a:lnTo>
                  <a:pt x="17" y="230"/>
                </a:lnTo>
                <a:cubicBezTo>
                  <a:pt x="24" y="230"/>
                  <a:pt x="28" y="231"/>
                  <a:pt x="30" y="233"/>
                </a:cubicBezTo>
                <a:cubicBezTo>
                  <a:pt x="32" y="235"/>
                  <a:pt x="34" y="239"/>
                  <a:pt x="34" y="243"/>
                </a:cubicBezTo>
                <a:cubicBezTo>
                  <a:pt x="35" y="247"/>
                  <a:pt x="37" y="254"/>
                  <a:pt x="40" y="265"/>
                </a:cubicBezTo>
                <a:cubicBezTo>
                  <a:pt x="43" y="276"/>
                  <a:pt x="48" y="287"/>
                  <a:pt x="55" y="299"/>
                </a:cubicBezTo>
                <a:cubicBezTo>
                  <a:pt x="75" y="327"/>
                  <a:pt x="101" y="340"/>
                  <a:pt x="134" y="340"/>
                </a:cubicBezTo>
                <a:cubicBezTo>
                  <a:pt x="186" y="340"/>
                  <a:pt x="212" y="320"/>
                  <a:pt x="212" y="278"/>
                </a:cubicBezTo>
                <a:cubicBezTo>
                  <a:pt x="212" y="261"/>
                  <a:pt x="207" y="249"/>
                  <a:pt x="198" y="239"/>
                </a:cubicBezTo>
                <a:cubicBezTo>
                  <a:pt x="187" y="226"/>
                  <a:pt x="165" y="216"/>
                  <a:pt x="131" y="210"/>
                </a:cubicBezTo>
                <a:cubicBezTo>
                  <a:pt x="97" y="203"/>
                  <a:pt x="75" y="197"/>
                  <a:pt x="63" y="191"/>
                </a:cubicBezTo>
                <a:cubicBezTo>
                  <a:pt x="44" y="182"/>
                  <a:pt x="29" y="170"/>
                  <a:pt x="17" y="154"/>
                </a:cubicBezTo>
                <a:cubicBezTo>
                  <a:pt x="6" y="139"/>
                  <a:pt x="0" y="122"/>
                  <a:pt x="0" y="105"/>
                </a:cubicBezTo>
                <a:cubicBezTo>
                  <a:pt x="0" y="84"/>
                  <a:pt x="5" y="66"/>
                  <a:pt x="14" y="51"/>
                </a:cubicBezTo>
                <a:cubicBezTo>
                  <a:pt x="23" y="37"/>
                  <a:pt x="35" y="26"/>
                  <a:pt x="49" y="19"/>
                </a:cubicBezTo>
                <a:cubicBezTo>
                  <a:pt x="63" y="12"/>
                  <a:pt x="77" y="7"/>
                  <a:pt x="90" y="5"/>
                </a:cubicBezTo>
                <a:cubicBezTo>
                  <a:pt x="103" y="2"/>
                  <a:pt x="115" y="1"/>
                  <a:pt x="125" y="1"/>
                </a:cubicBezTo>
                <a:lnTo>
                  <a:pt x="134" y="1"/>
                </a:lnTo>
                <a:cubicBezTo>
                  <a:pt x="156" y="1"/>
                  <a:pt x="174" y="5"/>
                  <a:pt x="191" y="13"/>
                </a:cubicBezTo>
                <a:lnTo>
                  <a:pt x="203" y="19"/>
                </a:lnTo>
                <a:lnTo>
                  <a:pt x="210" y="14"/>
                </a:lnTo>
                <a:cubicBezTo>
                  <a:pt x="215" y="9"/>
                  <a:pt x="221" y="4"/>
                  <a:pt x="228" y="0"/>
                </a:cubicBezTo>
                <a:lnTo>
                  <a:pt x="234" y="0"/>
                </a:lnTo>
                <a:lnTo>
                  <a:pt x="237" y="0"/>
                </a:lnTo>
                <a:cubicBezTo>
                  <a:pt x="239" y="0"/>
                  <a:pt x="241" y="2"/>
                  <a:pt x="244" y="5"/>
                </a:cubicBezTo>
                <a:lnTo>
                  <a:pt x="244" y="111"/>
                </a:lnTo>
                <a:lnTo>
                  <a:pt x="240" y="116"/>
                </a:lnTo>
                <a:lnTo>
                  <a:pt x="217" y="116"/>
                </a:lnTo>
                <a:cubicBezTo>
                  <a:pt x="214" y="113"/>
                  <a:pt x="212" y="109"/>
                  <a:pt x="212" y="106"/>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754" name=""/>
          <p:cNvSpPr/>
          <p:nvPr/>
        </p:nvSpPr>
        <p:spPr>
          <a:xfrm>
            <a:off x="795240" y="1099800"/>
            <a:ext cx="66600" cy="194040"/>
          </a:xfrm>
          <a:custGeom>
            <a:avLst/>
            <a:gdLst/>
            <a:ahLst/>
            <a:rect l="0" t="0" r="r" b="b"/>
            <a:pathLst>
              <a:path w="185" h="539">
                <a:moveTo>
                  <a:pt x="34" y="48"/>
                </a:moveTo>
                <a:cubicBezTo>
                  <a:pt x="34" y="33"/>
                  <a:pt x="39" y="22"/>
                  <a:pt x="49" y="13"/>
                </a:cubicBezTo>
                <a:cubicBezTo>
                  <a:pt x="59" y="4"/>
                  <a:pt x="70" y="0"/>
                  <a:pt x="84" y="0"/>
                </a:cubicBezTo>
                <a:cubicBezTo>
                  <a:pt x="98" y="1"/>
                  <a:pt x="108" y="6"/>
                  <a:pt x="118" y="14"/>
                </a:cubicBezTo>
                <a:cubicBezTo>
                  <a:pt x="127" y="22"/>
                  <a:pt x="131" y="33"/>
                  <a:pt x="131" y="48"/>
                </a:cubicBezTo>
                <a:cubicBezTo>
                  <a:pt x="131" y="64"/>
                  <a:pt x="127" y="77"/>
                  <a:pt x="118" y="85"/>
                </a:cubicBezTo>
                <a:cubicBezTo>
                  <a:pt x="108" y="93"/>
                  <a:pt x="97" y="97"/>
                  <a:pt x="83" y="97"/>
                </a:cubicBezTo>
                <a:cubicBezTo>
                  <a:pt x="69" y="97"/>
                  <a:pt x="58" y="93"/>
                  <a:pt x="49" y="85"/>
                </a:cubicBezTo>
                <a:cubicBezTo>
                  <a:pt x="40" y="77"/>
                  <a:pt x="35" y="64"/>
                  <a:pt x="34" y="48"/>
                </a:cubicBezTo>
                <a:moveTo>
                  <a:pt x="179" y="539"/>
                </a:moveTo>
                <a:cubicBezTo>
                  <a:pt x="171" y="538"/>
                  <a:pt x="143" y="537"/>
                  <a:pt x="95" y="537"/>
                </a:cubicBezTo>
                <a:cubicBezTo>
                  <a:pt x="88" y="537"/>
                  <a:pt x="78" y="537"/>
                  <a:pt x="64" y="537"/>
                </a:cubicBezTo>
                <a:cubicBezTo>
                  <a:pt x="50" y="537"/>
                  <a:pt x="37" y="538"/>
                  <a:pt x="24" y="539"/>
                </a:cubicBezTo>
                <a:lnTo>
                  <a:pt x="6" y="539"/>
                </a:lnTo>
                <a:lnTo>
                  <a:pt x="0" y="539"/>
                </a:lnTo>
                <a:lnTo>
                  <a:pt x="0" y="502"/>
                </a:lnTo>
                <a:lnTo>
                  <a:pt x="13" y="502"/>
                </a:lnTo>
                <a:cubicBezTo>
                  <a:pt x="28" y="502"/>
                  <a:pt x="41" y="502"/>
                  <a:pt x="52" y="500"/>
                </a:cubicBezTo>
                <a:cubicBezTo>
                  <a:pt x="57" y="498"/>
                  <a:pt x="60" y="495"/>
                  <a:pt x="61" y="491"/>
                </a:cubicBezTo>
                <a:cubicBezTo>
                  <a:pt x="62" y="487"/>
                  <a:pt x="63" y="476"/>
                  <a:pt x="63" y="457"/>
                </a:cubicBezTo>
                <a:lnTo>
                  <a:pt x="63" y="373"/>
                </a:lnTo>
                <a:lnTo>
                  <a:pt x="63" y="303"/>
                </a:lnTo>
                <a:cubicBezTo>
                  <a:pt x="63" y="275"/>
                  <a:pt x="62" y="257"/>
                  <a:pt x="61" y="250"/>
                </a:cubicBezTo>
                <a:cubicBezTo>
                  <a:pt x="60" y="242"/>
                  <a:pt x="56" y="237"/>
                  <a:pt x="50" y="234"/>
                </a:cubicBezTo>
                <a:cubicBezTo>
                  <a:pt x="42" y="230"/>
                  <a:pt x="30" y="229"/>
                  <a:pt x="12" y="229"/>
                </a:cubicBezTo>
                <a:lnTo>
                  <a:pt x="3" y="229"/>
                </a:lnTo>
                <a:lnTo>
                  <a:pt x="3" y="210"/>
                </a:lnTo>
                <a:cubicBezTo>
                  <a:pt x="3" y="198"/>
                  <a:pt x="4" y="192"/>
                  <a:pt x="5" y="192"/>
                </a:cubicBezTo>
                <a:lnTo>
                  <a:pt x="13" y="191"/>
                </a:lnTo>
                <a:cubicBezTo>
                  <a:pt x="18" y="190"/>
                  <a:pt x="26" y="190"/>
                  <a:pt x="35" y="189"/>
                </a:cubicBezTo>
                <a:cubicBezTo>
                  <a:pt x="45" y="189"/>
                  <a:pt x="55" y="188"/>
                  <a:pt x="64" y="188"/>
                </a:cubicBezTo>
                <a:cubicBezTo>
                  <a:pt x="73" y="187"/>
                  <a:pt x="83" y="186"/>
                  <a:pt x="94" y="186"/>
                </a:cubicBezTo>
                <a:cubicBezTo>
                  <a:pt x="104" y="185"/>
                  <a:pt x="112" y="185"/>
                  <a:pt x="118" y="184"/>
                </a:cubicBezTo>
                <a:cubicBezTo>
                  <a:pt x="123" y="182"/>
                  <a:pt x="126" y="182"/>
                  <a:pt x="126" y="183"/>
                </a:cubicBezTo>
                <a:lnTo>
                  <a:pt x="129" y="183"/>
                </a:lnTo>
                <a:lnTo>
                  <a:pt x="129" y="490"/>
                </a:lnTo>
                <a:cubicBezTo>
                  <a:pt x="131" y="495"/>
                  <a:pt x="135" y="498"/>
                  <a:pt x="138" y="499"/>
                </a:cubicBezTo>
                <a:cubicBezTo>
                  <a:pt x="142" y="500"/>
                  <a:pt x="152" y="501"/>
                  <a:pt x="167" y="502"/>
                </a:cubicBezTo>
                <a:lnTo>
                  <a:pt x="185" y="502"/>
                </a:lnTo>
                <a:lnTo>
                  <a:pt x="185" y="539"/>
                </a:lnTo>
                <a:lnTo>
                  <a:pt x="179" y="539"/>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755" name=""/>
          <p:cNvSpPr/>
          <p:nvPr/>
        </p:nvSpPr>
        <p:spPr>
          <a:xfrm>
            <a:off x="875520" y="1165320"/>
            <a:ext cx="230400" cy="128520"/>
          </a:xfrm>
          <a:custGeom>
            <a:avLst/>
            <a:gdLst/>
            <a:ahLst/>
            <a:rect l="0" t="0" r="r" b="b"/>
            <a:pathLst>
              <a:path w="640" h="357">
                <a:moveTo>
                  <a:pt x="13" y="320"/>
                </a:moveTo>
                <a:lnTo>
                  <a:pt x="24" y="320"/>
                </a:lnTo>
                <a:cubicBezTo>
                  <a:pt x="45" y="320"/>
                  <a:pt x="57" y="317"/>
                  <a:pt x="62" y="309"/>
                </a:cubicBezTo>
                <a:lnTo>
                  <a:pt x="62" y="303"/>
                </a:lnTo>
                <a:cubicBezTo>
                  <a:pt x="62" y="298"/>
                  <a:pt x="62" y="292"/>
                  <a:pt x="62" y="284"/>
                </a:cubicBezTo>
                <a:cubicBezTo>
                  <a:pt x="62" y="277"/>
                  <a:pt x="62" y="268"/>
                  <a:pt x="62" y="259"/>
                </a:cubicBezTo>
                <a:cubicBezTo>
                  <a:pt x="62" y="250"/>
                  <a:pt x="62" y="240"/>
                  <a:pt x="62" y="228"/>
                </a:cubicBezTo>
                <a:cubicBezTo>
                  <a:pt x="63" y="216"/>
                  <a:pt x="63" y="205"/>
                  <a:pt x="62" y="194"/>
                </a:cubicBezTo>
                <a:cubicBezTo>
                  <a:pt x="62" y="177"/>
                  <a:pt x="62" y="160"/>
                  <a:pt x="62" y="141"/>
                </a:cubicBezTo>
                <a:cubicBezTo>
                  <a:pt x="62" y="121"/>
                  <a:pt x="62" y="105"/>
                  <a:pt x="62" y="92"/>
                </a:cubicBezTo>
                <a:lnTo>
                  <a:pt x="62" y="74"/>
                </a:lnTo>
                <a:cubicBezTo>
                  <a:pt x="60" y="64"/>
                  <a:pt x="56" y="57"/>
                  <a:pt x="50" y="54"/>
                </a:cubicBezTo>
                <a:cubicBezTo>
                  <a:pt x="45" y="51"/>
                  <a:pt x="32" y="48"/>
                  <a:pt x="14" y="47"/>
                </a:cubicBezTo>
                <a:lnTo>
                  <a:pt x="0" y="47"/>
                </a:lnTo>
                <a:lnTo>
                  <a:pt x="0" y="28"/>
                </a:lnTo>
                <a:cubicBezTo>
                  <a:pt x="0" y="16"/>
                  <a:pt x="0" y="10"/>
                  <a:pt x="1" y="10"/>
                </a:cubicBezTo>
                <a:lnTo>
                  <a:pt x="9" y="9"/>
                </a:lnTo>
                <a:cubicBezTo>
                  <a:pt x="15" y="8"/>
                  <a:pt x="22" y="8"/>
                  <a:pt x="32" y="7"/>
                </a:cubicBezTo>
                <a:cubicBezTo>
                  <a:pt x="42" y="7"/>
                  <a:pt x="51" y="6"/>
                  <a:pt x="62" y="6"/>
                </a:cubicBezTo>
                <a:cubicBezTo>
                  <a:pt x="71" y="5"/>
                  <a:pt x="80" y="4"/>
                  <a:pt x="91" y="4"/>
                </a:cubicBezTo>
                <a:cubicBezTo>
                  <a:pt x="101" y="3"/>
                  <a:pt x="109" y="3"/>
                  <a:pt x="114" y="2"/>
                </a:cubicBezTo>
                <a:cubicBezTo>
                  <a:pt x="119" y="0"/>
                  <a:pt x="122" y="0"/>
                  <a:pt x="123" y="1"/>
                </a:cubicBezTo>
                <a:lnTo>
                  <a:pt x="125" y="1"/>
                </a:lnTo>
                <a:lnTo>
                  <a:pt x="125" y="33"/>
                </a:lnTo>
                <a:cubicBezTo>
                  <a:pt x="125" y="53"/>
                  <a:pt x="126" y="64"/>
                  <a:pt x="126" y="64"/>
                </a:cubicBezTo>
                <a:cubicBezTo>
                  <a:pt x="127" y="64"/>
                  <a:pt x="128" y="62"/>
                  <a:pt x="130" y="59"/>
                </a:cubicBezTo>
                <a:cubicBezTo>
                  <a:pt x="132" y="57"/>
                  <a:pt x="135" y="53"/>
                  <a:pt x="140" y="47"/>
                </a:cubicBezTo>
                <a:cubicBezTo>
                  <a:pt x="144" y="42"/>
                  <a:pt x="149" y="37"/>
                  <a:pt x="155" y="33"/>
                </a:cubicBezTo>
                <a:cubicBezTo>
                  <a:pt x="161" y="29"/>
                  <a:pt x="169" y="24"/>
                  <a:pt x="178" y="18"/>
                </a:cubicBezTo>
                <a:cubicBezTo>
                  <a:pt x="188" y="12"/>
                  <a:pt x="198" y="7"/>
                  <a:pt x="209" y="5"/>
                </a:cubicBezTo>
                <a:cubicBezTo>
                  <a:pt x="220" y="2"/>
                  <a:pt x="233" y="1"/>
                  <a:pt x="250" y="1"/>
                </a:cubicBezTo>
                <a:cubicBezTo>
                  <a:pt x="258" y="1"/>
                  <a:pt x="266" y="1"/>
                  <a:pt x="273" y="2"/>
                </a:cubicBezTo>
                <a:cubicBezTo>
                  <a:pt x="279" y="3"/>
                  <a:pt x="286" y="5"/>
                  <a:pt x="291" y="7"/>
                </a:cubicBezTo>
                <a:cubicBezTo>
                  <a:pt x="296" y="9"/>
                  <a:pt x="301" y="11"/>
                  <a:pt x="306" y="14"/>
                </a:cubicBezTo>
                <a:cubicBezTo>
                  <a:pt x="311" y="16"/>
                  <a:pt x="315" y="18"/>
                  <a:pt x="318" y="21"/>
                </a:cubicBezTo>
                <a:cubicBezTo>
                  <a:pt x="322" y="24"/>
                  <a:pt x="325" y="26"/>
                  <a:pt x="327" y="30"/>
                </a:cubicBezTo>
                <a:cubicBezTo>
                  <a:pt x="330" y="33"/>
                  <a:pt x="332" y="36"/>
                  <a:pt x="334" y="39"/>
                </a:cubicBezTo>
                <a:cubicBezTo>
                  <a:pt x="337" y="41"/>
                  <a:pt x="338" y="44"/>
                  <a:pt x="340" y="47"/>
                </a:cubicBezTo>
                <a:cubicBezTo>
                  <a:pt x="342" y="51"/>
                  <a:pt x="343" y="53"/>
                  <a:pt x="343" y="55"/>
                </a:cubicBezTo>
                <a:cubicBezTo>
                  <a:pt x="344" y="58"/>
                  <a:pt x="345" y="60"/>
                  <a:pt x="346" y="62"/>
                </a:cubicBezTo>
                <a:lnTo>
                  <a:pt x="347" y="66"/>
                </a:lnTo>
                <a:lnTo>
                  <a:pt x="350" y="63"/>
                </a:lnTo>
                <a:cubicBezTo>
                  <a:pt x="351" y="61"/>
                  <a:pt x="353" y="58"/>
                  <a:pt x="355" y="56"/>
                </a:cubicBezTo>
                <a:cubicBezTo>
                  <a:pt x="356" y="54"/>
                  <a:pt x="359" y="51"/>
                  <a:pt x="362" y="47"/>
                </a:cubicBezTo>
                <a:cubicBezTo>
                  <a:pt x="365" y="44"/>
                  <a:pt x="369" y="40"/>
                  <a:pt x="372" y="37"/>
                </a:cubicBezTo>
                <a:cubicBezTo>
                  <a:pt x="376" y="34"/>
                  <a:pt x="380" y="30"/>
                  <a:pt x="384" y="26"/>
                </a:cubicBezTo>
                <a:cubicBezTo>
                  <a:pt x="389" y="23"/>
                  <a:pt x="394" y="20"/>
                  <a:pt x="400" y="17"/>
                </a:cubicBezTo>
                <a:cubicBezTo>
                  <a:pt x="407" y="14"/>
                  <a:pt x="413" y="11"/>
                  <a:pt x="419" y="9"/>
                </a:cubicBezTo>
                <a:cubicBezTo>
                  <a:pt x="425" y="6"/>
                  <a:pt x="432" y="4"/>
                  <a:pt x="441" y="3"/>
                </a:cubicBezTo>
                <a:cubicBezTo>
                  <a:pt x="449" y="2"/>
                  <a:pt x="457" y="1"/>
                  <a:pt x="466" y="1"/>
                </a:cubicBezTo>
                <a:cubicBezTo>
                  <a:pt x="533" y="1"/>
                  <a:pt x="570" y="31"/>
                  <a:pt x="576" y="92"/>
                </a:cubicBezTo>
                <a:cubicBezTo>
                  <a:pt x="577" y="95"/>
                  <a:pt x="577" y="133"/>
                  <a:pt x="577" y="205"/>
                </a:cubicBezTo>
                <a:lnTo>
                  <a:pt x="577" y="274"/>
                </a:lnTo>
                <a:cubicBezTo>
                  <a:pt x="577" y="294"/>
                  <a:pt x="577" y="306"/>
                  <a:pt x="578" y="310"/>
                </a:cubicBezTo>
                <a:cubicBezTo>
                  <a:pt x="580" y="314"/>
                  <a:pt x="582" y="316"/>
                  <a:pt x="587" y="318"/>
                </a:cubicBezTo>
                <a:cubicBezTo>
                  <a:pt x="599" y="320"/>
                  <a:pt x="612" y="320"/>
                  <a:pt x="627" y="320"/>
                </a:cubicBezTo>
                <a:lnTo>
                  <a:pt x="640" y="320"/>
                </a:lnTo>
                <a:lnTo>
                  <a:pt x="640" y="357"/>
                </a:lnTo>
                <a:lnTo>
                  <a:pt x="633" y="357"/>
                </a:lnTo>
                <a:lnTo>
                  <a:pt x="615" y="357"/>
                </a:lnTo>
                <a:cubicBezTo>
                  <a:pt x="602" y="356"/>
                  <a:pt x="588" y="356"/>
                  <a:pt x="574" y="356"/>
                </a:cubicBezTo>
                <a:cubicBezTo>
                  <a:pt x="559" y="356"/>
                  <a:pt x="549" y="356"/>
                  <a:pt x="543" y="355"/>
                </a:cubicBezTo>
                <a:cubicBezTo>
                  <a:pt x="488" y="355"/>
                  <a:pt x="458" y="356"/>
                  <a:pt x="453" y="357"/>
                </a:cubicBezTo>
                <a:lnTo>
                  <a:pt x="447" y="357"/>
                </a:lnTo>
                <a:lnTo>
                  <a:pt x="447" y="320"/>
                </a:lnTo>
                <a:lnTo>
                  <a:pt x="459" y="320"/>
                </a:lnTo>
                <a:cubicBezTo>
                  <a:pt x="492" y="320"/>
                  <a:pt x="508" y="316"/>
                  <a:pt x="508" y="308"/>
                </a:cubicBezTo>
                <a:cubicBezTo>
                  <a:pt x="509" y="306"/>
                  <a:pt x="509" y="269"/>
                  <a:pt x="509" y="196"/>
                </a:cubicBezTo>
                <a:cubicBezTo>
                  <a:pt x="509" y="123"/>
                  <a:pt x="508" y="85"/>
                  <a:pt x="508" y="80"/>
                </a:cubicBezTo>
                <a:cubicBezTo>
                  <a:pt x="504" y="65"/>
                  <a:pt x="499" y="54"/>
                  <a:pt x="492" y="47"/>
                </a:cubicBezTo>
                <a:cubicBezTo>
                  <a:pt x="484" y="39"/>
                  <a:pt x="478" y="35"/>
                  <a:pt x="472" y="33"/>
                </a:cubicBezTo>
                <a:cubicBezTo>
                  <a:pt x="467" y="31"/>
                  <a:pt x="460" y="31"/>
                  <a:pt x="451" y="31"/>
                </a:cubicBezTo>
                <a:cubicBezTo>
                  <a:pt x="426" y="31"/>
                  <a:pt x="405" y="40"/>
                  <a:pt x="387" y="59"/>
                </a:cubicBezTo>
                <a:cubicBezTo>
                  <a:pt x="372" y="73"/>
                  <a:pt x="363" y="88"/>
                  <a:pt x="359" y="103"/>
                </a:cubicBezTo>
                <a:cubicBezTo>
                  <a:pt x="356" y="118"/>
                  <a:pt x="354" y="141"/>
                  <a:pt x="353" y="171"/>
                </a:cubicBezTo>
                <a:lnTo>
                  <a:pt x="353" y="222"/>
                </a:lnTo>
                <a:lnTo>
                  <a:pt x="353" y="270"/>
                </a:lnTo>
                <a:cubicBezTo>
                  <a:pt x="353" y="287"/>
                  <a:pt x="353" y="297"/>
                  <a:pt x="354" y="303"/>
                </a:cubicBezTo>
                <a:cubicBezTo>
                  <a:pt x="354" y="308"/>
                  <a:pt x="355" y="312"/>
                  <a:pt x="356" y="313"/>
                </a:cubicBezTo>
                <a:cubicBezTo>
                  <a:pt x="357" y="315"/>
                  <a:pt x="360" y="316"/>
                  <a:pt x="363" y="318"/>
                </a:cubicBezTo>
                <a:cubicBezTo>
                  <a:pt x="375" y="320"/>
                  <a:pt x="388" y="320"/>
                  <a:pt x="403" y="320"/>
                </a:cubicBezTo>
                <a:lnTo>
                  <a:pt x="416" y="320"/>
                </a:lnTo>
                <a:lnTo>
                  <a:pt x="416" y="357"/>
                </a:lnTo>
                <a:lnTo>
                  <a:pt x="409" y="357"/>
                </a:lnTo>
                <a:lnTo>
                  <a:pt x="390" y="357"/>
                </a:lnTo>
                <a:cubicBezTo>
                  <a:pt x="378" y="356"/>
                  <a:pt x="364" y="356"/>
                  <a:pt x="350" y="356"/>
                </a:cubicBezTo>
                <a:cubicBezTo>
                  <a:pt x="335" y="356"/>
                  <a:pt x="325" y="356"/>
                  <a:pt x="319" y="355"/>
                </a:cubicBezTo>
                <a:cubicBezTo>
                  <a:pt x="264" y="355"/>
                  <a:pt x="234" y="356"/>
                  <a:pt x="229" y="357"/>
                </a:cubicBezTo>
                <a:lnTo>
                  <a:pt x="223" y="357"/>
                </a:lnTo>
                <a:lnTo>
                  <a:pt x="223" y="320"/>
                </a:lnTo>
                <a:lnTo>
                  <a:pt x="235" y="320"/>
                </a:lnTo>
                <a:cubicBezTo>
                  <a:pt x="268" y="320"/>
                  <a:pt x="285" y="316"/>
                  <a:pt x="285" y="308"/>
                </a:cubicBezTo>
                <a:cubicBezTo>
                  <a:pt x="285" y="306"/>
                  <a:pt x="285" y="269"/>
                  <a:pt x="285" y="196"/>
                </a:cubicBezTo>
                <a:cubicBezTo>
                  <a:pt x="285" y="123"/>
                  <a:pt x="284" y="85"/>
                  <a:pt x="284" y="80"/>
                </a:cubicBezTo>
                <a:cubicBezTo>
                  <a:pt x="281" y="65"/>
                  <a:pt x="275" y="54"/>
                  <a:pt x="268" y="47"/>
                </a:cubicBezTo>
                <a:cubicBezTo>
                  <a:pt x="260" y="39"/>
                  <a:pt x="254" y="35"/>
                  <a:pt x="248" y="33"/>
                </a:cubicBezTo>
                <a:cubicBezTo>
                  <a:pt x="243" y="31"/>
                  <a:pt x="236" y="31"/>
                  <a:pt x="227" y="31"/>
                </a:cubicBezTo>
                <a:cubicBezTo>
                  <a:pt x="203" y="31"/>
                  <a:pt x="182" y="40"/>
                  <a:pt x="164" y="59"/>
                </a:cubicBezTo>
                <a:cubicBezTo>
                  <a:pt x="149" y="73"/>
                  <a:pt x="140" y="88"/>
                  <a:pt x="137" y="103"/>
                </a:cubicBezTo>
                <a:cubicBezTo>
                  <a:pt x="133" y="118"/>
                  <a:pt x="131" y="141"/>
                  <a:pt x="130" y="171"/>
                </a:cubicBezTo>
                <a:lnTo>
                  <a:pt x="130" y="222"/>
                </a:lnTo>
                <a:lnTo>
                  <a:pt x="130" y="270"/>
                </a:lnTo>
                <a:cubicBezTo>
                  <a:pt x="130" y="287"/>
                  <a:pt x="130" y="297"/>
                  <a:pt x="131" y="303"/>
                </a:cubicBezTo>
                <a:cubicBezTo>
                  <a:pt x="131" y="308"/>
                  <a:pt x="132" y="312"/>
                  <a:pt x="133" y="313"/>
                </a:cubicBezTo>
                <a:cubicBezTo>
                  <a:pt x="134" y="315"/>
                  <a:pt x="137" y="316"/>
                  <a:pt x="141" y="318"/>
                </a:cubicBezTo>
                <a:cubicBezTo>
                  <a:pt x="152" y="320"/>
                  <a:pt x="165" y="320"/>
                  <a:pt x="180" y="320"/>
                </a:cubicBezTo>
                <a:lnTo>
                  <a:pt x="193" y="320"/>
                </a:lnTo>
                <a:lnTo>
                  <a:pt x="193" y="357"/>
                </a:lnTo>
                <a:lnTo>
                  <a:pt x="186" y="357"/>
                </a:lnTo>
                <a:lnTo>
                  <a:pt x="168" y="357"/>
                </a:lnTo>
                <a:cubicBezTo>
                  <a:pt x="155" y="356"/>
                  <a:pt x="141" y="356"/>
                  <a:pt x="127" y="356"/>
                </a:cubicBezTo>
                <a:cubicBezTo>
                  <a:pt x="112" y="356"/>
                  <a:pt x="102" y="356"/>
                  <a:pt x="96" y="355"/>
                </a:cubicBezTo>
                <a:cubicBezTo>
                  <a:pt x="41" y="355"/>
                  <a:pt x="11" y="356"/>
                  <a:pt x="6" y="357"/>
                </a:cubicBezTo>
                <a:lnTo>
                  <a:pt x="0" y="357"/>
                </a:lnTo>
                <a:lnTo>
                  <a:pt x="0" y="320"/>
                </a:lnTo>
                <a:lnTo>
                  <a:pt x="13" y="320"/>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756" name=""/>
          <p:cNvSpPr/>
          <p:nvPr/>
        </p:nvSpPr>
        <p:spPr>
          <a:xfrm>
            <a:off x="1115280" y="1165320"/>
            <a:ext cx="145800" cy="185040"/>
          </a:xfrm>
          <a:custGeom>
            <a:avLst/>
            <a:gdLst/>
            <a:ahLst/>
            <a:rect l="0" t="0" r="r" b="b"/>
            <a:pathLst>
              <a:path w="405" h="514">
                <a:moveTo>
                  <a:pt x="13" y="476"/>
                </a:moveTo>
                <a:lnTo>
                  <a:pt x="24" y="476"/>
                </a:lnTo>
                <a:cubicBezTo>
                  <a:pt x="45" y="476"/>
                  <a:pt x="58" y="473"/>
                  <a:pt x="62" y="465"/>
                </a:cubicBezTo>
                <a:lnTo>
                  <a:pt x="62" y="459"/>
                </a:lnTo>
                <a:cubicBezTo>
                  <a:pt x="62" y="455"/>
                  <a:pt x="62" y="450"/>
                  <a:pt x="62" y="444"/>
                </a:cubicBezTo>
                <a:cubicBezTo>
                  <a:pt x="62" y="437"/>
                  <a:pt x="62" y="429"/>
                  <a:pt x="62" y="419"/>
                </a:cubicBezTo>
                <a:cubicBezTo>
                  <a:pt x="62" y="410"/>
                  <a:pt x="62" y="399"/>
                  <a:pt x="63" y="388"/>
                </a:cubicBezTo>
                <a:cubicBezTo>
                  <a:pt x="63" y="377"/>
                  <a:pt x="63" y="365"/>
                  <a:pt x="63" y="353"/>
                </a:cubicBezTo>
                <a:cubicBezTo>
                  <a:pt x="62" y="340"/>
                  <a:pt x="62" y="327"/>
                  <a:pt x="63" y="313"/>
                </a:cubicBezTo>
                <a:cubicBezTo>
                  <a:pt x="63" y="299"/>
                  <a:pt x="63" y="286"/>
                  <a:pt x="63" y="272"/>
                </a:cubicBezTo>
                <a:cubicBezTo>
                  <a:pt x="63" y="254"/>
                  <a:pt x="63" y="235"/>
                  <a:pt x="63" y="215"/>
                </a:cubicBezTo>
                <a:cubicBezTo>
                  <a:pt x="63" y="195"/>
                  <a:pt x="63" y="177"/>
                  <a:pt x="63" y="162"/>
                </a:cubicBezTo>
                <a:cubicBezTo>
                  <a:pt x="63" y="146"/>
                  <a:pt x="63" y="132"/>
                  <a:pt x="63" y="119"/>
                </a:cubicBezTo>
                <a:cubicBezTo>
                  <a:pt x="63" y="106"/>
                  <a:pt x="62" y="96"/>
                  <a:pt x="62" y="87"/>
                </a:cubicBezTo>
                <a:cubicBezTo>
                  <a:pt x="61" y="79"/>
                  <a:pt x="61" y="75"/>
                  <a:pt x="62" y="74"/>
                </a:cubicBezTo>
                <a:cubicBezTo>
                  <a:pt x="60" y="64"/>
                  <a:pt x="57" y="57"/>
                  <a:pt x="51" y="54"/>
                </a:cubicBezTo>
                <a:cubicBezTo>
                  <a:pt x="45" y="51"/>
                  <a:pt x="33" y="48"/>
                  <a:pt x="14" y="47"/>
                </a:cubicBezTo>
                <a:lnTo>
                  <a:pt x="0" y="47"/>
                </a:lnTo>
                <a:lnTo>
                  <a:pt x="0" y="28"/>
                </a:lnTo>
                <a:cubicBezTo>
                  <a:pt x="0" y="16"/>
                  <a:pt x="1" y="10"/>
                  <a:pt x="2" y="10"/>
                </a:cubicBezTo>
                <a:lnTo>
                  <a:pt x="10" y="9"/>
                </a:lnTo>
                <a:cubicBezTo>
                  <a:pt x="15" y="8"/>
                  <a:pt x="23" y="8"/>
                  <a:pt x="33" y="7"/>
                </a:cubicBezTo>
                <a:cubicBezTo>
                  <a:pt x="43" y="7"/>
                  <a:pt x="53" y="6"/>
                  <a:pt x="63" y="6"/>
                </a:cubicBezTo>
                <a:cubicBezTo>
                  <a:pt x="72" y="5"/>
                  <a:pt x="82" y="4"/>
                  <a:pt x="93" y="4"/>
                </a:cubicBezTo>
                <a:cubicBezTo>
                  <a:pt x="103" y="3"/>
                  <a:pt x="111" y="3"/>
                  <a:pt x="117" y="2"/>
                </a:cubicBezTo>
                <a:cubicBezTo>
                  <a:pt x="122" y="0"/>
                  <a:pt x="125" y="0"/>
                  <a:pt x="126" y="1"/>
                </a:cubicBezTo>
                <a:lnTo>
                  <a:pt x="128" y="1"/>
                </a:lnTo>
                <a:lnTo>
                  <a:pt x="128" y="22"/>
                </a:lnTo>
                <a:lnTo>
                  <a:pt x="129" y="43"/>
                </a:lnTo>
                <a:lnTo>
                  <a:pt x="135" y="37"/>
                </a:lnTo>
                <a:cubicBezTo>
                  <a:pt x="167" y="13"/>
                  <a:pt x="204" y="2"/>
                  <a:pt x="246" y="2"/>
                </a:cubicBezTo>
                <a:cubicBezTo>
                  <a:pt x="290" y="2"/>
                  <a:pt x="327" y="19"/>
                  <a:pt x="358" y="53"/>
                </a:cubicBezTo>
                <a:cubicBezTo>
                  <a:pt x="389" y="87"/>
                  <a:pt x="404" y="132"/>
                  <a:pt x="405" y="184"/>
                </a:cubicBezTo>
                <a:cubicBezTo>
                  <a:pt x="405" y="238"/>
                  <a:pt x="387" y="282"/>
                  <a:pt x="353" y="316"/>
                </a:cubicBezTo>
                <a:cubicBezTo>
                  <a:pt x="317" y="349"/>
                  <a:pt x="277" y="366"/>
                  <a:pt x="233" y="366"/>
                </a:cubicBezTo>
                <a:cubicBezTo>
                  <a:pt x="197" y="366"/>
                  <a:pt x="165" y="354"/>
                  <a:pt x="137" y="331"/>
                </a:cubicBezTo>
                <a:lnTo>
                  <a:pt x="130" y="325"/>
                </a:lnTo>
                <a:lnTo>
                  <a:pt x="130" y="394"/>
                </a:lnTo>
                <a:lnTo>
                  <a:pt x="130" y="439"/>
                </a:lnTo>
                <a:cubicBezTo>
                  <a:pt x="130" y="453"/>
                  <a:pt x="131" y="462"/>
                  <a:pt x="132" y="465"/>
                </a:cubicBezTo>
                <a:cubicBezTo>
                  <a:pt x="133" y="468"/>
                  <a:pt x="136" y="471"/>
                  <a:pt x="141" y="474"/>
                </a:cubicBezTo>
                <a:cubicBezTo>
                  <a:pt x="152" y="476"/>
                  <a:pt x="165" y="476"/>
                  <a:pt x="180" y="476"/>
                </a:cubicBezTo>
                <a:lnTo>
                  <a:pt x="193" y="476"/>
                </a:lnTo>
                <a:lnTo>
                  <a:pt x="193" y="514"/>
                </a:lnTo>
                <a:lnTo>
                  <a:pt x="187" y="514"/>
                </a:lnTo>
                <a:lnTo>
                  <a:pt x="167" y="513"/>
                </a:lnTo>
                <a:cubicBezTo>
                  <a:pt x="155" y="512"/>
                  <a:pt x="142" y="512"/>
                  <a:pt x="127" y="512"/>
                </a:cubicBezTo>
                <a:cubicBezTo>
                  <a:pt x="113" y="512"/>
                  <a:pt x="102" y="512"/>
                  <a:pt x="97" y="511"/>
                </a:cubicBezTo>
                <a:cubicBezTo>
                  <a:pt x="41" y="511"/>
                  <a:pt x="11" y="512"/>
                  <a:pt x="6" y="514"/>
                </a:cubicBezTo>
                <a:lnTo>
                  <a:pt x="0" y="514"/>
                </a:lnTo>
                <a:lnTo>
                  <a:pt x="0" y="476"/>
                </a:lnTo>
                <a:lnTo>
                  <a:pt x="13" y="476"/>
                </a:lnTo>
                <a:moveTo>
                  <a:pt x="325" y="182"/>
                </a:moveTo>
                <a:cubicBezTo>
                  <a:pt x="325" y="142"/>
                  <a:pt x="316" y="108"/>
                  <a:pt x="298" y="77"/>
                </a:cubicBezTo>
                <a:cubicBezTo>
                  <a:pt x="279" y="48"/>
                  <a:pt x="257" y="33"/>
                  <a:pt x="229" y="33"/>
                </a:cubicBezTo>
                <a:cubicBezTo>
                  <a:pt x="191" y="33"/>
                  <a:pt x="158" y="50"/>
                  <a:pt x="130" y="85"/>
                </a:cubicBezTo>
                <a:lnTo>
                  <a:pt x="130" y="279"/>
                </a:lnTo>
                <a:cubicBezTo>
                  <a:pt x="152" y="317"/>
                  <a:pt x="182" y="336"/>
                  <a:pt x="220" y="336"/>
                </a:cubicBezTo>
                <a:cubicBezTo>
                  <a:pt x="248" y="336"/>
                  <a:pt x="272" y="322"/>
                  <a:pt x="293" y="293"/>
                </a:cubicBezTo>
                <a:cubicBezTo>
                  <a:pt x="314" y="264"/>
                  <a:pt x="325" y="227"/>
                  <a:pt x="325" y="182"/>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757" name=""/>
          <p:cNvSpPr/>
          <p:nvPr/>
        </p:nvSpPr>
        <p:spPr>
          <a:xfrm>
            <a:off x="1278000" y="1092600"/>
            <a:ext cx="69120" cy="201240"/>
          </a:xfrm>
          <a:custGeom>
            <a:avLst/>
            <a:gdLst/>
            <a:ahLst/>
            <a:rect l="0" t="0" r="r" b="b"/>
            <a:pathLst>
              <a:path w="192" h="559">
                <a:moveTo>
                  <a:pt x="13" y="522"/>
                </a:moveTo>
                <a:lnTo>
                  <a:pt x="24" y="522"/>
                </a:lnTo>
                <a:cubicBezTo>
                  <a:pt x="45" y="522"/>
                  <a:pt x="58" y="519"/>
                  <a:pt x="62" y="511"/>
                </a:cubicBezTo>
                <a:lnTo>
                  <a:pt x="62" y="505"/>
                </a:lnTo>
                <a:cubicBezTo>
                  <a:pt x="62" y="500"/>
                  <a:pt x="62" y="494"/>
                  <a:pt x="62" y="486"/>
                </a:cubicBezTo>
                <a:cubicBezTo>
                  <a:pt x="62" y="479"/>
                  <a:pt x="62" y="470"/>
                  <a:pt x="62" y="460"/>
                </a:cubicBezTo>
                <a:cubicBezTo>
                  <a:pt x="62" y="449"/>
                  <a:pt x="62" y="438"/>
                  <a:pt x="63" y="425"/>
                </a:cubicBezTo>
                <a:cubicBezTo>
                  <a:pt x="64" y="412"/>
                  <a:pt x="64" y="399"/>
                  <a:pt x="63" y="385"/>
                </a:cubicBezTo>
                <a:cubicBezTo>
                  <a:pt x="62" y="371"/>
                  <a:pt x="62" y="356"/>
                  <a:pt x="63" y="341"/>
                </a:cubicBezTo>
                <a:cubicBezTo>
                  <a:pt x="64" y="325"/>
                  <a:pt x="64" y="310"/>
                  <a:pt x="63" y="295"/>
                </a:cubicBezTo>
                <a:cubicBezTo>
                  <a:pt x="63" y="275"/>
                  <a:pt x="63" y="254"/>
                  <a:pt x="63" y="232"/>
                </a:cubicBezTo>
                <a:cubicBezTo>
                  <a:pt x="63" y="210"/>
                  <a:pt x="63" y="190"/>
                  <a:pt x="63" y="172"/>
                </a:cubicBezTo>
                <a:cubicBezTo>
                  <a:pt x="63" y="153"/>
                  <a:pt x="63" y="137"/>
                  <a:pt x="63" y="123"/>
                </a:cubicBezTo>
                <a:cubicBezTo>
                  <a:pt x="63" y="109"/>
                  <a:pt x="63" y="98"/>
                  <a:pt x="62" y="88"/>
                </a:cubicBezTo>
                <a:cubicBezTo>
                  <a:pt x="62" y="78"/>
                  <a:pt x="62" y="74"/>
                  <a:pt x="62" y="74"/>
                </a:cubicBezTo>
                <a:cubicBezTo>
                  <a:pt x="61" y="64"/>
                  <a:pt x="57" y="57"/>
                  <a:pt x="51" y="54"/>
                </a:cubicBezTo>
                <a:cubicBezTo>
                  <a:pt x="45" y="51"/>
                  <a:pt x="33" y="48"/>
                  <a:pt x="15" y="47"/>
                </a:cubicBezTo>
                <a:lnTo>
                  <a:pt x="0" y="47"/>
                </a:lnTo>
                <a:lnTo>
                  <a:pt x="0" y="27"/>
                </a:lnTo>
                <a:cubicBezTo>
                  <a:pt x="0" y="15"/>
                  <a:pt x="1" y="9"/>
                  <a:pt x="2" y="9"/>
                </a:cubicBezTo>
                <a:lnTo>
                  <a:pt x="10" y="8"/>
                </a:lnTo>
                <a:cubicBezTo>
                  <a:pt x="15" y="7"/>
                  <a:pt x="23" y="7"/>
                  <a:pt x="33" y="6"/>
                </a:cubicBezTo>
                <a:cubicBezTo>
                  <a:pt x="43" y="6"/>
                  <a:pt x="53" y="5"/>
                  <a:pt x="63" y="5"/>
                </a:cubicBezTo>
                <a:cubicBezTo>
                  <a:pt x="72" y="4"/>
                  <a:pt x="82" y="4"/>
                  <a:pt x="93" y="3"/>
                </a:cubicBezTo>
                <a:cubicBezTo>
                  <a:pt x="103" y="3"/>
                  <a:pt x="112" y="2"/>
                  <a:pt x="117" y="1"/>
                </a:cubicBezTo>
                <a:cubicBezTo>
                  <a:pt x="122" y="0"/>
                  <a:pt x="125" y="-1"/>
                  <a:pt x="126" y="0"/>
                </a:cubicBezTo>
                <a:lnTo>
                  <a:pt x="128" y="0"/>
                </a:lnTo>
                <a:lnTo>
                  <a:pt x="128" y="254"/>
                </a:lnTo>
                <a:cubicBezTo>
                  <a:pt x="128" y="424"/>
                  <a:pt x="128" y="510"/>
                  <a:pt x="129" y="511"/>
                </a:cubicBezTo>
                <a:cubicBezTo>
                  <a:pt x="131" y="515"/>
                  <a:pt x="134" y="518"/>
                  <a:pt x="139" y="520"/>
                </a:cubicBezTo>
                <a:cubicBezTo>
                  <a:pt x="150" y="522"/>
                  <a:pt x="164" y="522"/>
                  <a:pt x="179" y="522"/>
                </a:cubicBezTo>
                <a:lnTo>
                  <a:pt x="192" y="522"/>
                </a:lnTo>
                <a:lnTo>
                  <a:pt x="192" y="559"/>
                </a:lnTo>
                <a:lnTo>
                  <a:pt x="185" y="559"/>
                </a:lnTo>
                <a:lnTo>
                  <a:pt x="167" y="559"/>
                </a:lnTo>
                <a:cubicBezTo>
                  <a:pt x="154" y="558"/>
                  <a:pt x="140" y="558"/>
                  <a:pt x="127" y="558"/>
                </a:cubicBezTo>
                <a:cubicBezTo>
                  <a:pt x="113" y="558"/>
                  <a:pt x="102" y="558"/>
                  <a:pt x="96" y="557"/>
                </a:cubicBezTo>
                <a:cubicBezTo>
                  <a:pt x="90" y="556"/>
                  <a:pt x="79" y="556"/>
                  <a:pt x="65" y="557"/>
                </a:cubicBezTo>
                <a:cubicBezTo>
                  <a:pt x="51" y="558"/>
                  <a:pt x="38" y="558"/>
                  <a:pt x="25" y="559"/>
                </a:cubicBezTo>
                <a:lnTo>
                  <a:pt x="7" y="559"/>
                </a:lnTo>
                <a:lnTo>
                  <a:pt x="0" y="559"/>
                </a:lnTo>
                <a:lnTo>
                  <a:pt x="0" y="522"/>
                </a:lnTo>
                <a:lnTo>
                  <a:pt x="13" y="522"/>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758" name=""/>
          <p:cNvSpPr/>
          <p:nvPr/>
        </p:nvSpPr>
        <p:spPr>
          <a:xfrm>
            <a:off x="1359360" y="1163880"/>
            <a:ext cx="112320" cy="133200"/>
          </a:xfrm>
          <a:custGeom>
            <a:avLst/>
            <a:gdLst/>
            <a:ahLst/>
            <a:rect l="0" t="0" r="r" b="b"/>
            <a:pathLst>
              <a:path w="312" h="370">
                <a:moveTo>
                  <a:pt x="0" y="185"/>
                </a:moveTo>
                <a:cubicBezTo>
                  <a:pt x="0" y="155"/>
                  <a:pt x="5" y="129"/>
                  <a:pt x="16" y="105"/>
                </a:cubicBezTo>
                <a:cubicBezTo>
                  <a:pt x="26" y="80"/>
                  <a:pt x="40" y="61"/>
                  <a:pt x="56" y="46"/>
                </a:cubicBezTo>
                <a:cubicBezTo>
                  <a:pt x="72" y="31"/>
                  <a:pt x="89" y="19"/>
                  <a:pt x="108" y="12"/>
                </a:cubicBezTo>
                <a:cubicBezTo>
                  <a:pt x="128" y="4"/>
                  <a:pt x="146" y="0"/>
                  <a:pt x="162" y="0"/>
                </a:cubicBezTo>
                <a:cubicBezTo>
                  <a:pt x="191" y="0"/>
                  <a:pt x="215" y="5"/>
                  <a:pt x="235" y="14"/>
                </a:cubicBezTo>
                <a:cubicBezTo>
                  <a:pt x="256" y="24"/>
                  <a:pt x="271" y="37"/>
                  <a:pt x="282" y="55"/>
                </a:cubicBezTo>
                <a:cubicBezTo>
                  <a:pt x="293" y="72"/>
                  <a:pt x="300" y="89"/>
                  <a:pt x="305" y="106"/>
                </a:cubicBezTo>
                <a:cubicBezTo>
                  <a:pt x="309" y="123"/>
                  <a:pt x="311" y="142"/>
                  <a:pt x="312" y="163"/>
                </a:cubicBezTo>
                <a:cubicBezTo>
                  <a:pt x="312" y="167"/>
                  <a:pt x="310" y="171"/>
                  <a:pt x="306" y="175"/>
                </a:cubicBezTo>
                <a:lnTo>
                  <a:pt x="78" y="175"/>
                </a:lnTo>
                <a:lnTo>
                  <a:pt x="78" y="187"/>
                </a:lnTo>
                <a:cubicBezTo>
                  <a:pt x="78" y="266"/>
                  <a:pt x="105" y="315"/>
                  <a:pt x="160" y="332"/>
                </a:cubicBezTo>
                <a:cubicBezTo>
                  <a:pt x="171" y="336"/>
                  <a:pt x="182" y="337"/>
                  <a:pt x="195" y="337"/>
                </a:cubicBezTo>
                <a:cubicBezTo>
                  <a:pt x="218" y="337"/>
                  <a:pt x="237" y="329"/>
                  <a:pt x="253" y="312"/>
                </a:cubicBezTo>
                <a:cubicBezTo>
                  <a:pt x="262" y="302"/>
                  <a:pt x="270" y="291"/>
                  <a:pt x="275" y="278"/>
                </a:cubicBezTo>
                <a:lnTo>
                  <a:pt x="283" y="257"/>
                </a:lnTo>
                <a:cubicBezTo>
                  <a:pt x="285" y="256"/>
                  <a:pt x="289" y="255"/>
                  <a:pt x="296" y="255"/>
                </a:cubicBezTo>
                <a:lnTo>
                  <a:pt x="298" y="255"/>
                </a:lnTo>
                <a:cubicBezTo>
                  <a:pt x="307" y="255"/>
                  <a:pt x="312" y="258"/>
                  <a:pt x="312" y="263"/>
                </a:cubicBezTo>
                <a:cubicBezTo>
                  <a:pt x="312" y="265"/>
                  <a:pt x="311" y="269"/>
                  <a:pt x="310" y="274"/>
                </a:cubicBezTo>
                <a:cubicBezTo>
                  <a:pt x="299" y="304"/>
                  <a:pt x="282" y="327"/>
                  <a:pt x="259" y="345"/>
                </a:cubicBezTo>
                <a:cubicBezTo>
                  <a:pt x="235" y="362"/>
                  <a:pt x="209" y="370"/>
                  <a:pt x="179" y="370"/>
                </a:cubicBezTo>
                <a:cubicBezTo>
                  <a:pt x="128" y="370"/>
                  <a:pt x="85" y="352"/>
                  <a:pt x="51" y="315"/>
                </a:cubicBezTo>
                <a:cubicBezTo>
                  <a:pt x="17" y="278"/>
                  <a:pt x="0" y="234"/>
                  <a:pt x="0" y="185"/>
                </a:cubicBezTo>
                <a:moveTo>
                  <a:pt x="246" y="139"/>
                </a:moveTo>
                <a:cubicBezTo>
                  <a:pt x="240" y="70"/>
                  <a:pt x="215" y="34"/>
                  <a:pt x="169" y="30"/>
                </a:cubicBezTo>
                <a:lnTo>
                  <a:pt x="168" y="30"/>
                </a:lnTo>
                <a:cubicBezTo>
                  <a:pt x="164" y="30"/>
                  <a:pt x="159" y="30"/>
                  <a:pt x="155" y="30"/>
                </a:cubicBezTo>
                <a:cubicBezTo>
                  <a:pt x="151" y="31"/>
                  <a:pt x="144" y="33"/>
                  <a:pt x="135" y="37"/>
                </a:cubicBezTo>
                <a:cubicBezTo>
                  <a:pt x="126" y="41"/>
                  <a:pt x="118" y="46"/>
                  <a:pt x="111" y="54"/>
                </a:cubicBezTo>
                <a:cubicBezTo>
                  <a:pt x="104" y="61"/>
                  <a:pt x="98" y="72"/>
                  <a:pt x="92" y="87"/>
                </a:cubicBezTo>
                <a:cubicBezTo>
                  <a:pt x="86" y="101"/>
                  <a:pt x="82" y="119"/>
                  <a:pt x="79" y="140"/>
                </a:cubicBezTo>
                <a:lnTo>
                  <a:pt x="79" y="146"/>
                </a:lnTo>
                <a:lnTo>
                  <a:pt x="246" y="146"/>
                </a:lnTo>
                <a:lnTo>
                  <a:pt x="246" y="139"/>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759" name=""/>
          <p:cNvSpPr txBox="1"/>
          <p:nvPr/>
        </p:nvSpPr>
        <p:spPr>
          <a:xfrm>
            <a:off x="1500480" y="927000"/>
            <a:ext cx="2930400" cy="372240"/>
          </a:xfrm>
          <a:prstGeom prst="rect">
            <a:avLst/>
          </a:prstGeom>
          <a:noFill/>
          <a:ln w="0">
            <a:noFill/>
          </a:ln>
        </p:spPr>
        <p:txBody>
          <a:bodyPr wrap="none" lIns="0" rIns="0" tIns="0" bIns="0" anchor="t">
            <a:spAutoFit/>
          </a:bodyPr>
          <a:p>
            <a:r>
              <a:rPr b="0" lang="en-US" sz="2620" strike="noStrike" u="none">
                <a:solidFill>
                  <a:srgbClr val="333333"/>
                </a:solidFill>
                <a:effectLst/>
                <a:uFillTx/>
                <a:latin typeface="NotoSansJP-Thin_"/>
                <a:ea typeface="NotoSansJP-Thin_"/>
              </a:rPr>
              <a:t>: </a:t>
            </a:r>
            <a:r>
              <a:rPr b="0" lang="zh-CN" sz="2620" strike="noStrike" u="none">
                <a:solidFill>
                  <a:srgbClr val="333333"/>
                </a:solidFill>
                <a:effectLst/>
                <a:uFillTx/>
                <a:latin typeface="NotoSansJP-Thin_"/>
                <a:ea typeface="NotoSansJP-Thin_"/>
              </a:rPr>
              <a:t>最終的な損失関数</a:t>
            </a:r>
            <a:endParaRPr b="0" lang="en-US" sz="2620" strike="noStrike" u="none">
              <a:solidFill>
                <a:srgbClr val="000000"/>
              </a:solidFill>
              <a:effectLst/>
              <a:uFillTx/>
              <a:latin typeface="Times New Roman"/>
            </a:endParaRPr>
          </a:p>
        </p:txBody>
      </p:sp>
      <p:sp>
        <p:nvSpPr>
          <p:cNvPr id="760" name=""/>
          <p:cNvSpPr txBox="1"/>
          <p:nvPr/>
        </p:nvSpPr>
        <p:spPr>
          <a:xfrm>
            <a:off x="380880" y="1412640"/>
            <a:ext cx="11014560" cy="334080"/>
          </a:xfrm>
          <a:prstGeom prst="rect">
            <a:avLst/>
          </a:prstGeom>
          <a:noFill/>
          <a:ln w="0">
            <a:noFill/>
          </a:ln>
        </p:spPr>
        <p:txBody>
          <a:bodyPr wrap="none" lIns="0" rIns="0" tIns="0" bIns="0" anchor="t">
            <a:spAutoFit/>
          </a:bodyPr>
          <a:p>
            <a:r>
              <a:rPr b="0" lang="zh-CN" sz="2620" strike="noStrike" u="none">
                <a:solidFill>
                  <a:srgbClr val="333333"/>
                </a:solidFill>
                <a:effectLst/>
                <a:uFillTx/>
                <a:latin typeface="NotoSansJP-Thin_"/>
                <a:ea typeface="NotoSansJP-Thin_"/>
              </a:rPr>
              <a:t>論文では重み係数を無視した以下の単純な損失関数の方が安定しており性</a:t>
            </a:r>
            <a:endParaRPr b="0" lang="en-US" sz="2620" strike="noStrike" u="none">
              <a:solidFill>
                <a:srgbClr val="000000"/>
              </a:solidFill>
              <a:effectLst/>
              <a:uFillTx/>
              <a:latin typeface="Times New Roman"/>
            </a:endParaRPr>
          </a:p>
        </p:txBody>
      </p:sp>
      <p:sp>
        <p:nvSpPr>
          <p:cNvPr id="761" name=""/>
          <p:cNvSpPr/>
          <p:nvPr/>
        </p:nvSpPr>
        <p:spPr>
          <a:xfrm>
            <a:off x="1307880" y="2772360"/>
            <a:ext cx="252360" cy="280800"/>
          </a:xfrm>
          <a:custGeom>
            <a:avLst/>
            <a:gdLst/>
            <a:ahLst/>
            <a:rect l="0" t="0" r="r" b="b"/>
            <a:pathLst>
              <a:path w="701" h="780">
                <a:moveTo>
                  <a:pt x="225" y="52"/>
                </a:moveTo>
                <a:cubicBezTo>
                  <a:pt x="198" y="52"/>
                  <a:pt x="184" y="51"/>
                  <a:pt x="183" y="47"/>
                </a:cubicBezTo>
                <a:cubicBezTo>
                  <a:pt x="182" y="46"/>
                  <a:pt x="181" y="43"/>
                  <a:pt x="181" y="38"/>
                </a:cubicBezTo>
                <a:cubicBezTo>
                  <a:pt x="181" y="20"/>
                  <a:pt x="186" y="8"/>
                  <a:pt x="194" y="1"/>
                </a:cubicBezTo>
                <a:cubicBezTo>
                  <a:pt x="195" y="0"/>
                  <a:pt x="201" y="0"/>
                  <a:pt x="211" y="0"/>
                </a:cubicBezTo>
                <a:cubicBezTo>
                  <a:pt x="253" y="2"/>
                  <a:pt x="301" y="3"/>
                  <a:pt x="357" y="3"/>
                </a:cubicBezTo>
                <a:cubicBezTo>
                  <a:pt x="464" y="3"/>
                  <a:pt x="525" y="2"/>
                  <a:pt x="541" y="0"/>
                </a:cubicBezTo>
                <a:lnTo>
                  <a:pt x="555" y="0"/>
                </a:lnTo>
                <a:cubicBezTo>
                  <a:pt x="559" y="4"/>
                  <a:pt x="561" y="8"/>
                  <a:pt x="561" y="10"/>
                </a:cubicBezTo>
                <a:cubicBezTo>
                  <a:pt x="561" y="12"/>
                  <a:pt x="561" y="19"/>
                  <a:pt x="559" y="30"/>
                </a:cubicBezTo>
                <a:cubicBezTo>
                  <a:pt x="555" y="42"/>
                  <a:pt x="552" y="49"/>
                  <a:pt x="549" y="52"/>
                </a:cubicBezTo>
                <a:lnTo>
                  <a:pt x="506" y="52"/>
                </a:lnTo>
                <a:cubicBezTo>
                  <a:pt x="453" y="53"/>
                  <a:pt x="423" y="56"/>
                  <a:pt x="413" y="62"/>
                </a:cubicBezTo>
                <a:cubicBezTo>
                  <a:pt x="408" y="65"/>
                  <a:pt x="403" y="76"/>
                  <a:pt x="398" y="94"/>
                </a:cubicBezTo>
                <a:cubicBezTo>
                  <a:pt x="392" y="112"/>
                  <a:pt x="367" y="213"/>
                  <a:pt x="321" y="395"/>
                </a:cubicBezTo>
                <a:cubicBezTo>
                  <a:pt x="309" y="444"/>
                  <a:pt x="296" y="497"/>
                  <a:pt x="283" y="553"/>
                </a:cubicBezTo>
                <a:cubicBezTo>
                  <a:pt x="269" y="608"/>
                  <a:pt x="259" y="650"/>
                  <a:pt x="252" y="678"/>
                </a:cubicBezTo>
                <a:lnTo>
                  <a:pt x="242" y="719"/>
                </a:lnTo>
                <a:cubicBezTo>
                  <a:pt x="242" y="722"/>
                  <a:pt x="245" y="723"/>
                  <a:pt x="252" y="723"/>
                </a:cubicBezTo>
                <a:cubicBezTo>
                  <a:pt x="259" y="723"/>
                  <a:pt x="281" y="724"/>
                  <a:pt x="319" y="726"/>
                </a:cubicBezTo>
                <a:lnTo>
                  <a:pt x="338" y="726"/>
                </a:lnTo>
                <a:cubicBezTo>
                  <a:pt x="363" y="726"/>
                  <a:pt x="382" y="725"/>
                  <a:pt x="396" y="725"/>
                </a:cubicBezTo>
                <a:cubicBezTo>
                  <a:pt x="411" y="724"/>
                  <a:pt x="429" y="721"/>
                  <a:pt x="452" y="717"/>
                </a:cubicBezTo>
                <a:cubicBezTo>
                  <a:pt x="475" y="712"/>
                  <a:pt x="494" y="705"/>
                  <a:pt x="509" y="696"/>
                </a:cubicBezTo>
                <a:cubicBezTo>
                  <a:pt x="524" y="687"/>
                  <a:pt x="541" y="674"/>
                  <a:pt x="559" y="657"/>
                </a:cubicBezTo>
                <a:cubicBezTo>
                  <a:pt x="577" y="641"/>
                  <a:pt x="593" y="620"/>
                  <a:pt x="607" y="595"/>
                </a:cubicBezTo>
                <a:cubicBezTo>
                  <a:pt x="619" y="572"/>
                  <a:pt x="631" y="547"/>
                  <a:pt x="641" y="519"/>
                </a:cubicBezTo>
                <a:cubicBezTo>
                  <a:pt x="652" y="491"/>
                  <a:pt x="658" y="475"/>
                  <a:pt x="660" y="471"/>
                </a:cubicBezTo>
                <a:cubicBezTo>
                  <a:pt x="664" y="468"/>
                  <a:pt x="671" y="466"/>
                  <a:pt x="680" y="466"/>
                </a:cubicBezTo>
                <a:lnTo>
                  <a:pt x="695" y="466"/>
                </a:lnTo>
                <a:cubicBezTo>
                  <a:pt x="699" y="474"/>
                  <a:pt x="701" y="478"/>
                  <a:pt x="701" y="480"/>
                </a:cubicBezTo>
                <a:cubicBezTo>
                  <a:pt x="701" y="481"/>
                  <a:pt x="694" y="504"/>
                  <a:pt x="679" y="547"/>
                </a:cubicBezTo>
                <a:cubicBezTo>
                  <a:pt x="664" y="590"/>
                  <a:pt x="647" y="636"/>
                  <a:pt x="629" y="684"/>
                </a:cubicBezTo>
                <a:cubicBezTo>
                  <a:pt x="610" y="731"/>
                  <a:pt x="601" y="760"/>
                  <a:pt x="599" y="768"/>
                </a:cubicBezTo>
                <a:cubicBezTo>
                  <a:pt x="598" y="772"/>
                  <a:pt x="596" y="774"/>
                  <a:pt x="594" y="775"/>
                </a:cubicBezTo>
                <a:cubicBezTo>
                  <a:pt x="593" y="775"/>
                  <a:pt x="587" y="777"/>
                  <a:pt x="576" y="778"/>
                </a:cubicBezTo>
                <a:cubicBezTo>
                  <a:pt x="566" y="780"/>
                  <a:pt x="549" y="780"/>
                  <a:pt x="527" y="779"/>
                </a:cubicBezTo>
                <a:cubicBezTo>
                  <a:pt x="519" y="779"/>
                  <a:pt x="490" y="779"/>
                  <a:pt x="441" y="779"/>
                </a:cubicBezTo>
                <a:cubicBezTo>
                  <a:pt x="391" y="779"/>
                  <a:pt x="344" y="779"/>
                  <a:pt x="300" y="778"/>
                </a:cubicBezTo>
                <a:lnTo>
                  <a:pt x="96" y="778"/>
                </a:lnTo>
                <a:cubicBezTo>
                  <a:pt x="32" y="778"/>
                  <a:pt x="0" y="774"/>
                  <a:pt x="0" y="767"/>
                </a:cubicBezTo>
                <a:cubicBezTo>
                  <a:pt x="0" y="761"/>
                  <a:pt x="1" y="756"/>
                  <a:pt x="3" y="751"/>
                </a:cubicBezTo>
                <a:cubicBezTo>
                  <a:pt x="7" y="736"/>
                  <a:pt x="10" y="728"/>
                  <a:pt x="14" y="727"/>
                </a:cubicBezTo>
                <a:cubicBezTo>
                  <a:pt x="17" y="726"/>
                  <a:pt x="23" y="726"/>
                  <a:pt x="31" y="726"/>
                </a:cubicBezTo>
                <a:lnTo>
                  <a:pt x="38" y="726"/>
                </a:lnTo>
                <a:cubicBezTo>
                  <a:pt x="59" y="726"/>
                  <a:pt x="81" y="725"/>
                  <a:pt x="106" y="722"/>
                </a:cubicBezTo>
                <a:cubicBezTo>
                  <a:pt x="117" y="720"/>
                  <a:pt x="124" y="716"/>
                  <a:pt x="128" y="709"/>
                </a:cubicBezTo>
                <a:cubicBezTo>
                  <a:pt x="130" y="706"/>
                  <a:pt x="158" y="600"/>
                  <a:pt x="210" y="391"/>
                </a:cubicBezTo>
                <a:cubicBezTo>
                  <a:pt x="263" y="183"/>
                  <a:pt x="289" y="74"/>
                  <a:pt x="289" y="62"/>
                </a:cubicBezTo>
                <a:cubicBezTo>
                  <a:pt x="289" y="57"/>
                  <a:pt x="268" y="54"/>
                  <a:pt x="225" y="52"/>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762" name=""/>
          <p:cNvSpPr/>
          <p:nvPr/>
        </p:nvSpPr>
        <p:spPr>
          <a:xfrm>
            <a:off x="1596960" y="2721240"/>
            <a:ext cx="95040" cy="133200"/>
          </a:xfrm>
          <a:custGeom>
            <a:avLst/>
            <a:gdLst/>
            <a:ahLst/>
            <a:rect l="0" t="0" r="r" b="b"/>
            <a:pathLst>
              <a:path w="264" h="370">
                <a:moveTo>
                  <a:pt x="212" y="107"/>
                </a:moveTo>
                <a:cubicBezTo>
                  <a:pt x="212" y="86"/>
                  <a:pt x="205" y="67"/>
                  <a:pt x="190" y="52"/>
                </a:cubicBezTo>
                <a:cubicBezTo>
                  <a:pt x="176" y="36"/>
                  <a:pt x="155" y="28"/>
                  <a:pt x="127" y="28"/>
                </a:cubicBezTo>
                <a:cubicBezTo>
                  <a:pt x="107" y="28"/>
                  <a:pt x="91" y="32"/>
                  <a:pt x="77" y="39"/>
                </a:cubicBezTo>
                <a:cubicBezTo>
                  <a:pt x="61" y="49"/>
                  <a:pt x="53" y="63"/>
                  <a:pt x="53" y="81"/>
                </a:cubicBezTo>
                <a:cubicBezTo>
                  <a:pt x="52" y="83"/>
                  <a:pt x="52" y="87"/>
                  <a:pt x="53" y="91"/>
                </a:cubicBezTo>
                <a:cubicBezTo>
                  <a:pt x="53" y="95"/>
                  <a:pt x="57" y="102"/>
                  <a:pt x="65" y="110"/>
                </a:cubicBezTo>
                <a:cubicBezTo>
                  <a:pt x="74" y="119"/>
                  <a:pt x="85" y="126"/>
                  <a:pt x="100" y="131"/>
                </a:cubicBezTo>
                <a:cubicBezTo>
                  <a:pt x="110" y="133"/>
                  <a:pt x="122" y="136"/>
                  <a:pt x="135" y="138"/>
                </a:cubicBezTo>
                <a:cubicBezTo>
                  <a:pt x="149" y="140"/>
                  <a:pt x="162" y="142"/>
                  <a:pt x="172" y="145"/>
                </a:cubicBezTo>
                <a:cubicBezTo>
                  <a:pt x="182" y="148"/>
                  <a:pt x="190" y="151"/>
                  <a:pt x="198" y="155"/>
                </a:cubicBezTo>
                <a:cubicBezTo>
                  <a:pt x="207" y="160"/>
                  <a:pt x="216" y="165"/>
                  <a:pt x="224" y="172"/>
                </a:cubicBezTo>
                <a:cubicBezTo>
                  <a:pt x="233" y="178"/>
                  <a:pt x="241" y="189"/>
                  <a:pt x="250" y="205"/>
                </a:cubicBezTo>
                <a:cubicBezTo>
                  <a:pt x="259" y="220"/>
                  <a:pt x="263" y="237"/>
                  <a:pt x="264" y="254"/>
                </a:cubicBezTo>
                <a:cubicBezTo>
                  <a:pt x="264" y="288"/>
                  <a:pt x="253" y="315"/>
                  <a:pt x="233" y="337"/>
                </a:cubicBezTo>
                <a:cubicBezTo>
                  <a:pt x="213" y="358"/>
                  <a:pt x="180" y="369"/>
                  <a:pt x="133" y="370"/>
                </a:cubicBezTo>
                <a:lnTo>
                  <a:pt x="127" y="370"/>
                </a:lnTo>
                <a:cubicBezTo>
                  <a:pt x="99" y="370"/>
                  <a:pt x="73" y="360"/>
                  <a:pt x="49" y="341"/>
                </a:cubicBezTo>
                <a:lnTo>
                  <a:pt x="43" y="346"/>
                </a:lnTo>
                <a:lnTo>
                  <a:pt x="36" y="353"/>
                </a:lnTo>
                <a:cubicBezTo>
                  <a:pt x="32" y="357"/>
                  <a:pt x="29" y="360"/>
                  <a:pt x="26" y="362"/>
                </a:cubicBezTo>
                <a:lnTo>
                  <a:pt x="17" y="370"/>
                </a:lnTo>
                <a:lnTo>
                  <a:pt x="11" y="370"/>
                </a:lnTo>
                <a:lnTo>
                  <a:pt x="8" y="370"/>
                </a:lnTo>
                <a:cubicBezTo>
                  <a:pt x="6" y="370"/>
                  <a:pt x="4" y="369"/>
                  <a:pt x="0" y="365"/>
                </a:cubicBezTo>
                <a:lnTo>
                  <a:pt x="0" y="302"/>
                </a:lnTo>
                <a:lnTo>
                  <a:pt x="0" y="255"/>
                </a:lnTo>
                <a:cubicBezTo>
                  <a:pt x="0" y="244"/>
                  <a:pt x="1" y="237"/>
                  <a:pt x="2" y="235"/>
                </a:cubicBezTo>
                <a:cubicBezTo>
                  <a:pt x="3" y="233"/>
                  <a:pt x="6" y="232"/>
                  <a:pt x="10" y="231"/>
                </a:cubicBezTo>
                <a:lnTo>
                  <a:pt x="17" y="231"/>
                </a:lnTo>
                <a:cubicBezTo>
                  <a:pt x="24" y="231"/>
                  <a:pt x="28" y="232"/>
                  <a:pt x="30" y="234"/>
                </a:cubicBezTo>
                <a:cubicBezTo>
                  <a:pt x="32" y="236"/>
                  <a:pt x="34" y="240"/>
                  <a:pt x="34" y="244"/>
                </a:cubicBezTo>
                <a:cubicBezTo>
                  <a:pt x="35" y="248"/>
                  <a:pt x="36" y="256"/>
                  <a:pt x="40" y="266"/>
                </a:cubicBezTo>
                <a:cubicBezTo>
                  <a:pt x="43" y="276"/>
                  <a:pt x="48" y="287"/>
                  <a:pt x="55" y="299"/>
                </a:cubicBezTo>
                <a:cubicBezTo>
                  <a:pt x="74" y="327"/>
                  <a:pt x="100" y="341"/>
                  <a:pt x="133" y="341"/>
                </a:cubicBezTo>
                <a:cubicBezTo>
                  <a:pt x="186" y="341"/>
                  <a:pt x="212" y="320"/>
                  <a:pt x="212" y="278"/>
                </a:cubicBezTo>
                <a:cubicBezTo>
                  <a:pt x="212" y="262"/>
                  <a:pt x="207" y="250"/>
                  <a:pt x="198" y="240"/>
                </a:cubicBezTo>
                <a:cubicBezTo>
                  <a:pt x="187" y="227"/>
                  <a:pt x="165" y="217"/>
                  <a:pt x="130" y="211"/>
                </a:cubicBezTo>
                <a:cubicBezTo>
                  <a:pt x="96" y="205"/>
                  <a:pt x="74" y="198"/>
                  <a:pt x="63" y="192"/>
                </a:cubicBezTo>
                <a:cubicBezTo>
                  <a:pt x="44" y="183"/>
                  <a:pt x="28" y="171"/>
                  <a:pt x="17" y="155"/>
                </a:cubicBezTo>
                <a:cubicBezTo>
                  <a:pt x="6" y="140"/>
                  <a:pt x="0" y="123"/>
                  <a:pt x="0" y="106"/>
                </a:cubicBezTo>
                <a:cubicBezTo>
                  <a:pt x="0" y="85"/>
                  <a:pt x="5" y="67"/>
                  <a:pt x="14" y="52"/>
                </a:cubicBezTo>
                <a:cubicBezTo>
                  <a:pt x="23" y="38"/>
                  <a:pt x="35" y="27"/>
                  <a:pt x="49" y="20"/>
                </a:cubicBezTo>
                <a:cubicBezTo>
                  <a:pt x="63" y="13"/>
                  <a:pt x="76" y="8"/>
                  <a:pt x="89" y="5"/>
                </a:cubicBezTo>
                <a:cubicBezTo>
                  <a:pt x="102" y="2"/>
                  <a:pt x="113" y="1"/>
                  <a:pt x="124" y="1"/>
                </a:cubicBezTo>
                <a:lnTo>
                  <a:pt x="133" y="1"/>
                </a:lnTo>
                <a:cubicBezTo>
                  <a:pt x="156" y="1"/>
                  <a:pt x="174" y="5"/>
                  <a:pt x="190" y="14"/>
                </a:cubicBezTo>
                <a:lnTo>
                  <a:pt x="202" y="20"/>
                </a:lnTo>
                <a:lnTo>
                  <a:pt x="210" y="15"/>
                </a:lnTo>
                <a:cubicBezTo>
                  <a:pt x="215" y="10"/>
                  <a:pt x="221" y="4"/>
                  <a:pt x="227" y="0"/>
                </a:cubicBezTo>
                <a:lnTo>
                  <a:pt x="234" y="0"/>
                </a:lnTo>
                <a:lnTo>
                  <a:pt x="237" y="0"/>
                </a:lnTo>
                <a:cubicBezTo>
                  <a:pt x="239" y="0"/>
                  <a:pt x="241" y="2"/>
                  <a:pt x="244" y="5"/>
                </a:cubicBezTo>
                <a:lnTo>
                  <a:pt x="244" y="112"/>
                </a:lnTo>
                <a:lnTo>
                  <a:pt x="239" y="117"/>
                </a:lnTo>
                <a:lnTo>
                  <a:pt x="217" y="117"/>
                </a:lnTo>
                <a:cubicBezTo>
                  <a:pt x="214" y="114"/>
                  <a:pt x="212" y="110"/>
                  <a:pt x="212" y="107"/>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763" name=""/>
          <p:cNvSpPr/>
          <p:nvPr/>
        </p:nvSpPr>
        <p:spPr>
          <a:xfrm>
            <a:off x="1709280" y="2657160"/>
            <a:ext cx="66600" cy="194040"/>
          </a:xfrm>
          <a:custGeom>
            <a:avLst/>
            <a:gdLst/>
            <a:ahLst/>
            <a:rect l="0" t="0" r="r" b="b"/>
            <a:pathLst>
              <a:path w="185" h="539">
                <a:moveTo>
                  <a:pt x="34" y="48"/>
                </a:moveTo>
                <a:cubicBezTo>
                  <a:pt x="34" y="33"/>
                  <a:pt x="39" y="22"/>
                  <a:pt x="49" y="13"/>
                </a:cubicBezTo>
                <a:cubicBezTo>
                  <a:pt x="58" y="4"/>
                  <a:pt x="70" y="0"/>
                  <a:pt x="84" y="0"/>
                </a:cubicBezTo>
                <a:cubicBezTo>
                  <a:pt x="97" y="1"/>
                  <a:pt x="107" y="6"/>
                  <a:pt x="116" y="14"/>
                </a:cubicBezTo>
                <a:cubicBezTo>
                  <a:pt x="126" y="22"/>
                  <a:pt x="131" y="33"/>
                  <a:pt x="131" y="48"/>
                </a:cubicBezTo>
                <a:cubicBezTo>
                  <a:pt x="131" y="64"/>
                  <a:pt x="126" y="77"/>
                  <a:pt x="116" y="85"/>
                </a:cubicBezTo>
                <a:cubicBezTo>
                  <a:pt x="107" y="93"/>
                  <a:pt x="96" y="97"/>
                  <a:pt x="83" y="97"/>
                </a:cubicBezTo>
                <a:cubicBezTo>
                  <a:pt x="69" y="97"/>
                  <a:pt x="58" y="93"/>
                  <a:pt x="49" y="85"/>
                </a:cubicBezTo>
                <a:cubicBezTo>
                  <a:pt x="40" y="77"/>
                  <a:pt x="35" y="64"/>
                  <a:pt x="34" y="48"/>
                </a:cubicBezTo>
                <a:moveTo>
                  <a:pt x="179" y="539"/>
                </a:moveTo>
                <a:cubicBezTo>
                  <a:pt x="171" y="538"/>
                  <a:pt x="143" y="537"/>
                  <a:pt x="94" y="537"/>
                </a:cubicBezTo>
                <a:cubicBezTo>
                  <a:pt x="88" y="537"/>
                  <a:pt x="78" y="537"/>
                  <a:pt x="64" y="537"/>
                </a:cubicBezTo>
                <a:cubicBezTo>
                  <a:pt x="50" y="537"/>
                  <a:pt x="37" y="538"/>
                  <a:pt x="24" y="539"/>
                </a:cubicBezTo>
                <a:lnTo>
                  <a:pt x="6" y="539"/>
                </a:lnTo>
                <a:lnTo>
                  <a:pt x="0" y="539"/>
                </a:lnTo>
                <a:lnTo>
                  <a:pt x="0" y="502"/>
                </a:lnTo>
                <a:lnTo>
                  <a:pt x="13" y="502"/>
                </a:lnTo>
                <a:cubicBezTo>
                  <a:pt x="28" y="502"/>
                  <a:pt x="41" y="502"/>
                  <a:pt x="52" y="500"/>
                </a:cubicBezTo>
                <a:cubicBezTo>
                  <a:pt x="57" y="498"/>
                  <a:pt x="60" y="495"/>
                  <a:pt x="61" y="491"/>
                </a:cubicBezTo>
                <a:cubicBezTo>
                  <a:pt x="62" y="487"/>
                  <a:pt x="62" y="476"/>
                  <a:pt x="62" y="457"/>
                </a:cubicBezTo>
                <a:lnTo>
                  <a:pt x="62" y="373"/>
                </a:lnTo>
                <a:lnTo>
                  <a:pt x="62" y="303"/>
                </a:lnTo>
                <a:cubicBezTo>
                  <a:pt x="62" y="275"/>
                  <a:pt x="62" y="257"/>
                  <a:pt x="61" y="250"/>
                </a:cubicBezTo>
                <a:cubicBezTo>
                  <a:pt x="60" y="242"/>
                  <a:pt x="56" y="237"/>
                  <a:pt x="50" y="234"/>
                </a:cubicBezTo>
                <a:cubicBezTo>
                  <a:pt x="42" y="231"/>
                  <a:pt x="29" y="229"/>
                  <a:pt x="12" y="229"/>
                </a:cubicBezTo>
                <a:lnTo>
                  <a:pt x="3" y="229"/>
                </a:lnTo>
                <a:lnTo>
                  <a:pt x="3" y="210"/>
                </a:lnTo>
                <a:cubicBezTo>
                  <a:pt x="3" y="198"/>
                  <a:pt x="3" y="192"/>
                  <a:pt x="5" y="192"/>
                </a:cubicBezTo>
                <a:lnTo>
                  <a:pt x="13" y="191"/>
                </a:lnTo>
                <a:cubicBezTo>
                  <a:pt x="18" y="190"/>
                  <a:pt x="25" y="190"/>
                  <a:pt x="35" y="189"/>
                </a:cubicBezTo>
                <a:cubicBezTo>
                  <a:pt x="45" y="189"/>
                  <a:pt x="54" y="188"/>
                  <a:pt x="64" y="188"/>
                </a:cubicBezTo>
                <a:cubicBezTo>
                  <a:pt x="73" y="187"/>
                  <a:pt x="83" y="187"/>
                  <a:pt x="93" y="186"/>
                </a:cubicBezTo>
                <a:cubicBezTo>
                  <a:pt x="103" y="185"/>
                  <a:pt x="111" y="185"/>
                  <a:pt x="116" y="184"/>
                </a:cubicBezTo>
                <a:cubicBezTo>
                  <a:pt x="122" y="183"/>
                  <a:pt x="125" y="182"/>
                  <a:pt x="125" y="183"/>
                </a:cubicBezTo>
                <a:lnTo>
                  <a:pt x="129" y="183"/>
                </a:lnTo>
                <a:lnTo>
                  <a:pt x="129" y="490"/>
                </a:lnTo>
                <a:cubicBezTo>
                  <a:pt x="131" y="495"/>
                  <a:pt x="135" y="498"/>
                  <a:pt x="138" y="499"/>
                </a:cubicBezTo>
                <a:cubicBezTo>
                  <a:pt x="142" y="500"/>
                  <a:pt x="151" y="501"/>
                  <a:pt x="166" y="502"/>
                </a:cubicBezTo>
                <a:lnTo>
                  <a:pt x="185" y="502"/>
                </a:lnTo>
                <a:lnTo>
                  <a:pt x="185" y="539"/>
                </a:lnTo>
                <a:lnTo>
                  <a:pt x="179" y="539"/>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764" name=""/>
          <p:cNvSpPr/>
          <p:nvPr/>
        </p:nvSpPr>
        <p:spPr>
          <a:xfrm>
            <a:off x="1789560" y="2723040"/>
            <a:ext cx="230400" cy="128160"/>
          </a:xfrm>
          <a:custGeom>
            <a:avLst/>
            <a:gdLst/>
            <a:ahLst/>
            <a:rect l="0" t="0" r="r" b="b"/>
            <a:pathLst>
              <a:path w="640" h="356">
                <a:moveTo>
                  <a:pt x="12" y="319"/>
                </a:moveTo>
                <a:lnTo>
                  <a:pt x="24" y="319"/>
                </a:lnTo>
                <a:cubicBezTo>
                  <a:pt x="45" y="319"/>
                  <a:pt x="57" y="316"/>
                  <a:pt x="62" y="308"/>
                </a:cubicBezTo>
                <a:lnTo>
                  <a:pt x="62" y="302"/>
                </a:lnTo>
                <a:cubicBezTo>
                  <a:pt x="62" y="297"/>
                  <a:pt x="62" y="291"/>
                  <a:pt x="62" y="283"/>
                </a:cubicBezTo>
                <a:cubicBezTo>
                  <a:pt x="62" y="276"/>
                  <a:pt x="62" y="267"/>
                  <a:pt x="62" y="258"/>
                </a:cubicBezTo>
                <a:cubicBezTo>
                  <a:pt x="62" y="249"/>
                  <a:pt x="62" y="239"/>
                  <a:pt x="62" y="227"/>
                </a:cubicBezTo>
                <a:cubicBezTo>
                  <a:pt x="63" y="215"/>
                  <a:pt x="63" y="204"/>
                  <a:pt x="62" y="193"/>
                </a:cubicBezTo>
                <a:cubicBezTo>
                  <a:pt x="62" y="176"/>
                  <a:pt x="62" y="159"/>
                  <a:pt x="62" y="140"/>
                </a:cubicBezTo>
                <a:cubicBezTo>
                  <a:pt x="62" y="121"/>
                  <a:pt x="62" y="105"/>
                  <a:pt x="62" y="93"/>
                </a:cubicBezTo>
                <a:lnTo>
                  <a:pt x="62" y="74"/>
                </a:lnTo>
                <a:cubicBezTo>
                  <a:pt x="60" y="63"/>
                  <a:pt x="56" y="56"/>
                  <a:pt x="50" y="53"/>
                </a:cubicBezTo>
                <a:cubicBezTo>
                  <a:pt x="44" y="50"/>
                  <a:pt x="32" y="47"/>
                  <a:pt x="14" y="46"/>
                </a:cubicBezTo>
                <a:lnTo>
                  <a:pt x="0" y="46"/>
                </a:lnTo>
                <a:lnTo>
                  <a:pt x="0" y="27"/>
                </a:lnTo>
                <a:cubicBezTo>
                  <a:pt x="0" y="15"/>
                  <a:pt x="0" y="9"/>
                  <a:pt x="1" y="9"/>
                </a:cubicBezTo>
                <a:lnTo>
                  <a:pt x="9" y="8"/>
                </a:lnTo>
                <a:cubicBezTo>
                  <a:pt x="15" y="7"/>
                  <a:pt x="22" y="7"/>
                  <a:pt x="32" y="6"/>
                </a:cubicBezTo>
                <a:cubicBezTo>
                  <a:pt x="41" y="6"/>
                  <a:pt x="51" y="5"/>
                  <a:pt x="62" y="5"/>
                </a:cubicBezTo>
                <a:cubicBezTo>
                  <a:pt x="71" y="4"/>
                  <a:pt x="80" y="4"/>
                  <a:pt x="91" y="3"/>
                </a:cubicBezTo>
                <a:cubicBezTo>
                  <a:pt x="101" y="2"/>
                  <a:pt x="109" y="2"/>
                  <a:pt x="114" y="1"/>
                </a:cubicBezTo>
                <a:cubicBezTo>
                  <a:pt x="119" y="0"/>
                  <a:pt x="122" y="-1"/>
                  <a:pt x="123" y="0"/>
                </a:cubicBezTo>
                <a:lnTo>
                  <a:pt x="125" y="0"/>
                </a:lnTo>
                <a:lnTo>
                  <a:pt x="125" y="32"/>
                </a:lnTo>
                <a:cubicBezTo>
                  <a:pt x="125" y="52"/>
                  <a:pt x="125" y="63"/>
                  <a:pt x="126" y="63"/>
                </a:cubicBezTo>
                <a:cubicBezTo>
                  <a:pt x="127" y="63"/>
                  <a:pt x="128" y="61"/>
                  <a:pt x="130" y="59"/>
                </a:cubicBezTo>
                <a:cubicBezTo>
                  <a:pt x="132" y="56"/>
                  <a:pt x="135" y="52"/>
                  <a:pt x="140" y="46"/>
                </a:cubicBezTo>
                <a:cubicBezTo>
                  <a:pt x="144" y="41"/>
                  <a:pt x="149" y="36"/>
                  <a:pt x="155" y="32"/>
                </a:cubicBezTo>
                <a:cubicBezTo>
                  <a:pt x="161" y="28"/>
                  <a:pt x="169" y="23"/>
                  <a:pt x="178" y="17"/>
                </a:cubicBezTo>
                <a:cubicBezTo>
                  <a:pt x="188" y="11"/>
                  <a:pt x="198" y="6"/>
                  <a:pt x="209" y="4"/>
                </a:cubicBezTo>
                <a:cubicBezTo>
                  <a:pt x="220" y="1"/>
                  <a:pt x="233" y="0"/>
                  <a:pt x="250" y="0"/>
                </a:cubicBezTo>
                <a:cubicBezTo>
                  <a:pt x="258" y="0"/>
                  <a:pt x="265" y="0"/>
                  <a:pt x="272" y="1"/>
                </a:cubicBezTo>
                <a:cubicBezTo>
                  <a:pt x="279" y="2"/>
                  <a:pt x="286" y="4"/>
                  <a:pt x="291" y="6"/>
                </a:cubicBezTo>
                <a:cubicBezTo>
                  <a:pt x="296" y="8"/>
                  <a:pt x="301" y="11"/>
                  <a:pt x="306" y="13"/>
                </a:cubicBezTo>
                <a:cubicBezTo>
                  <a:pt x="311" y="15"/>
                  <a:pt x="315" y="17"/>
                  <a:pt x="318" y="20"/>
                </a:cubicBezTo>
                <a:cubicBezTo>
                  <a:pt x="322" y="23"/>
                  <a:pt x="324" y="26"/>
                  <a:pt x="327" y="29"/>
                </a:cubicBezTo>
                <a:cubicBezTo>
                  <a:pt x="330" y="32"/>
                  <a:pt x="332" y="35"/>
                  <a:pt x="334" y="38"/>
                </a:cubicBezTo>
                <a:cubicBezTo>
                  <a:pt x="337" y="40"/>
                  <a:pt x="338" y="43"/>
                  <a:pt x="340" y="46"/>
                </a:cubicBezTo>
                <a:cubicBezTo>
                  <a:pt x="342" y="50"/>
                  <a:pt x="343" y="52"/>
                  <a:pt x="343" y="54"/>
                </a:cubicBezTo>
                <a:cubicBezTo>
                  <a:pt x="344" y="57"/>
                  <a:pt x="345" y="59"/>
                  <a:pt x="346" y="61"/>
                </a:cubicBezTo>
                <a:lnTo>
                  <a:pt x="347" y="65"/>
                </a:lnTo>
                <a:lnTo>
                  <a:pt x="350" y="62"/>
                </a:lnTo>
                <a:cubicBezTo>
                  <a:pt x="351" y="60"/>
                  <a:pt x="353" y="57"/>
                  <a:pt x="355" y="55"/>
                </a:cubicBezTo>
                <a:cubicBezTo>
                  <a:pt x="356" y="53"/>
                  <a:pt x="359" y="50"/>
                  <a:pt x="362" y="46"/>
                </a:cubicBezTo>
                <a:cubicBezTo>
                  <a:pt x="365" y="43"/>
                  <a:pt x="368" y="39"/>
                  <a:pt x="372" y="36"/>
                </a:cubicBezTo>
                <a:cubicBezTo>
                  <a:pt x="376" y="33"/>
                  <a:pt x="380" y="29"/>
                  <a:pt x="384" y="26"/>
                </a:cubicBezTo>
                <a:cubicBezTo>
                  <a:pt x="389" y="22"/>
                  <a:pt x="394" y="19"/>
                  <a:pt x="400" y="16"/>
                </a:cubicBezTo>
                <a:cubicBezTo>
                  <a:pt x="407" y="13"/>
                  <a:pt x="413" y="11"/>
                  <a:pt x="419" y="8"/>
                </a:cubicBezTo>
                <a:cubicBezTo>
                  <a:pt x="425" y="5"/>
                  <a:pt x="432" y="3"/>
                  <a:pt x="440" y="2"/>
                </a:cubicBezTo>
                <a:cubicBezTo>
                  <a:pt x="448" y="1"/>
                  <a:pt x="457" y="0"/>
                  <a:pt x="466" y="0"/>
                </a:cubicBezTo>
                <a:cubicBezTo>
                  <a:pt x="533" y="0"/>
                  <a:pt x="570" y="30"/>
                  <a:pt x="576" y="92"/>
                </a:cubicBezTo>
                <a:cubicBezTo>
                  <a:pt x="577" y="95"/>
                  <a:pt x="577" y="133"/>
                  <a:pt x="577" y="204"/>
                </a:cubicBezTo>
                <a:lnTo>
                  <a:pt x="577" y="273"/>
                </a:lnTo>
                <a:cubicBezTo>
                  <a:pt x="577" y="293"/>
                  <a:pt x="577" y="305"/>
                  <a:pt x="578" y="309"/>
                </a:cubicBezTo>
                <a:cubicBezTo>
                  <a:pt x="579" y="313"/>
                  <a:pt x="582" y="315"/>
                  <a:pt x="587" y="317"/>
                </a:cubicBezTo>
                <a:cubicBezTo>
                  <a:pt x="599" y="319"/>
                  <a:pt x="612" y="319"/>
                  <a:pt x="627" y="319"/>
                </a:cubicBezTo>
                <a:lnTo>
                  <a:pt x="640" y="319"/>
                </a:lnTo>
                <a:lnTo>
                  <a:pt x="640" y="356"/>
                </a:lnTo>
                <a:lnTo>
                  <a:pt x="633" y="356"/>
                </a:lnTo>
                <a:lnTo>
                  <a:pt x="615" y="356"/>
                </a:lnTo>
                <a:cubicBezTo>
                  <a:pt x="602" y="355"/>
                  <a:pt x="588" y="355"/>
                  <a:pt x="574" y="355"/>
                </a:cubicBezTo>
                <a:cubicBezTo>
                  <a:pt x="559" y="355"/>
                  <a:pt x="549" y="355"/>
                  <a:pt x="543" y="354"/>
                </a:cubicBezTo>
                <a:cubicBezTo>
                  <a:pt x="488" y="354"/>
                  <a:pt x="458" y="355"/>
                  <a:pt x="453" y="356"/>
                </a:cubicBezTo>
                <a:lnTo>
                  <a:pt x="445" y="356"/>
                </a:lnTo>
                <a:lnTo>
                  <a:pt x="445" y="319"/>
                </a:lnTo>
                <a:lnTo>
                  <a:pt x="459" y="319"/>
                </a:lnTo>
                <a:cubicBezTo>
                  <a:pt x="492" y="319"/>
                  <a:pt x="508" y="315"/>
                  <a:pt x="508" y="307"/>
                </a:cubicBezTo>
                <a:cubicBezTo>
                  <a:pt x="509" y="305"/>
                  <a:pt x="509" y="268"/>
                  <a:pt x="509" y="196"/>
                </a:cubicBezTo>
                <a:cubicBezTo>
                  <a:pt x="509" y="123"/>
                  <a:pt x="508" y="85"/>
                  <a:pt x="508" y="80"/>
                </a:cubicBezTo>
                <a:cubicBezTo>
                  <a:pt x="504" y="64"/>
                  <a:pt x="499" y="53"/>
                  <a:pt x="492" y="46"/>
                </a:cubicBezTo>
                <a:cubicBezTo>
                  <a:pt x="484" y="38"/>
                  <a:pt x="478" y="34"/>
                  <a:pt x="472" y="32"/>
                </a:cubicBezTo>
                <a:cubicBezTo>
                  <a:pt x="467" y="30"/>
                  <a:pt x="460" y="30"/>
                  <a:pt x="450" y="30"/>
                </a:cubicBezTo>
                <a:cubicBezTo>
                  <a:pt x="426" y="30"/>
                  <a:pt x="405" y="39"/>
                  <a:pt x="387" y="58"/>
                </a:cubicBezTo>
                <a:cubicBezTo>
                  <a:pt x="372" y="73"/>
                  <a:pt x="363" y="88"/>
                  <a:pt x="359" y="103"/>
                </a:cubicBezTo>
                <a:cubicBezTo>
                  <a:pt x="356" y="118"/>
                  <a:pt x="353" y="140"/>
                  <a:pt x="353" y="170"/>
                </a:cubicBezTo>
                <a:lnTo>
                  <a:pt x="353" y="221"/>
                </a:lnTo>
                <a:lnTo>
                  <a:pt x="353" y="270"/>
                </a:lnTo>
                <a:cubicBezTo>
                  <a:pt x="353" y="286"/>
                  <a:pt x="353" y="296"/>
                  <a:pt x="354" y="302"/>
                </a:cubicBezTo>
                <a:cubicBezTo>
                  <a:pt x="354" y="307"/>
                  <a:pt x="355" y="311"/>
                  <a:pt x="356" y="312"/>
                </a:cubicBezTo>
                <a:cubicBezTo>
                  <a:pt x="357" y="314"/>
                  <a:pt x="360" y="315"/>
                  <a:pt x="363" y="317"/>
                </a:cubicBezTo>
                <a:cubicBezTo>
                  <a:pt x="375" y="319"/>
                  <a:pt x="388" y="319"/>
                  <a:pt x="403" y="319"/>
                </a:cubicBezTo>
                <a:lnTo>
                  <a:pt x="416" y="319"/>
                </a:lnTo>
                <a:lnTo>
                  <a:pt x="416" y="356"/>
                </a:lnTo>
                <a:lnTo>
                  <a:pt x="409" y="356"/>
                </a:lnTo>
                <a:lnTo>
                  <a:pt x="390" y="356"/>
                </a:lnTo>
                <a:cubicBezTo>
                  <a:pt x="378" y="355"/>
                  <a:pt x="364" y="355"/>
                  <a:pt x="350" y="355"/>
                </a:cubicBezTo>
                <a:cubicBezTo>
                  <a:pt x="335" y="355"/>
                  <a:pt x="325" y="355"/>
                  <a:pt x="319" y="354"/>
                </a:cubicBezTo>
                <a:cubicBezTo>
                  <a:pt x="264" y="354"/>
                  <a:pt x="234" y="355"/>
                  <a:pt x="229" y="356"/>
                </a:cubicBezTo>
                <a:lnTo>
                  <a:pt x="223" y="356"/>
                </a:lnTo>
                <a:lnTo>
                  <a:pt x="223" y="319"/>
                </a:lnTo>
                <a:lnTo>
                  <a:pt x="235" y="319"/>
                </a:lnTo>
                <a:cubicBezTo>
                  <a:pt x="268" y="319"/>
                  <a:pt x="284" y="315"/>
                  <a:pt x="284" y="307"/>
                </a:cubicBezTo>
                <a:cubicBezTo>
                  <a:pt x="285" y="305"/>
                  <a:pt x="285" y="268"/>
                  <a:pt x="285" y="196"/>
                </a:cubicBezTo>
                <a:cubicBezTo>
                  <a:pt x="285" y="123"/>
                  <a:pt x="284" y="85"/>
                  <a:pt x="284" y="80"/>
                </a:cubicBezTo>
                <a:cubicBezTo>
                  <a:pt x="280" y="64"/>
                  <a:pt x="275" y="53"/>
                  <a:pt x="268" y="46"/>
                </a:cubicBezTo>
                <a:cubicBezTo>
                  <a:pt x="260" y="38"/>
                  <a:pt x="254" y="34"/>
                  <a:pt x="248" y="32"/>
                </a:cubicBezTo>
                <a:cubicBezTo>
                  <a:pt x="243" y="30"/>
                  <a:pt x="236" y="30"/>
                  <a:pt x="227" y="30"/>
                </a:cubicBezTo>
                <a:cubicBezTo>
                  <a:pt x="203" y="30"/>
                  <a:pt x="182" y="39"/>
                  <a:pt x="164" y="58"/>
                </a:cubicBezTo>
                <a:cubicBezTo>
                  <a:pt x="149" y="73"/>
                  <a:pt x="140" y="88"/>
                  <a:pt x="136" y="103"/>
                </a:cubicBezTo>
                <a:cubicBezTo>
                  <a:pt x="133" y="118"/>
                  <a:pt x="131" y="140"/>
                  <a:pt x="130" y="170"/>
                </a:cubicBezTo>
                <a:lnTo>
                  <a:pt x="130" y="221"/>
                </a:lnTo>
                <a:lnTo>
                  <a:pt x="130" y="270"/>
                </a:lnTo>
                <a:cubicBezTo>
                  <a:pt x="130" y="286"/>
                  <a:pt x="130" y="296"/>
                  <a:pt x="131" y="302"/>
                </a:cubicBezTo>
                <a:cubicBezTo>
                  <a:pt x="131" y="307"/>
                  <a:pt x="132" y="311"/>
                  <a:pt x="133" y="312"/>
                </a:cubicBezTo>
                <a:cubicBezTo>
                  <a:pt x="134" y="314"/>
                  <a:pt x="137" y="315"/>
                  <a:pt x="140" y="317"/>
                </a:cubicBezTo>
                <a:cubicBezTo>
                  <a:pt x="152" y="319"/>
                  <a:pt x="165" y="319"/>
                  <a:pt x="180" y="319"/>
                </a:cubicBezTo>
                <a:lnTo>
                  <a:pt x="193" y="319"/>
                </a:lnTo>
                <a:lnTo>
                  <a:pt x="193" y="356"/>
                </a:lnTo>
                <a:lnTo>
                  <a:pt x="186" y="356"/>
                </a:lnTo>
                <a:lnTo>
                  <a:pt x="168" y="356"/>
                </a:lnTo>
                <a:cubicBezTo>
                  <a:pt x="155" y="355"/>
                  <a:pt x="141" y="355"/>
                  <a:pt x="127" y="355"/>
                </a:cubicBezTo>
                <a:cubicBezTo>
                  <a:pt x="112" y="355"/>
                  <a:pt x="102" y="355"/>
                  <a:pt x="96" y="354"/>
                </a:cubicBezTo>
                <a:cubicBezTo>
                  <a:pt x="41" y="354"/>
                  <a:pt x="11" y="355"/>
                  <a:pt x="6" y="356"/>
                </a:cubicBezTo>
                <a:lnTo>
                  <a:pt x="0" y="356"/>
                </a:lnTo>
                <a:lnTo>
                  <a:pt x="0" y="319"/>
                </a:lnTo>
                <a:lnTo>
                  <a:pt x="12" y="319"/>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765" name=""/>
          <p:cNvSpPr/>
          <p:nvPr/>
        </p:nvSpPr>
        <p:spPr>
          <a:xfrm>
            <a:off x="2029320" y="2723040"/>
            <a:ext cx="145800" cy="184680"/>
          </a:xfrm>
          <a:custGeom>
            <a:avLst/>
            <a:gdLst/>
            <a:ahLst/>
            <a:rect l="0" t="0" r="r" b="b"/>
            <a:pathLst>
              <a:path w="405" h="513">
                <a:moveTo>
                  <a:pt x="13" y="476"/>
                </a:moveTo>
                <a:lnTo>
                  <a:pt x="24" y="476"/>
                </a:lnTo>
                <a:cubicBezTo>
                  <a:pt x="45" y="476"/>
                  <a:pt x="58" y="472"/>
                  <a:pt x="62" y="464"/>
                </a:cubicBezTo>
                <a:lnTo>
                  <a:pt x="62" y="458"/>
                </a:lnTo>
                <a:cubicBezTo>
                  <a:pt x="62" y="454"/>
                  <a:pt x="62" y="449"/>
                  <a:pt x="62" y="443"/>
                </a:cubicBezTo>
                <a:cubicBezTo>
                  <a:pt x="62" y="436"/>
                  <a:pt x="62" y="428"/>
                  <a:pt x="62" y="418"/>
                </a:cubicBezTo>
                <a:cubicBezTo>
                  <a:pt x="62" y="409"/>
                  <a:pt x="62" y="398"/>
                  <a:pt x="63" y="387"/>
                </a:cubicBezTo>
                <a:cubicBezTo>
                  <a:pt x="63" y="376"/>
                  <a:pt x="63" y="363"/>
                  <a:pt x="63" y="351"/>
                </a:cubicBezTo>
                <a:cubicBezTo>
                  <a:pt x="62" y="338"/>
                  <a:pt x="62" y="325"/>
                  <a:pt x="63" y="311"/>
                </a:cubicBezTo>
                <a:cubicBezTo>
                  <a:pt x="63" y="297"/>
                  <a:pt x="63" y="284"/>
                  <a:pt x="63" y="270"/>
                </a:cubicBezTo>
                <a:cubicBezTo>
                  <a:pt x="63" y="252"/>
                  <a:pt x="63" y="233"/>
                  <a:pt x="63" y="213"/>
                </a:cubicBezTo>
                <a:cubicBezTo>
                  <a:pt x="63" y="193"/>
                  <a:pt x="63" y="175"/>
                  <a:pt x="63" y="160"/>
                </a:cubicBezTo>
                <a:cubicBezTo>
                  <a:pt x="63" y="144"/>
                  <a:pt x="63" y="130"/>
                  <a:pt x="63" y="117"/>
                </a:cubicBezTo>
                <a:cubicBezTo>
                  <a:pt x="63" y="104"/>
                  <a:pt x="62" y="94"/>
                  <a:pt x="62" y="86"/>
                </a:cubicBezTo>
                <a:cubicBezTo>
                  <a:pt x="61" y="78"/>
                  <a:pt x="61" y="74"/>
                  <a:pt x="62" y="73"/>
                </a:cubicBezTo>
                <a:cubicBezTo>
                  <a:pt x="60" y="63"/>
                  <a:pt x="57" y="56"/>
                  <a:pt x="51" y="53"/>
                </a:cubicBezTo>
                <a:cubicBezTo>
                  <a:pt x="45" y="50"/>
                  <a:pt x="33" y="47"/>
                  <a:pt x="14" y="46"/>
                </a:cubicBezTo>
                <a:lnTo>
                  <a:pt x="0" y="46"/>
                </a:lnTo>
                <a:lnTo>
                  <a:pt x="0" y="27"/>
                </a:lnTo>
                <a:cubicBezTo>
                  <a:pt x="0" y="15"/>
                  <a:pt x="0" y="9"/>
                  <a:pt x="2" y="9"/>
                </a:cubicBezTo>
                <a:lnTo>
                  <a:pt x="10" y="8"/>
                </a:lnTo>
                <a:cubicBezTo>
                  <a:pt x="15" y="7"/>
                  <a:pt x="23" y="7"/>
                  <a:pt x="33" y="6"/>
                </a:cubicBezTo>
                <a:cubicBezTo>
                  <a:pt x="43" y="6"/>
                  <a:pt x="53" y="5"/>
                  <a:pt x="63" y="5"/>
                </a:cubicBezTo>
                <a:cubicBezTo>
                  <a:pt x="72" y="4"/>
                  <a:pt x="82" y="4"/>
                  <a:pt x="92" y="3"/>
                </a:cubicBezTo>
                <a:cubicBezTo>
                  <a:pt x="103" y="2"/>
                  <a:pt x="111" y="2"/>
                  <a:pt x="117" y="1"/>
                </a:cubicBezTo>
                <a:cubicBezTo>
                  <a:pt x="122" y="0"/>
                  <a:pt x="125" y="-1"/>
                  <a:pt x="125" y="0"/>
                </a:cubicBezTo>
                <a:lnTo>
                  <a:pt x="128" y="0"/>
                </a:lnTo>
                <a:lnTo>
                  <a:pt x="128" y="21"/>
                </a:lnTo>
                <a:lnTo>
                  <a:pt x="129" y="42"/>
                </a:lnTo>
                <a:lnTo>
                  <a:pt x="135" y="36"/>
                </a:lnTo>
                <a:cubicBezTo>
                  <a:pt x="167" y="12"/>
                  <a:pt x="204" y="1"/>
                  <a:pt x="247" y="1"/>
                </a:cubicBezTo>
                <a:cubicBezTo>
                  <a:pt x="291" y="1"/>
                  <a:pt x="328" y="18"/>
                  <a:pt x="358" y="52"/>
                </a:cubicBezTo>
                <a:cubicBezTo>
                  <a:pt x="389" y="86"/>
                  <a:pt x="404" y="130"/>
                  <a:pt x="405" y="182"/>
                </a:cubicBezTo>
                <a:cubicBezTo>
                  <a:pt x="405" y="236"/>
                  <a:pt x="387" y="280"/>
                  <a:pt x="353" y="314"/>
                </a:cubicBezTo>
                <a:cubicBezTo>
                  <a:pt x="318" y="347"/>
                  <a:pt x="278" y="364"/>
                  <a:pt x="234" y="364"/>
                </a:cubicBezTo>
                <a:cubicBezTo>
                  <a:pt x="197" y="364"/>
                  <a:pt x="165" y="353"/>
                  <a:pt x="137" y="329"/>
                </a:cubicBezTo>
                <a:lnTo>
                  <a:pt x="130" y="323"/>
                </a:lnTo>
                <a:lnTo>
                  <a:pt x="130" y="393"/>
                </a:lnTo>
                <a:lnTo>
                  <a:pt x="130" y="438"/>
                </a:lnTo>
                <a:cubicBezTo>
                  <a:pt x="130" y="452"/>
                  <a:pt x="131" y="461"/>
                  <a:pt x="132" y="464"/>
                </a:cubicBezTo>
                <a:cubicBezTo>
                  <a:pt x="133" y="468"/>
                  <a:pt x="136" y="470"/>
                  <a:pt x="141" y="473"/>
                </a:cubicBezTo>
                <a:cubicBezTo>
                  <a:pt x="152" y="475"/>
                  <a:pt x="165" y="476"/>
                  <a:pt x="180" y="476"/>
                </a:cubicBezTo>
                <a:lnTo>
                  <a:pt x="193" y="476"/>
                </a:lnTo>
                <a:lnTo>
                  <a:pt x="193" y="513"/>
                </a:lnTo>
                <a:lnTo>
                  <a:pt x="187" y="513"/>
                </a:lnTo>
                <a:lnTo>
                  <a:pt x="167" y="512"/>
                </a:lnTo>
                <a:cubicBezTo>
                  <a:pt x="155" y="511"/>
                  <a:pt x="142" y="511"/>
                  <a:pt x="127" y="511"/>
                </a:cubicBezTo>
                <a:cubicBezTo>
                  <a:pt x="113" y="511"/>
                  <a:pt x="102" y="511"/>
                  <a:pt x="97" y="510"/>
                </a:cubicBezTo>
                <a:cubicBezTo>
                  <a:pt x="41" y="510"/>
                  <a:pt x="11" y="511"/>
                  <a:pt x="6" y="513"/>
                </a:cubicBezTo>
                <a:lnTo>
                  <a:pt x="0" y="513"/>
                </a:lnTo>
                <a:lnTo>
                  <a:pt x="0" y="476"/>
                </a:lnTo>
                <a:lnTo>
                  <a:pt x="13" y="476"/>
                </a:lnTo>
                <a:moveTo>
                  <a:pt x="326" y="180"/>
                </a:moveTo>
                <a:cubicBezTo>
                  <a:pt x="326" y="140"/>
                  <a:pt x="317" y="106"/>
                  <a:pt x="299" y="76"/>
                </a:cubicBezTo>
                <a:cubicBezTo>
                  <a:pt x="280" y="47"/>
                  <a:pt x="258" y="32"/>
                  <a:pt x="230" y="32"/>
                </a:cubicBezTo>
                <a:cubicBezTo>
                  <a:pt x="191" y="32"/>
                  <a:pt x="158" y="49"/>
                  <a:pt x="130" y="84"/>
                </a:cubicBezTo>
                <a:lnTo>
                  <a:pt x="130" y="277"/>
                </a:lnTo>
                <a:cubicBezTo>
                  <a:pt x="152" y="315"/>
                  <a:pt x="182" y="335"/>
                  <a:pt x="221" y="335"/>
                </a:cubicBezTo>
                <a:cubicBezTo>
                  <a:pt x="249" y="335"/>
                  <a:pt x="273" y="320"/>
                  <a:pt x="294" y="291"/>
                </a:cubicBezTo>
                <a:cubicBezTo>
                  <a:pt x="315" y="262"/>
                  <a:pt x="326" y="225"/>
                  <a:pt x="326" y="180"/>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766" name=""/>
          <p:cNvSpPr/>
          <p:nvPr/>
        </p:nvSpPr>
        <p:spPr>
          <a:xfrm>
            <a:off x="2192040" y="2649960"/>
            <a:ext cx="69120" cy="201240"/>
          </a:xfrm>
          <a:custGeom>
            <a:avLst/>
            <a:gdLst/>
            <a:ahLst/>
            <a:rect l="0" t="0" r="r" b="b"/>
            <a:pathLst>
              <a:path w="192" h="559">
                <a:moveTo>
                  <a:pt x="13" y="522"/>
                </a:moveTo>
                <a:lnTo>
                  <a:pt x="24" y="522"/>
                </a:lnTo>
                <a:cubicBezTo>
                  <a:pt x="45" y="522"/>
                  <a:pt x="58" y="519"/>
                  <a:pt x="62" y="511"/>
                </a:cubicBezTo>
                <a:lnTo>
                  <a:pt x="62" y="505"/>
                </a:lnTo>
                <a:cubicBezTo>
                  <a:pt x="62" y="500"/>
                  <a:pt x="62" y="494"/>
                  <a:pt x="62" y="486"/>
                </a:cubicBezTo>
                <a:cubicBezTo>
                  <a:pt x="62" y="479"/>
                  <a:pt x="62" y="470"/>
                  <a:pt x="62" y="460"/>
                </a:cubicBezTo>
                <a:cubicBezTo>
                  <a:pt x="62" y="449"/>
                  <a:pt x="62" y="438"/>
                  <a:pt x="63" y="425"/>
                </a:cubicBezTo>
                <a:cubicBezTo>
                  <a:pt x="64" y="412"/>
                  <a:pt x="64" y="399"/>
                  <a:pt x="63" y="385"/>
                </a:cubicBezTo>
                <a:cubicBezTo>
                  <a:pt x="62" y="371"/>
                  <a:pt x="62" y="356"/>
                  <a:pt x="63" y="341"/>
                </a:cubicBezTo>
                <a:cubicBezTo>
                  <a:pt x="64" y="325"/>
                  <a:pt x="64" y="310"/>
                  <a:pt x="63" y="295"/>
                </a:cubicBezTo>
                <a:cubicBezTo>
                  <a:pt x="63" y="275"/>
                  <a:pt x="63" y="254"/>
                  <a:pt x="63" y="232"/>
                </a:cubicBezTo>
                <a:cubicBezTo>
                  <a:pt x="63" y="210"/>
                  <a:pt x="63" y="190"/>
                  <a:pt x="63" y="171"/>
                </a:cubicBezTo>
                <a:cubicBezTo>
                  <a:pt x="63" y="152"/>
                  <a:pt x="63" y="136"/>
                  <a:pt x="63" y="122"/>
                </a:cubicBezTo>
                <a:cubicBezTo>
                  <a:pt x="63" y="108"/>
                  <a:pt x="63" y="97"/>
                  <a:pt x="62" y="87"/>
                </a:cubicBezTo>
                <a:cubicBezTo>
                  <a:pt x="62" y="77"/>
                  <a:pt x="62" y="73"/>
                  <a:pt x="62" y="73"/>
                </a:cubicBezTo>
                <a:cubicBezTo>
                  <a:pt x="61" y="63"/>
                  <a:pt x="57" y="56"/>
                  <a:pt x="51" y="53"/>
                </a:cubicBezTo>
                <a:cubicBezTo>
                  <a:pt x="45" y="50"/>
                  <a:pt x="33" y="47"/>
                  <a:pt x="15" y="46"/>
                </a:cubicBezTo>
                <a:lnTo>
                  <a:pt x="0" y="46"/>
                </a:lnTo>
                <a:lnTo>
                  <a:pt x="0" y="27"/>
                </a:lnTo>
                <a:cubicBezTo>
                  <a:pt x="0" y="15"/>
                  <a:pt x="1" y="9"/>
                  <a:pt x="2" y="9"/>
                </a:cubicBezTo>
                <a:lnTo>
                  <a:pt x="10" y="8"/>
                </a:lnTo>
                <a:cubicBezTo>
                  <a:pt x="15" y="7"/>
                  <a:pt x="23" y="7"/>
                  <a:pt x="33" y="6"/>
                </a:cubicBezTo>
                <a:cubicBezTo>
                  <a:pt x="43" y="6"/>
                  <a:pt x="53" y="5"/>
                  <a:pt x="63" y="5"/>
                </a:cubicBezTo>
                <a:cubicBezTo>
                  <a:pt x="72" y="4"/>
                  <a:pt x="82" y="4"/>
                  <a:pt x="94" y="3"/>
                </a:cubicBezTo>
                <a:cubicBezTo>
                  <a:pt x="104" y="3"/>
                  <a:pt x="113" y="2"/>
                  <a:pt x="118" y="1"/>
                </a:cubicBezTo>
                <a:cubicBezTo>
                  <a:pt x="123" y="0"/>
                  <a:pt x="126" y="-1"/>
                  <a:pt x="127" y="0"/>
                </a:cubicBezTo>
                <a:lnTo>
                  <a:pt x="129" y="0"/>
                </a:lnTo>
                <a:lnTo>
                  <a:pt x="129" y="254"/>
                </a:lnTo>
                <a:cubicBezTo>
                  <a:pt x="129" y="425"/>
                  <a:pt x="129" y="510"/>
                  <a:pt x="130" y="511"/>
                </a:cubicBezTo>
                <a:cubicBezTo>
                  <a:pt x="132" y="515"/>
                  <a:pt x="135" y="518"/>
                  <a:pt x="140" y="520"/>
                </a:cubicBezTo>
                <a:cubicBezTo>
                  <a:pt x="151" y="522"/>
                  <a:pt x="164" y="522"/>
                  <a:pt x="179" y="522"/>
                </a:cubicBezTo>
                <a:lnTo>
                  <a:pt x="192" y="522"/>
                </a:lnTo>
                <a:lnTo>
                  <a:pt x="192" y="559"/>
                </a:lnTo>
                <a:lnTo>
                  <a:pt x="185" y="559"/>
                </a:lnTo>
                <a:lnTo>
                  <a:pt x="167" y="559"/>
                </a:lnTo>
                <a:cubicBezTo>
                  <a:pt x="155" y="558"/>
                  <a:pt x="141" y="558"/>
                  <a:pt x="128" y="558"/>
                </a:cubicBezTo>
                <a:cubicBezTo>
                  <a:pt x="114" y="558"/>
                  <a:pt x="103" y="558"/>
                  <a:pt x="97" y="557"/>
                </a:cubicBezTo>
                <a:cubicBezTo>
                  <a:pt x="91" y="557"/>
                  <a:pt x="79" y="557"/>
                  <a:pt x="65" y="557"/>
                </a:cubicBezTo>
                <a:cubicBezTo>
                  <a:pt x="51" y="558"/>
                  <a:pt x="38" y="558"/>
                  <a:pt x="25" y="559"/>
                </a:cubicBezTo>
                <a:lnTo>
                  <a:pt x="7" y="559"/>
                </a:lnTo>
                <a:lnTo>
                  <a:pt x="0" y="559"/>
                </a:lnTo>
                <a:lnTo>
                  <a:pt x="0" y="522"/>
                </a:lnTo>
                <a:lnTo>
                  <a:pt x="13" y="522"/>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767" name=""/>
          <p:cNvSpPr/>
          <p:nvPr/>
        </p:nvSpPr>
        <p:spPr>
          <a:xfrm>
            <a:off x="2273400" y="2721240"/>
            <a:ext cx="112320" cy="133200"/>
          </a:xfrm>
          <a:custGeom>
            <a:avLst/>
            <a:gdLst/>
            <a:ahLst/>
            <a:rect l="0" t="0" r="r" b="b"/>
            <a:pathLst>
              <a:path w="312" h="370">
                <a:moveTo>
                  <a:pt x="0" y="186"/>
                </a:moveTo>
                <a:cubicBezTo>
                  <a:pt x="0" y="157"/>
                  <a:pt x="5" y="130"/>
                  <a:pt x="16" y="106"/>
                </a:cubicBezTo>
                <a:cubicBezTo>
                  <a:pt x="26" y="81"/>
                  <a:pt x="40" y="62"/>
                  <a:pt x="56" y="47"/>
                </a:cubicBezTo>
                <a:cubicBezTo>
                  <a:pt x="73" y="32"/>
                  <a:pt x="90" y="21"/>
                  <a:pt x="109" y="13"/>
                </a:cubicBezTo>
                <a:cubicBezTo>
                  <a:pt x="128" y="5"/>
                  <a:pt x="146" y="0"/>
                  <a:pt x="162" y="0"/>
                </a:cubicBezTo>
                <a:cubicBezTo>
                  <a:pt x="191" y="0"/>
                  <a:pt x="215" y="5"/>
                  <a:pt x="236" y="15"/>
                </a:cubicBezTo>
                <a:cubicBezTo>
                  <a:pt x="256" y="25"/>
                  <a:pt x="271" y="38"/>
                  <a:pt x="282" y="56"/>
                </a:cubicBezTo>
                <a:cubicBezTo>
                  <a:pt x="293" y="73"/>
                  <a:pt x="300" y="90"/>
                  <a:pt x="305" y="107"/>
                </a:cubicBezTo>
                <a:cubicBezTo>
                  <a:pt x="309" y="124"/>
                  <a:pt x="311" y="143"/>
                  <a:pt x="312" y="164"/>
                </a:cubicBezTo>
                <a:cubicBezTo>
                  <a:pt x="312" y="168"/>
                  <a:pt x="310" y="172"/>
                  <a:pt x="306" y="176"/>
                </a:cubicBezTo>
                <a:lnTo>
                  <a:pt x="79" y="176"/>
                </a:lnTo>
                <a:lnTo>
                  <a:pt x="79" y="188"/>
                </a:lnTo>
                <a:cubicBezTo>
                  <a:pt x="79" y="267"/>
                  <a:pt x="106" y="315"/>
                  <a:pt x="160" y="332"/>
                </a:cubicBezTo>
                <a:cubicBezTo>
                  <a:pt x="171" y="336"/>
                  <a:pt x="182" y="337"/>
                  <a:pt x="195" y="337"/>
                </a:cubicBezTo>
                <a:cubicBezTo>
                  <a:pt x="218" y="337"/>
                  <a:pt x="237" y="329"/>
                  <a:pt x="253" y="312"/>
                </a:cubicBezTo>
                <a:cubicBezTo>
                  <a:pt x="262" y="302"/>
                  <a:pt x="270" y="291"/>
                  <a:pt x="275" y="278"/>
                </a:cubicBezTo>
                <a:lnTo>
                  <a:pt x="283" y="258"/>
                </a:lnTo>
                <a:cubicBezTo>
                  <a:pt x="285" y="257"/>
                  <a:pt x="289" y="256"/>
                  <a:pt x="296" y="256"/>
                </a:cubicBezTo>
                <a:lnTo>
                  <a:pt x="298" y="256"/>
                </a:lnTo>
                <a:cubicBezTo>
                  <a:pt x="307" y="256"/>
                  <a:pt x="312" y="259"/>
                  <a:pt x="312" y="264"/>
                </a:cubicBezTo>
                <a:cubicBezTo>
                  <a:pt x="312" y="266"/>
                  <a:pt x="311" y="270"/>
                  <a:pt x="310" y="275"/>
                </a:cubicBezTo>
                <a:cubicBezTo>
                  <a:pt x="299" y="304"/>
                  <a:pt x="282" y="327"/>
                  <a:pt x="259" y="345"/>
                </a:cubicBezTo>
                <a:cubicBezTo>
                  <a:pt x="235" y="362"/>
                  <a:pt x="209" y="370"/>
                  <a:pt x="179" y="370"/>
                </a:cubicBezTo>
                <a:cubicBezTo>
                  <a:pt x="128" y="370"/>
                  <a:pt x="86" y="352"/>
                  <a:pt x="51" y="315"/>
                </a:cubicBezTo>
                <a:cubicBezTo>
                  <a:pt x="17" y="278"/>
                  <a:pt x="0" y="235"/>
                  <a:pt x="0" y="186"/>
                </a:cubicBezTo>
                <a:moveTo>
                  <a:pt x="246" y="140"/>
                </a:moveTo>
                <a:cubicBezTo>
                  <a:pt x="240" y="71"/>
                  <a:pt x="215" y="35"/>
                  <a:pt x="170" y="31"/>
                </a:cubicBezTo>
                <a:lnTo>
                  <a:pt x="168" y="31"/>
                </a:lnTo>
                <a:cubicBezTo>
                  <a:pt x="164" y="31"/>
                  <a:pt x="159" y="31"/>
                  <a:pt x="155" y="32"/>
                </a:cubicBezTo>
                <a:cubicBezTo>
                  <a:pt x="151" y="32"/>
                  <a:pt x="144" y="34"/>
                  <a:pt x="135" y="38"/>
                </a:cubicBezTo>
                <a:cubicBezTo>
                  <a:pt x="126" y="42"/>
                  <a:pt x="118" y="47"/>
                  <a:pt x="112" y="55"/>
                </a:cubicBezTo>
                <a:cubicBezTo>
                  <a:pt x="105" y="62"/>
                  <a:pt x="99" y="73"/>
                  <a:pt x="93" y="88"/>
                </a:cubicBezTo>
                <a:cubicBezTo>
                  <a:pt x="87" y="102"/>
                  <a:pt x="83" y="120"/>
                  <a:pt x="80" y="141"/>
                </a:cubicBezTo>
                <a:lnTo>
                  <a:pt x="80" y="147"/>
                </a:lnTo>
                <a:lnTo>
                  <a:pt x="246" y="147"/>
                </a:lnTo>
                <a:lnTo>
                  <a:pt x="246" y="140"/>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768" name=""/>
          <p:cNvSpPr/>
          <p:nvPr/>
        </p:nvSpPr>
        <p:spPr>
          <a:xfrm>
            <a:off x="1593000" y="2981160"/>
            <a:ext cx="90360" cy="184680"/>
          </a:xfrm>
          <a:custGeom>
            <a:avLst/>
            <a:gdLst/>
            <a:ahLst/>
            <a:rect l="0" t="0" r="r" b="b"/>
            <a:pathLst>
              <a:path w="251" h="513">
                <a:moveTo>
                  <a:pt x="6" y="194"/>
                </a:moveTo>
                <a:cubicBezTo>
                  <a:pt x="2" y="191"/>
                  <a:pt x="0" y="188"/>
                  <a:pt x="0" y="186"/>
                </a:cubicBezTo>
                <a:cubicBezTo>
                  <a:pt x="0" y="184"/>
                  <a:pt x="1" y="180"/>
                  <a:pt x="2" y="174"/>
                </a:cubicBezTo>
                <a:cubicBezTo>
                  <a:pt x="4" y="166"/>
                  <a:pt x="5" y="162"/>
                  <a:pt x="6" y="161"/>
                </a:cubicBezTo>
                <a:cubicBezTo>
                  <a:pt x="8" y="159"/>
                  <a:pt x="10" y="157"/>
                  <a:pt x="14" y="157"/>
                </a:cubicBezTo>
                <a:cubicBezTo>
                  <a:pt x="17" y="157"/>
                  <a:pt x="31" y="157"/>
                  <a:pt x="55" y="156"/>
                </a:cubicBezTo>
                <a:lnTo>
                  <a:pt x="97" y="156"/>
                </a:lnTo>
                <a:lnTo>
                  <a:pt x="113" y="92"/>
                </a:lnTo>
                <a:cubicBezTo>
                  <a:pt x="114" y="86"/>
                  <a:pt x="116" y="78"/>
                  <a:pt x="118" y="69"/>
                </a:cubicBezTo>
                <a:cubicBezTo>
                  <a:pt x="120" y="59"/>
                  <a:pt x="122" y="52"/>
                  <a:pt x="124" y="48"/>
                </a:cubicBezTo>
                <a:cubicBezTo>
                  <a:pt x="126" y="44"/>
                  <a:pt x="127" y="38"/>
                  <a:pt x="129" y="32"/>
                </a:cubicBezTo>
                <a:cubicBezTo>
                  <a:pt x="130" y="25"/>
                  <a:pt x="133" y="21"/>
                  <a:pt x="135" y="18"/>
                </a:cubicBezTo>
                <a:cubicBezTo>
                  <a:pt x="138" y="15"/>
                  <a:pt x="141" y="12"/>
                  <a:pt x="143" y="8"/>
                </a:cubicBezTo>
                <a:cubicBezTo>
                  <a:pt x="146" y="5"/>
                  <a:pt x="150" y="2"/>
                  <a:pt x="155" y="1"/>
                </a:cubicBezTo>
                <a:cubicBezTo>
                  <a:pt x="159" y="0"/>
                  <a:pt x="164" y="0"/>
                  <a:pt x="169" y="0"/>
                </a:cubicBezTo>
                <a:cubicBezTo>
                  <a:pt x="179" y="0"/>
                  <a:pt x="185" y="3"/>
                  <a:pt x="189" y="8"/>
                </a:cubicBezTo>
                <a:cubicBezTo>
                  <a:pt x="193" y="14"/>
                  <a:pt x="195" y="19"/>
                  <a:pt x="195" y="24"/>
                </a:cubicBezTo>
                <a:cubicBezTo>
                  <a:pt x="195" y="27"/>
                  <a:pt x="192" y="40"/>
                  <a:pt x="188" y="61"/>
                </a:cubicBezTo>
                <a:cubicBezTo>
                  <a:pt x="183" y="83"/>
                  <a:pt x="177" y="104"/>
                  <a:pt x="171" y="125"/>
                </a:cubicBezTo>
                <a:lnTo>
                  <a:pt x="163" y="155"/>
                </a:lnTo>
                <a:cubicBezTo>
                  <a:pt x="163" y="156"/>
                  <a:pt x="177" y="156"/>
                  <a:pt x="205" y="156"/>
                </a:cubicBezTo>
                <a:lnTo>
                  <a:pt x="246" y="156"/>
                </a:lnTo>
                <a:cubicBezTo>
                  <a:pt x="249" y="160"/>
                  <a:pt x="251" y="163"/>
                  <a:pt x="251" y="165"/>
                </a:cubicBezTo>
                <a:cubicBezTo>
                  <a:pt x="251" y="178"/>
                  <a:pt x="248" y="187"/>
                  <a:pt x="241" y="194"/>
                </a:cubicBezTo>
                <a:lnTo>
                  <a:pt x="154" y="194"/>
                </a:lnTo>
                <a:lnTo>
                  <a:pt x="125" y="311"/>
                </a:lnTo>
                <a:cubicBezTo>
                  <a:pt x="104" y="397"/>
                  <a:pt x="93" y="443"/>
                  <a:pt x="93" y="450"/>
                </a:cubicBezTo>
                <a:cubicBezTo>
                  <a:pt x="93" y="472"/>
                  <a:pt x="101" y="483"/>
                  <a:pt x="115" y="483"/>
                </a:cubicBezTo>
                <a:cubicBezTo>
                  <a:pt x="134" y="483"/>
                  <a:pt x="152" y="474"/>
                  <a:pt x="170" y="456"/>
                </a:cubicBezTo>
                <a:cubicBezTo>
                  <a:pt x="188" y="438"/>
                  <a:pt x="203" y="415"/>
                  <a:pt x="213" y="388"/>
                </a:cubicBezTo>
                <a:cubicBezTo>
                  <a:pt x="215" y="385"/>
                  <a:pt x="216" y="383"/>
                  <a:pt x="217" y="383"/>
                </a:cubicBezTo>
                <a:cubicBezTo>
                  <a:pt x="219" y="382"/>
                  <a:pt x="223" y="382"/>
                  <a:pt x="230" y="381"/>
                </a:cubicBezTo>
                <a:lnTo>
                  <a:pt x="233" y="381"/>
                </a:lnTo>
                <a:cubicBezTo>
                  <a:pt x="241" y="381"/>
                  <a:pt x="245" y="383"/>
                  <a:pt x="245" y="388"/>
                </a:cubicBezTo>
                <a:cubicBezTo>
                  <a:pt x="245" y="389"/>
                  <a:pt x="244" y="392"/>
                  <a:pt x="242" y="397"/>
                </a:cubicBezTo>
                <a:cubicBezTo>
                  <a:pt x="240" y="406"/>
                  <a:pt x="235" y="416"/>
                  <a:pt x="228" y="428"/>
                </a:cubicBezTo>
                <a:cubicBezTo>
                  <a:pt x="221" y="440"/>
                  <a:pt x="212" y="452"/>
                  <a:pt x="201" y="466"/>
                </a:cubicBezTo>
                <a:cubicBezTo>
                  <a:pt x="188" y="479"/>
                  <a:pt x="175" y="490"/>
                  <a:pt x="159" y="499"/>
                </a:cubicBezTo>
                <a:cubicBezTo>
                  <a:pt x="142" y="509"/>
                  <a:pt x="126" y="513"/>
                  <a:pt x="109" y="513"/>
                </a:cubicBezTo>
                <a:cubicBezTo>
                  <a:pt x="93" y="513"/>
                  <a:pt x="78" y="509"/>
                  <a:pt x="64" y="501"/>
                </a:cubicBezTo>
                <a:cubicBezTo>
                  <a:pt x="49" y="493"/>
                  <a:pt x="39" y="479"/>
                  <a:pt x="32" y="459"/>
                </a:cubicBezTo>
                <a:cubicBezTo>
                  <a:pt x="31" y="455"/>
                  <a:pt x="31" y="448"/>
                  <a:pt x="31" y="437"/>
                </a:cubicBezTo>
                <a:lnTo>
                  <a:pt x="31" y="423"/>
                </a:lnTo>
                <a:lnTo>
                  <a:pt x="59" y="310"/>
                </a:lnTo>
                <a:cubicBezTo>
                  <a:pt x="78" y="235"/>
                  <a:pt x="87" y="197"/>
                  <a:pt x="88" y="196"/>
                </a:cubicBezTo>
                <a:cubicBezTo>
                  <a:pt x="88" y="195"/>
                  <a:pt x="74" y="194"/>
                  <a:pt x="47" y="194"/>
                </a:cubicBezTo>
                <a:lnTo>
                  <a:pt x="6" y="194"/>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769" name=""/>
          <p:cNvSpPr/>
          <p:nvPr/>
        </p:nvSpPr>
        <p:spPr>
          <a:xfrm>
            <a:off x="2551320" y="2901600"/>
            <a:ext cx="273240" cy="96480"/>
          </a:xfrm>
          <a:custGeom>
            <a:avLst/>
            <a:gdLst/>
            <a:ahLst/>
            <a:rect l="0" t="0" r="r" b="b"/>
            <a:pathLst>
              <a:path w="759" h="268">
                <a:moveTo>
                  <a:pt x="0" y="23"/>
                </a:moveTo>
                <a:cubicBezTo>
                  <a:pt x="0" y="13"/>
                  <a:pt x="5" y="6"/>
                  <a:pt x="15" y="0"/>
                </a:cubicBezTo>
                <a:lnTo>
                  <a:pt x="741" y="0"/>
                </a:lnTo>
                <a:cubicBezTo>
                  <a:pt x="753" y="6"/>
                  <a:pt x="759" y="14"/>
                  <a:pt x="759" y="23"/>
                </a:cubicBezTo>
                <a:cubicBezTo>
                  <a:pt x="759" y="31"/>
                  <a:pt x="753" y="39"/>
                  <a:pt x="743" y="45"/>
                </a:cubicBezTo>
                <a:lnTo>
                  <a:pt x="381" y="46"/>
                </a:lnTo>
                <a:lnTo>
                  <a:pt x="18" y="46"/>
                </a:lnTo>
                <a:cubicBezTo>
                  <a:pt x="6" y="42"/>
                  <a:pt x="0" y="35"/>
                  <a:pt x="0" y="23"/>
                </a:cubicBezTo>
                <a:moveTo>
                  <a:pt x="0" y="245"/>
                </a:moveTo>
                <a:cubicBezTo>
                  <a:pt x="0" y="234"/>
                  <a:pt x="6" y="226"/>
                  <a:pt x="18" y="222"/>
                </a:cubicBezTo>
                <a:lnTo>
                  <a:pt x="743" y="222"/>
                </a:lnTo>
                <a:cubicBezTo>
                  <a:pt x="753" y="230"/>
                  <a:pt x="759" y="237"/>
                  <a:pt x="759" y="245"/>
                </a:cubicBezTo>
                <a:cubicBezTo>
                  <a:pt x="759" y="255"/>
                  <a:pt x="753" y="262"/>
                  <a:pt x="741" y="268"/>
                </a:cubicBezTo>
                <a:lnTo>
                  <a:pt x="15" y="268"/>
                </a:lnTo>
                <a:cubicBezTo>
                  <a:pt x="5" y="262"/>
                  <a:pt x="0" y="255"/>
                  <a:pt x="0" y="245"/>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770" name=""/>
          <p:cNvSpPr/>
          <p:nvPr/>
        </p:nvSpPr>
        <p:spPr>
          <a:xfrm>
            <a:off x="2965680" y="2772360"/>
            <a:ext cx="257760" cy="280440"/>
          </a:xfrm>
          <a:custGeom>
            <a:avLst/>
            <a:gdLst/>
            <a:ahLst/>
            <a:rect l="0" t="0" r="r" b="b"/>
            <a:pathLst>
              <a:path w="716" h="779">
                <a:moveTo>
                  <a:pt x="0" y="19"/>
                </a:moveTo>
                <a:cubicBezTo>
                  <a:pt x="0" y="12"/>
                  <a:pt x="5" y="6"/>
                  <a:pt x="14" y="0"/>
                </a:cubicBezTo>
                <a:lnTo>
                  <a:pt x="649" y="0"/>
                </a:lnTo>
                <a:cubicBezTo>
                  <a:pt x="655" y="2"/>
                  <a:pt x="659" y="6"/>
                  <a:pt x="661" y="12"/>
                </a:cubicBezTo>
                <a:lnTo>
                  <a:pt x="661" y="108"/>
                </a:lnTo>
                <a:cubicBezTo>
                  <a:pt x="661" y="164"/>
                  <a:pt x="661" y="197"/>
                  <a:pt x="659" y="206"/>
                </a:cubicBezTo>
                <a:cubicBezTo>
                  <a:pt x="658" y="215"/>
                  <a:pt x="652" y="219"/>
                  <a:pt x="641" y="219"/>
                </a:cubicBezTo>
                <a:cubicBezTo>
                  <a:pt x="635" y="219"/>
                  <a:pt x="630" y="217"/>
                  <a:pt x="627" y="214"/>
                </a:cubicBezTo>
                <a:cubicBezTo>
                  <a:pt x="624" y="210"/>
                  <a:pt x="621" y="202"/>
                  <a:pt x="618" y="189"/>
                </a:cubicBezTo>
                <a:cubicBezTo>
                  <a:pt x="616" y="159"/>
                  <a:pt x="601" y="131"/>
                  <a:pt x="575" y="106"/>
                </a:cubicBezTo>
                <a:cubicBezTo>
                  <a:pt x="551" y="81"/>
                  <a:pt x="524" y="64"/>
                  <a:pt x="493" y="55"/>
                </a:cubicBezTo>
                <a:cubicBezTo>
                  <a:pt x="462" y="47"/>
                  <a:pt x="422" y="42"/>
                  <a:pt x="373" y="40"/>
                </a:cubicBezTo>
                <a:lnTo>
                  <a:pt x="307" y="40"/>
                </a:lnTo>
                <a:cubicBezTo>
                  <a:pt x="295" y="49"/>
                  <a:pt x="288" y="59"/>
                  <a:pt x="287" y="71"/>
                </a:cubicBezTo>
                <a:cubicBezTo>
                  <a:pt x="285" y="84"/>
                  <a:pt x="284" y="132"/>
                  <a:pt x="282" y="217"/>
                </a:cubicBezTo>
                <a:lnTo>
                  <a:pt x="282" y="356"/>
                </a:lnTo>
                <a:lnTo>
                  <a:pt x="302" y="356"/>
                </a:lnTo>
                <a:cubicBezTo>
                  <a:pt x="341" y="352"/>
                  <a:pt x="372" y="344"/>
                  <a:pt x="394" y="332"/>
                </a:cubicBezTo>
                <a:cubicBezTo>
                  <a:pt x="416" y="320"/>
                  <a:pt x="433" y="302"/>
                  <a:pt x="446" y="277"/>
                </a:cubicBezTo>
                <a:cubicBezTo>
                  <a:pt x="458" y="246"/>
                  <a:pt x="464" y="221"/>
                  <a:pt x="464" y="201"/>
                </a:cubicBezTo>
                <a:cubicBezTo>
                  <a:pt x="464" y="184"/>
                  <a:pt x="471" y="175"/>
                  <a:pt x="483" y="175"/>
                </a:cubicBezTo>
                <a:cubicBezTo>
                  <a:pt x="489" y="175"/>
                  <a:pt x="495" y="178"/>
                  <a:pt x="500" y="184"/>
                </a:cubicBezTo>
                <a:cubicBezTo>
                  <a:pt x="503" y="187"/>
                  <a:pt x="504" y="248"/>
                  <a:pt x="504" y="366"/>
                </a:cubicBezTo>
                <a:cubicBezTo>
                  <a:pt x="504" y="387"/>
                  <a:pt x="504" y="411"/>
                  <a:pt x="504" y="438"/>
                </a:cubicBezTo>
                <a:cubicBezTo>
                  <a:pt x="504" y="464"/>
                  <a:pt x="505" y="483"/>
                  <a:pt x="505" y="490"/>
                </a:cubicBezTo>
                <a:cubicBezTo>
                  <a:pt x="505" y="517"/>
                  <a:pt x="504" y="535"/>
                  <a:pt x="502" y="542"/>
                </a:cubicBezTo>
                <a:cubicBezTo>
                  <a:pt x="500" y="550"/>
                  <a:pt x="494" y="554"/>
                  <a:pt x="484" y="554"/>
                </a:cubicBezTo>
                <a:cubicBezTo>
                  <a:pt x="471" y="555"/>
                  <a:pt x="464" y="547"/>
                  <a:pt x="464" y="531"/>
                </a:cubicBezTo>
                <a:cubicBezTo>
                  <a:pt x="464" y="514"/>
                  <a:pt x="459" y="494"/>
                  <a:pt x="449" y="471"/>
                </a:cubicBezTo>
                <a:cubicBezTo>
                  <a:pt x="427" y="426"/>
                  <a:pt x="380" y="401"/>
                  <a:pt x="310" y="396"/>
                </a:cubicBezTo>
                <a:lnTo>
                  <a:pt x="282" y="396"/>
                </a:lnTo>
                <a:lnTo>
                  <a:pt x="282" y="549"/>
                </a:lnTo>
                <a:cubicBezTo>
                  <a:pt x="283" y="570"/>
                  <a:pt x="283" y="595"/>
                  <a:pt x="283" y="626"/>
                </a:cubicBezTo>
                <a:cubicBezTo>
                  <a:pt x="284" y="672"/>
                  <a:pt x="285" y="700"/>
                  <a:pt x="287" y="709"/>
                </a:cubicBezTo>
                <a:cubicBezTo>
                  <a:pt x="288" y="718"/>
                  <a:pt x="294" y="727"/>
                  <a:pt x="303" y="735"/>
                </a:cubicBezTo>
                <a:cubicBezTo>
                  <a:pt x="305" y="736"/>
                  <a:pt x="307" y="738"/>
                  <a:pt x="307" y="738"/>
                </a:cubicBezTo>
                <a:lnTo>
                  <a:pt x="363" y="738"/>
                </a:lnTo>
                <a:cubicBezTo>
                  <a:pt x="416" y="738"/>
                  <a:pt x="460" y="733"/>
                  <a:pt x="497" y="721"/>
                </a:cubicBezTo>
                <a:cubicBezTo>
                  <a:pt x="590" y="689"/>
                  <a:pt x="648" y="640"/>
                  <a:pt x="672" y="574"/>
                </a:cubicBezTo>
                <a:cubicBezTo>
                  <a:pt x="674" y="556"/>
                  <a:pt x="681" y="547"/>
                  <a:pt x="695" y="547"/>
                </a:cubicBezTo>
                <a:cubicBezTo>
                  <a:pt x="701" y="547"/>
                  <a:pt x="705" y="549"/>
                  <a:pt x="709" y="554"/>
                </a:cubicBezTo>
                <a:cubicBezTo>
                  <a:pt x="713" y="558"/>
                  <a:pt x="715" y="564"/>
                  <a:pt x="716" y="570"/>
                </a:cubicBezTo>
                <a:cubicBezTo>
                  <a:pt x="714" y="571"/>
                  <a:pt x="708" y="605"/>
                  <a:pt x="698" y="670"/>
                </a:cubicBezTo>
                <a:cubicBezTo>
                  <a:pt x="686" y="735"/>
                  <a:pt x="678" y="770"/>
                  <a:pt x="674" y="775"/>
                </a:cubicBezTo>
                <a:lnTo>
                  <a:pt x="669" y="779"/>
                </a:lnTo>
                <a:lnTo>
                  <a:pt x="14" y="779"/>
                </a:lnTo>
                <a:cubicBezTo>
                  <a:pt x="5" y="775"/>
                  <a:pt x="0" y="768"/>
                  <a:pt x="0" y="760"/>
                </a:cubicBezTo>
                <a:cubicBezTo>
                  <a:pt x="0" y="745"/>
                  <a:pt x="15" y="738"/>
                  <a:pt x="44" y="738"/>
                </a:cubicBezTo>
                <a:cubicBezTo>
                  <a:pt x="76" y="736"/>
                  <a:pt x="93" y="730"/>
                  <a:pt x="97" y="719"/>
                </a:cubicBezTo>
                <a:cubicBezTo>
                  <a:pt x="101" y="713"/>
                  <a:pt x="102" y="603"/>
                  <a:pt x="102" y="389"/>
                </a:cubicBezTo>
                <a:cubicBezTo>
                  <a:pt x="102" y="176"/>
                  <a:pt x="101" y="65"/>
                  <a:pt x="97" y="58"/>
                </a:cubicBezTo>
                <a:cubicBezTo>
                  <a:pt x="92" y="48"/>
                  <a:pt x="75" y="42"/>
                  <a:pt x="44" y="40"/>
                </a:cubicBezTo>
                <a:cubicBezTo>
                  <a:pt x="15" y="40"/>
                  <a:pt x="0" y="33"/>
                  <a:pt x="0" y="19"/>
                </a:cubicBezTo>
                <a:moveTo>
                  <a:pt x="142" y="389"/>
                </a:moveTo>
                <a:cubicBezTo>
                  <a:pt x="142" y="549"/>
                  <a:pt x="142" y="645"/>
                  <a:pt x="141" y="677"/>
                </a:cubicBezTo>
                <a:cubicBezTo>
                  <a:pt x="140" y="709"/>
                  <a:pt x="138" y="728"/>
                  <a:pt x="134" y="736"/>
                </a:cubicBezTo>
                <a:cubicBezTo>
                  <a:pt x="134" y="737"/>
                  <a:pt x="133" y="738"/>
                  <a:pt x="133" y="738"/>
                </a:cubicBezTo>
                <a:lnTo>
                  <a:pt x="254" y="738"/>
                </a:lnTo>
                <a:cubicBezTo>
                  <a:pt x="252" y="734"/>
                  <a:pt x="251" y="729"/>
                  <a:pt x="249" y="723"/>
                </a:cubicBezTo>
                <a:lnTo>
                  <a:pt x="244" y="709"/>
                </a:lnTo>
                <a:lnTo>
                  <a:pt x="244" y="68"/>
                </a:lnTo>
                <a:lnTo>
                  <a:pt x="249" y="54"/>
                </a:lnTo>
                <a:lnTo>
                  <a:pt x="254" y="40"/>
                </a:lnTo>
                <a:lnTo>
                  <a:pt x="133" y="40"/>
                </a:lnTo>
                <a:cubicBezTo>
                  <a:pt x="136" y="45"/>
                  <a:pt x="137" y="49"/>
                  <a:pt x="138" y="51"/>
                </a:cubicBezTo>
                <a:cubicBezTo>
                  <a:pt x="139" y="53"/>
                  <a:pt x="139" y="66"/>
                  <a:pt x="140" y="91"/>
                </a:cubicBezTo>
                <a:cubicBezTo>
                  <a:pt x="141" y="115"/>
                  <a:pt x="142" y="148"/>
                  <a:pt x="142" y="189"/>
                </a:cubicBezTo>
                <a:cubicBezTo>
                  <a:pt x="143" y="230"/>
                  <a:pt x="143" y="296"/>
                  <a:pt x="142" y="389"/>
                </a:cubicBezTo>
                <a:moveTo>
                  <a:pt x="620" y="91"/>
                </a:moveTo>
                <a:lnTo>
                  <a:pt x="620" y="40"/>
                </a:lnTo>
                <a:lnTo>
                  <a:pt x="560" y="40"/>
                </a:lnTo>
                <a:cubicBezTo>
                  <a:pt x="560" y="41"/>
                  <a:pt x="564" y="44"/>
                  <a:pt x="573" y="50"/>
                </a:cubicBezTo>
                <a:cubicBezTo>
                  <a:pt x="582" y="54"/>
                  <a:pt x="592" y="61"/>
                  <a:pt x="603" y="73"/>
                </a:cubicBezTo>
                <a:lnTo>
                  <a:pt x="620" y="91"/>
                </a:lnTo>
                <a:moveTo>
                  <a:pt x="464" y="416"/>
                </a:moveTo>
                <a:lnTo>
                  <a:pt x="464" y="325"/>
                </a:lnTo>
                <a:lnTo>
                  <a:pt x="449" y="341"/>
                </a:lnTo>
                <a:cubicBezTo>
                  <a:pt x="439" y="351"/>
                  <a:pt x="430" y="359"/>
                  <a:pt x="419" y="364"/>
                </a:cubicBezTo>
                <a:lnTo>
                  <a:pt x="403" y="373"/>
                </a:lnTo>
                <a:cubicBezTo>
                  <a:pt x="408" y="377"/>
                  <a:pt x="414" y="380"/>
                  <a:pt x="421" y="383"/>
                </a:cubicBezTo>
                <a:cubicBezTo>
                  <a:pt x="435" y="393"/>
                  <a:pt x="445" y="400"/>
                  <a:pt x="452" y="404"/>
                </a:cubicBezTo>
                <a:lnTo>
                  <a:pt x="464" y="416"/>
                </a:lnTo>
                <a:moveTo>
                  <a:pt x="649" y="709"/>
                </a:moveTo>
                <a:lnTo>
                  <a:pt x="653" y="678"/>
                </a:lnTo>
                <a:cubicBezTo>
                  <a:pt x="653" y="678"/>
                  <a:pt x="651" y="680"/>
                  <a:pt x="649" y="684"/>
                </a:cubicBezTo>
                <a:cubicBezTo>
                  <a:pt x="630" y="700"/>
                  <a:pt x="609" y="714"/>
                  <a:pt x="585" y="726"/>
                </a:cubicBezTo>
                <a:lnTo>
                  <a:pt x="568" y="736"/>
                </a:lnTo>
                <a:lnTo>
                  <a:pt x="603" y="738"/>
                </a:lnTo>
                <a:lnTo>
                  <a:pt x="643" y="738"/>
                </a:lnTo>
                <a:cubicBezTo>
                  <a:pt x="643" y="738"/>
                  <a:pt x="644" y="736"/>
                  <a:pt x="644" y="734"/>
                </a:cubicBezTo>
                <a:cubicBezTo>
                  <a:pt x="645" y="731"/>
                  <a:pt x="646" y="728"/>
                  <a:pt x="647" y="722"/>
                </a:cubicBezTo>
                <a:cubicBezTo>
                  <a:pt x="647" y="717"/>
                  <a:pt x="648" y="712"/>
                  <a:pt x="649" y="709"/>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771" name=""/>
          <p:cNvSpPr/>
          <p:nvPr/>
        </p:nvSpPr>
        <p:spPr>
          <a:xfrm>
            <a:off x="3252960" y="2943000"/>
            <a:ext cx="90720" cy="185040"/>
          </a:xfrm>
          <a:custGeom>
            <a:avLst/>
            <a:gdLst/>
            <a:ahLst/>
            <a:rect l="0" t="0" r="r" b="b"/>
            <a:pathLst>
              <a:path w="252" h="514">
                <a:moveTo>
                  <a:pt x="6" y="194"/>
                </a:moveTo>
                <a:cubicBezTo>
                  <a:pt x="2" y="191"/>
                  <a:pt x="0" y="188"/>
                  <a:pt x="0" y="186"/>
                </a:cubicBezTo>
                <a:cubicBezTo>
                  <a:pt x="0" y="184"/>
                  <a:pt x="1" y="180"/>
                  <a:pt x="3" y="173"/>
                </a:cubicBezTo>
                <a:cubicBezTo>
                  <a:pt x="4" y="167"/>
                  <a:pt x="6" y="163"/>
                  <a:pt x="7" y="162"/>
                </a:cubicBezTo>
                <a:cubicBezTo>
                  <a:pt x="8" y="160"/>
                  <a:pt x="10" y="158"/>
                  <a:pt x="14" y="158"/>
                </a:cubicBezTo>
                <a:cubicBezTo>
                  <a:pt x="18" y="158"/>
                  <a:pt x="32" y="158"/>
                  <a:pt x="55" y="157"/>
                </a:cubicBezTo>
                <a:lnTo>
                  <a:pt x="99" y="157"/>
                </a:lnTo>
                <a:lnTo>
                  <a:pt x="114" y="93"/>
                </a:lnTo>
                <a:cubicBezTo>
                  <a:pt x="116" y="87"/>
                  <a:pt x="118" y="79"/>
                  <a:pt x="120" y="70"/>
                </a:cubicBezTo>
                <a:cubicBezTo>
                  <a:pt x="122" y="60"/>
                  <a:pt x="124" y="53"/>
                  <a:pt x="125" y="49"/>
                </a:cubicBezTo>
                <a:cubicBezTo>
                  <a:pt x="127" y="44"/>
                  <a:pt x="129" y="39"/>
                  <a:pt x="130" y="33"/>
                </a:cubicBezTo>
                <a:cubicBezTo>
                  <a:pt x="132" y="26"/>
                  <a:pt x="134" y="22"/>
                  <a:pt x="137" y="19"/>
                </a:cubicBezTo>
                <a:cubicBezTo>
                  <a:pt x="139" y="16"/>
                  <a:pt x="142" y="13"/>
                  <a:pt x="145" y="9"/>
                </a:cubicBezTo>
                <a:cubicBezTo>
                  <a:pt x="147" y="6"/>
                  <a:pt x="151" y="3"/>
                  <a:pt x="156" y="2"/>
                </a:cubicBezTo>
                <a:cubicBezTo>
                  <a:pt x="161" y="1"/>
                  <a:pt x="166" y="0"/>
                  <a:pt x="170" y="0"/>
                </a:cubicBezTo>
                <a:cubicBezTo>
                  <a:pt x="180" y="1"/>
                  <a:pt x="187" y="4"/>
                  <a:pt x="191" y="9"/>
                </a:cubicBezTo>
                <a:cubicBezTo>
                  <a:pt x="194" y="15"/>
                  <a:pt x="196" y="20"/>
                  <a:pt x="196" y="25"/>
                </a:cubicBezTo>
                <a:cubicBezTo>
                  <a:pt x="196" y="28"/>
                  <a:pt x="194" y="41"/>
                  <a:pt x="189" y="62"/>
                </a:cubicBezTo>
                <a:cubicBezTo>
                  <a:pt x="184" y="84"/>
                  <a:pt x="179" y="105"/>
                  <a:pt x="173" y="126"/>
                </a:cubicBezTo>
                <a:lnTo>
                  <a:pt x="165" y="156"/>
                </a:lnTo>
                <a:cubicBezTo>
                  <a:pt x="165" y="157"/>
                  <a:pt x="178" y="157"/>
                  <a:pt x="205" y="157"/>
                </a:cubicBezTo>
                <a:lnTo>
                  <a:pt x="246" y="157"/>
                </a:lnTo>
                <a:cubicBezTo>
                  <a:pt x="250" y="161"/>
                  <a:pt x="252" y="164"/>
                  <a:pt x="252" y="166"/>
                </a:cubicBezTo>
                <a:cubicBezTo>
                  <a:pt x="252" y="178"/>
                  <a:pt x="248" y="187"/>
                  <a:pt x="241" y="194"/>
                </a:cubicBezTo>
                <a:lnTo>
                  <a:pt x="155" y="194"/>
                </a:lnTo>
                <a:lnTo>
                  <a:pt x="126" y="312"/>
                </a:lnTo>
                <a:cubicBezTo>
                  <a:pt x="105" y="398"/>
                  <a:pt x="95" y="444"/>
                  <a:pt x="95" y="451"/>
                </a:cubicBezTo>
                <a:cubicBezTo>
                  <a:pt x="95" y="473"/>
                  <a:pt x="102" y="484"/>
                  <a:pt x="117" y="484"/>
                </a:cubicBezTo>
                <a:cubicBezTo>
                  <a:pt x="135" y="484"/>
                  <a:pt x="154" y="475"/>
                  <a:pt x="171" y="457"/>
                </a:cubicBezTo>
                <a:cubicBezTo>
                  <a:pt x="189" y="439"/>
                  <a:pt x="203" y="416"/>
                  <a:pt x="214" y="389"/>
                </a:cubicBezTo>
                <a:cubicBezTo>
                  <a:pt x="215" y="386"/>
                  <a:pt x="216" y="384"/>
                  <a:pt x="218" y="384"/>
                </a:cubicBezTo>
                <a:cubicBezTo>
                  <a:pt x="220" y="383"/>
                  <a:pt x="224" y="383"/>
                  <a:pt x="230" y="382"/>
                </a:cubicBezTo>
                <a:lnTo>
                  <a:pt x="233" y="382"/>
                </a:lnTo>
                <a:cubicBezTo>
                  <a:pt x="241" y="382"/>
                  <a:pt x="245" y="384"/>
                  <a:pt x="245" y="389"/>
                </a:cubicBezTo>
                <a:cubicBezTo>
                  <a:pt x="245" y="390"/>
                  <a:pt x="244" y="393"/>
                  <a:pt x="243" y="398"/>
                </a:cubicBezTo>
                <a:cubicBezTo>
                  <a:pt x="240" y="407"/>
                  <a:pt x="235" y="417"/>
                  <a:pt x="228" y="429"/>
                </a:cubicBezTo>
                <a:cubicBezTo>
                  <a:pt x="221" y="441"/>
                  <a:pt x="212" y="453"/>
                  <a:pt x="201" y="467"/>
                </a:cubicBezTo>
                <a:cubicBezTo>
                  <a:pt x="190" y="480"/>
                  <a:pt x="176" y="491"/>
                  <a:pt x="160" y="500"/>
                </a:cubicBezTo>
                <a:cubicBezTo>
                  <a:pt x="144" y="510"/>
                  <a:pt x="128" y="514"/>
                  <a:pt x="111" y="514"/>
                </a:cubicBezTo>
                <a:cubicBezTo>
                  <a:pt x="95" y="514"/>
                  <a:pt x="79" y="510"/>
                  <a:pt x="64" y="502"/>
                </a:cubicBezTo>
                <a:cubicBezTo>
                  <a:pt x="50" y="494"/>
                  <a:pt x="39" y="480"/>
                  <a:pt x="33" y="460"/>
                </a:cubicBezTo>
                <a:cubicBezTo>
                  <a:pt x="32" y="456"/>
                  <a:pt x="31" y="449"/>
                  <a:pt x="31" y="438"/>
                </a:cubicBezTo>
                <a:lnTo>
                  <a:pt x="31" y="424"/>
                </a:lnTo>
                <a:lnTo>
                  <a:pt x="59" y="311"/>
                </a:lnTo>
                <a:cubicBezTo>
                  <a:pt x="78" y="235"/>
                  <a:pt x="88" y="197"/>
                  <a:pt x="88" y="196"/>
                </a:cubicBezTo>
                <a:cubicBezTo>
                  <a:pt x="88" y="195"/>
                  <a:pt x="74" y="194"/>
                  <a:pt x="47" y="194"/>
                </a:cubicBezTo>
                <a:lnTo>
                  <a:pt x="6" y="194"/>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772" name=""/>
          <p:cNvSpPr/>
          <p:nvPr/>
        </p:nvSpPr>
        <p:spPr>
          <a:xfrm>
            <a:off x="3368160" y="3018240"/>
            <a:ext cx="193680" cy="68040"/>
          </a:xfrm>
          <a:custGeom>
            <a:avLst/>
            <a:gdLst/>
            <a:ahLst/>
            <a:rect l="0" t="0" r="r" b="b"/>
            <a:pathLst>
              <a:path w="538" h="189">
                <a:moveTo>
                  <a:pt x="0" y="162"/>
                </a:moveTo>
                <a:cubicBezTo>
                  <a:pt x="0" y="121"/>
                  <a:pt x="12" y="84"/>
                  <a:pt x="38" y="51"/>
                </a:cubicBezTo>
                <a:cubicBezTo>
                  <a:pt x="63" y="17"/>
                  <a:pt x="95" y="0"/>
                  <a:pt x="135" y="0"/>
                </a:cubicBezTo>
                <a:cubicBezTo>
                  <a:pt x="156" y="0"/>
                  <a:pt x="176" y="5"/>
                  <a:pt x="195" y="14"/>
                </a:cubicBezTo>
                <a:cubicBezTo>
                  <a:pt x="214" y="24"/>
                  <a:pt x="232" y="36"/>
                  <a:pt x="248" y="51"/>
                </a:cubicBezTo>
                <a:cubicBezTo>
                  <a:pt x="264" y="65"/>
                  <a:pt x="280" y="79"/>
                  <a:pt x="295" y="92"/>
                </a:cubicBezTo>
                <a:cubicBezTo>
                  <a:pt x="311" y="106"/>
                  <a:pt x="328" y="118"/>
                  <a:pt x="346" y="128"/>
                </a:cubicBezTo>
                <a:cubicBezTo>
                  <a:pt x="364" y="138"/>
                  <a:pt x="383" y="143"/>
                  <a:pt x="402" y="143"/>
                </a:cubicBezTo>
                <a:cubicBezTo>
                  <a:pt x="436" y="143"/>
                  <a:pt x="463" y="131"/>
                  <a:pt x="484" y="105"/>
                </a:cubicBezTo>
                <a:cubicBezTo>
                  <a:pt x="505" y="80"/>
                  <a:pt x="515" y="53"/>
                  <a:pt x="515" y="23"/>
                </a:cubicBezTo>
                <a:cubicBezTo>
                  <a:pt x="515" y="17"/>
                  <a:pt x="516" y="11"/>
                  <a:pt x="518" y="7"/>
                </a:cubicBezTo>
                <a:cubicBezTo>
                  <a:pt x="521" y="3"/>
                  <a:pt x="523" y="0"/>
                  <a:pt x="526" y="0"/>
                </a:cubicBezTo>
                <a:cubicBezTo>
                  <a:pt x="534" y="0"/>
                  <a:pt x="538" y="9"/>
                  <a:pt x="538" y="26"/>
                </a:cubicBezTo>
                <a:cubicBezTo>
                  <a:pt x="538" y="66"/>
                  <a:pt x="526" y="103"/>
                  <a:pt x="501" y="137"/>
                </a:cubicBezTo>
                <a:cubicBezTo>
                  <a:pt x="477" y="171"/>
                  <a:pt x="446" y="188"/>
                  <a:pt x="409" y="188"/>
                </a:cubicBezTo>
                <a:lnTo>
                  <a:pt x="402" y="188"/>
                </a:lnTo>
                <a:cubicBezTo>
                  <a:pt x="383" y="188"/>
                  <a:pt x="363" y="184"/>
                  <a:pt x="344" y="174"/>
                </a:cubicBezTo>
                <a:cubicBezTo>
                  <a:pt x="324" y="163"/>
                  <a:pt x="306" y="151"/>
                  <a:pt x="290" y="138"/>
                </a:cubicBezTo>
                <a:cubicBezTo>
                  <a:pt x="273" y="124"/>
                  <a:pt x="257" y="110"/>
                  <a:pt x="242" y="96"/>
                </a:cubicBezTo>
                <a:cubicBezTo>
                  <a:pt x="227" y="82"/>
                  <a:pt x="210" y="70"/>
                  <a:pt x="192" y="59"/>
                </a:cubicBezTo>
                <a:cubicBezTo>
                  <a:pt x="173" y="49"/>
                  <a:pt x="154" y="44"/>
                  <a:pt x="136" y="45"/>
                </a:cubicBezTo>
                <a:cubicBezTo>
                  <a:pt x="113" y="45"/>
                  <a:pt x="92" y="52"/>
                  <a:pt x="73" y="65"/>
                </a:cubicBezTo>
                <a:cubicBezTo>
                  <a:pt x="54" y="81"/>
                  <a:pt x="41" y="99"/>
                  <a:pt x="34" y="120"/>
                </a:cubicBezTo>
                <a:cubicBezTo>
                  <a:pt x="27" y="141"/>
                  <a:pt x="22" y="157"/>
                  <a:pt x="20" y="171"/>
                </a:cubicBezTo>
                <a:cubicBezTo>
                  <a:pt x="18" y="183"/>
                  <a:pt x="15" y="189"/>
                  <a:pt x="11" y="189"/>
                </a:cubicBezTo>
                <a:cubicBezTo>
                  <a:pt x="4" y="189"/>
                  <a:pt x="0" y="180"/>
                  <a:pt x="0" y="162"/>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773" name=""/>
          <p:cNvSpPr/>
          <p:nvPr/>
        </p:nvSpPr>
        <p:spPr>
          <a:xfrm>
            <a:off x="3611880" y="2907360"/>
            <a:ext cx="39960" cy="289800"/>
          </a:xfrm>
          <a:custGeom>
            <a:avLst/>
            <a:gdLst/>
            <a:ahLst/>
            <a:rect l="0" t="0" r="r" b="b"/>
            <a:pathLst>
              <a:path w="111" h="805">
                <a:moveTo>
                  <a:pt x="0" y="805"/>
                </a:moveTo>
                <a:lnTo>
                  <a:pt x="0" y="0"/>
                </a:lnTo>
                <a:lnTo>
                  <a:pt x="111" y="0"/>
                </a:lnTo>
                <a:lnTo>
                  <a:pt x="111" y="32"/>
                </a:lnTo>
                <a:lnTo>
                  <a:pt x="33" y="32"/>
                </a:lnTo>
                <a:lnTo>
                  <a:pt x="33" y="773"/>
                </a:lnTo>
                <a:lnTo>
                  <a:pt x="111" y="773"/>
                </a:lnTo>
                <a:lnTo>
                  <a:pt x="111" y="805"/>
                </a:lnTo>
                <a:lnTo>
                  <a:pt x="0" y="805"/>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774" name=""/>
          <p:cNvSpPr/>
          <p:nvPr/>
        </p:nvSpPr>
        <p:spPr>
          <a:xfrm>
            <a:off x="3682080" y="2931480"/>
            <a:ext cx="100080" cy="193320"/>
          </a:xfrm>
          <a:custGeom>
            <a:avLst/>
            <a:gdLst/>
            <a:ahLst/>
            <a:rect l="0" t="0" r="r" b="b"/>
            <a:pathLst>
              <a:path w="278" h="537">
                <a:moveTo>
                  <a:pt x="105" y="71"/>
                </a:moveTo>
                <a:lnTo>
                  <a:pt x="94" y="75"/>
                </a:lnTo>
                <a:cubicBezTo>
                  <a:pt x="87" y="78"/>
                  <a:pt x="76" y="80"/>
                  <a:pt x="62" y="83"/>
                </a:cubicBezTo>
                <a:cubicBezTo>
                  <a:pt x="48" y="86"/>
                  <a:pt x="33" y="88"/>
                  <a:pt x="16" y="89"/>
                </a:cubicBezTo>
                <a:lnTo>
                  <a:pt x="0" y="89"/>
                </a:lnTo>
                <a:lnTo>
                  <a:pt x="0" y="52"/>
                </a:lnTo>
                <a:lnTo>
                  <a:pt x="16" y="52"/>
                </a:lnTo>
                <a:cubicBezTo>
                  <a:pt x="41" y="51"/>
                  <a:pt x="64" y="47"/>
                  <a:pt x="86" y="40"/>
                </a:cubicBezTo>
                <a:cubicBezTo>
                  <a:pt x="107" y="33"/>
                  <a:pt x="123" y="26"/>
                  <a:pt x="132" y="20"/>
                </a:cubicBezTo>
                <a:cubicBezTo>
                  <a:pt x="140" y="14"/>
                  <a:pt x="148" y="9"/>
                  <a:pt x="154" y="3"/>
                </a:cubicBezTo>
                <a:cubicBezTo>
                  <a:pt x="155" y="1"/>
                  <a:pt x="158" y="0"/>
                  <a:pt x="164" y="0"/>
                </a:cubicBezTo>
                <a:cubicBezTo>
                  <a:pt x="169" y="0"/>
                  <a:pt x="173" y="2"/>
                  <a:pt x="177" y="5"/>
                </a:cubicBezTo>
                <a:lnTo>
                  <a:pt x="177" y="247"/>
                </a:lnTo>
                <a:lnTo>
                  <a:pt x="178" y="488"/>
                </a:lnTo>
                <a:cubicBezTo>
                  <a:pt x="182" y="492"/>
                  <a:pt x="185" y="494"/>
                  <a:pt x="188" y="495"/>
                </a:cubicBezTo>
                <a:cubicBezTo>
                  <a:pt x="191" y="496"/>
                  <a:pt x="197" y="498"/>
                  <a:pt x="207" y="499"/>
                </a:cubicBezTo>
                <a:cubicBezTo>
                  <a:pt x="217" y="500"/>
                  <a:pt x="234" y="500"/>
                  <a:pt x="257" y="500"/>
                </a:cubicBezTo>
                <a:lnTo>
                  <a:pt x="278" y="500"/>
                </a:lnTo>
                <a:lnTo>
                  <a:pt x="278" y="537"/>
                </a:lnTo>
                <a:lnTo>
                  <a:pt x="269" y="537"/>
                </a:lnTo>
                <a:cubicBezTo>
                  <a:pt x="258" y="536"/>
                  <a:pt x="215" y="535"/>
                  <a:pt x="141" y="535"/>
                </a:cubicBezTo>
                <a:cubicBezTo>
                  <a:pt x="67" y="535"/>
                  <a:pt x="25" y="536"/>
                  <a:pt x="14" y="537"/>
                </a:cubicBezTo>
                <a:lnTo>
                  <a:pt x="4" y="537"/>
                </a:lnTo>
                <a:lnTo>
                  <a:pt x="4" y="500"/>
                </a:lnTo>
                <a:lnTo>
                  <a:pt x="25" y="500"/>
                </a:lnTo>
                <a:cubicBezTo>
                  <a:pt x="37" y="500"/>
                  <a:pt x="47" y="500"/>
                  <a:pt x="56" y="500"/>
                </a:cubicBezTo>
                <a:cubicBezTo>
                  <a:pt x="64" y="500"/>
                  <a:pt x="71" y="500"/>
                  <a:pt x="76" y="499"/>
                </a:cubicBezTo>
                <a:cubicBezTo>
                  <a:pt x="81" y="499"/>
                  <a:pt x="85" y="498"/>
                  <a:pt x="89" y="497"/>
                </a:cubicBezTo>
                <a:cubicBezTo>
                  <a:pt x="93" y="496"/>
                  <a:pt x="95" y="495"/>
                  <a:pt x="95" y="495"/>
                </a:cubicBezTo>
                <a:cubicBezTo>
                  <a:pt x="96" y="495"/>
                  <a:pt x="97" y="494"/>
                  <a:pt x="100" y="491"/>
                </a:cubicBezTo>
                <a:cubicBezTo>
                  <a:pt x="103" y="489"/>
                  <a:pt x="104" y="488"/>
                  <a:pt x="105" y="488"/>
                </a:cubicBezTo>
                <a:lnTo>
                  <a:pt x="105" y="71"/>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775" name=""/>
          <p:cNvSpPr/>
          <p:nvPr/>
        </p:nvSpPr>
        <p:spPr>
          <a:xfrm>
            <a:off x="3825720" y="3089520"/>
            <a:ext cx="38520" cy="91440"/>
          </a:xfrm>
          <a:custGeom>
            <a:avLst/>
            <a:gdLst/>
            <a:ahLst/>
            <a:rect l="0" t="0" r="r" b="b"/>
            <a:pathLst>
              <a:path w="107" h="254">
                <a:moveTo>
                  <a:pt x="0" y="69"/>
                </a:moveTo>
                <a:cubicBezTo>
                  <a:pt x="0" y="69"/>
                  <a:pt x="0" y="62"/>
                  <a:pt x="0" y="49"/>
                </a:cubicBezTo>
                <a:cubicBezTo>
                  <a:pt x="0" y="36"/>
                  <a:pt x="4" y="24"/>
                  <a:pt x="12" y="14"/>
                </a:cubicBezTo>
                <a:cubicBezTo>
                  <a:pt x="21" y="5"/>
                  <a:pt x="34" y="0"/>
                  <a:pt x="48" y="0"/>
                </a:cubicBezTo>
                <a:cubicBezTo>
                  <a:pt x="63" y="0"/>
                  <a:pt x="77" y="7"/>
                  <a:pt x="88" y="20"/>
                </a:cubicBezTo>
                <a:cubicBezTo>
                  <a:pt x="100" y="33"/>
                  <a:pt x="106" y="57"/>
                  <a:pt x="107" y="91"/>
                </a:cubicBezTo>
                <a:cubicBezTo>
                  <a:pt x="107" y="110"/>
                  <a:pt x="104" y="128"/>
                  <a:pt x="100" y="146"/>
                </a:cubicBezTo>
                <a:cubicBezTo>
                  <a:pt x="95" y="164"/>
                  <a:pt x="89" y="180"/>
                  <a:pt x="83" y="192"/>
                </a:cubicBezTo>
                <a:cubicBezTo>
                  <a:pt x="76" y="205"/>
                  <a:pt x="69" y="216"/>
                  <a:pt x="62" y="225"/>
                </a:cubicBezTo>
                <a:cubicBezTo>
                  <a:pt x="54" y="234"/>
                  <a:pt x="48" y="242"/>
                  <a:pt x="42" y="247"/>
                </a:cubicBezTo>
                <a:cubicBezTo>
                  <a:pt x="37" y="252"/>
                  <a:pt x="34" y="255"/>
                  <a:pt x="32" y="254"/>
                </a:cubicBezTo>
                <a:cubicBezTo>
                  <a:pt x="30" y="254"/>
                  <a:pt x="25" y="252"/>
                  <a:pt x="21" y="247"/>
                </a:cubicBezTo>
                <a:cubicBezTo>
                  <a:pt x="16" y="242"/>
                  <a:pt x="13" y="239"/>
                  <a:pt x="13" y="237"/>
                </a:cubicBezTo>
                <a:cubicBezTo>
                  <a:pt x="13" y="234"/>
                  <a:pt x="16" y="230"/>
                  <a:pt x="22" y="224"/>
                </a:cubicBezTo>
                <a:cubicBezTo>
                  <a:pt x="29" y="217"/>
                  <a:pt x="36" y="209"/>
                  <a:pt x="43" y="200"/>
                </a:cubicBezTo>
                <a:cubicBezTo>
                  <a:pt x="51" y="190"/>
                  <a:pt x="58" y="177"/>
                  <a:pt x="64" y="159"/>
                </a:cubicBezTo>
                <a:cubicBezTo>
                  <a:pt x="71" y="141"/>
                  <a:pt x="75" y="122"/>
                  <a:pt x="77" y="100"/>
                </a:cubicBezTo>
                <a:lnTo>
                  <a:pt x="77" y="90"/>
                </a:lnTo>
                <a:lnTo>
                  <a:pt x="76" y="91"/>
                </a:lnTo>
                <a:cubicBezTo>
                  <a:pt x="75" y="91"/>
                  <a:pt x="74" y="92"/>
                  <a:pt x="72" y="92"/>
                </a:cubicBezTo>
                <a:cubicBezTo>
                  <a:pt x="71" y="93"/>
                  <a:pt x="69" y="94"/>
                  <a:pt x="67" y="95"/>
                </a:cubicBezTo>
                <a:cubicBezTo>
                  <a:pt x="66" y="96"/>
                  <a:pt x="63" y="96"/>
                  <a:pt x="60" y="96"/>
                </a:cubicBezTo>
                <a:cubicBezTo>
                  <a:pt x="57" y="96"/>
                  <a:pt x="54" y="97"/>
                  <a:pt x="50" y="97"/>
                </a:cubicBezTo>
                <a:cubicBezTo>
                  <a:pt x="36" y="97"/>
                  <a:pt x="23" y="93"/>
                  <a:pt x="14" y="84"/>
                </a:cubicBezTo>
                <a:lnTo>
                  <a:pt x="0" y="69"/>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776" name=""/>
          <p:cNvSpPr/>
          <p:nvPr/>
        </p:nvSpPr>
        <p:spPr>
          <a:xfrm>
            <a:off x="3889440" y="2928240"/>
            <a:ext cx="198360" cy="196560"/>
          </a:xfrm>
          <a:custGeom>
            <a:avLst/>
            <a:gdLst/>
            <a:ahLst/>
            <a:rect l="0" t="0" r="r" b="b"/>
            <a:pathLst>
              <a:path w="551" h="546">
                <a:moveTo>
                  <a:pt x="16" y="194"/>
                </a:moveTo>
                <a:cubicBezTo>
                  <a:pt x="6" y="194"/>
                  <a:pt x="0" y="191"/>
                  <a:pt x="0" y="187"/>
                </a:cubicBezTo>
                <a:cubicBezTo>
                  <a:pt x="0" y="184"/>
                  <a:pt x="5" y="169"/>
                  <a:pt x="13" y="142"/>
                </a:cubicBezTo>
                <a:cubicBezTo>
                  <a:pt x="22" y="115"/>
                  <a:pt x="31" y="88"/>
                  <a:pt x="41" y="61"/>
                </a:cubicBezTo>
                <a:lnTo>
                  <a:pt x="54" y="21"/>
                </a:lnTo>
                <a:cubicBezTo>
                  <a:pt x="57" y="12"/>
                  <a:pt x="61" y="5"/>
                  <a:pt x="65" y="0"/>
                </a:cubicBezTo>
                <a:lnTo>
                  <a:pt x="441" y="0"/>
                </a:lnTo>
                <a:lnTo>
                  <a:pt x="515" y="0"/>
                </a:lnTo>
                <a:cubicBezTo>
                  <a:pt x="532" y="0"/>
                  <a:pt x="542" y="1"/>
                  <a:pt x="545" y="1"/>
                </a:cubicBezTo>
                <a:cubicBezTo>
                  <a:pt x="549" y="2"/>
                  <a:pt x="551" y="4"/>
                  <a:pt x="551" y="8"/>
                </a:cubicBezTo>
                <a:cubicBezTo>
                  <a:pt x="551" y="12"/>
                  <a:pt x="547" y="42"/>
                  <a:pt x="537" y="100"/>
                </a:cubicBezTo>
                <a:cubicBezTo>
                  <a:pt x="528" y="158"/>
                  <a:pt x="523" y="187"/>
                  <a:pt x="522" y="188"/>
                </a:cubicBezTo>
                <a:cubicBezTo>
                  <a:pt x="522" y="192"/>
                  <a:pt x="517" y="194"/>
                  <a:pt x="507" y="194"/>
                </a:cubicBezTo>
                <a:cubicBezTo>
                  <a:pt x="502" y="194"/>
                  <a:pt x="499" y="194"/>
                  <a:pt x="497" y="194"/>
                </a:cubicBezTo>
                <a:cubicBezTo>
                  <a:pt x="496" y="194"/>
                  <a:pt x="494" y="192"/>
                  <a:pt x="492" y="190"/>
                </a:cubicBezTo>
                <a:lnTo>
                  <a:pt x="491" y="187"/>
                </a:lnTo>
                <a:cubicBezTo>
                  <a:pt x="491" y="184"/>
                  <a:pt x="492" y="172"/>
                  <a:pt x="496" y="151"/>
                </a:cubicBezTo>
                <a:cubicBezTo>
                  <a:pt x="499" y="130"/>
                  <a:pt x="500" y="114"/>
                  <a:pt x="500" y="102"/>
                </a:cubicBezTo>
                <a:cubicBezTo>
                  <a:pt x="500" y="83"/>
                  <a:pt x="497" y="69"/>
                  <a:pt x="490" y="59"/>
                </a:cubicBezTo>
                <a:cubicBezTo>
                  <a:pt x="483" y="50"/>
                  <a:pt x="468" y="43"/>
                  <a:pt x="445" y="39"/>
                </a:cubicBezTo>
                <a:cubicBezTo>
                  <a:pt x="442" y="39"/>
                  <a:pt x="426" y="38"/>
                  <a:pt x="398" y="37"/>
                </a:cubicBezTo>
                <a:cubicBezTo>
                  <a:pt x="373" y="37"/>
                  <a:pt x="358" y="38"/>
                  <a:pt x="351" y="38"/>
                </a:cubicBezTo>
                <a:cubicBezTo>
                  <a:pt x="345" y="39"/>
                  <a:pt x="340" y="41"/>
                  <a:pt x="337" y="45"/>
                </a:cubicBezTo>
                <a:cubicBezTo>
                  <a:pt x="336" y="45"/>
                  <a:pt x="317" y="120"/>
                  <a:pt x="280" y="269"/>
                </a:cubicBezTo>
                <a:cubicBezTo>
                  <a:pt x="242" y="419"/>
                  <a:pt x="223" y="495"/>
                  <a:pt x="223" y="498"/>
                </a:cubicBezTo>
                <a:cubicBezTo>
                  <a:pt x="223" y="504"/>
                  <a:pt x="247" y="508"/>
                  <a:pt x="294" y="509"/>
                </a:cubicBezTo>
                <a:cubicBezTo>
                  <a:pt x="311" y="509"/>
                  <a:pt x="322" y="509"/>
                  <a:pt x="327" y="510"/>
                </a:cubicBezTo>
                <a:cubicBezTo>
                  <a:pt x="332" y="511"/>
                  <a:pt x="334" y="513"/>
                  <a:pt x="334" y="517"/>
                </a:cubicBezTo>
                <a:cubicBezTo>
                  <a:pt x="334" y="520"/>
                  <a:pt x="334" y="524"/>
                  <a:pt x="332" y="529"/>
                </a:cubicBezTo>
                <a:cubicBezTo>
                  <a:pt x="330" y="538"/>
                  <a:pt x="327" y="544"/>
                  <a:pt x="325" y="545"/>
                </a:cubicBezTo>
                <a:lnTo>
                  <a:pt x="323" y="546"/>
                </a:lnTo>
                <a:cubicBezTo>
                  <a:pt x="322" y="546"/>
                  <a:pt x="320" y="546"/>
                  <a:pt x="318" y="546"/>
                </a:cubicBezTo>
                <a:cubicBezTo>
                  <a:pt x="315" y="546"/>
                  <a:pt x="301" y="546"/>
                  <a:pt x="276" y="545"/>
                </a:cubicBezTo>
                <a:cubicBezTo>
                  <a:pt x="250" y="545"/>
                  <a:pt x="214" y="545"/>
                  <a:pt x="167" y="545"/>
                </a:cubicBezTo>
                <a:cubicBezTo>
                  <a:pt x="98" y="545"/>
                  <a:pt x="54" y="545"/>
                  <a:pt x="35" y="546"/>
                </a:cubicBezTo>
                <a:lnTo>
                  <a:pt x="23" y="546"/>
                </a:lnTo>
                <a:cubicBezTo>
                  <a:pt x="20" y="543"/>
                  <a:pt x="18" y="541"/>
                  <a:pt x="18" y="539"/>
                </a:cubicBezTo>
                <a:cubicBezTo>
                  <a:pt x="18" y="537"/>
                  <a:pt x="19" y="533"/>
                  <a:pt x="20" y="525"/>
                </a:cubicBezTo>
                <a:cubicBezTo>
                  <a:pt x="22" y="518"/>
                  <a:pt x="25" y="512"/>
                  <a:pt x="28" y="509"/>
                </a:cubicBezTo>
                <a:lnTo>
                  <a:pt x="50" y="509"/>
                </a:lnTo>
                <a:lnTo>
                  <a:pt x="59" y="509"/>
                </a:lnTo>
                <a:cubicBezTo>
                  <a:pt x="102" y="509"/>
                  <a:pt x="128" y="507"/>
                  <a:pt x="136" y="502"/>
                </a:cubicBezTo>
                <a:cubicBezTo>
                  <a:pt x="136" y="501"/>
                  <a:pt x="137" y="501"/>
                  <a:pt x="137" y="501"/>
                </a:cubicBezTo>
                <a:cubicBezTo>
                  <a:pt x="140" y="500"/>
                  <a:pt x="143" y="494"/>
                  <a:pt x="145" y="485"/>
                </a:cubicBezTo>
                <a:cubicBezTo>
                  <a:pt x="148" y="476"/>
                  <a:pt x="159" y="434"/>
                  <a:pt x="177" y="359"/>
                </a:cubicBezTo>
                <a:cubicBezTo>
                  <a:pt x="187" y="322"/>
                  <a:pt x="194" y="291"/>
                  <a:pt x="200" y="268"/>
                </a:cubicBezTo>
                <a:cubicBezTo>
                  <a:pt x="238" y="121"/>
                  <a:pt x="256" y="45"/>
                  <a:pt x="256" y="42"/>
                </a:cubicBezTo>
                <a:cubicBezTo>
                  <a:pt x="256" y="40"/>
                  <a:pt x="249" y="38"/>
                  <a:pt x="233" y="38"/>
                </a:cubicBezTo>
                <a:lnTo>
                  <a:pt x="208" y="38"/>
                </a:lnTo>
                <a:cubicBezTo>
                  <a:pt x="172" y="38"/>
                  <a:pt x="149" y="40"/>
                  <a:pt x="137" y="43"/>
                </a:cubicBezTo>
                <a:cubicBezTo>
                  <a:pt x="113" y="48"/>
                  <a:pt x="94" y="59"/>
                  <a:pt x="81" y="76"/>
                </a:cubicBezTo>
                <a:cubicBezTo>
                  <a:pt x="67" y="93"/>
                  <a:pt x="53" y="124"/>
                  <a:pt x="37" y="169"/>
                </a:cubicBezTo>
                <a:cubicBezTo>
                  <a:pt x="34" y="181"/>
                  <a:pt x="31" y="188"/>
                  <a:pt x="29" y="190"/>
                </a:cubicBezTo>
                <a:cubicBezTo>
                  <a:pt x="28" y="192"/>
                  <a:pt x="24" y="194"/>
                  <a:pt x="18" y="194"/>
                </a:cubicBezTo>
                <a:lnTo>
                  <a:pt x="16" y="194"/>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777" name=""/>
          <p:cNvSpPr/>
          <p:nvPr/>
        </p:nvSpPr>
        <p:spPr>
          <a:xfrm>
            <a:off x="4093920" y="2907360"/>
            <a:ext cx="39960" cy="289800"/>
          </a:xfrm>
          <a:custGeom>
            <a:avLst/>
            <a:gdLst/>
            <a:ahLst/>
            <a:rect l="0" t="0" r="r" b="b"/>
            <a:pathLst>
              <a:path w="111" h="805">
                <a:moveTo>
                  <a:pt x="0" y="32"/>
                </a:moveTo>
                <a:lnTo>
                  <a:pt x="0" y="0"/>
                </a:lnTo>
                <a:lnTo>
                  <a:pt x="111" y="0"/>
                </a:lnTo>
                <a:lnTo>
                  <a:pt x="111" y="805"/>
                </a:lnTo>
                <a:lnTo>
                  <a:pt x="0" y="805"/>
                </a:lnTo>
                <a:lnTo>
                  <a:pt x="0" y="773"/>
                </a:lnTo>
                <a:lnTo>
                  <a:pt x="79" y="773"/>
                </a:lnTo>
                <a:lnTo>
                  <a:pt x="79" y="32"/>
                </a:lnTo>
                <a:lnTo>
                  <a:pt x="0" y="32"/>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778" name=""/>
          <p:cNvSpPr/>
          <p:nvPr/>
        </p:nvSpPr>
        <p:spPr>
          <a:xfrm>
            <a:off x="4190760" y="3089520"/>
            <a:ext cx="38520" cy="91440"/>
          </a:xfrm>
          <a:custGeom>
            <a:avLst/>
            <a:gdLst/>
            <a:ahLst/>
            <a:rect l="0" t="0" r="r" b="b"/>
            <a:pathLst>
              <a:path w="107" h="254">
                <a:moveTo>
                  <a:pt x="0" y="69"/>
                </a:moveTo>
                <a:cubicBezTo>
                  <a:pt x="0" y="69"/>
                  <a:pt x="0" y="62"/>
                  <a:pt x="0" y="49"/>
                </a:cubicBezTo>
                <a:cubicBezTo>
                  <a:pt x="0" y="36"/>
                  <a:pt x="4" y="24"/>
                  <a:pt x="12" y="14"/>
                </a:cubicBezTo>
                <a:cubicBezTo>
                  <a:pt x="21" y="5"/>
                  <a:pt x="33" y="0"/>
                  <a:pt x="47" y="0"/>
                </a:cubicBezTo>
                <a:cubicBezTo>
                  <a:pt x="62" y="0"/>
                  <a:pt x="76" y="7"/>
                  <a:pt x="88" y="20"/>
                </a:cubicBezTo>
                <a:cubicBezTo>
                  <a:pt x="100" y="33"/>
                  <a:pt x="106" y="57"/>
                  <a:pt x="107" y="91"/>
                </a:cubicBezTo>
                <a:cubicBezTo>
                  <a:pt x="107" y="110"/>
                  <a:pt x="104" y="128"/>
                  <a:pt x="100" y="146"/>
                </a:cubicBezTo>
                <a:cubicBezTo>
                  <a:pt x="95" y="164"/>
                  <a:pt x="89" y="180"/>
                  <a:pt x="83" y="192"/>
                </a:cubicBezTo>
                <a:cubicBezTo>
                  <a:pt x="76" y="205"/>
                  <a:pt x="68" y="216"/>
                  <a:pt x="61" y="225"/>
                </a:cubicBezTo>
                <a:cubicBezTo>
                  <a:pt x="53" y="234"/>
                  <a:pt x="47" y="242"/>
                  <a:pt x="41" y="247"/>
                </a:cubicBezTo>
                <a:cubicBezTo>
                  <a:pt x="36" y="252"/>
                  <a:pt x="33" y="255"/>
                  <a:pt x="31" y="254"/>
                </a:cubicBezTo>
                <a:cubicBezTo>
                  <a:pt x="29" y="254"/>
                  <a:pt x="25" y="252"/>
                  <a:pt x="20" y="247"/>
                </a:cubicBezTo>
                <a:cubicBezTo>
                  <a:pt x="16" y="242"/>
                  <a:pt x="13" y="239"/>
                  <a:pt x="13" y="237"/>
                </a:cubicBezTo>
                <a:cubicBezTo>
                  <a:pt x="13" y="234"/>
                  <a:pt x="16" y="230"/>
                  <a:pt x="22" y="224"/>
                </a:cubicBezTo>
                <a:cubicBezTo>
                  <a:pt x="28" y="217"/>
                  <a:pt x="35" y="209"/>
                  <a:pt x="42" y="200"/>
                </a:cubicBezTo>
                <a:cubicBezTo>
                  <a:pt x="50" y="190"/>
                  <a:pt x="57" y="177"/>
                  <a:pt x="63" y="159"/>
                </a:cubicBezTo>
                <a:cubicBezTo>
                  <a:pt x="70" y="141"/>
                  <a:pt x="75" y="122"/>
                  <a:pt x="77" y="100"/>
                </a:cubicBezTo>
                <a:lnTo>
                  <a:pt x="77" y="90"/>
                </a:lnTo>
                <a:lnTo>
                  <a:pt x="76" y="91"/>
                </a:lnTo>
                <a:cubicBezTo>
                  <a:pt x="75" y="91"/>
                  <a:pt x="74" y="92"/>
                  <a:pt x="71" y="92"/>
                </a:cubicBezTo>
                <a:cubicBezTo>
                  <a:pt x="70" y="93"/>
                  <a:pt x="68" y="94"/>
                  <a:pt x="66" y="95"/>
                </a:cubicBezTo>
                <a:cubicBezTo>
                  <a:pt x="65" y="96"/>
                  <a:pt x="62" y="96"/>
                  <a:pt x="59" y="96"/>
                </a:cubicBezTo>
                <a:cubicBezTo>
                  <a:pt x="56" y="96"/>
                  <a:pt x="53" y="97"/>
                  <a:pt x="49" y="97"/>
                </a:cubicBezTo>
                <a:cubicBezTo>
                  <a:pt x="35" y="97"/>
                  <a:pt x="23" y="93"/>
                  <a:pt x="14" y="84"/>
                </a:cubicBezTo>
                <a:lnTo>
                  <a:pt x="0" y="69"/>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779" name=""/>
          <p:cNvSpPr/>
          <p:nvPr/>
        </p:nvSpPr>
        <p:spPr>
          <a:xfrm>
            <a:off x="4260240" y="2999520"/>
            <a:ext cx="99360" cy="128520"/>
          </a:xfrm>
          <a:custGeom>
            <a:avLst/>
            <a:gdLst/>
            <a:ahLst/>
            <a:rect l="0" t="0" r="r" b="b"/>
            <a:pathLst>
              <a:path w="276" h="357">
                <a:moveTo>
                  <a:pt x="151" y="357"/>
                </a:moveTo>
                <a:cubicBezTo>
                  <a:pt x="108" y="357"/>
                  <a:pt x="73" y="343"/>
                  <a:pt x="44" y="315"/>
                </a:cubicBezTo>
                <a:cubicBezTo>
                  <a:pt x="15" y="287"/>
                  <a:pt x="0" y="252"/>
                  <a:pt x="0" y="208"/>
                </a:cubicBezTo>
                <a:cubicBezTo>
                  <a:pt x="0" y="161"/>
                  <a:pt x="12" y="121"/>
                  <a:pt x="38" y="89"/>
                </a:cubicBezTo>
                <a:cubicBezTo>
                  <a:pt x="56" y="65"/>
                  <a:pt x="79" y="45"/>
                  <a:pt x="107" y="30"/>
                </a:cubicBezTo>
                <a:cubicBezTo>
                  <a:pt x="136" y="14"/>
                  <a:pt x="166" y="4"/>
                  <a:pt x="199" y="1"/>
                </a:cubicBezTo>
                <a:cubicBezTo>
                  <a:pt x="201" y="1"/>
                  <a:pt x="212" y="0"/>
                  <a:pt x="233" y="0"/>
                </a:cubicBezTo>
                <a:lnTo>
                  <a:pt x="264" y="0"/>
                </a:lnTo>
                <a:cubicBezTo>
                  <a:pt x="272" y="3"/>
                  <a:pt x="276" y="8"/>
                  <a:pt x="276" y="17"/>
                </a:cubicBezTo>
                <a:cubicBezTo>
                  <a:pt x="276" y="31"/>
                  <a:pt x="265" y="38"/>
                  <a:pt x="243" y="38"/>
                </a:cubicBezTo>
                <a:lnTo>
                  <a:pt x="230" y="38"/>
                </a:lnTo>
                <a:lnTo>
                  <a:pt x="220" y="38"/>
                </a:lnTo>
                <a:cubicBezTo>
                  <a:pt x="155" y="38"/>
                  <a:pt x="111" y="67"/>
                  <a:pt x="91" y="125"/>
                </a:cubicBezTo>
                <a:lnTo>
                  <a:pt x="88" y="135"/>
                </a:lnTo>
                <a:lnTo>
                  <a:pt x="232" y="135"/>
                </a:lnTo>
                <a:cubicBezTo>
                  <a:pt x="239" y="140"/>
                  <a:pt x="242" y="145"/>
                  <a:pt x="242" y="150"/>
                </a:cubicBezTo>
                <a:cubicBezTo>
                  <a:pt x="242" y="160"/>
                  <a:pt x="237" y="167"/>
                  <a:pt x="226" y="172"/>
                </a:cubicBezTo>
                <a:lnTo>
                  <a:pt x="79" y="172"/>
                </a:lnTo>
                <a:lnTo>
                  <a:pt x="79" y="174"/>
                </a:lnTo>
                <a:cubicBezTo>
                  <a:pt x="73" y="190"/>
                  <a:pt x="71" y="210"/>
                  <a:pt x="71" y="233"/>
                </a:cubicBezTo>
                <a:cubicBezTo>
                  <a:pt x="71" y="269"/>
                  <a:pt x="79" y="293"/>
                  <a:pt x="96" y="306"/>
                </a:cubicBezTo>
                <a:cubicBezTo>
                  <a:pt x="113" y="320"/>
                  <a:pt x="133" y="327"/>
                  <a:pt x="154" y="327"/>
                </a:cubicBezTo>
                <a:cubicBezTo>
                  <a:pt x="169" y="327"/>
                  <a:pt x="183" y="325"/>
                  <a:pt x="197" y="319"/>
                </a:cubicBezTo>
                <a:cubicBezTo>
                  <a:pt x="211" y="314"/>
                  <a:pt x="222" y="308"/>
                  <a:pt x="231" y="302"/>
                </a:cubicBezTo>
                <a:cubicBezTo>
                  <a:pt x="239" y="296"/>
                  <a:pt x="244" y="294"/>
                  <a:pt x="245" y="294"/>
                </a:cubicBezTo>
                <a:cubicBezTo>
                  <a:pt x="248" y="294"/>
                  <a:pt x="251" y="296"/>
                  <a:pt x="253" y="302"/>
                </a:cubicBezTo>
                <a:cubicBezTo>
                  <a:pt x="256" y="307"/>
                  <a:pt x="257" y="312"/>
                  <a:pt x="257" y="317"/>
                </a:cubicBezTo>
                <a:cubicBezTo>
                  <a:pt x="257" y="318"/>
                  <a:pt x="256" y="320"/>
                  <a:pt x="256" y="320"/>
                </a:cubicBezTo>
                <a:cubicBezTo>
                  <a:pt x="254" y="322"/>
                  <a:pt x="249" y="326"/>
                  <a:pt x="240" y="331"/>
                </a:cubicBezTo>
                <a:cubicBezTo>
                  <a:pt x="231" y="337"/>
                  <a:pt x="218" y="342"/>
                  <a:pt x="201" y="348"/>
                </a:cubicBezTo>
                <a:cubicBezTo>
                  <a:pt x="184" y="354"/>
                  <a:pt x="168" y="357"/>
                  <a:pt x="151" y="357"/>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780" name=""/>
          <p:cNvSpPr/>
          <p:nvPr/>
        </p:nvSpPr>
        <p:spPr>
          <a:xfrm>
            <a:off x="4379760" y="3039840"/>
            <a:ext cx="64080" cy="130680"/>
          </a:xfrm>
          <a:custGeom>
            <a:avLst/>
            <a:gdLst/>
            <a:ahLst/>
            <a:rect l="0" t="0" r="r" b="b"/>
            <a:pathLst>
              <a:path w="178" h="363">
                <a:moveTo>
                  <a:pt x="4" y="138"/>
                </a:moveTo>
                <a:cubicBezTo>
                  <a:pt x="1" y="135"/>
                  <a:pt x="0" y="133"/>
                  <a:pt x="0" y="132"/>
                </a:cubicBezTo>
                <a:cubicBezTo>
                  <a:pt x="0" y="131"/>
                  <a:pt x="0" y="128"/>
                  <a:pt x="1" y="123"/>
                </a:cubicBezTo>
                <a:cubicBezTo>
                  <a:pt x="2" y="119"/>
                  <a:pt x="3" y="116"/>
                  <a:pt x="4" y="115"/>
                </a:cubicBezTo>
                <a:cubicBezTo>
                  <a:pt x="5" y="113"/>
                  <a:pt x="7" y="112"/>
                  <a:pt x="9" y="112"/>
                </a:cubicBezTo>
                <a:cubicBezTo>
                  <a:pt x="12" y="112"/>
                  <a:pt x="22" y="112"/>
                  <a:pt x="38" y="112"/>
                </a:cubicBezTo>
                <a:lnTo>
                  <a:pt x="69" y="112"/>
                </a:lnTo>
                <a:lnTo>
                  <a:pt x="80" y="66"/>
                </a:lnTo>
                <a:cubicBezTo>
                  <a:pt x="81" y="61"/>
                  <a:pt x="83" y="56"/>
                  <a:pt x="84" y="49"/>
                </a:cubicBezTo>
                <a:cubicBezTo>
                  <a:pt x="86" y="42"/>
                  <a:pt x="87" y="37"/>
                  <a:pt x="88" y="34"/>
                </a:cubicBezTo>
                <a:cubicBezTo>
                  <a:pt x="89" y="31"/>
                  <a:pt x="90" y="27"/>
                  <a:pt x="92" y="23"/>
                </a:cubicBezTo>
                <a:cubicBezTo>
                  <a:pt x="93" y="18"/>
                  <a:pt x="94" y="15"/>
                  <a:pt x="96" y="13"/>
                </a:cubicBezTo>
                <a:cubicBezTo>
                  <a:pt x="98" y="11"/>
                  <a:pt x="100" y="9"/>
                  <a:pt x="102" y="6"/>
                </a:cubicBezTo>
                <a:cubicBezTo>
                  <a:pt x="104" y="3"/>
                  <a:pt x="106" y="2"/>
                  <a:pt x="110" y="1"/>
                </a:cubicBezTo>
                <a:cubicBezTo>
                  <a:pt x="113" y="0"/>
                  <a:pt x="117" y="0"/>
                  <a:pt x="120" y="0"/>
                </a:cubicBezTo>
                <a:cubicBezTo>
                  <a:pt x="127" y="0"/>
                  <a:pt x="132" y="2"/>
                  <a:pt x="134" y="6"/>
                </a:cubicBezTo>
                <a:cubicBezTo>
                  <a:pt x="137" y="10"/>
                  <a:pt x="138" y="13"/>
                  <a:pt x="138" y="17"/>
                </a:cubicBezTo>
                <a:cubicBezTo>
                  <a:pt x="138" y="20"/>
                  <a:pt x="137" y="28"/>
                  <a:pt x="133" y="44"/>
                </a:cubicBezTo>
                <a:cubicBezTo>
                  <a:pt x="130" y="59"/>
                  <a:pt x="126" y="75"/>
                  <a:pt x="122" y="90"/>
                </a:cubicBezTo>
                <a:lnTo>
                  <a:pt x="116" y="111"/>
                </a:lnTo>
                <a:cubicBezTo>
                  <a:pt x="116" y="111"/>
                  <a:pt x="126" y="112"/>
                  <a:pt x="145" y="112"/>
                </a:cubicBezTo>
                <a:lnTo>
                  <a:pt x="174" y="112"/>
                </a:lnTo>
                <a:cubicBezTo>
                  <a:pt x="176" y="114"/>
                  <a:pt x="178" y="116"/>
                  <a:pt x="178" y="118"/>
                </a:cubicBezTo>
                <a:cubicBezTo>
                  <a:pt x="178" y="126"/>
                  <a:pt x="175" y="133"/>
                  <a:pt x="170" y="138"/>
                </a:cubicBezTo>
                <a:lnTo>
                  <a:pt x="109" y="138"/>
                </a:lnTo>
                <a:lnTo>
                  <a:pt x="89" y="220"/>
                </a:lnTo>
                <a:cubicBezTo>
                  <a:pt x="74" y="281"/>
                  <a:pt x="67" y="314"/>
                  <a:pt x="67" y="318"/>
                </a:cubicBezTo>
                <a:cubicBezTo>
                  <a:pt x="67" y="334"/>
                  <a:pt x="72" y="342"/>
                  <a:pt x="82" y="342"/>
                </a:cubicBezTo>
                <a:cubicBezTo>
                  <a:pt x="95" y="342"/>
                  <a:pt x="108" y="336"/>
                  <a:pt x="121" y="323"/>
                </a:cubicBezTo>
                <a:cubicBezTo>
                  <a:pt x="133" y="310"/>
                  <a:pt x="143" y="294"/>
                  <a:pt x="151" y="275"/>
                </a:cubicBezTo>
                <a:cubicBezTo>
                  <a:pt x="152" y="273"/>
                  <a:pt x="152" y="271"/>
                  <a:pt x="154" y="271"/>
                </a:cubicBezTo>
                <a:cubicBezTo>
                  <a:pt x="155" y="271"/>
                  <a:pt x="158" y="270"/>
                  <a:pt x="162" y="270"/>
                </a:cubicBezTo>
                <a:lnTo>
                  <a:pt x="164" y="270"/>
                </a:lnTo>
                <a:cubicBezTo>
                  <a:pt x="170" y="270"/>
                  <a:pt x="173" y="271"/>
                  <a:pt x="173" y="274"/>
                </a:cubicBezTo>
                <a:cubicBezTo>
                  <a:pt x="173" y="276"/>
                  <a:pt x="172" y="278"/>
                  <a:pt x="171" y="281"/>
                </a:cubicBezTo>
                <a:cubicBezTo>
                  <a:pt x="169" y="287"/>
                  <a:pt x="166" y="295"/>
                  <a:pt x="161" y="303"/>
                </a:cubicBezTo>
                <a:cubicBezTo>
                  <a:pt x="156" y="311"/>
                  <a:pt x="150" y="320"/>
                  <a:pt x="142" y="330"/>
                </a:cubicBezTo>
                <a:cubicBezTo>
                  <a:pt x="134" y="339"/>
                  <a:pt x="124" y="347"/>
                  <a:pt x="113" y="354"/>
                </a:cubicBezTo>
                <a:cubicBezTo>
                  <a:pt x="101" y="360"/>
                  <a:pt x="90" y="363"/>
                  <a:pt x="78" y="363"/>
                </a:cubicBezTo>
                <a:cubicBezTo>
                  <a:pt x="67" y="363"/>
                  <a:pt x="55" y="360"/>
                  <a:pt x="45" y="355"/>
                </a:cubicBezTo>
                <a:cubicBezTo>
                  <a:pt x="34" y="349"/>
                  <a:pt x="27" y="339"/>
                  <a:pt x="22" y="325"/>
                </a:cubicBezTo>
                <a:cubicBezTo>
                  <a:pt x="22" y="322"/>
                  <a:pt x="21" y="317"/>
                  <a:pt x="21" y="310"/>
                </a:cubicBezTo>
                <a:lnTo>
                  <a:pt x="21" y="299"/>
                </a:lnTo>
                <a:lnTo>
                  <a:pt x="41" y="220"/>
                </a:lnTo>
                <a:cubicBezTo>
                  <a:pt x="54" y="166"/>
                  <a:pt x="61" y="139"/>
                  <a:pt x="62" y="139"/>
                </a:cubicBezTo>
                <a:cubicBezTo>
                  <a:pt x="62" y="138"/>
                  <a:pt x="52" y="138"/>
                  <a:pt x="33" y="138"/>
                </a:cubicBezTo>
                <a:lnTo>
                  <a:pt x="4" y="138"/>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781" name=""/>
          <p:cNvSpPr/>
          <p:nvPr/>
        </p:nvSpPr>
        <p:spPr>
          <a:xfrm>
            <a:off x="4645080" y="2581200"/>
            <a:ext cx="94680" cy="737280"/>
          </a:xfrm>
          <a:custGeom>
            <a:avLst/>
            <a:gdLst/>
            <a:ahLst/>
            <a:rect l="0" t="0" r="r" b="b"/>
            <a:pathLst>
              <a:path w="263" h="2048">
                <a:moveTo>
                  <a:pt x="0" y="2048"/>
                </a:moveTo>
                <a:lnTo>
                  <a:pt x="0" y="0"/>
                </a:lnTo>
                <a:lnTo>
                  <a:pt x="263" y="0"/>
                </a:lnTo>
                <a:lnTo>
                  <a:pt x="263" y="58"/>
                </a:lnTo>
                <a:lnTo>
                  <a:pt x="58" y="58"/>
                </a:lnTo>
                <a:lnTo>
                  <a:pt x="58" y="1989"/>
                </a:lnTo>
                <a:lnTo>
                  <a:pt x="263" y="1989"/>
                </a:lnTo>
                <a:lnTo>
                  <a:pt x="263" y="2048"/>
                </a:lnTo>
                <a:lnTo>
                  <a:pt x="0" y="2048"/>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782" name=""/>
          <p:cNvSpPr/>
          <p:nvPr/>
        </p:nvSpPr>
        <p:spPr>
          <a:xfrm>
            <a:off x="4800600" y="2744640"/>
            <a:ext cx="96840" cy="410400"/>
          </a:xfrm>
          <a:custGeom>
            <a:avLst/>
            <a:gdLst/>
            <a:ahLst/>
            <a:rect l="0" t="0" r="r" b="b"/>
            <a:pathLst>
              <a:path w="269" h="1140">
                <a:moveTo>
                  <a:pt x="1" y="16"/>
                </a:moveTo>
                <a:cubicBezTo>
                  <a:pt x="5" y="6"/>
                  <a:pt x="13" y="0"/>
                  <a:pt x="24" y="0"/>
                </a:cubicBezTo>
                <a:cubicBezTo>
                  <a:pt x="32" y="0"/>
                  <a:pt x="39" y="5"/>
                  <a:pt x="43" y="13"/>
                </a:cubicBezTo>
                <a:cubicBezTo>
                  <a:pt x="45" y="16"/>
                  <a:pt x="46" y="202"/>
                  <a:pt x="46" y="570"/>
                </a:cubicBezTo>
                <a:cubicBezTo>
                  <a:pt x="46" y="939"/>
                  <a:pt x="45" y="1124"/>
                  <a:pt x="43" y="1127"/>
                </a:cubicBezTo>
                <a:cubicBezTo>
                  <a:pt x="39" y="1135"/>
                  <a:pt x="32" y="1140"/>
                  <a:pt x="23" y="1140"/>
                </a:cubicBezTo>
                <a:cubicBezTo>
                  <a:pt x="17" y="1140"/>
                  <a:pt x="11" y="1137"/>
                  <a:pt x="7" y="1133"/>
                </a:cubicBezTo>
                <a:lnTo>
                  <a:pt x="6" y="1132"/>
                </a:lnTo>
                <a:cubicBezTo>
                  <a:pt x="3" y="1130"/>
                  <a:pt x="1" y="1106"/>
                  <a:pt x="1" y="1059"/>
                </a:cubicBezTo>
                <a:cubicBezTo>
                  <a:pt x="1" y="1012"/>
                  <a:pt x="1" y="848"/>
                  <a:pt x="0" y="570"/>
                </a:cubicBezTo>
                <a:cubicBezTo>
                  <a:pt x="0" y="205"/>
                  <a:pt x="0" y="20"/>
                  <a:pt x="1" y="16"/>
                </a:cubicBezTo>
                <a:moveTo>
                  <a:pt x="225" y="13"/>
                </a:moveTo>
                <a:cubicBezTo>
                  <a:pt x="229" y="5"/>
                  <a:pt x="236" y="0"/>
                  <a:pt x="245" y="0"/>
                </a:cubicBezTo>
                <a:cubicBezTo>
                  <a:pt x="250" y="0"/>
                  <a:pt x="256" y="3"/>
                  <a:pt x="262" y="7"/>
                </a:cubicBezTo>
                <a:lnTo>
                  <a:pt x="263" y="8"/>
                </a:lnTo>
                <a:cubicBezTo>
                  <a:pt x="266" y="10"/>
                  <a:pt x="267" y="34"/>
                  <a:pt x="267" y="81"/>
                </a:cubicBezTo>
                <a:cubicBezTo>
                  <a:pt x="267" y="128"/>
                  <a:pt x="268" y="291"/>
                  <a:pt x="269" y="570"/>
                </a:cubicBezTo>
                <a:cubicBezTo>
                  <a:pt x="269" y="848"/>
                  <a:pt x="269" y="1011"/>
                  <a:pt x="269" y="1058"/>
                </a:cubicBezTo>
                <a:cubicBezTo>
                  <a:pt x="268" y="1104"/>
                  <a:pt x="266" y="1129"/>
                  <a:pt x="263" y="1132"/>
                </a:cubicBezTo>
                <a:lnTo>
                  <a:pt x="262" y="1133"/>
                </a:lnTo>
                <a:cubicBezTo>
                  <a:pt x="257" y="1137"/>
                  <a:pt x="252" y="1140"/>
                  <a:pt x="246" y="1140"/>
                </a:cubicBezTo>
                <a:cubicBezTo>
                  <a:pt x="237" y="1140"/>
                  <a:pt x="230" y="1135"/>
                  <a:pt x="225" y="1127"/>
                </a:cubicBezTo>
                <a:cubicBezTo>
                  <a:pt x="224" y="1124"/>
                  <a:pt x="223" y="939"/>
                  <a:pt x="223" y="570"/>
                </a:cubicBezTo>
                <a:cubicBezTo>
                  <a:pt x="223" y="202"/>
                  <a:pt x="224" y="16"/>
                  <a:pt x="225" y="13"/>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783" name=""/>
          <p:cNvSpPr/>
          <p:nvPr/>
        </p:nvSpPr>
        <p:spPr>
          <a:xfrm>
            <a:off x="4967640" y="2875680"/>
            <a:ext cx="140760" cy="181440"/>
          </a:xfrm>
          <a:custGeom>
            <a:avLst/>
            <a:gdLst/>
            <a:ahLst/>
            <a:rect l="0" t="0" r="r" b="b"/>
            <a:pathLst>
              <a:path w="391" h="504">
                <a:moveTo>
                  <a:pt x="214" y="504"/>
                </a:moveTo>
                <a:cubicBezTo>
                  <a:pt x="155" y="504"/>
                  <a:pt x="105" y="484"/>
                  <a:pt x="64" y="444"/>
                </a:cubicBezTo>
                <a:cubicBezTo>
                  <a:pt x="23" y="405"/>
                  <a:pt x="1" y="355"/>
                  <a:pt x="0" y="292"/>
                </a:cubicBezTo>
                <a:cubicBezTo>
                  <a:pt x="0" y="225"/>
                  <a:pt x="19" y="169"/>
                  <a:pt x="55" y="124"/>
                </a:cubicBezTo>
                <a:cubicBezTo>
                  <a:pt x="81" y="89"/>
                  <a:pt x="113" y="61"/>
                  <a:pt x="153" y="39"/>
                </a:cubicBezTo>
                <a:cubicBezTo>
                  <a:pt x="192" y="17"/>
                  <a:pt x="236" y="4"/>
                  <a:pt x="283" y="1"/>
                </a:cubicBezTo>
                <a:cubicBezTo>
                  <a:pt x="284" y="0"/>
                  <a:pt x="300" y="0"/>
                  <a:pt x="330" y="0"/>
                </a:cubicBezTo>
                <a:lnTo>
                  <a:pt x="374" y="0"/>
                </a:lnTo>
                <a:cubicBezTo>
                  <a:pt x="385" y="3"/>
                  <a:pt x="391" y="11"/>
                  <a:pt x="391" y="22"/>
                </a:cubicBezTo>
                <a:cubicBezTo>
                  <a:pt x="391" y="42"/>
                  <a:pt x="375" y="52"/>
                  <a:pt x="344" y="52"/>
                </a:cubicBezTo>
                <a:lnTo>
                  <a:pt x="326" y="52"/>
                </a:lnTo>
                <a:lnTo>
                  <a:pt x="311" y="52"/>
                </a:lnTo>
                <a:cubicBezTo>
                  <a:pt x="219" y="52"/>
                  <a:pt x="159" y="93"/>
                  <a:pt x="131" y="175"/>
                </a:cubicBezTo>
                <a:lnTo>
                  <a:pt x="127" y="188"/>
                </a:lnTo>
                <a:lnTo>
                  <a:pt x="328" y="188"/>
                </a:lnTo>
                <a:cubicBezTo>
                  <a:pt x="338" y="195"/>
                  <a:pt x="343" y="203"/>
                  <a:pt x="343" y="210"/>
                </a:cubicBezTo>
                <a:cubicBezTo>
                  <a:pt x="343" y="224"/>
                  <a:pt x="335" y="234"/>
                  <a:pt x="320" y="241"/>
                </a:cubicBezTo>
                <a:lnTo>
                  <a:pt x="113" y="241"/>
                </a:lnTo>
                <a:lnTo>
                  <a:pt x="113" y="243"/>
                </a:lnTo>
                <a:cubicBezTo>
                  <a:pt x="105" y="266"/>
                  <a:pt x="102" y="294"/>
                  <a:pt x="102" y="328"/>
                </a:cubicBezTo>
                <a:cubicBezTo>
                  <a:pt x="102" y="378"/>
                  <a:pt x="114" y="413"/>
                  <a:pt x="138" y="432"/>
                </a:cubicBezTo>
                <a:cubicBezTo>
                  <a:pt x="162" y="451"/>
                  <a:pt x="189" y="461"/>
                  <a:pt x="219" y="462"/>
                </a:cubicBezTo>
                <a:cubicBezTo>
                  <a:pt x="239" y="462"/>
                  <a:pt x="259" y="458"/>
                  <a:pt x="279" y="450"/>
                </a:cubicBezTo>
                <a:cubicBezTo>
                  <a:pt x="299" y="443"/>
                  <a:pt x="315" y="435"/>
                  <a:pt x="327" y="426"/>
                </a:cubicBezTo>
                <a:cubicBezTo>
                  <a:pt x="339" y="418"/>
                  <a:pt x="346" y="414"/>
                  <a:pt x="346" y="414"/>
                </a:cubicBezTo>
                <a:cubicBezTo>
                  <a:pt x="352" y="414"/>
                  <a:pt x="356" y="417"/>
                  <a:pt x="359" y="425"/>
                </a:cubicBezTo>
                <a:cubicBezTo>
                  <a:pt x="362" y="433"/>
                  <a:pt x="363" y="440"/>
                  <a:pt x="363" y="447"/>
                </a:cubicBezTo>
                <a:cubicBezTo>
                  <a:pt x="363" y="449"/>
                  <a:pt x="363" y="451"/>
                  <a:pt x="362" y="451"/>
                </a:cubicBezTo>
                <a:cubicBezTo>
                  <a:pt x="360" y="454"/>
                  <a:pt x="352" y="460"/>
                  <a:pt x="340" y="467"/>
                </a:cubicBezTo>
                <a:cubicBezTo>
                  <a:pt x="327" y="475"/>
                  <a:pt x="308" y="483"/>
                  <a:pt x="285" y="491"/>
                </a:cubicBezTo>
                <a:cubicBezTo>
                  <a:pt x="261" y="499"/>
                  <a:pt x="238" y="504"/>
                  <a:pt x="214" y="504"/>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784" name=""/>
          <p:cNvSpPr/>
          <p:nvPr/>
        </p:nvSpPr>
        <p:spPr>
          <a:xfrm>
            <a:off x="5136840" y="2932200"/>
            <a:ext cx="90360" cy="185040"/>
          </a:xfrm>
          <a:custGeom>
            <a:avLst/>
            <a:gdLst/>
            <a:ahLst/>
            <a:rect l="0" t="0" r="r" b="b"/>
            <a:pathLst>
              <a:path w="251" h="514">
                <a:moveTo>
                  <a:pt x="6" y="194"/>
                </a:moveTo>
                <a:cubicBezTo>
                  <a:pt x="2" y="190"/>
                  <a:pt x="0" y="188"/>
                  <a:pt x="0" y="186"/>
                </a:cubicBezTo>
                <a:cubicBezTo>
                  <a:pt x="0" y="184"/>
                  <a:pt x="1" y="180"/>
                  <a:pt x="2" y="173"/>
                </a:cubicBezTo>
                <a:cubicBezTo>
                  <a:pt x="4" y="167"/>
                  <a:pt x="5" y="163"/>
                  <a:pt x="6" y="162"/>
                </a:cubicBezTo>
                <a:cubicBezTo>
                  <a:pt x="7" y="159"/>
                  <a:pt x="10" y="158"/>
                  <a:pt x="14" y="158"/>
                </a:cubicBezTo>
                <a:cubicBezTo>
                  <a:pt x="17" y="158"/>
                  <a:pt x="31" y="158"/>
                  <a:pt x="55" y="157"/>
                </a:cubicBezTo>
                <a:lnTo>
                  <a:pt x="97" y="157"/>
                </a:lnTo>
                <a:lnTo>
                  <a:pt x="114" y="93"/>
                </a:lnTo>
                <a:cubicBezTo>
                  <a:pt x="115" y="87"/>
                  <a:pt x="117" y="79"/>
                  <a:pt x="119" y="69"/>
                </a:cubicBezTo>
                <a:cubicBezTo>
                  <a:pt x="121" y="60"/>
                  <a:pt x="123" y="53"/>
                  <a:pt x="125" y="48"/>
                </a:cubicBezTo>
                <a:cubicBezTo>
                  <a:pt x="126" y="44"/>
                  <a:pt x="128" y="39"/>
                  <a:pt x="130" y="32"/>
                </a:cubicBezTo>
                <a:cubicBezTo>
                  <a:pt x="131" y="26"/>
                  <a:pt x="133" y="21"/>
                  <a:pt x="136" y="19"/>
                </a:cubicBezTo>
                <a:cubicBezTo>
                  <a:pt x="139" y="16"/>
                  <a:pt x="141" y="13"/>
                  <a:pt x="144" y="9"/>
                </a:cubicBezTo>
                <a:cubicBezTo>
                  <a:pt x="147" y="5"/>
                  <a:pt x="151" y="3"/>
                  <a:pt x="155" y="2"/>
                </a:cubicBezTo>
                <a:cubicBezTo>
                  <a:pt x="160" y="1"/>
                  <a:pt x="165" y="0"/>
                  <a:pt x="170" y="0"/>
                </a:cubicBezTo>
                <a:cubicBezTo>
                  <a:pt x="180" y="1"/>
                  <a:pt x="186" y="4"/>
                  <a:pt x="190" y="9"/>
                </a:cubicBezTo>
                <a:cubicBezTo>
                  <a:pt x="194" y="14"/>
                  <a:pt x="196" y="19"/>
                  <a:pt x="196" y="24"/>
                </a:cubicBezTo>
                <a:cubicBezTo>
                  <a:pt x="196" y="28"/>
                  <a:pt x="193" y="41"/>
                  <a:pt x="188" y="62"/>
                </a:cubicBezTo>
                <a:cubicBezTo>
                  <a:pt x="184" y="84"/>
                  <a:pt x="178" y="105"/>
                  <a:pt x="172" y="126"/>
                </a:cubicBezTo>
                <a:lnTo>
                  <a:pt x="164" y="155"/>
                </a:lnTo>
                <a:cubicBezTo>
                  <a:pt x="164" y="156"/>
                  <a:pt x="178" y="157"/>
                  <a:pt x="204" y="157"/>
                </a:cubicBezTo>
                <a:lnTo>
                  <a:pt x="246" y="157"/>
                </a:lnTo>
                <a:cubicBezTo>
                  <a:pt x="249" y="161"/>
                  <a:pt x="251" y="164"/>
                  <a:pt x="251" y="166"/>
                </a:cubicBezTo>
                <a:cubicBezTo>
                  <a:pt x="251" y="178"/>
                  <a:pt x="248" y="187"/>
                  <a:pt x="241" y="194"/>
                </a:cubicBezTo>
                <a:lnTo>
                  <a:pt x="155" y="194"/>
                </a:lnTo>
                <a:lnTo>
                  <a:pt x="126" y="312"/>
                </a:lnTo>
                <a:cubicBezTo>
                  <a:pt x="104" y="398"/>
                  <a:pt x="93" y="444"/>
                  <a:pt x="93" y="450"/>
                </a:cubicBezTo>
                <a:cubicBezTo>
                  <a:pt x="93" y="473"/>
                  <a:pt x="100" y="484"/>
                  <a:pt x="116" y="484"/>
                </a:cubicBezTo>
                <a:cubicBezTo>
                  <a:pt x="135" y="484"/>
                  <a:pt x="153" y="475"/>
                  <a:pt x="171" y="457"/>
                </a:cubicBezTo>
                <a:cubicBezTo>
                  <a:pt x="188" y="438"/>
                  <a:pt x="203" y="416"/>
                  <a:pt x="213" y="389"/>
                </a:cubicBezTo>
                <a:cubicBezTo>
                  <a:pt x="214" y="386"/>
                  <a:pt x="216" y="384"/>
                  <a:pt x="217" y="383"/>
                </a:cubicBezTo>
                <a:cubicBezTo>
                  <a:pt x="219" y="383"/>
                  <a:pt x="223" y="382"/>
                  <a:pt x="229" y="382"/>
                </a:cubicBezTo>
                <a:lnTo>
                  <a:pt x="233" y="382"/>
                </a:lnTo>
                <a:cubicBezTo>
                  <a:pt x="241" y="382"/>
                  <a:pt x="245" y="384"/>
                  <a:pt x="245" y="388"/>
                </a:cubicBezTo>
                <a:cubicBezTo>
                  <a:pt x="245" y="390"/>
                  <a:pt x="244" y="393"/>
                  <a:pt x="242" y="398"/>
                </a:cubicBezTo>
                <a:cubicBezTo>
                  <a:pt x="240" y="406"/>
                  <a:pt x="235" y="417"/>
                  <a:pt x="228" y="428"/>
                </a:cubicBezTo>
                <a:cubicBezTo>
                  <a:pt x="221" y="440"/>
                  <a:pt x="212" y="453"/>
                  <a:pt x="200" y="466"/>
                </a:cubicBezTo>
                <a:cubicBezTo>
                  <a:pt x="189" y="480"/>
                  <a:pt x="176" y="491"/>
                  <a:pt x="159" y="500"/>
                </a:cubicBezTo>
                <a:cubicBezTo>
                  <a:pt x="143" y="509"/>
                  <a:pt x="127" y="514"/>
                  <a:pt x="110" y="514"/>
                </a:cubicBezTo>
                <a:cubicBezTo>
                  <a:pt x="93" y="514"/>
                  <a:pt x="78" y="510"/>
                  <a:pt x="63" y="502"/>
                </a:cubicBezTo>
                <a:cubicBezTo>
                  <a:pt x="49" y="494"/>
                  <a:pt x="39" y="480"/>
                  <a:pt x="32" y="460"/>
                </a:cubicBezTo>
                <a:cubicBezTo>
                  <a:pt x="31" y="455"/>
                  <a:pt x="30" y="448"/>
                  <a:pt x="30" y="438"/>
                </a:cubicBezTo>
                <a:lnTo>
                  <a:pt x="30" y="424"/>
                </a:lnTo>
                <a:lnTo>
                  <a:pt x="59" y="311"/>
                </a:lnTo>
                <a:cubicBezTo>
                  <a:pt x="77" y="234"/>
                  <a:pt x="87" y="196"/>
                  <a:pt x="88" y="196"/>
                </a:cubicBezTo>
                <a:cubicBezTo>
                  <a:pt x="88" y="195"/>
                  <a:pt x="74" y="194"/>
                  <a:pt x="47" y="194"/>
                </a:cubicBezTo>
                <a:lnTo>
                  <a:pt x="6" y="194"/>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785" name=""/>
          <p:cNvSpPr/>
          <p:nvPr/>
        </p:nvSpPr>
        <p:spPr>
          <a:xfrm>
            <a:off x="5382000" y="2941560"/>
            <a:ext cx="250200" cy="16560"/>
          </a:xfrm>
          <a:custGeom>
            <a:avLst/>
            <a:gdLst/>
            <a:ahLst/>
            <a:rect l="0" t="0" r="r" b="b"/>
            <a:pathLst>
              <a:path w="695" h="46">
                <a:moveTo>
                  <a:pt x="16" y="0"/>
                </a:moveTo>
                <a:lnTo>
                  <a:pt x="678" y="0"/>
                </a:lnTo>
                <a:cubicBezTo>
                  <a:pt x="689" y="6"/>
                  <a:pt x="695" y="13"/>
                  <a:pt x="695" y="23"/>
                </a:cubicBezTo>
                <a:cubicBezTo>
                  <a:pt x="695" y="32"/>
                  <a:pt x="689" y="39"/>
                  <a:pt x="678" y="46"/>
                </a:cubicBezTo>
                <a:lnTo>
                  <a:pt x="16" y="46"/>
                </a:lnTo>
                <a:cubicBezTo>
                  <a:pt x="5" y="40"/>
                  <a:pt x="0" y="32"/>
                  <a:pt x="0" y="23"/>
                </a:cubicBezTo>
                <a:cubicBezTo>
                  <a:pt x="0" y="13"/>
                  <a:pt x="5" y="5"/>
                  <a:pt x="16" y="0"/>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786" name=""/>
          <p:cNvSpPr/>
          <p:nvPr/>
        </p:nvSpPr>
        <p:spPr>
          <a:xfrm>
            <a:off x="5773680" y="2875680"/>
            <a:ext cx="140400" cy="181440"/>
          </a:xfrm>
          <a:custGeom>
            <a:avLst/>
            <a:gdLst/>
            <a:ahLst/>
            <a:rect l="0" t="0" r="r" b="b"/>
            <a:pathLst>
              <a:path w="390" h="504">
                <a:moveTo>
                  <a:pt x="214" y="504"/>
                </a:moveTo>
                <a:cubicBezTo>
                  <a:pt x="155" y="504"/>
                  <a:pt x="104" y="484"/>
                  <a:pt x="63" y="444"/>
                </a:cubicBezTo>
                <a:cubicBezTo>
                  <a:pt x="22" y="405"/>
                  <a:pt x="1" y="355"/>
                  <a:pt x="0" y="292"/>
                </a:cubicBezTo>
                <a:cubicBezTo>
                  <a:pt x="0" y="225"/>
                  <a:pt x="18" y="169"/>
                  <a:pt x="54" y="124"/>
                </a:cubicBezTo>
                <a:cubicBezTo>
                  <a:pt x="79" y="89"/>
                  <a:pt x="113" y="61"/>
                  <a:pt x="152" y="39"/>
                </a:cubicBezTo>
                <a:cubicBezTo>
                  <a:pt x="192" y="17"/>
                  <a:pt x="235" y="4"/>
                  <a:pt x="282" y="1"/>
                </a:cubicBezTo>
                <a:cubicBezTo>
                  <a:pt x="284" y="0"/>
                  <a:pt x="300" y="0"/>
                  <a:pt x="330" y="0"/>
                </a:cubicBezTo>
                <a:lnTo>
                  <a:pt x="373" y="0"/>
                </a:lnTo>
                <a:cubicBezTo>
                  <a:pt x="385" y="3"/>
                  <a:pt x="390" y="11"/>
                  <a:pt x="390" y="22"/>
                </a:cubicBezTo>
                <a:cubicBezTo>
                  <a:pt x="390" y="42"/>
                  <a:pt x="375" y="52"/>
                  <a:pt x="344" y="52"/>
                </a:cubicBezTo>
                <a:lnTo>
                  <a:pt x="325" y="52"/>
                </a:lnTo>
                <a:lnTo>
                  <a:pt x="311" y="52"/>
                </a:lnTo>
                <a:cubicBezTo>
                  <a:pt x="219" y="52"/>
                  <a:pt x="159" y="93"/>
                  <a:pt x="131" y="175"/>
                </a:cubicBezTo>
                <a:lnTo>
                  <a:pt x="126" y="188"/>
                </a:lnTo>
                <a:lnTo>
                  <a:pt x="328" y="188"/>
                </a:lnTo>
                <a:cubicBezTo>
                  <a:pt x="338" y="195"/>
                  <a:pt x="342" y="203"/>
                  <a:pt x="342" y="210"/>
                </a:cubicBezTo>
                <a:cubicBezTo>
                  <a:pt x="342" y="224"/>
                  <a:pt x="335" y="234"/>
                  <a:pt x="320" y="241"/>
                </a:cubicBezTo>
                <a:lnTo>
                  <a:pt x="113" y="241"/>
                </a:lnTo>
                <a:lnTo>
                  <a:pt x="113" y="243"/>
                </a:lnTo>
                <a:cubicBezTo>
                  <a:pt x="104" y="266"/>
                  <a:pt x="100" y="294"/>
                  <a:pt x="100" y="328"/>
                </a:cubicBezTo>
                <a:cubicBezTo>
                  <a:pt x="100" y="378"/>
                  <a:pt x="113" y="413"/>
                  <a:pt x="138" y="432"/>
                </a:cubicBezTo>
                <a:cubicBezTo>
                  <a:pt x="162" y="451"/>
                  <a:pt x="189" y="461"/>
                  <a:pt x="218" y="462"/>
                </a:cubicBezTo>
                <a:cubicBezTo>
                  <a:pt x="239" y="462"/>
                  <a:pt x="259" y="458"/>
                  <a:pt x="279" y="450"/>
                </a:cubicBezTo>
                <a:cubicBezTo>
                  <a:pt x="298" y="443"/>
                  <a:pt x="314" y="435"/>
                  <a:pt x="327" y="426"/>
                </a:cubicBezTo>
                <a:cubicBezTo>
                  <a:pt x="339" y="418"/>
                  <a:pt x="345" y="414"/>
                  <a:pt x="346" y="414"/>
                </a:cubicBezTo>
                <a:cubicBezTo>
                  <a:pt x="351" y="414"/>
                  <a:pt x="355" y="417"/>
                  <a:pt x="358" y="425"/>
                </a:cubicBezTo>
                <a:cubicBezTo>
                  <a:pt x="361" y="433"/>
                  <a:pt x="363" y="440"/>
                  <a:pt x="363" y="447"/>
                </a:cubicBezTo>
                <a:cubicBezTo>
                  <a:pt x="363" y="449"/>
                  <a:pt x="363" y="451"/>
                  <a:pt x="362" y="451"/>
                </a:cubicBezTo>
                <a:cubicBezTo>
                  <a:pt x="360" y="454"/>
                  <a:pt x="352" y="460"/>
                  <a:pt x="339" y="467"/>
                </a:cubicBezTo>
                <a:cubicBezTo>
                  <a:pt x="326" y="475"/>
                  <a:pt x="308" y="483"/>
                  <a:pt x="284" y="491"/>
                </a:cubicBezTo>
                <a:cubicBezTo>
                  <a:pt x="261" y="499"/>
                  <a:pt x="237" y="504"/>
                  <a:pt x="214" y="504"/>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787" name=""/>
          <p:cNvSpPr/>
          <p:nvPr/>
        </p:nvSpPr>
        <p:spPr>
          <a:xfrm>
            <a:off x="5947200" y="2909520"/>
            <a:ext cx="124200" cy="207360"/>
          </a:xfrm>
          <a:custGeom>
            <a:avLst/>
            <a:gdLst/>
            <a:ahLst/>
            <a:rect l="0" t="0" r="r" b="b"/>
            <a:pathLst>
              <a:path w="345" h="576">
                <a:moveTo>
                  <a:pt x="0" y="407"/>
                </a:moveTo>
                <a:cubicBezTo>
                  <a:pt x="0" y="352"/>
                  <a:pt x="11" y="294"/>
                  <a:pt x="32" y="233"/>
                </a:cubicBezTo>
                <a:cubicBezTo>
                  <a:pt x="53" y="172"/>
                  <a:pt x="81" y="120"/>
                  <a:pt x="118" y="76"/>
                </a:cubicBezTo>
                <a:cubicBezTo>
                  <a:pt x="154" y="32"/>
                  <a:pt x="191" y="7"/>
                  <a:pt x="230" y="0"/>
                </a:cubicBezTo>
                <a:cubicBezTo>
                  <a:pt x="230" y="0"/>
                  <a:pt x="233" y="0"/>
                  <a:pt x="236" y="0"/>
                </a:cubicBezTo>
                <a:cubicBezTo>
                  <a:pt x="240" y="0"/>
                  <a:pt x="243" y="0"/>
                  <a:pt x="246" y="0"/>
                </a:cubicBezTo>
                <a:cubicBezTo>
                  <a:pt x="275" y="2"/>
                  <a:pt x="297" y="15"/>
                  <a:pt x="314" y="39"/>
                </a:cubicBezTo>
                <a:cubicBezTo>
                  <a:pt x="334" y="71"/>
                  <a:pt x="345" y="114"/>
                  <a:pt x="345" y="168"/>
                </a:cubicBezTo>
                <a:cubicBezTo>
                  <a:pt x="345" y="230"/>
                  <a:pt x="333" y="294"/>
                  <a:pt x="309" y="358"/>
                </a:cubicBezTo>
                <a:cubicBezTo>
                  <a:pt x="285" y="422"/>
                  <a:pt x="254" y="474"/>
                  <a:pt x="216" y="515"/>
                </a:cubicBezTo>
                <a:cubicBezTo>
                  <a:pt x="179" y="556"/>
                  <a:pt x="143" y="576"/>
                  <a:pt x="107" y="576"/>
                </a:cubicBezTo>
                <a:lnTo>
                  <a:pt x="102" y="576"/>
                </a:lnTo>
                <a:cubicBezTo>
                  <a:pt x="82" y="576"/>
                  <a:pt x="66" y="571"/>
                  <a:pt x="52" y="560"/>
                </a:cubicBezTo>
                <a:cubicBezTo>
                  <a:pt x="38" y="549"/>
                  <a:pt x="27" y="535"/>
                  <a:pt x="20" y="517"/>
                </a:cubicBezTo>
                <a:cubicBezTo>
                  <a:pt x="13" y="499"/>
                  <a:pt x="8" y="481"/>
                  <a:pt x="5" y="463"/>
                </a:cubicBezTo>
                <a:cubicBezTo>
                  <a:pt x="2" y="445"/>
                  <a:pt x="0" y="426"/>
                  <a:pt x="0" y="407"/>
                </a:cubicBezTo>
                <a:moveTo>
                  <a:pt x="281" y="111"/>
                </a:moveTo>
                <a:cubicBezTo>
                  <a:pt x="281" y="57"/>
                  <a:pt x="267" y="29"/>
                  <a:pt x="239" y="29"/>
                </a:cubicBezTo>
                <a:cubicBezTo>
                  <a:pt x="219" y="29"/>
                  <a:pt x="201" y="41"/>
                  <a:pt x="182" y="65"/>
                </a:cubicBezTo>
                <a:cubicBezTo>
                  <a:pt x="164" y="90"/>
                  <a:pt x="149" y="117"/>
                  <a:pt x="137" y="148"/>
                </a:cubicBezTo>
                <a:cubicBezTo>
                  <a:pt x="126" y="178"/>
                  <a:pt x="115" y="205"/>
                  <a:pt x="109" y="228"/>
                </a:cubicBezTo>
                <a:cubicBezTo>
                  <a:pt x="103" y="251"/>
                  <a:pt x="99" y="266"/>
                  <a:pt x="99" y="269"/>
                </a:cubicBezTo>
                <a:cubicBezTo>
                  <a:pt x="126" y="270"/>
                  <a:pt x="152" y="270"/>
                  <a:pt x="178" y="270"/>
                </a:cubicBezTo>
                <a:lnTo>
                  <a:pt x="256" y="269"/>
                </a:lnTo>
                <a:cubicBezTo>
                  <a:pt x="256" y="269"/>
                  <a:pt x="258" y="260"/>
                  <a:pt x="262" y="242"/>
                </a:cubicBezTo>
                <a:cubicBezTo>
                  <a:pt x="266" y="225"/>
                  <a:pt x="270" y="203"/>
                  <a:pt x="275" y="177"/>
                </a:cubicBezTo>
                <a:cubicBezTo>
                  <a:pt x="280" y="152"/>
                  <a:pt x="282" y="130"/>
                  <a:pt x="281" y="111"/>
                </a:cubicBezTo>
                <a:moveTo>
                  <a:pt x="63" y="462"/>
                </a:moveTo>
                <a:cubicBezTo>
                  <a:pt x="63" y="518"/>
                  <a:pt x="77" y="547"/>
                  <a:pt x="106" y="547"/>
                </a:cubicBezTo>
                <a:cubicBezTo>
                  <a:pt x="114" y="547"/>
                  <a:pt x="123" y="544"/>
                  <a:pt x="133" y="539"/>
                </a:cubicBezTo>
                <a:cubicBezTo>
                  <a:pt x="142" y="534"/>
                  <a:pt x="153" y="523"/>
                  <a:pt x="165" y="508"/>
                </a:cubicBezTo>
                <a:cubicBezTo>
                  <a:pt x="178" y="493"/>
                  <a:pt x="191" y="470"/>
                  <a:pt x="204" y="438"/>
                </a:cubicBezTo>
                <a:cubicBezTo>
                  <a:pt x="217" y="407"/>
                  <a:pt x="230" y="367"/>
                  <a:pt x="243" y="321"/>
                </a:cubicBezTo>
                <a:lnTo>
                  <a:pt x="247" y="307"/>
                </a:lnTo>
                <a:lnTo>
                  <a:pt x="89" y="307"/>
                </a:lnTo>
                <a:cubicBezTo>
                  <a:pt x="89" y="309"/>
                  <a:pt x="86" y="319"/>
                  <a:pt x="82" y="338"/>
                </a:cubicBezTo>
                <a:cubicBezTo>
                  <a:pt x="77" y="356"/>
                  <a:pt x="72" y="377"/>
                  <a:pt x="69" y="400"/>
                </a:cubicBezTo>
                <a:cubicBezTo>
                  <a:pt x="65" y="424"/>
                  <a:pt x="63" y="444"/>
                  <a:pt x="63" y="462"/>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788" name=""/>
          <p:cNvSpPr/>
          <p:nvPr/>
        </p:nvSpPr>
        <p:spPr>
          <a:xfrm>
            <a:off x="6132240" y="2744640"/>
            <a:ext cx="98280" cy="410400"/>
          </a:xfrm>
          <a:custGeom>
            <a:avLst/>
            <a:gdLst/>
            <a:ahLst/>
            <a:rect l="0" t="0" r="r" b="b"/>
            <a:pathLst>
              <a:path w="273" h="1140">
                <a:moveTo>
                  <a:pt x="0" y="570"/>
                </a:moveTo>
                <a:cubicBezTo>
                  <a:pt x="0" y="517"/>
                  <a:pt x="3" y="467"/>
                  <a:pt x="11" y="420"/>
                </a:cubicBezTo>
                <a:cubicBezTo>
                  <a:pt x="18" y="373"/>
                  <a:pt x="27" y="333"/>
                  <a:pt x="37" y="299"/>
                </a:cubicBezTo>
                <a:cubicBezTo>
                  <a:pt x="47" y="265"/>
                  <a:pt x="61" y="231"/>
                  <a:pt x="79" y="198"/>
                </a:cubicBezTo>
                <a:cubicBezTo>
                  <a:pt x="97" y="166"/>
                  <a:pt x="112" y="140"/>
                  <a:pt x="122" y="122"/>
                </a:cubicBezTo>
                <a:cubicBezTo>
                  <a:pt x="133" y="104"/>
                  <a:pt x="149" y="84"/>
                  <a:pt x="170" y="63"/>
                </a:cubicBezTo>
                <a:cubicBezTo>
                  <a:pt x="191" y="42"/>
                  <a:pt x="204" y="29"/>
                  <a:pt x="208" y="24"/>
                </a:cubicBezTo>
                <a:cubicBezTo>
                  <a:pt x="212" y="20"/>
                  <a:pt x="221" y="12"/>
                  <a:pt x="236" y="0"/>
                </a:cubicBezTo>
                <a:lnTo>
                  <a:pt x="252" y="0"/>
                </a:lnTo>
                <a:lnTo>
                  <a:pt x="257" y="0"/>
                </a:lnTo>
                <a:cubicBezTo>
                  <a:pt x="267" y="0"/>
                  <a:pt x="273" y="4"/>
                  <a:pt x="273" y="11"/>
                </a:cubicBezTo>
                <a:cubicBezTo>
                  <a:pt x="273" y="13"/>
                  <a:pt x="266" y="21"/>
                  <a:pt x="253" y="35"/>
                </a:cubicBezTo>
                <a:cubicBezTo>
                  <a:pt x="240" y="48"/>
                  <a:pt x="224" y="68"/>
                  <a:pt x="206" y="95"/>
                </a:cubicBezTo>
                <a:cubicBezTo>
                  <a:pt x="187" y="121"/>
                  <a:pt x="169" y="154"/>
                  <a:pt x="150" y="193"/>
                </a:cubicBezTo>
                <a:cubicBezTo>
                  <a:pt x="131" y="231"/>
                  <a:pt x="115" y="284"/>
                  <a:pt x="102" y="350"/>
                </a:cubicBezTo>
                <a:cubicBezTo>
                  <a:pt x="89" y="416"/>
                  <a:pt x="83" y="489"/>
                  <a:pt x="83" y="570"/>
                </a:cubicBezTo>
                <a:cubicBezTo>
                  <a:pt x="83" y="650"/>
                  <a:pt x="89" y="723"/>
                  <a:pt x="102" y="788"/>
                </a:cubicBezTo>
                <a:cubicBezTo>
                  <a:pt x="115" y="853"/>
                  <a:pt x="130" y="906"/>
                  <a:pt x="149" y="947"/>
                </a:cubicBezTo>
                <a:cubicBezTo>
                  <a:pt x="167" y="988"/>
                  <a:pt x="185" y="1020"/>
                  <a:pt x="204" y="1045"/>
                </a:cubicBezTo>
                <a:cubicBezTo>
                  <a:pt x="223" y="1070"/>
                  <a:pt x="240" y="1090"/>
                  <a:pt x="253" y="1106"/>
                </a:cubicBezTo>
                <a:cubicBezTo>
                  <a:pt x="266" y="1121"/>
                  <a:pt x="273" y="1129"/>
                  <a:pt x="273" y="1129"/>
                </a:cubicBezTo>
                <a:cubicBezTo>
                  <a:pt x="273" y="1136"/>
                  <a:pt x="267" y="1140"/>
                  <a:pt x="255" y="1140"/>
                </a:cubicBezTo>
                <a:lnTo>
                  <a:pt x="252" y="1140"/>
                </a:lnTo>
                <a:lnTo>
                  <a:pt x="236" y="1140"/>
                </a:lnTo>
                <a:lnTo>
                  <a:pt x="204" y="1112"/>
                </a:lnTo>
                <a:cubicBezTo>
                  <a:pt x="133" y="1048"/>
                  <a:pt x="81" y="967"/>
                  <a:pt x="48" y="870"/>
                </a:cubicBezTo>
                <a:cubicBezTo>
                  <a:pt x="16" y="774"/>
                  <a:pt x="0" y="674"/>
                  <a:pt x="0" y="570"/>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789" name=""/>
          <p:cNvSpPr/>
          <p:nvPr/>
        </p:nvSpPr>
        <p:spPr>
          <a:xfrm>
            <a:off x="6684840" y="2871000"/>
            <a:ext cx="233640" cy="186120"/>
          </a:xfrm>
          <a:custGeom>
            <a:avLst/>
            <a:gdLst/>
            <a:ahLst/>
            <a:rect l="0" t="0" r="r" b="b"/>
            <a:pathLst>
              <a:path w="649" h="517">
                <a:moveTo>
                  <a:pt x="0" y="327"/>
                </a:moveTo>
                <a:cubicBezTo>
                  <a:pt x="0" y="240"/>
                  <a:pt x="33" y="164"/>
                  <a:pt x="98" y="99"/>
                </a:cubicBezTo>
                <a:cubicBezTo>
                  <a:pt x="163" y="34"/>
                  <a:pt x="235" y="0"/>
                  <a:pt x="313" y="0"/>
                </a:cubicBezTo>
                <a:cubicBezTo>
                  <a:pt x="366" y="0"/>
                  <a:pt x="409" y="16"/>
                  <a:pt x="440" y="47"/>
                </a:cubicBezTo>
                <a:cubicBezTo>
                  <a:pt x="472" y="77"/>
                  <a:pt x="494" y="114"/>
                  <a:pt x="505" y="158"/>
                </a:cubicBezTo>
                <a:cubicBezTo>
                  <a:pt x="510" y="180"/>
                  <a:pt x="513" y="206"/>
                  <a:pt x="513" y="234"/>
                </a:cubicBezTo>
                <a:lnTo>
                  <a:pt x="513" y="267"/>
                </a:lnTo>
                <a:cubicBezTo>
                  <a:pt x="552" y="211"/>
                  <a:pt x="580" y="148"/>
                  <a:pt x="600" y="78"/>
                </a:cubicBezTo>
                <a:cubicBezTo>
                  <a:pt x="603" y="68"/>
                  <a:pt x="605" y="62"/>
                  <a:pt x="607" y="60"/>
                </a:cubicBezTo>
                <a:cubicBezTo>
                  <a:pt x="608" y="59"/>
                  <a:pt x="614" y="58"/>
                  <a:pt x="625" y="57"/>
                </a:cubicBezTo>
                <a:cubicBezTo>
                  <a:pt x="641" y="57"/>
                  <a:pt x="649" y="60"/>
                  <a:pt x="649" y="66"/>
                </a:cubicBezTo>
                <a:cubicBezTo>
                  <a:pt x="649" y="73"/>
                  <a:pt x="645" y="88"/>
                  <a:pt x="638" y="110"/>
                </a:cubicBezTo>
                <a:cubicBezTo>
                  <a:pt x="632" y="133"/>
                  <a:pt x="618" y="165"/>
                  <a:pt x="597" y="207"/>
                </a:cubicBezTo>
                <a:cubicBezTo>
                  <a:pt x="577" y="249"/>
                  <a:pt x="554" y="287"/>
                  <a:pt x="528" y="321"/>
                </a:cubicBezTo>
                <a:lnTo>
                  <a:pt x="514" y="337"/>
                </a:lnTo>
                <a:lnTo>
                  <a:pt x="516" y="364"/>
                </a:lnTo>
                <a:cubicBezTo>
                  <a:pt x="517" y="407"/>
                  <a:pt x="521" y="435"/>
                  <a:pt x="526" y="451"/>
                </a:cubicBezTo>
                <a:cubicBezTo>
                  <a:pt x="530" y="466"/>
                  <a:pt x="537" y="474"/>
                  <a:pt x="547" y="475"/>
                </a:cubicBezTo>
                <a:cubicBezTo>
                  <a:pt x="558" y="473"/>
                  <a:pt x="568" y="469"/>
                  <a:pt x="577" y="462"/>
                </a:cubicBezTo>
                <a:cubicBezTo>
                  <a:pt x="586" y="455"/>
                  <a:pt x="592" y="446"/>
                  <a:pt x="596" y="436"/>
                </a:cubicBezTo>
                <a:cubicBezTo>
                  <a:pt x="598" y="430"/>
                  <a:pt x="600" y="427"/>
                  <a:pt x="602" y="427"/>
                </a:cubicBezTo>
                <a:cubicBezTo>
                  <a:pt x="604" y="426"/>
                  <a:pt x="610" y="425"/>
                  <a:pt x="619" y="424"/>
                </a:cubicBezTo>
                <a:cubicBezTo>
                  <a:pt x="634" y="424"/>
                  <a:pt x="642" y="427"/>
                  <a:pt x="642" y="434"/>
                </a:cubicBezTo>
                <a:cubicBezTo>
                  <a:pt x="642" y="438"/>
                  <a:pt x="640" y="445"/>
                  <a:pt x="635" y="455"/>
                </a:cubicBezTo>
                <a:cubicBezTo>
                  <a:pt x="626" y="473"/>
                  <a:pt x="613" y="488"/>
                  <a:pt x="595" y="498"/>
                </a:cubicBezTo>
                <a:cubicBezTo>
                  <a:pt x="578" y="509"/>
                  <a:pt x="561" y="515"/>
                  <a:pt x="545" y="515"/>
                </a:cubicBezTo>
                <a:lnTo>
                  <a:pt x="537" y="515"/>
                </a:lnTo>
                <a:cubicBezTo>
                  <a:pt x="485" y="515"/>
                  <a:pt x="451" y="488"/>
                  <a:pt x="433" y="434"/>
                </a:cubicBezTo>
                <a:lnTo>
                  <a:pt x="429" y="426"/>
                </a:lnTo>
                <a:lnTo>
                  <a:pt x="417" y="435"/>
                </a:lnTo>
                <a:cubicBezTo>
                  <a:pt x="409" y="441"/>
                  <a:pt x="398" y="448"/>
                  <a:pt x="382" y="457"/>
                </a:cubicBezTo>
                <a:cubicBezTo>
                  <a:pt x="367" y="467"/>
                  <a:pt x="350" y="475"/>
                  <a:pt x="331" y="484"/>
                </a:cubicBezTo>
                <a:cubicBezTo>
                  <a:pt x="312" y="492"/>
                  <a:pt x="290" y="500"/>
                  <a:pt x="265" y="506"/>
                </a:cubicBezTo>
                <a:cubicBezTo>
                  <a:pt x="240" y="513"/>
                  <a:pt x="216" y="517"/>
                  <a:pt x="192" y="517"/>
                </a:cubicBezTo>
                <a:cubicBezTo>
                  <a:pt x="132" y="517"/>
                  <a:pt x="85" y="498"/>
                  <a:pt x="51" y="460"/>
                </a:cubicBezTo>
                <a:cubicBezTo>
                  <a:pt x="17" y="422"/>
                  <a:pt x="0" y="377"/>
                  <a:pt x="0" y="327"/>
                </a:cubicBezTo>
                <a:moveTo>
                  <a:pt x="198" y="475"/>
                </a:moveTo>
                <a:cubicBezTo>
                  <a:pt x="235" y="475"/>
                  <a:pt x="272" y="467"/>
                  <a:pt x="310" y="451"/>
                </a:cubicBezTo>
                <a:cubicBezTo>
                  <a:pt x="347" y="435"/>
                  <a:pt x="374" y="418"/>
                  <a:pt x="393" y="402"/>
                </a:cubicBezTo>
                <a:lnTo>
                  <a:pt x="420" y="377"/>
                </a:lnTo>
                <a:cubicBezTo>
                  <a:pt x="418" y="268"/>
                  <a:pt x="416" y="201"/>
                  <a:pt x="412" y="174"/>
                </a:cubicBezTo>
                <a:cubicBezTo>
                  <a:pt x="401" y="87"/>
                  <a:pt x="366" y="43"/>
                  <a:pt x="307" y="43"/>
                </a:cubicBezTo>
                <a:cubicBezTo>
                  <a:pt x="255" y="43"/>
                  <a:pt x="209" y="71"/>
                  <a:pt x="170" y="126"/>
                </a:cubicBezTo>
                <a:cubicBezTo>
                  <a:pt x="149" y="157"/>
                  <a:pt x="132" y="198"/>
                  <a:pt x="119" y="249"/>
                </a:cubicBezTo>
                <a:cubicBezTo>
                  <a:pt x="107" y="301"/>
                  <a:pt x="100" y="340"/>
                  <a:pt x="99" y="368"/>
                </a:cubicBezTo>
                <a:cubicBezTo>
                  <a:pt x="99" y="405"/>
                  <a:pt x="108" y="432"/>
                  <a:pt x="127" y="448"/>
                </a:cubicBezTo>
                <a:cubicBezTo>
                  <a:pt x="146" y="465"/>
                  <a:pt x="170" y="474"/>
                  <a:pt x="198" y="475"/>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790" name=""/>
          <p:cNvSpPr/>
          <p:nvPr/>
        </p:nvSpPr>
        <p:spPr>
          <a:xfrm>
            <a:off x="6739200" y="2809080"/>
            <a:ext cx="148320" cy="19080"/>
          </a:xfrm>
          <a:custGeom>
            <a:avLst/>
            <a:gdLst/>
            <a:ahLst/>
            <a:rect l="0" t="0" r="r" b="b"/>
            <a:pathLst>
              <a:path w="412" h="53">
                <a:moveTo>
                  <a:pt x="0" y="0"/>
                </a:moveTo>
                <a:lnTo>
                  <a:pt x="412" y="0"/>
                </a:lnTo>
                <a:lnTo>
                  <a:pt x="412" y="53"/>
                </a:lnTo>
                <a:lnTo>
                  <a:pt x="0" y="53"/>
                </a:lnTo>
                <a:lnTo>
                  <a:pt x="0" y="0"/>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791" name=""/>
          <p:cNvSpPr/>
          <p:nvPr/>
        </p:nvSpPr>
        <p:spPr>
          <a:xfrm>
            <a:off x="6952320" y="2932200"/>
            <a:ext cx="90360" cy="185040"/>
          </a:xfrm>
          <a:custGeom>
            <a:avLst/>
            <a:gdLst/>
            <a:ahLst/>
            <a:rect l="0" t="0" r="r" b="b"/>
            <a:pathLst>
              <a:path w="251" h="514">
                <a:moveTo>
                  <a:pt x="5" y="194"/>
                </a:moveTo>
                <a:cubicBezTo>
                  <a:pt x="1" y="190"/>
                  <a:pt x="0" y="188"/>
                  <a:pt x="0" y="186"/>
                </a:cubicBezTo>
                <a:cubicBezTo>
                  <a:pt x="0" y="184"/>
                  <a:pt x="0" y="180"/>
                  <a:pt x="2" y="173"/>
                </a:cubicBezTo>
                <a:cubicBezTo>
                  <a:pt x="4" y="167"/>
                  <a:pt x="5" y="163"/>
                  <a:pt x="6" y="162"/>
                </a:cubicBezTo>
                <a:cubicBezTo>
                  <a:pt x="7" y="159"/>
                  <a:pt x="10" y="158"/>
                  <a:pt x="13" y="158"/>
                </a:cubicBezTo>
                <a:cubicBezTo>
                  <a:pt x="17" y="158"/>
                  <a:pt x="31" y="158"/>
                  <a:pt x="54" y="157"/>
                </a:cubicBezTo>
                <a:lnTo>
                  <a:pt x="98" y="157"/>
                </a:lnTo>
                <a:lnTo>
                  <a:pt x="113" y="93"/>
                </a:lnTo>
                <a:cubicBezTo>
                  <a:pt x="115" y="87"/>
                  <a:pt x="117" y="79"/>
                  <a:pt x="119" y="69"/>
                </a:cubicBezTo>
                <a:cubicBezTo>
                  <a:pt x="121" y="60"/>
                  <a:pt x="123" y="53"/>
                  <a:pt x="125" y="48"/>
                </a:cubicBezTo>
                <a:cubicBezTo>
                  <a:pt x="126" y="44"/>
                  <a:pt x="128" y="39"/>
                  <a:pt x="129" y="32"/>
                </a:cubicBezTo>
                <a:cubicBezTo>
                  <a:pt x="131" y="26"/>
                  <a:pt x="133" y="21"/>
                  <a:pt x="136" y="19"/>
                </a:cubicBezTo>
                <a:cubicBezTo>
                  <a:pt x="138" y="16"/>
                  <a:pt x="141" y="13"/>
                  <a:pt x="144" y="9"/>
                </a:cubicBezTo>
                <a:cubicBezTo>
                  <a:pt x="147" y="5"/>
                  <a:pt x="150" y="3"/>
                  <a:pt x="155" y="2"/>
                </a:cubicBezTo>
                <a:cubicBezTo>
                  <a:pt x="160" y="1"/>
                  <a:pt x="165" y="0"/>
                  <a:pt x="170" y="0"/>
                </a:cubicBezTo>
                <a:cubicBezTo>
                  <a:pt x="179" y="1"/>
                  <a:pt x="186" y="4"/>
                  <a:pt x="190" y="9"/>
                </a:cubicBezTo>
                <a:cubicBezTo>
                  <a:pt x="193" y="14"/>
                  <a:pt x="195" y="19"/>
                  <a:pt x="195" y="24"/>
                </a:cubicBezTo>
                <a:cubicBezTo>
                  <a:pt x="195" y="28"/>
                  <a:pt x="193" y="41"/>
                  <a:pt x="188" y="62"/>
                </a:cubicBezTo>
                <a:cubicBezTo>
                  <a:pt x="183" y="84"/>
                  <a:pt x="178" y="105"/>
                  <a:pt x="172" y="126"/>
                </a:cubicBezTo>
                <a:lnTo>
                  <a:pt x="164" y="155"/>
                </a:lnTo>
                <a:cubicBezTo>
                  <a:pt x="164" y="156"/>
                  <a:pt x="177" y="157"/>
                  <a:pt x="204" y="157"/>
                </a:cubicBezTo>
                <a:lnTo>
                  <a:pt x="245" y="157"/>
                </a:lnTo>
                <a:cubicBezTo>
                  <a:pt x="249" y="161"/>
                  <a:pt x="251" y="164"/>
                  <a:pt x="251" y="166"/>
                </a:cubicBezTo>
                <a:cubicBezTo>
                  <a:pt x="251" y="178"/>
                  <a:pt x="247" y="187"/>
                  <a:pt x="240" y="194"/>
                </a:cubicBezTo>
                <a:lnTo>
                  <a:pt x="154" y="194"/>
                </a:lnTo>
                <a:lnTo>
                  <a:pt x="125" y="312"/>
                </a:lnTo>
                <a:cubicBezTo>
                  <a:pt x="104" y="398"/>
                  <a:pt x="94" y="444"/>
                  <a:pt x="94" y="450"/>
                </a:cubicBezTo>
                <a:cubicBezTo>
                  <a:pt x="94" y="473"/>
                  <a:pt x="101" y="484"/>
                  <a:pt x="116" y="484"/>
                </a:cubicBezTo>
                <a:cubicBezTo>
                  <a:pt x="134" y="484"/>
                  <a:pt x="153" y="475"/>
                  <a:pt x="170" y="457"/>
                </a:cubicBezTo>
                <a:cubicBezTo>
                  <a:pt x="188" y="438"/>
                  <a:pt x="202" y="416"/>
                  <a:pt x="213" y="389"/>
                </a:cubicBezTo>
                <a:cubicBezTo>
                  <a:pt x="214" y="386"/>
                  <a:pt x="215" y="384"/>
                  <a:pt x="217" y="383"/>
                </a:cubicBezTo>
                <a:cubicBezTo>
                  <a:pt x="219" y="383"/>
                  <a:pt x="223" y="382"/>
                  <a:pt x="229" y="382"/>
                </a:cubicBezTo>
                <a:lnTo>
                  <a:pt x="232" y="382"/>
                </a:lnTo>
                <a:cubicBezTo>
                  <a:pt x="240" y="382"/>
                  <a:pt x="244" y="384"/>
                  <a:pt x="244" y="388"/>
                </a:cubicBezTo>
                <a:cubicBezTo>
                  <a:pt x="244" y="390"/>
                  <a:pt x="244" y="393"/>
                  <a:pt x="242" y="398"/>
                </a:cubicBezTo>
                <a:cubicBezTo>
                  <a:pt x="239" y="406"/>
                  <a:pt x="235" y="417"/>
                  <a:pt x="228" y="428"/>
                </a:cubicBezTo>
                <a:cubicBezTo>
                  <a:pt x="221" y="440"/>
                  <a:pt x="211" y="453"/>
                  <a:pt x="200" y="466"/>
                </a:cubicBezTo>
                <a:cubicBezTo>
                  <a:pt x="189" y="480"/>
                  <a:pt x="175" y="491"/>
                  <a:pt x="159" y="500"/>
                </a:cubicBezTo>
                <a:cubicBezTo>
                  <a:pt x="143" y="509"/>
                  <a:pt x="127" y="514"/>
                  <a:pt x="110" y="514"/>
                </a:cubicBezTo>
                <a:cubicBezTo>
                  <a:pt x="94" y="514"/>
                  <a:pt x="79" y="510"/>
                  <a:pt x="64" y="502"/>
                </a:cubicBezTo>
                <a:cubicBezTo>
                  <a:pt x="49" y="494"/>
                  <a:pt x="38" y="480"/>
                  <a:pt x="32" y="460"/>
                </a:cubicBezTo>
                <a:cubicBezTo>
                  <a:pt x="31" y="455"/>
                  <a:pt x="30" y="448"/>
                  <a:pt x="30" y="438"/>
                </a:cubicBezTo>
                <a:lnTo>
                  <a:pt x="30" y="424"/>
                </a:lnTo>
                <a:lnTo>
                  <a:pt x="58" y="311"/>
                </a:lnTo>
                <a:cubicBezTo>
                  <a:pt x="78" y="234"/>
                  <a:pt x="88" y="196"/>
                  <a:pt x="88" y="196"/>
                </a:cubicBezTo>
                <a:cubicBezTo>
                  <a:pt x="88" y="195"/>
                  <a:pt x="75" y="194"/>
                  <a:pt x="46" y="194"/>
                </a:cubicBezTo>
                <a:lnTo>
                  <a:pt x="5" y="194"/>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792" name=""/>
          <p:cNvSpPr/>
          <p:nvPr/>
        </p:nvSpPr>
        <p:spPr>
          <a:xfrm>
            <a:off x="6298560" y="2649240"/>
            <a:ext cx="372600" cy="492120"/>
          </a:xfrm>
          <a:custGeom>
            <a:avLst/>
            <a:gdLst/>
            <a:ahLst/>
            <a:rect l="0" t="0" r="r" b="b"/>
            <a:pathLst>
              <a:path w="1035" h="1367">
                <a:moveTo>
                  <a:pt x="173" y="685"/>
                </a:moveTo>
                <a:cubicBezTo>
                  <a:pt x="173" y="685"/>
                  <a:pt x="193" y="731"/>
                  <a:pt x="232" y="821"/>
                </a:cubicBezTo>
                <a:cubicBezTo>
                  <a:pt x="271" y="911"/>
                  <a:pt x="309" y="1001"/>
                  <a:pt x="348" y="1092"/>
                </a:cubicBezTo>
                <a:cubicBezTo>
                  <a:pt x="387" y="1182"/>
                  <a:pt x="407" y="1228"/>
                  <a:pt x="408" y="1228"/>
                </a:cubicBezTo>
                <a:lnTo>
                  <a:pt x="700" y="625"/>
                </a:lnTo>
                <a:cubicBezTo>
                  <a:pt x="894" y="219"/>
                  <a:pt x="991" y="14"/>
                  <a:pt x="992" y="13"/>
                </a:cubicBezTo>
                <a:cubicBezTo>
                  <a:pt x="997" y="5"/>
                  <a:pt x="1005" y="0"/>
                  <a:pt x="1014" y="0"/>
                </a:cubicBezTo>
                <a:cubicBezTo>
                  <a:pt x="1019" y="0"/>
                  <a:pt x="1024" y="3"/>
                  <a:pt x="1027" y="7"/>
                </a:cubicBezTo>
                <a:cubicBezTo>
                  <a:pt x="1031" y="12"/>
                  <a:pt x="1034" y="16"/>
                  <a:pt x="1035" y="21"/>
                </a:cubicBezTo>
                <a:lnTo>
                  <a:pt x="1035" y="28"/>
                </a:lnTo>
                <a:lnTo>
                  <a:pt x="718" y="692"/>
                </a:lnTo>
                <a:cubicBezTo>
                  <a:pt x="645" y="844"/>
                  <a:pt x="568" y="1003"/>
                  <a:pt x="488" y="1169"/>
                </a:cubicBezTo>
                <a:cubicBezTo>
                  <a:pt x="442" y="1266"/>
                  <a:pt x="415" y="1322"/>
                  <a:pt x="407" y="1338"/>
                </a:cubicBezTo>
                <a:cubicBezTo>
                  <a:pt x="400" y="1354"/>
                  <a:pt x="393" y="1363"/>
                  <a:pt x="389" y="1365"/>
                </a:cubicBezTo>
                <a:cubicBezTo>
                  <a:pt x="386" y="1366"/>
                  <a:pt x="379" y="1367"/>
                  <a:pt x="370" y="1367"/>
                </a:cubicBezTo>
                <a:lnTo>
                  <a:pt x="356" y="1366"/>
                </a:lnTo>
                <a:lnTo>
                  <a:pt x="232" y="1078"/>
                </a:lnTo>
                <a:cubicBezTo>
                  <a:pt x="149" y="887"/>
                  <a:pt x="107" y="791"/>
                  <a:pt x="107" y="791"/>
                </a:cubicBezTo>
                <a:lnTo>
                  <a:pt x="68" y="821"/>
                </a:lnTo>
                <a:cubicBezTo>
                  <a:pt x="43" y="841"/>
                  <a:pt x="30" y="850"/>
                  <a:pt x="29" y="850"/>
                </a:cubicBezTo>
                <a:lnTo>
                  <a:pt x="0" y="821"/>
                </a:lnTo>
                <a:lnTo>
                  <a:pt x="173" y="685"/>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793" name=""/>
          <p:cNvSpPr/>
          <p:nvPr/>
        </p:nvSpPr>
        <p:spPr>
          <a:xfrm>
            <a:off x="6670800" y="2649240"/>
            <a:ext cx="401400" cy="25200"/>
          </a:xfrm>
          <a:custGeom>
            <a:avLst/>
            <a:gdLst/>
            <a:ahLst/>
            <a:rect l="0" t="0" r="r" b="b"/>
            <a:pathLst>
              <a:path w="1115" h="70">
                <a:moveTo>
                  <a:pt x="0" y="0"/>
                </a:moveTo>
                <a:lnTo>
                  <a:pt x="1115" y="0"/>
                </a:lnTo>
                <a:lnTo>
                  <a:pt x="1115" y="70"/>
                </a:lnTo>
                <a:lnTo>
                  <a:pt x="0" y="70"/>
                </a:lnTo>
                <a:lnTo>
                  <a:pt x="0" y="0"/>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794" name=""/>
          <p:cNvSpPr/>
          <p:nvPr/>
        </p:nvSpPr>
        <p:spPr>
          <a:xfrm>
            <a:off x="7080480" y="2870280"/>
            <a:ext cx="231840" cy="182160"/>
          </a:xfrm>
          <a:custGeom>
            <a:avLst/>
            <a:gdLst/>
            <a:ahLst/>
            <a:rect l="0" t="0" r="r" b="b"/>
            <a:pathLst>
              <a:path w="644" h="506">
                <a:moveTo>
                  <a:pt x="234" y="506"/>
                </a:moveTo>
                <a:cubicBezTo>
                  <a:pt x="223" y="504"/>
                  <a:pt x="183" y="503"/>
                  <a:pt x="114" y="503"/>
                </a:cubicBezTo>
                <a:cubicBezTo>
                  <a:pt x="52" y="503"/>
                  <a:pt x="17" y="504"/>
                  <a:pt x="8" y="506"/>
                </a:cubicBezTo>
                <a:lnTo>
                  <a:pt x="0" y="506"/>
                </a:lnTo>
                <a:lnTo>
                  <a:pt x="0" y="436"/>
                </a:lnTo>
                <a:lnTo>
                  <a:pt x="109" y="436"/>
                </a:lnTo>
                <a:lnTo>
                  <a:pt x="255" y="263"/>
                </a:lnTo>
                <a:lnTo>
                  <a:pt x="100" y="70"/>
                </a:lnTo>
                <a:lnTo>
                  <a:pt x="5" y="70"/>
                </a:lnTo>
                <a:lnTo>
                  <a:pt x="5" y="0"/>
                </a:lnTo>
                <a:lnTo>
                  <a:pt x="15" y="0"/>
                </a:lnTo>
                <a:cubicBezTo>
                  <a:pt x="26" y="2"/>
                  <a:pt x="67" y="3"/>
                  <a:pt x="139" y="3"/>
                </a:cubicBezTo>
                <a:cubicBezTo>
                  <a:pt x="217" y="3"/>
                  <a:pt x="264" y="2"/>
                  <a:pt x="277" y="0"/>
                </a:cubicBezTo>
                <a:lnTo>
                  <a:pt x="288" y="0"/>
                </a:lnTo>
                <a:lnTo>
                  <a:pt x="288" y="70"/>
                </a:lnTo>
                <a:lnTo>
                  <a:pt x="256" y="70"/>
                </a:lnTo>
                <a:lnTo>
                  <a:pt x="296" y="119"/>
                </a:lnTo>
                <a:cubicBezTo>
                  <a:pt x="321" y="151"/>
                  <a:pt x="335" y="167"/>
                  <a:pt x="335" y="167"/>
                </a:cubicBezTo>
                <a:cubicBezTo>
                  <a:pt x="339" y="167"/>
                  <a:pt x="353" y="150"/>
                  <a:pt x="379" y="117"/>
                </a:cubicBezTo>
                <a:lnTo>
                  <a:pt x="419" y="70"/>
                </a:lnTo>
                <a:lnTo>
                  <a:pt x="376" y="70"/>
                </a:lnTo>
                <a:lnTo>
                  <a:pt x="376" y="0"/>
                </a:lnTo>
                <a:lnTo>
                  <a:pt x="386" y="0"/>
                </a:lnTo>
                <a:cubicBezTo>
                  <a:pt x="397" y="2"/>
                  <a:pt x="437" y="3"/>
                  <a:pt x="506" y="3"/>
                </a:cubicBezTo>
                <a:cubicBezTo>
                  <a:pt x="568" y="3"/>
                  <a:pt x="604" y="2"/>
                  <a:pt x="613" y="0"/>
                </a:cubicBezTo>
                <a:lnTo>
                  <a:pt x="621" y="0"/>
                </a:lnTo>
                <a:lnTo>
                  <a:pt x="621" y="70"/>
                </a:lnTo>
                <a:lnTo>
                  <a:pt x="512" y="70"/>
                </a:lnTo>
                <a:lnTo>
                  <a:pt x="380" y="225"/>
                </a:lnTo>
                <a:lnTo>
                  <a:pt x="549" y="434"/>
                </a:lnTo>
                <a:lnTo>
                  <a:pt x="597" y="436"/>
                </a:lnTo>
                <a:lnTo>
                  <a:pt x="644" y="436"/>
                </a:lnTo>
                <a:lnTo>
                  <a:pt x="644" y="506"/>
                </a:lnTo>
                <a:lnTo>
                  <a:pt x="635" y="506"/>
                </a:lnTo>
                <a:cubicBezTo>
                  <a:pt x="623" y="504"/>
                  <a:pt x="581" y="503"/>
                  <a:pt x="510" y="503"/>
                </a:cubicBezTo>
                <a:cubicBezTo>
                  <a:pt x="431" y="503"/>
                  <a:pt x="384" y="504"/>
                  <a:pt x="371" y="506"/>
                </a:cubicBezTo>
                <a:lnTo>
                  <a:pt x="361" y="506"/>
                </a:lnTo>
                <a:lnTo>
                  <a:pt x="361" y="436"/>
                </a:lnTo>
                <a:lnTo>
                  <a:pt x="392" y="436"/>
                </a:lnTo>
                <a:cubicBezTo>
                  <a:pt x="392" y="435"/>
                  <a:pt x="377" y="416"/>
                  <a:pt x="347" y="379"/>
                </a:cubicBezTo>
                <a:cubicBezTo>
                  <a:pt x="317" y="340"/>
                  <a:pt x="301" y="321"/>
                  <a:pt x="300" y="320"/>
                </a:cubicBezTo>
                <a:lnTo>
                  <a:pt x="201" y="434"/>
                </a:lnTo>
                <a:lnTo>
                  <a:pt x="223" y="436"/>
                </a:lnTo>
                <a:lnTo>
                  <a:pt x="243" y="436"/>
                </a:lnTo>
                <a:lnTo>
                  <a:pt x="243" y="506"/>
                </a:lnTo>
                <a:lnTo>
                  <a:pt x="234" y="506"/>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795" name=""/>
          <p:cNvSpPr/>
          <p:nvPr/>
        </p:nvSpPr>
        <p:spPr>
          <a:xfrm>
            <a:off x="7345440" y="2920680"/>
            <a:ext cx="122040" cy="199800"/>
          </a:xfrm>
          <a:custGeom>
            <a:avLst/>
            <a:gdLst/>
            <a:ahLst/>
            <a:rect l="0" t="0" r="r" b="b"/>
            <a:pathLst>
              <a:path w="339" h="555">
                <a:moveTo>
                  <a:pt x="47" y="65"/>
                </a:moveTo>
                <a:cubicBezTo>
                  <a:pt x="77" y="22"/>
                  <a:pt x="118" y="0"/>
                  <a:pt x="170" y="0"/>
                </a:cubicBezTo>
                <a:cubicBezTo>
                  <a:pt x="195" y="0"/>
                  <a:pt x="221" y="7"/>
                  <a:pt x="247" y="21"/>
                </a:cubicBezTo>
                <a:cubicBezTo>
                  <a:pt x="273" y="35"/>
                  <a:pt x="294" y="59"/>
                  <a:pt x="310" y="95"/>
                </a:cubicBezTo>
                <a:cubicBezTo>
                  <a:pt x="330" y="139"/>
                  <a:pt x="339" y="201"/>
                  <a:pt x="339" y="278"/>
                </a:cubicBezTo>
                <a:cubicBezTo>
                  <a:pt x="339" y="361"/>
                  <a:pt x="328" y="425"/>
                  <a:pt x="305" y="470"/>
                </a:cubicBezTo>
                <a:cubicBezTo>
                  <a:pt x="294" y="493"/>
                  <a:pt x="279" y="511"/>
                  <a:pt x="261" y="524"/>
                </a:cubicBezTo>
                <a:cubicBezTo>
                  <a:pt x="242" y="537"/>
                  <a:pt x="225" y="546"/>
                  <a:pt x="212" y="549"/>
                </a:cubicBezTo>
                <a:cubicBezTo>
                  <a:pt x="198" y="552"/>
                  <a:pt x="184" y="554"/>
                  <a:pt x="170" y="555"/>
                </a:cubicBezTo>
                <a:cubicBezTo>
                  <a:pt x="157" y="555"/>
                  <a:pt x="143" y="553"/>
                  <a:pt x="129" y="550"/>
                </a:cubicBezTo>
                <a:cubicBezTo>
                  <a:pt x="115" y="546"/>
                  <a:pt x="98" y="538"/>
                  <a:pt x="80" y="524"/>
                </a:cubicBezTo>
                <a:cubicBezTo>
                  <a:pt x="61" y="510"/>
                  <a:pt x="45" y="492"/>
                  <a:pt x="34" y="470"/>
                </a:cubicBezTo>
                <a:cubicBezTo>
                  <a:pt x="11" y="425"/>
                  <a:pt x="0" y="361"/>
                  <a:pt x="0" y="278"/>
                </a:cubicBezTo>
                <a:cubicBezTo>
                  <a:pt x="0" y="185"/>
                  <a:pt x="15" y="114"/>
                  <a:pt x="47" y="65"/>
                </a:cubicBezTo>
                <a:moveTo>
                  <a:pt x="228" y="55"/>
                </a:moveTo>
                <a:cubicBezTo>
                  <a:pt x="212" y="38"/>
                  <a:pt x="192" y="30"/>
                  <a:pt x="170" y="30"/>
                </a:cubicBezTo>
                <a:cubicBezTo>
                  <a:pt x="148" y="30"/>
                  <a:pt x="129" y="38"/>
                  <a:pt x="113" y="55"/>
                </a:cubicBezTo>
                <a:cubicBezTo>
                  <a:pt x="99" y="69"/>
                  <a:pt x="90" y="89"/>
                  <a:pt x="86" y="113"/>
                </a:cubicBezTo>
                <a:cubicBezTo>
                  <a:pt x="82" y="138"/>
                  <a:pt x="80" y="190"/>
                  <a:pt x="80" y="268"/>
                </a:cubicBezTo>
                <a:cubicBezTo>
                  <a:pt x="80" y="353"/>
                  <a:pt x="82" y="408"/>
                  <a:pt x="86" y="435"/>
                </a:cubicBezTo>
                <a:cubicBezTo>
                  <a:pt x="90" y="463"/>
                  <a:pt x="100" y="484"/>
                  <a:pt x="115" y="500"/>
                </a:cubicBezTo>
                <a:cubicBezTo>
                  <a:pt x="130" y="516"/>
                  <a:pt x="148" y="524"/>
                  <a:pt x="170" y="524"/>
                </a:cubicBezTo>
                <a:cubicBezTo>
                  <a:pt x="192" y="524"/>
                  <a:pt x="210" y="516"/>
                  <a:pt x="225" y="500"/>
                </a:cubicBezTo>
                <a:cubicBezTo>
                  <a:pt x="241" y="484"/>
                  <a:pt x="250" y="461"/>
                  <a:pt x="254" y="431"/>
                </a:cubicBezTo>
                <a:cubicBezTo>
                  <a:pt x="258" y="402"/>
                  <a:pt x="260" y="348"/>
                  <a:pt x="261" y="268"/>
                </a:cubicBezTo>
                <a:cubicBezTo>
                  <a:pt x="261" y="190"/>
                  <a:pt x="258" y="139"/>
                  <a:pt x="254" y="114"/>
                </a:cubicBezTo>
                <a:cubicBezTo>
                  <a:pt x="250" y="89"/>
                  <a:pt x="241" y="70"/>
                  <a:pt x="228" y="55"/>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796" name=""/>
          <p:cNvSpPr/>
          <p:nvPr/>
        </p:nvSpPr>
        <p:spPr>
          <a:xfrm>
            <a:off x="7613280" y="2813400"/>
            <a:ext cx="273240" cy="272520"/>
          </a:xfrm>
          <a:custGeom>
            <a:avLst/>
            <a:gdLst/>
            <a:ahLst/>
            <a:rect l="0" t="0" r="r" b="b"/>
            <a:pathLst>
              <a:path w="759" h="757">
                <a:moveTo>
                  <a:pt x="16" y="357"/>
                </a:moveTo>
                <a:lnTo>
                  <a:pt x="357" y="357"/>
                </a:lnTo>
                <a:lnTo>
                  <a:pt x="357" y="186"/>
                </a:lnTo>
                <a:lnTo>
                  <a:pt x="358" y="14"/>
                </a:lnTo>
                <a:cubicBezTo>
                  <a:pt x="365" y="4"/>
                  <a:pt x="373" y="0"/>
                  <a:pt x="379" y="0"/>
                </a:cubicBezTo>
                <a:cubicBezTo>
                  <a:pt x="389" y="0"/>
                  <a:pt x="397" y="5"/>
                  <a:pt x="402" y="17"/>
                </a:cubicBezTo>
                <a:lnTo>
                  <a:pt x="402" y="357"/>
                </a:lnTo>
                <a:lnTo>
                  <a:pt x="742" y="357"/>
                </a:lnTo>
                <a:cubicBezTo>
                  <a:pt x="754" y="363"/>
                  <a:pt x="759" y="370"/>
                  <a:pt x="759" y="380"/>
                </a:cubicBezTo>
                <a:cubicBezTo>
                  <a:pt x="759" y="389"/>
                  <a:pt x="754" y="396"/>
                  <a:pt x="742" y="402"/>
                </a:cubicBezTo>
                <a:lnTo>
                  <a:pt x="402" y="402"/>
                </a:lnTo>
                <a:lnTo>
                  <a:pt x="402" y="742"/>
                </a:lnTo>
                <a:cubicBezTo>
                  <a:pt x="396" y="752"/>
                  <a:pt x="389" y="757"/>
                  <a:pt x="382" y="757"/>
                </a:cubicBezTo>
                <a:lnTo>
                  <a:pt x="379" y="757"/>
                </a:lnTo>
                <a:lnTo>
                  <a:pt x="377" y="757"/>
                </a:lnTo>
                <a:cubicBezTo>
                  <a:pt x="368" y="757"/>
                  <a:pt x="361" y="752"/>
                  <a:pt x="357" y="742"/>
                </a:cubicBezTo>
                <a:lnTo>
                  <a:pt x="357" y="402"/>
                </a:lnTo>
                <a:lnTo>
                  <a:pt x="16" y="402"/>
                </a:lnTo>
                <a:cubicBezTo>
                  <a:pt x="6" y="397"/>
                  <a:pt x="0" y="389"/>
                  <a:pt x="0" y="380"/>
                </a:cubicBezTo>
                <a:cubicBezTo>
                  <a:pt x="0" y="370"/>
                  <a:pt x="6" y="362"/>
                  <a:pt x="16" y="357"/>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797" name=""/>
          <p:cNvSpPr/>
          <p:nvPr/>
        </p:nvSpPr>
        <p:spPr>
          <a:xfrm>
            <a:off x="8452440" y="2779200"/>
            <a:ext cx="141120" cy="273240"/>
          </a:xfrm>
          <a:custGeom>
            <a:avLst/>
            <a:gdLst/>
            <a:ahLst/>
            <a:rect l="0" t="0" r="r" b="b"/>
            <a:pathLst>
              <a:path w="392" h="759">
                <a:moveTo>
                  <a:pt x="147" y="100"/>
                </a:moveTo>
                <a:lnTo>
                  <a:pt x="133" y="106"/>
                </a:lnTo>
                <a:cubicBezTo>
                  <a:pt x="122" y="110"/>
                  <a:pt x="107" y="113"/>
                  <a:pt x="87" y="117"/>
                </a:cubicBezTo>
                <a:cubicBezTo>
                  <a:pt x="67" y="121"/>
                  <a:pt x="45" y="124"/>
                  <a:pt x="21" y="125"/>
                </a:cubicBezTo>
                <a:lnTo>
                  <a:pt x="0" y="125"/>
                </a:lnTo>
                <a:lnTo>
                  <a:pt x="0" y="73"/>
                </a:lnTo>
                <a:lnTo>
                  <a:pt x="21" y="73"/>
                </a:lnTo>
                <a:cubicBezTo>
                  <a:pt x="57" y="71"/>
                  <a:pt x="90" y="66"/>
                  <a:pt x="120" y="56"/>
                </a:cubicBezTo>
                <a:cubicBezTo>
                  <a:pt x="151" y="46"/>
                  <a:pt x="172" y="37"/>
                  <a:pt x="185" y="28"/>
                </a:cubicBezTo>
                <a:cubicBezTo>
                  <a:pt x="197" y="20"/>
                  <a:pt x="208" y="12"/>
                  <a:pt x="217" y="3"/>
                </a:cubicBezTo>
                <a:cubicBezTo>
                  <a:pt x="218" y="1"/>
                  <a:pt x="223" y="0"/>
                  <a:pt x="230" y="0"/>
                </a:cubicBezTo>
                <a:cubicBezTo>
                  <a:pt x="237" y="0"/>
                  <a:pt x="244" y="2"/>
                  <a:pt x="250" y="7"/>
                </a:cubicBezTo>
                <a:lnTo>
                  <a:pt x="250" y="348"/>
                </a:lnTo>
                <a:lnTo>
                  <a:pt x="251" y="690"/>
                </a:lnTo>
                <a:cubicBezTo>
                  <a:pt x="256" y="695"/>
                  <a:pt x="261" y="698"/>
                  <a:pt x="265" y="700"/>
                </a:cubicBezTo>
                <a:cubicBezTo>
                  <a:pt x="268" y="701"/>
                  <a:pt x="277" y="703"/>
                  <a:pt x="292" y="704"/>
                </a:cubicBezTo>
                <a:cubicBezTo>
                  <a:pt x="306" y="706"/>
                  <a:pt x="330" y="707"/>
                  <a:pt x="362" y="707"/>
                </a:cubicBezTo>
                <a:lnTo>
                  <a:pt x="392" y="707"/>
                </a:lnTo>
                <a:lnTo>
                  <a:pt x="392" y="759"/>
                </a:lnTo>
                <a:lnTo>
                  <a:pt x="380" y="759"/>
                </a:lnTo>
                <a:cubicBezTo>
                  <a:pt x="364" y="757"/>
                  <a:pt x="303" y="756"/>
                  <a:pt x="199" y="756"/>
                </a:cubicBezTo>
                <a:cubicBezTo>
                  <a:pt x="94" y="756"/>
                  <a:pt x="35" y="757"/>
                  <a:pt x="19" y="759"/>
                </a:cubicBezTo>
                <a:lnTo>
                  <a:pt x="5" y="759"/>
                </a:lnTo>
                <a:lnTo>
                  <a:pt x="5" y="707"/>
                </a:lnTo>
                <a:lnTo>
                  <a:pt x="35" y="707"/>
                </a:lnTo>
                <a:cubicBezTo>
                  <a:pt x="51" y="707"/>
                  <a:pt x="66" y="707"/>
                  <a:pt x="78" y="707"/>
                </a:cubicBezTo>
                <a:cubicBezTo>
                  <a:pt x="90" y="707"/>
                  <a:pt x="100" y="706"/>
                  <a:pt x="107" y="706"/>
                </a:cubicBezTo>
                <a:cubicBezTo>
                  <a:pt x="113" y="705"/>
                  <a:pt x="119" y="704"/>
                  <a:pt x="125" y="702"/>
                </a:cubicBezTo>
                <a:cubicBezTo>
                  <a:pt x="130" y="701"/>
                  <a:pt x="133" y="700"/>
                  <a:pt x="134" y="700"/>
                </a:cubicBezTo>
                <a:cubicBezTo>
                  <a:pt x="135" y="700"/>
                  <a:pt x="137" y="698"/>
                  <a:pt x="141" y="694"/>
                </a:cubicBezTo>
                <a:cubicBezTo>
                  <a:pt x="144" y="690"/>
                  <a:pt x="147" y="689"/>
                  <a:pt x="147" y="690"/>
                </a:cubicBezTo>
                <a:lnTo>
                  <a:pt x="147" y="100"/>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798" name=""/>
          <p:cNvSpPr/>
          <p:nvPr/>
        </p:nvSpPr>
        <p:spPr>
          <a:xfrm>
            <a:off x="8748720" y="2941560"/>
            <a:ext cx="250200" cy="16560"/>
          </a:xfrm>
          <a:custGeom>
            <a:avLst/>
            <a:gdLst/>
            <a:ahLst/>
            <a:rect l="0" t="0" r="r" b="b"/>
            <a:pathLst>
              <a:path w="695" h="46">
                <a:moveTo>
                  <a:pt x="16" y="0"/>
                </a:moveTo>
                <a:lnTo>
                  <a:pt x="678" y="0"/>
                </a:lnTo>
                <a:cubicBezTo>
                  <a:pt x="689" y="6"/>
                  <a:pt x="695" y="13"/>
                  <a:pt x="695" y="23"/>
                </a:cubicBezTo>
                <a:cubicBezTo>
                  <a:pt x="695" y="32"/>
                  <a:pt x="689" y="39"/>
                  <a:pt x="678" y="46"/>
                </a:cubicBezTo>
                <a:lnTo>
                  <a:pt x="16" y="46"/>
                </a:lnTo>
                <a:cubicBezTo>
                  <a:pt x="5" y="40"/>
                  <a:pt x="0" y="32"/>
                  <a:pt x="0" y="23"/>
                </a:cubicBezTo>
                <a:cubicBezTo>
                  <a:pt x="0" y="13"/>
                  <a:pt x="5" y="5"/>
                  <a:pt x="16" y="0"/>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799" name=""/>
          <p:cNvSpPr/>
          <p:nvPr/>
        </p:nvSpPr>
        <p:spPr>
          <a:xfrm>
            <a:off x="9137880" y="2871000"/>
            <a:ext cx="233640" cy="186120"/>
          </a:xfrm>
          <a:custGeom>
            <a:avLst/>
            <a:gdLst/>
            <a:ahLst/>
            <a:rect l="0" t="0" r="r" b="b"/>
            <a:pathLst>
              <a:path w="649" h="517">
                <a:moveTo>
                  <a:pt x="0" y="327"/>
                </a:moveTo>
                <a:cubicBezTo>
                  <a:pt x="0" y="240"/>
                  <a:pt x="33" y="164"/>
                  <a:pt x="98" y="99"/>
                </a:cubicBezTo>
                <a:cubicBezTo>
                  <a:pt x="163" y="34"/>
                  <a:pt x="236" y="0"/>
                  <a:pt x="314" y="0"/>
                </a:cubicBezTo>
                <a:cubicBezTo>
                  <a:pt x="367" y="0"/>
                  <a:pt x="410" y="16"/>
                  <a:pt x="442" y="47"/>
                </a:cubicBezTo>
                <a:cubicBezTo>
                  <a:pt x="474" y="77"/>
                  <a:pt x="495" y="114"/>
                  <a:pt x="507" y="158"/>
                </a:cubicBezTo>
                <a:cubicBezTo>
                  <a:pt x="511" y="180"/>
                  <a:pt x="514" y="206"/>
                  <a:pt x="515" y="234"/>
                </a:cubicBezTo>
                <a:lnTo>
                  <a:pt x="515" y="267"/>
                </a:lnTo>
                <a:cubicBezTo>
                  <a:pt x="552" y="211"/>
                  <a:pt x="580" y="148"/>
                  <a:pt x="600" y="78"/>
                </a:cubicBezTo>
                <a:cubicBezTo>
                  <a:pt x="603" y="68"/>
                  <a:pt x="605" y="62"/>
                  <a:pt x="607" y="60"/>
                </a:cubicBezTo>
                <a:cubicBezTo>
                  <a:pt x="608" y="59"/>
                  <a:pt x="614" y="58"/>
                  <a:pt x="625" y="57"/>
                </a:cubicBezTo>
                <a:cubicBezTo>
                  <a:pt x="641" y="57"/>
                  <a:pt x="649" y="60"/>
                  <a:pt x="649" y="66"/>
                </a:cubicBezTo>
                <a:cubicBezTo>
                  <a:pt x="649" y="73"/>
                  <a:pt x="645" y="88"/>
                  <a:pt x="639" y="110"/>
                </a:cubicBezTo>
                <a:cubicBezTo>
                  <a:pt x="632" y="133"/>
                  <a:pt x="618" y="165"/>
                  <a:pt x="598" y="207"/>
                </a:cubicBezTo>
                <a:cubicBezTo>
                  <a:pt x="577" y="249"/>
                  <a:pt x="554" y="287"/>
                  <a:pt x="528" y="321"/>
                </a:cubicBezTo>
                <a:lnTo>
                  <a:pt x="516" y="337"/>
                </a:lnTo>
                <a:lnTo>
                  <a:pt x="517" y="364"/>
                </a:lnTo>
                <a:cubicBezTo>
                  <a:pt x="518" y="407"/>
                  <a:pt x="521" y="435"/>
                  <a:pt x="526" y="451"/>
                </a:cubicBezTo>
                <a:cubicBezTo>
                  <a:pt x="531" y="466"/>
                  <a:pt x="538" y="474"/>
                  <a:pt x="548" y="475"/>
                </a:cubicBezTo>
                <a:cubicBezTo>
                  <a:pt x="558" y="473"/>
                  <a:pt x="568" y="469"/>
                  <a:pt x="577" y="462"/>
                </a:cubicBezTo>
                <a:cubicBezTo>
                  <a:pt x="586" y="455"/>
                  <a:pt x="593" y="446"/>
                  <a:pt x="597" y="436"/>
                </a:cubicBezTo>
                <a:cubicBezTo>
                  <a:pt x="598" y="430"/>
                  <a:pt x="600" y="427"/>
                  <a:pt x="602" y="427"/>
                </a:cubicBezTo>
                <a:cubicBezTo>
                  <a:pt x="604" y="426"/>
                  <a:pt x="610" y="425"/>
                  <a:pt x="619" y="424"/>
                </a:cubicBezTo>
                <a:cubicBezTo>
                  <a:pt x="634" y="424"/>
                  <a:pt x="642" y="427"/>
                  <a:pt x="642" y="434"/>
                </a:cubicBezTo>
                <a:cubicBezTo>
                  <a:pt x="642" y="438"/>
                  <a:pt x="640" y="445"/>
                  <a:pt x="635" y="455"/>
                </a:cubicBezTo>
                <a:cubicBezTo>
                  <a:pt x="626" y="473"/>
                  <a:pt x="613" y="488"/>
                  <a:pt x="595" y="498"/>
                </a:cubicBezTo>
                <a:cubicBezTo>
                  <a:pt x="578" y="509"/>
                  <a:pt x="561" y="515"/>
                  <a:pt x="545" y="515"/>
                </a:cubicBezTo>
                <a:lnTo>
                  <a:pt x="537" y="515"/>
                </a:lnTo>
                <a:cubicBezTo>
                  <a:pt x="486" y="515"/>
                  <a:pt x="452" y="488"/>
                  <a:pt x="434" y="434"/>
                </a:cubicBezTo>
                <a:lnTo>
                  <a:pt x="430" y="426"/>
                </a:lnTo>
                <a:lnTo>
                  <a:pt x="418" y="435"/>
                </a:lnTo>
                <a:cubicBezTo>
                  <a:pt x="410" y="441"/>
                  <a:pt x="399" y="448"/>
                  <a:pt x="384" y="457"/>
                </a:cubicBezTo>
                <a:cubicBezTo>
                  <a:pt x="369" y="467"/>
                  <a:pt x="351" y="475"/>
                  <a:pt x="332" y="484"/>
                </a:cubicBezTo>
                <a:cubicBezTo>
                  <a:pt x="313" y="492"/>
                  <a:pt x="291" y="500"/>
                  <a:pt x="266" y="506"/>
                </a:cubicBezTo>
                <a:cubicBezTo>
                  <a:pt x="241" y="513"/>
                  <a:pt x="217" y="517"/>
                  <a:pt x="194" y="517"/>
                </a:cubicBezTo>
                <a:cubicBezTo>
                  <a:pt x="133" y="517"/>
                  <a:pt x="86" y="498"/>
                  <a:pt x="51" y="460"/>
                </a:cubicBezTo>
                <a:cubicBezTo>
                  <a:pt x="17" y="422"/>
                  <a:pt x="0" y="377"/>
                  <a:pt x="0" y="327"/>
                </a:cubicBezTo>
                <a:moveTo>
                  <a:pt x="199" y="475"/>
                </a:moveTo>
                <a:cubicBezTo>
                  <a:pt x="236" y="475"/>
                  <a:pt x="274" y="467"/>
                  <a:pt x="311" y="451"/>
                </a:cubicBezTo>
                <a:cubicBezTo>
                  <a:pt x="348" y="435"/>
                  <a:pt x="376" y="418"/>
                  <a:pt x="394" y="402"/>
                </a:cubicBezTo>
                <a:lnTo>
                  <a:pt x="421" y="377"/>
                </a:lnTo>
                <a:cubicBezTo>
                  <a:pt x="420" y="268"/>
                  <a:pt x="417" y="201"/>
                  <a:pt x="413" y="174"/>
                </a:cubicBezTo>
                <a:cubicBezTo>
                  <a:pt x="403" y="87"/>
                  <a:pt x="368" y="43"/>
                  <a:pt x="309" y="43"/>
                </a:cubicBezTo>
                <a:cubicBezTo>
                  <a:pt x="256" y="43"/>
                  <a:pt x="210" y="71"/>
                  <a:pt x="170" y="126"/>
                </a:cubicBezTo>
                <a:cubicBezTo>
                  <a:pt x="149" y="157"/>
                  <a:pt x="133" y="198"/>
                  <a:pt x="120" y="249"/>
                </a:cubicBezTo>
                <a:cubicBezTo>
                  <a:pt x="107" y="301"/>
                  <a:pt x="100" y="340"/>
                  <a:pt x="99" y="368"/>
                </a:cubicBezTo>
                <a:cubicBezTo>
                  <a:pt x="99" y="405"/>
                  <a:pt x="109" y="432"/>
                  <a:pt x="128" y="448"/>
                </a:cubicBezTo>
                <a:cubicBezTo>
                  <a:pt x="147" y="465"/>
                  <a:pt x="170" y="474"/>
                  <a:pt x="199" y="475"/>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800" name=""/>
          <p:cNvSpPr/>
          <p:nvPr/>
        </p:nvSpPr>
        <p:spPr>
          <a:xfrm>
            <a:off x="9192240" y="2809080"/>
            <a:ext cx="148320" cy="19080"/>
          </a:xfrm>
          <a:custGeom>
            <a:avLst/>
            <a:gdLst/>
            <a:ahLst/>
            <a:rect l="0" t="0" r="r" b="b"/>
            <a:pathLst>
              <a:path w="412" h="53">
                <a:moveTo>
                  <a:pt x="0" y="0"/>
                </a:moveTo>
                <a:lnTo>
                  <a:pt x="412" y="0"/>
                </a:lnTo>
                <a:lnTo>
                  <a:pt x="412" y="53"/>
                </a:lnTo>
                <a:lnTo>
                  <a:pt x="0" y="53"/>
                </a:lnTo>
                <a:lnTo>
                  <a:pt x="0" y="0"/>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801" name=""/>
          <p:cNvSpPr/>
          <p:nvPr/>
        </p:nvSpPr>
        <p:spPr>
          <a:xfrm>
            <a:off x="9405360" y="2932200"/>
            <a:ext cx="90360" cy="185040"/>
          </a:xfrm>
          <a:custGeom>
            <a:avLst/>
            <a:gdLst/>
            <a:ahLst/>
            <a:rect l="0" t="0" r="r" b="b"/>
            <a:pathLst>
              <a:path w="251" h="514">
                <a:moveTo>
                  <a:pt x="5" y="194"/>
                </a:moveTo>
                <a:cubicBezTo>
                  <a:pt x="2" y="190"/>
                  <a:pt x="0" y="188"/>
                  <a:pt x="0" y="186"/>
                </a:cubicBezTo>
                <a:cubicBezTo>
                  <a:pt x="0" y="184"/>
                  <a:pt x="1" y="180"/>
                  <a:pt x="2" y="173"/>
                </a:cubicBezTo>
                <a:cubicBezTo>
                  <a:pt x="4" y="167"/>
                  <a:pt x="5" y="163"/>
                  <a:pt x="6" y="162"/>
                </a:cubicBezTo>
                <a:cubicBezTo>
                  <a:pt x="7" y="159"/>
                  <a:pt x="10" y="158"/>
                  <a:pt x="14" y="158"/>
                </a:cubicBezTo>
                <a:cubicBezTo>
                  <a:pt x="17" y="158"/>
                  <a:pt x="31" y="158"/>
                  <a:pt x="55" y="157"/>
                </a:cubicBezTo>
                <a:lnTo>
                  <a:pt x="97" y="157"/>
                </a:lnTo>
                <a:lnTo>
                  <a:pt x="113" y="93"/>
                </a:lnTo>
                <a:cubicBezTo>
                  <a:pt x="114" y="87"/>
                  <a:pt x="116" y="79"/>
                  <a:pt x="118" y="69"/>
                </a:cubicBezTo>
                <a:cubicBezTo>
                  <a:pt x="120" y="60"/>
                  <a:pt x="122" y="53"/>
                  <a:pt x="124" y="48"/>
                </a:cubicBezTo>
                <a:cubicBezTo>
                  <a:pt x="125" y="44"/>
                  <a:pt x="127" y="39"/>
                  <a:pt x="129" y="32"/>
                </a:cubicBezTo>
                <a:cubicBezTo>
                  <a:pt x="130" y="26"/>
                  <a:pt x="132" y="21"/>
                  <a:pt x="135" y="19"/>
                </a:cubicBezTo>
                <a:cubicBezTo>
                  <a:pt x="138" y="16"/>
                  <a:pt x="140" y="13"/>
                  <a:pt x="143" y="9"/>
                </a:cubicBezTo>
                <a:cubicBezTo>
                  <a:pt x="146" y="5"/>
                  <a:pt x="150" y="3"/>
                  <a:pt x="154" y="2"/>
                </a:cubicBezTo>
                <a:cubicBezTo>
                  <a:pt x="159" y="1"/>
                  <a:pt x="164" y="0"/>
                  <a:pt x="169" y="0"/>
                </a:cubicBezTo>
                <a:cubicBezTo>
                  <a:pt x="179" y="1"/>
                  <a:pt x="185" y="4"/>
                  <a:pt x="189" y="9"/>
                </a:cubicBezTo>
                <a:cubicBezTo>
                  <a:pt x="193" y="14"/>
                  <a:pt x="195" y="19"/>
                  <a:pt x="195" y="24"/>
                </a:cubicBezTo>
                <a:cubicBezTo>
                  <a:pt x="195" y="28"/>
                  <a:pt x="192" y="41"/>
                  <a:pt x="187" y="62"/>
                </a:cubicBezTo>
                <a:cubicBezTo>
                  <a:pt x="183" y="84"/>
                  <a:pt x="177" y="105"/>
                  <a:pt x="171" y="126"/>
                </a:cubicBezTo>
                <a:lnTo>
                  <a:pt x="163" y="155"/>
                </a:lnTo>
                <a:cubicBezTo>
                  <a:pt x="163" y="156"/>
                  <a:pt x="177" y="157"/>
                  <a:pt x="203" y="157"/>
                </a:cubicBezTo>
                <a:lnTo>
                  <a:pt x="244" y="157"/>
                </a:lnTo>
                <a:cubicBezTo>
                  <a:pt x="248" y="161"/>
                  <a:pt x="251" y="164"/>
                  <a:pt x="251" y="166"/>
                </a:cubicBezTo>
                <a:cubicBezTo>
                  <a:pt x="251" y="178"/>
                  <a:pt x="247" y="187"/>
                  <a:pt x="240" y="194"/>
                </a:cubicBezTo>
                <a:lnTo>
                  <a:pt x="154" y="194"/>
                </a:lnTo>
                <a:lnTo>
                  <a:pt x="125" y="312"/>
                </a:lnTo>
                <a:cubicBezTo>
                  <a:pt x="104" y="398"/>
                  <a:pt x="93" y="444"/>
                  <a:pt x="93" y="450"/>
                </a:cubicBezTo>
                <a:cubicBezTo>
                  <a:pt x="93" y="473"/>
                  <a:pt x="100" y="484"/>
                  <a:pt x="115" y="484"/>
                </a:cubicBezTo>
                <a:cubicBezTo>
                  <a:pt x="134" y="484"/>
                  <a:pt x="152" y="475"/>
                  <a:pt x="170" y="457"/>
                </a:cubicBezTo>
                <a:cubicBezTo>
                  <a:pt x="187" y="438"/>
                  <a:pt x="202" y="416"/>
                  <a:pt x="212" y="389"/>
                </a:cubicBezTo>
                <a:cubicBezTo>
                  <a:pt x="213" y="386"/>
                  <a:pt x="215" y="384"/>
                  <a:pt x="216" y="383"/>
                </a:cubicBezTo>
                <a:cubicBezTo>
                  <a:pt x="218" y="383"/>
                  <a:pt x="222" y="382"/>
                  <a:pt x="228" y="382"/>
                </a:cubicBezTo>
                <a:lnTo>
                  <a:pt x="232" y="382"/>
                </a:lnTo>
                <a:cubicBezTo>
                  <a:pt x="240" y="382"/>
                  <a:pt x="244" y="384"/>
                  <a:pt x="244" y="388"/>
                </a:cubicBezTo>
                <a:cubicBezTo>
                  <a:pt x="244" y="390"/>
                  <a:pt x="243" y="393"/>
                  <a:pt x="241" y="398"/>
                </a:cubicBezTo>
                <a:cubicBezTo>
                  <a:pt x="239" y="406"/>
                  <a:pt x="234" y="417"/>
                  <a:pt x="227" y="428"/>
                </a:cubicBezTo>
                <a:cubicBezTo>
                  <a:pt x="220" y="440"/>
                  <a:pt x="211" y="453"/>
                  <a:pt x="199" y="466"/>
                </a:cubicBezTo>
                <a:cubicBezTo>
                  <a:pt x="188" y="480"/>
                  <a:pt x="174" y="491"/>
                  <a:pt x="158" y="500"/>
                </a:cubicBezTo>
                <a:cubicBezTo>
                  <a:pt x="142" y="509"/>
                  <a:pt x="126" y="514"/>
                  <a:pt x="109" y="514"/>
                </a:cubicBezTo>
                <a:cubicBezTo>
                  <a:pt x="93" y="514"/>
                  <a:pt x="78" y="510"/>
                  <a:pt x="63" y="502"/>
                </a:cubicBezTo>
                <a:cubicBezTo>
                  <a:pt x="49" y="494"/>
                  <a:pt x="38" y="480"/>
                  <a:pt x="32" y="460"/>
                </a:cubicBezTo>
                <a:cubicBezTo>
                  <a:pt x="31" y="455"/>
                  <a:pt x="30" y="448"/>
                  <a:pt x="30" y="438"/>
                </a:cubicBezTo>
                <a:lnTo>
                  <a:pt x="30" y="424"/>
                </a:lnTo>
                <a:lnTo>
                  <a:pt x="59" y="311"/>
                </a:lnTo>
                <a:cubicBezTo>
                  <a:pt x="77" y="234"/>
                  <a:pt x="87" y="196"/>
                  <a:pt x="88" y="196"/>
                </a:cubicBezTo>
                <a:cubicBezTo>
                  <a:pt x="88" y="195"/>
                  <a:pt x="74" y="194"/>
                  <a:pt x="47" y="194"/>
                </a:cubicBezTo>
                <a:lnTo>
                  <a:pt x="5" y="194"/>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802" name=""/>
          <p:cNvSpPr/>
          <p:nvPr/>
        </p:nvSpPr>
        <p:spPr>
          <a:xfrm>
            <a:off x="8045640" y="2649240"/>
            <a:ext cx="372960" cy="492120"/>
          </a:xfrm>
          <a:custGeom>
            <a:avLst/>
            <a:gdLst/>
            <a:ahLst/>
            <a:rect l="0" t="0" r="r" b="b"/>
            <a:pathLst>
              <a:path w="1036" h="1367">
                <a:moveTo>
                  <a:pt x="173" y="685"/>
                </a:moveTo>
                <a:cubicBezTo>
                  <a:pt x="174" y="685"/>
                  <a:pt x="194" y="731"/>
                  <a:pt x="233" y="821"/>
                </a:cubicBezTo>
                <a:cubicBezTo>
                  <a:pt x="271" y="911"/>
                  <a:pt x="310" y="1001"/>
                  <a:pt x="349" y="1092"/>
                </a:cubicBezTo>
                <a:cubicBezTo>
                  <a:pt x="387" y="1182"/>
                  <a:pt x="407" y="1228"/>
                  <a:pt x="409" y="1228"/>
                </a:cubicBezTo>
                <a:lnTo>
                  <a:pt x="699" y="625"/>
                </a:lnTo>
                <a:cubicBezTo>
                  <a:pt x="894" y="219"/>
                  <a:pt x="992" y="14"/>
                  <a:pt x="993" y="13"/>
                </a:cubicBezTo>
                <a:cubicBezTo>
                  <a:pt x="998" y="5"/>
                  <a:pt x="1005" y="0"/>
                  <a:pt x="1014" y="0"/>
                </a:cubicBezTo>
                <a:cubicBezTo>
                  <a:pt x="1020" y="0"/>
                  <a:pt x="1024" y="3"/>
                  <a:pt x="1028" y="7"/>
                </a:cubicBezTo>
                <a:cubicBezTo>
                  <a:pt x="1032" y="12"/>
                  <a:pt x="1035" y="16"/>
                  <a:pt x="1036" y="21"/>
                </a:cubicBezTo>
                <a:lnTo>
                  <a:pt x="1036" y="28"/>
                </a:lnTo>
                <a:lnTo>
                  <a:pt x="717" y="692"/>
                </a:lnTo>
                <a:cubicBezTo>
                  <a:pt x="645" y="844"/>
                  <a:pt x="568" y="1003"/>
                  <a:pt x="489" y="1169"/>
                </a:cubicBezTo>
                <a:cubicBezTo>
                  <a:pt x="442" y="1266"/>
                  <a:pt x="415" y="1322"/>
                  <a:pt x="408" y="1338"/>
                </a:cubicBezTo>
                <a:cubicBezTo>
                  <a:pt x="400" y="1354"/>
                  <a:pt x="394" y="1363"/>
                  <a:pt x="390" y="1365"/>
                </a:cubicBezTo>
                <a:cubicBezTo>
                  <a:pt x="387" y="1366"/>
                  <a:pt x="380" y="1367"/>
                  <a:pt x="370" y="1367"/>
                </a:cubicBezTo>
                <a:lnTo>
                  <a:pt x="357" y="1366"/>
                </a:lnTo>
                <a:lnTo>
                  <a:pt x="233" y="1078"/>
                </a:lnTo>
                <a:cubicBezTo>
                  <a:pt x="150" y="887"/>
                  <a:pt x="108" y="791"/>
                  <a:pt x="107" y="791"/>
                </a:cubicBezTo>
                <a:lnTo>
                  <a:pt x="69" y="821"/>
                </a:lnTo>
                <a:cubicBezTo>
                  <a:pt x="44" y="841"/>
                  <a:pt x="31" y="850"/>
                  <a:pt x="30" y="850"/>
                </a:cubicBezTo>
                <a:lnTo>
                  <a:pt x="0" y="821"/>
                </a:lnTo>
                <a:lnTo>
                  <a:pt x="173" y="685"/>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803" name=""/>
          <p:cNvSpPr/>
          <p:nvPr/>
        </p:nvSpPr>
        <p:spPr>
          <a:xfrm>
            <a:off x="8418240" y="2649240"/>
            <a:ext cx="1107000" cy="25200"/>
          </a:xfrm>
          <a:custGeom>
            <a:avLst/>
            <a:gdLst/>
            <a:ahLst/>
            <a:rect l="0" t="0" r="r" b="b"/>
            <a:pathLst>
              <a:path w="3075" h="70">
                <a:moveTo>
                  <a:pt x="0" y="0"/>
                </a:moveTo>
                <a:lnTo>
                  <a:pt x="3075" y="0"/>
                </a:lnTo>
                <a:lnTo>
                  <a:pt x="3075" y="70"/>
                </a:lnTo>
                <a:lnTo>
                  <a:pt x="0" y="70"/>
                </a:lnTo>
                <a:lnTo>
                  <a:pt x="0" y="0"/>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804" name=""/>
          <p:cNvSpPr/>
          <p:nvPr/>
        </p:nvSpPr>
        <p:spPr>
          <a:xfrm>
            <a:off x="9541440" y="2875680"/>
            <a:ext cx="140400" cy="181440"/>
          </a:xfrm>
          <a:custGeom>
            <a:avLst/>
            <a:gdLst/>
            <a:ahLst/>
            <a:rect l="0" t="0" r="r" b="b"/>
            <a:pathLst>
              <a:path w="390" h="504">
                <a:moveTo>
                  <a:pt x="213" y="504"/>
                </a:moveTo>
                <a:cubicBezTo>
                  <a:pt x="154" y="504"/>
                  <a:pt x="103" y="484"/>
                  <a:pt x="62" y="444"/>
                </a:cubicBezTo>
                <a:cubicBezTo>
                  <a:pt x="21" y="405"/>
                  <a:pt x="0" y="355"/>
                  <a:pt x="0" y="292"/>
                </a:cubicBezTo>
                <a:cubicBezTo>
                  <a:pt x="0" y="225"/>
                  <a:pt x="17" y="169"/>
                  <a:pt x="53" y="124"/>
                </a:cubicBezTo>
                <a:cubicBezTo>
                  <a:pt x="79" y="89"/>
                  <a:pt x="112" y="61"/>
                  <a:pt x="152" y="39"/>
                </a:cubicBezTo>
                <a:cubicBezTo>
                  <a:pt x="191" y="17"/>
                  <a:pt x="235" y="4"/>
                  <a:pt x="282" y="1"/>
                </a:cubicBezTo>
                <a:cubicBezTo>
                  <a:pt x="283" y="0"/>
                  <a:pt x="299" y="0"/>
                  <a:pt x="330" y="0"/>
                </a:cubicBezTo>
                <a:lnTo>
                  <a:pt x="373" y="0"/>
                </a:lnTo>
                <a:cubicBezTo>
                  <a:pt x="384" y="3"/>
                  <a:pt x="390" y="11"/>
                  <a:pt x="390" y="22"/>
                </a:cubicBezTo>
                <a:cubicBezTo>
                  <a:pt x="390" y="42"/>
                  <a:pt x="374" y="52"/>
                  <a:pt x="343" y="52"/>
                </a:cubicBezTo>
                <a:lnTo>
                  <a:pt x="325" y="52"/>
                </a:lnTo>
                <a:lnTo>
                  <a:pt x="310" y="52"/>
                </a:lnTo>
                <a:cubicBezTo>
                  <a:pt x="218" y="52"/>
                  <a:pt x="158" y="93"/>
                  <a:pt x="129" y="175"/>
                </a:cubicBezTo>
                <a:lnTo>
                  <a:pt x="125" y="188"/>
                </a:lnTo>
                <a:lnTo>
                  <a:pt x="327" y="188"/>
                </a:lnTo>
                <a:cubicBezTo>
                  <a:pt x="337" y="195"/>
                  <a:pt x="342" y="203"/>
                  <a:pt x="342" y="210"/>
                </a:cubicBezTo>
                <a:cubicBezTo>
                  <a:pt x="342" y="224"/>
                  <a:pt x="334" y="234"/>
                  <a:pt x="319" y="241"/>
                </a:cubicBezTo>
                <a:lnTo>
                  <a:pt x="111" y="241"/>
                </a:lnTo>
                <a:lnTo>
                  <a:pt x="111" y="243"/>
                </a:lnTo>
                <a:cubicBezTo>
                  <a:pt x="104" y="266"/>
                  <a:pt x="100" y="294"/>
                  <a:pt x="100" y="328"/>
                </a:cubicBezTo>
                <a:cubicBezTo>
                  <a:pt x="100" y="378"/>
                  <a:pt x="112" y="413"/>
                  <a:pt x="136" y="432"/>
                </a:cubicBezTo>
                <a:cubicBezTo>
                  <a:pt x="161" y="451"/>
                  <a:pt x="188" y="461"/>
                  <a:pt x="218" y="462"/>
                </a:cubicBezTo>
                <a:cubicBezTo>
                  <a:pt x="238" y="462"/>
                  <a:pt x="259" y="458"/>
                  <a:pt x="278" y="450"/>
                </a:cubicBezTo>
                <a:cubicBezTo>
                  <a:pt x="298" y="443"/>
                  <a:pt x="314" y="435"/>
                  <a:pt x="326" y="426"/>
                </a:cubicBezTo>
                <a:cubicBezTo>
                  <a:pt x="338" y="418"/>
                  <a:pt x="345" y="414"/>
                  <a:pt x="345" y="414"/>
                </a:cubicBezTo>
                <a:cubicBezTo>
                  <a:pt x="351" y="414"/>
                  <a:pt x="355" y="417"/>
                  <a:pt x="358" y="425"/>
                </a:cubicBezTo>
                <a:cubicBezTo>
                  <a:pt x="361" y="433"/>
                  <a:pt x="363" y="440"/>
                  <a:pt x="363" y="447"/>
                </a:cubicBezTo>
                <a:cubicBezTo>
                  <a:pt x="363" y="449"/>
                  <a:pt x="362" y="451"/>
                  <a:pt x="361" y="451"/>
                </a:cubicBezTo>
                <a:cubicBezTo>
                  <a:pt x="359" y="454"/>
                  <a:pt x="352" y="460"/>
                  <a:pt x="339" y="467"/>
                </a:cubicBezTo>
                <a:cubicBezTo>
                  <a:pt x="326" y="475"/>
                  <a:pt x="308" y="483"/>
                  <a:pt x="284" y="491"/>
                </a:cubicBezTo>
                <a:cubicBezTo>
                  <a:pt x="260" y="499"/>
                  <a:pt x="237" y="504"/>
                  <a:pt x="213" y="504"/>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805" name=""/>
          <p:cNvSpPr/>
          <p:nvPr/>
        </p:nvSpPr>
        <p:spPr>
          <a:xfrm>
            <a:off x="9710280" y="2932200"/>
            <a:ext cx="90360" cy="185040"/>
          </a:xfrm>
          <a:custGeom>
            <a:avLst/>
            <a:gdLst/>
            <a:ahLst/>
            <a:rect l="0" t="0" r="r" b="b"/>
            <a:pathLst>
              <a:path w="251" h="514">
                <a:moveTo>
                  <a:pt x="6" y="194"/>
                </a:moveTo>
                <a:cubicBezTo>
                  <a:pt x="2" y="190"/>
                  <a:pt x="0" y="188"/>
                  <a:pt x="0" y="186"/>
                </a:cubicBezTo>
                <a:cubicBezTo>
                  <a:pt x="0" y="184"/>
                  <a:pt x="1" y="180"/>
                  <a:pt x="2" y="173"/>
                </a:cubicBezTo>
                <a:cubicBezTo>
                  <a:pt x="4" y="167"/>
                  <a:pt x="5" y="163"/>
                  <a:pt x="6" y="162"/>
                </a:cubicBezTo>
                <a:cubicBezTo>
                  <a:pt x="8" y="159"/>
                  <a:pt x="10" y="158"/>
                  <a:pt x="14" y="158"/>
                </a:cubicBezTo>
                <a:cubicBezTo>
                  <a:pt x="17" y="158"/>
                  <a:pt x="31" y="158"/>
                  <a:pt x="55" y="157"/>
                </a:cubicBezTo>
                <a:lnTo>
                  <a:pt x="97" y="157"/>
                </a:lnTo>
                <a:lnTo>
                  <a:pt x="113" y="93"/>
                </a:lnTo>
                <a:cubicBezTo>
                  <a:pt x="114" y="87"/>
                  <a:pt x="116" y="79"/>
                  <a:pt x="118" y="69"/>
                </a:cubicBezTo>
                <a:cubicBezTo>
                  <a:pt x="120" y="60"/>
                  <a:pt x="122" y="53"/>
                  <a:pt x="124" y="48"/>
                </a:cubicBezTo>
                <a:cubicBezTo>
                  <a:pt x="126" y="44"/>
                  <a:pt x="127" y="39"/>
                  <a:pt x="129" y="32"/>
                </a:cubicBezTo>
                <a:cubicBezTo>
                  <a:pt x="130" y="26"/>
                  <a:pt x="133" y="21"/>
                  <a:pt x="135" y="19"/>
                </a:cubicBezTo>
                <a:cubicBezTo>
                  <a:pt x="138" y="16"/>
                  <a:pt x="141" y="13"/>
                  <a:pt x="143" y="9"/>
                </a:cubicBezTo>
                <a:cubicBezTo>
                  <a:pt x="146" y="5"/>
                  <a:pt x="150" y="3"/>
                  <a:pt x="156" y="2"/>
                </a:cubicBezTo>
                <a:cubicBezTo>
                  <a:pt x="160" y="1"/>
                  <a:pt x="165" y="0"/>
                  <a:pt x="170" y="0"/>
                </a:cubicBezTo>
                <a:cubicBezTo>
                  <a:pt x="180" y="1"/>
                  <a:pt x="186" y="4"/>
                  <a:pt x="190" y="9"/>
                </a:cubicBezTo>
                <a:cubicBezTo>
                  <a:pt x="194" y="14"/>
                  <a:pt x="196" y="19"/>
                  <a:pt x="196" y="24"/>
                </a:cubicBezTo>
                <a:cubicBezTo>
                  <a:pt x="196" y="28"/>
                  <a:pt x="193" y="41"/>
                  <a:pt x="189" y="62"/>
                </a:cubicBezTo>
                <a:cubicBezTo>
                  <a:pt x="184" y="84"/>
                  <a:pt x="178" y="105"/>
                  <a:pt x="172" y="126"/>
                </a:cubicBezTo>
                <a:lnTo>
                  <a:pt x="164" y="155"/>
                </a:lnTo>
                <a:cubicBezTo>
                  <a:pt x="164" y="156"/>
                  <a:pt x="178" y="157"/>
                  <a:pt x="205" y="157"/>
                </a:cubicBezTo>
                <a:lnTo>
                  <a:pt x="246" y="157"/>
                </a:lnTo>
                <a:cubicBezTo>
                  <a:pt x="249" y="161"/>
                  <a:pt x="251" y="164"/>
                  <a:pt x="251" y="166"/>
                </a:cubicBezTo>
                <a:cubicBezTo>
                  <a:pt x="251" y="178"/>
                  <a:pt x="248" y="187"/>
                  <a:pt x="241" y="194"/>
                </a:cubicBezTo>
                <a:lnTo>
                  <a:pt x="155" y="194"/>
                </a:lnTo>
                <a:lnTo>
                  <a:pt x="125" y="312"/>
                </a:lnTo>
                <a:cubicBezTo>
                  <a:pt x="104" y="398"/>
                  <a:pt x="93" y="444"/>
                  <a:pt x="93" y="450"/>
                </a:cubicBezTo>
                <a:cubicBezTo>
                  <a:pt x="93" y="473"/>
                  <a:pt x="101" y="484"/>
                  <a:pt x="115" y="484"/>
                </a:cubicBezTo>
                <a:cubicBezTo>
                  <a:pt x="134" y="484"/>
                  <a:pt x="153" y="475"/>
                  <a:pt x="171" y="457"/>
                </a:cubicBezTo>
                <a:cubicBezTo>
                  <a:pt x="189" y="438"/>
                  <a:pt x="203" y="416"/>
                  <a:pt x="213" y="389"/>
                </a:cubicBezTo>
                <a:cubicBezTo>
                  <a:pt x="215" y="386"/>
                  <a:pt x="216" y="384"/>
                  <a:pt x="218" y="383"/>
                </a:cubicBezTo>
                <a:cubicBezTo>
                  <a:pt x="219" y="383"/>
                  <a:pt x="223" y="382"/>
                  <a:pt x="230" y="382"/>
                </a:cubicBezTo>
                <a:lnTo>
                  <a:pt x="233" y="382"/>
                </a:lnTo>
                <a:cubicBezTo>
                  <a:pt x="241" y="382"/>
                  <a:pt x="245" y="384"/>
                  <a:pt x="245" y="388"/>
                </a:cubicBezTo>
                <a:cubicBezTo>
                  <a:pt x="245" y="390"/>
                  <a:pt x="244" y="393"/>
                  <a:pt x="242" y="398"/>
                </a:cubicBezTo>
                <a:cubicBezTo>
                  <a:pt x="240" y="406"/>
                  <a:pt x="235" y="417"/>
                  <a:pt x="228" y="428"/>
                </a:cubicBezTo>
                <a:cubicBezTo>
                  <a:pt x="221" y="440"/>
                  <a:pt x="212" y="453"/>
                  <a:pt x="201" y="466"/>
                </a:cubicBezTo>
                <a:cubicBezTo>
                  <a:pt x="189" y="480"/>
                  <a:pt x="176" y="491"/>
                  <a:pt x="160" y="500"/>
                </a:cubicBezTo>
                <a:cubicBezTo>
                  <a:pt x="142" y="509"/>
                  <a:pt x="126" y="514"/>
                  <a:pt x="109" y="514"/>
                </a:cubicBezTo>
                <a:cubicBezTo>
                  <a:pt x="93" y="514"/>
                  <a:pt x="78" y="510"/>
                  <a:pt x="64" y="502"/>
                </a:cubicBezTo>
                <a:cubicBezTo>
                  <a:pt x="49" y="494"/>
                  <a:pt x="39" y="480"/>
                  <a:pt x="32" y="460"/>
                </a:cubicBezTo>
                <a:cubicBezTo>
                  <a:pt x="31" y="455"/>
                  <a:pt x="31" y="448"/>
                  <a:pt x="31" y="438"/>
                </a:cubicBezTo>
                <a:lnTo>
                  <a:pt x="31" y="424"/>
                </a:lnTo>
                <a:lnTo>
                  <a:pt x="59" y="311"/>
                </a:lnTo>
                <a:cubicBezTo>
                  <a:pt x="78" y="234"/>
                  <a:pt x="87" y="196"/>
                  <a:pt x="88" y="196"/>
                </a:cubicBezTo>
                <a:cubicBezTo>
                  <a:pt x="88" y="195"/>
                  <a:pt x="74" y="194"/>
                  <a:pt x="47" y="194"/>
                </a:cubicBezTo>
                <a:lnTo>
                  <a:pt x="6" y="194"/>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806" name=""/>
          <p:cNvSpPr/>
          <p:nvPr/>
        </p:nvSpPr>
        <p:spPr>
          <a:xfrm>
            <a:off x="9861840" y="3002400"/>
            <a:ext cx="54360" cy="129600"/>
          </a:xfrm>
          <a:custGeom>
            <a:avLst/>
            <a:gdLst/>
            <a:ahLst/>
            <a:rect l="0" t="0" r="r" b="b"/>
            <a:pathLst>
              <a:path w="151" h="360">
                <a:moveTo>
                  <a:pt x="0" y="99"/>
                </a:moveTo>
                <a:cubicBezTo>
                  <a:pt x="0" y="99"/>
                  <a:pt x="0" y="90"/>
                  <a:pt x="0" y="70"/>
                </a:cubicBezTo>
                <a:cubicBezTo>
                  <a:pt x="0" y="51"/>
                  <a:pt x="6" y="35"/>
                  <a:pt x="18" y="21"/>
                </a:cubicBezTo>
                <a:cubicBezTo>
                  <a:pt x="30" y="7"/>
                  <a:pt x="47" y="0"/>
                  <a:pt x="67" y="0"/>
                </a:cubicBezTo>
                <a:cubicBezTo>
                  <a:pt x="88" y="0"/>
                  <a:pt x="107" y="10"/>
                  <a:pt x="124" y="29"/>
                </a:cubicBezTo>
                <a:cubicBezTo>
                  <a:pt x="142" y="48"/>
                  <a:pt x="151" y="82"/>
                  <a:pt x="151" y="130"/>
                </a:cubicBezTo>
                <a:cubicBezTo>
                  <a:pt x="151" y="157"/>
                  <a:pt x="148" y="182"/>
                  <a:pt x="141" y="207"/>
                </a:cubicBezTo>
                <a:cubicBezTo>
                  <a:pt x="134" y="232"/>
                  <a:pt x="125" y="254"/>
                  <a:pt x="116" y="272"/>
                </a:cubicBezTo>
                <a:cubicBezTo>
                  <a:pt x="107" y="290"/>
                  <a:pt x="97" y="306"/>
                  <a:pt x="87" y="319"/>
                </a:cubicBezTo>
                <a:cubicBezTo>
                  <a:pt x="76" y="332"/>
                  <a:pt x="67" y="342"/>
                  <a:pt x="59" y="350"/>
                </a:cubicBezTo>
                <a:cubicBezTo>
                  <a:pt x="52" y="357"/>
                  <a:pt x="47" y="361"/>
                  <a:pt x="44" y="360"/>
                </a:cubicBezTo>
                <a:cubicBezTo>
                  <a:pt x="41" y="360"/>
                  <a:pt x="36" y="357"/>
                  <a:pt x="30" y="350"/>
                </a:cubicBezTo>
                <a:cubicBezTo>
                  <a:pt x="23" y="343"/>
                  <a:pt x="19" y="338"/>
                  <a:pt x="19" y="335"/>
                </a:cubicBezTo>
                <a:cubicBezTo>
                  <a:pt x="19" y="332"/>
                  <a:pt x="24" y="326"/>
                  <a:pt x="32" y="317"/>
                </a:cubicBezTo>
                <a:cubicBezTo>
                  <a:pt x="40" y="308"/>
                  <a:pt x="50" y="296"/>
                  <a:pt x="60" y="283"/>
                </a:cubicBezTo>
                <a:cubicBezTo>
                  <a:pt x="71" y="269"/>
                  <a:pt x="81" y="250"/>
                  <a:pt x="90" y="226"/>
                </a:cubicBezTo>
                <a:cubicBezTo>
                  <a:pt x="99" y="201"/>
                  <a:pt x="105" y="174"/>
                  <a:pt x="108" y="143"/>
                </a:cubicBezTo>
                <a:lnTo>
                  <a:pt x="108" y="129"/>
                </a:lnTo>
                <a:lnTo>
                  <a:pt x="107" y="130"/>
                </a:lnTo>
                <a:cubicBezTo>
                  <a:pt x="106" y="131"/>
                  <a:pt x="104" y="132"/>
                  <a:pt x="101" y="132"/>
                </a:cubicBezTo>
                <a:cubicBezTo>
                  <a:pt x="99" y="133"/>
                  <a:pt x="97" y="134"/>
                  <a:pt x="95" y="136"/>
                </a:cubicBezTo>
                <a:cubicBezTo>
                  <a:pt x="92" y="137"/>
                  <a:pt x="89" y="138"/>
                  <a:pt x="84" y="138"/>
                </a:cubicBezTo>
                <a:cubicBezTo>
                  <a:pt x="80" y="138"/>
                  <a:pt x="75" y="138"/>
                  <a:pt x="71" y="139"/>
                </a:cubicBezTo>
                <a:cubicBezTo>
                  <a:pt x="50" y="139"/>
                  <a:pt x="33" y="133"/>
                  <a:pt x="21" y="120"/>
                </a:cubicBezTo>
                <a:lnTo>
                  <a:pt x="0" y="99"/>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807" name=""/>
          <p:cNvSpPr/>
          <p:nvPr/>
        </p:nvSpPr>
        <p:spPr>
          <a:xfrm>
            <a:off x="10019880" y="2795760"/>
            <a:ext cx="127800" cy="261360"/>
          </a:xfrm>
          <a:custGeom>
            <a:avLst/>
            <a:gdLst/>
            <a:ahLst/>
            <a:rect l="0" t="0" r="r" b="b"/>
            <a:pathLst>
              <a:path w="355" h="726">
                <a:moveTo>
                  <a:pt x="8" y="274"/>
                </a:moveTo>
                <a:cubicBezTo>
                  <a:pt x="3" y="269"/>
                  <a:pt x="0" y="265"/>
                  <a:pt x="0" y="263"/>
                </a:cubicBezTo>
                <a:cubicBezTo>
                  <a:pt x="0" y="259"/>
                  <a:pt x="1" y="253"/>
                  <a:pt x="3" y="244"/>
                </a:cubicBezTo>
                <a:cubicBezTo>
                  <a:pt x="6" y="235"/>
                  <a:pt x="8" y="230"/>
                  <a:pt x="9" y="228"/>
                </a:cubicBezTo>
                <a:cubicBezTo>
                  <a:pt x="11" y="225"/>
                  <a:pt x="14" y="223"/>
                  <a:pt x="19" y="223"/>
                </a:cubicBezTo>
                <a:cubicBezTo>
                  <a:pt x="25" y="223"/>
                  <a:pt x="44" y="222"/>
                  <a:pt x="77" y="222"/>
                </a:cubicBezTo>
                <a:lnTo>
                  <a:pt x="138" y="222"/>
                </a:lnTo>
                <a:lnTo>
                  <a:pt x="159" y="130"/>
                </a:lnTo>
                <a:cubicBezTo>
                  <a:pt x="162" y="122"/>
                  <a:pt x="164" y="111"/>
                  <a:pt x="167" y="97"/>
                </a:cubicBezTo>
                <a:cubicBezTo>
                  <a:pt x="170" y="84"/>
                  <a:pt x="173" y="74"/>
                  <a:pt x="175" y="68"/>
                </a:cubicBezTo>
                <a:cubicBezTo>
                  <a:pt x="177" y="62"/>
                  <a:pt x="180" y="54"/>
                  <a:pt x="182" y="45"/>
                </a:cubicBezTo>
                <a:cubicBezTo>
                  <a:pt x="184" y="36"/>
                  <a:pt x="187" y="30"/>
                  <a:pt x="191" y="26"/>
                </a:cubicBezTo>
                <a:cubicBezTo>
                  <a:pt x="195" y="22"/>
                  <a:pt x="199" y="17"/>
                  <a:pt x="203" y="12"/>
                </a:cubicBezTo>
                <a:cubicBezTo>
                  <a:pt x="206" y="7"/>
                  <a:pt x="212" y="3"/>
                  <a:pt x="218" y="2"/>
                </a:cubicBezTo>
                <a:cubicBezTo>
                  <a:pt x="225" y="0"/>
                  <a:pt x="233" y="0"/>
                  <a:pt x="240" y="0"/>
                </a:cubicBezTo>
                <a:cubicBezTo>
                  <a:pt x="254" y="0"/>
                  <a:pt x="263" y="5"/>
                  <a:pt x="268" y="12"/>
                </a:cubicBezTo>
                <a:cubicBezTo>
                  <a:pt x="274" y="20"/>
                  <a:pt x="276" y="27"/>
                  <a:pt x="276" y="34"/>
                </a:cubicBezTo>
                <a:cubicBezTo>
                  <a:pt x="276" y="39"/>
                  <a:pt x="273" y="57"/>
                  <a:pt x="266" y="87"/>
                </a:cubicBezTo>
                <a:cubicBezTo>
                  <a:pt x="259" y="118"/>
                  <a:pt x="252" y="148"/>
                  <a:pt x="243" y="177"/>
                </a:cubicBezTo>
                <a:lnTo>
                  <a:pt x="232" y="219"/>
                </a:lnTo>
                <a:cubicBezTo>
                  <a:pt x="232" y="221"/>
                  <a:pt x="251" y="222"/>
                  <a:pt x="289" y="222"/>
                </a:cubicBezTo>
                <a:lnTo>
                  <a:pt x="347" y="222"/>
                </a:lnTo>
                <a:cubicBezTo>
                  <a:pt x="352" y="227"/>
                  <a:pt x="355" y="231"/>
                  <a:pt x="355" y="234"/>
                </a:cubicBezTo>
                <a:cubicBezTo>
                  <a:pt x="355" y="251"/>
                  <a:pt x="350" y="264"/>
                  <a:pt x="340" y="274"/>
                </a:cubicBezTo>
                <a:lnTo>
                  <a:pt x="217" y="274"/>
                </a:lnTo>
                <a:lnTo>
                  <a:pt x="176" y="439"/>
                </a:lnTo>
                <a:cubicBezTo>
                  <a:pt x="147" y="560"/>
                  <a:pt x="132" y="627"/>
                  <a:pt x="132" y="636"/>
                </a:cubicBezTo>
                <a:cubicBezTo>
                  <a:pt x="132" y="668"/>
                  <a:pt x="142" y="684"/>
                  <a:pt x="163" y="684"/>
                </a:cubicBezTo>
                <a:cubicBezTo>
                  <a:pt x="189" y="684"/>
                  <a:pt x="215" y="671"/>
                  <a:pt x="241" y="645"/>
                </a:cubicBezTo>
                <a:cubicBezTo>
                  <a:pt x="266" y="619"/>
                  <a:pt x="286" y="587"/>
                  <a:pt x="301" y="548"/>
                </a:cubicBezTo>
                <a:cubicBezTo>
                  <a:pt x="303" y="544"/>
                  <a:pt x="305" y="541"/>
                  <a:pt x="307" y="540"/>
                </a:cubicBezTo>
                <a:cubicBezTo>
                  <a:pt x="309" y="539"/>
                  <a:pt x="315" y="539"/>
                  <a:pt x="324" y="538"/>
                </a:cubicBezTo>
                <a:lnTo>
                  <a:pt x="329" y="538"/>
                </a:lnTo>
                <a:cubicBezTo>
                  <a:pt x="340" y="538"/>
                  <a:pt x="346" y="541"/>
                  <a:pt x="346" y="547"/>
                </a:cubicBezTo>
                <a:cubicBezTo>
                  <a:pt x="346" y="549"/>
                  <a:pt x="345" y="554"/>
                  <a:pt x="342" y="561"/>
                </a:cubicBezTo>
                <a:cubicBezTo>
                  <a:pt x="339" y="574"/>
                  <a:pt x="332" y="588"/>
                  <a:pt x="322" y="605"/>
                </a:cubicBezTo>
                <a:cubicBezTo>
                  <a:pt x="312" y="622"/>
                  <a:pt x="299" y="639"/>
                  <a:pt x="283" y="658"/>
                </a:cubicBezTo>
                <a:cubicBezTo>
                  <a:pt x="267" y="677"/>
                  <a:pt x="248" y="693"/>
                  <a:pt x="224" y="706"/>
                </a:cubicBezTo>
                <a:cubicBezTo>
                  <a:pt x="201" y="719"/>
                  <a:pt x="178" y="726"/>
                  <a:pt x="155" y="726"/>
                </a:cubicBezTo>
                <a:cubicBezTo>
                  <a:pt x="132" y="726"/>
                  <a:pt x="110" y="720"/>
                  <a:pt x="90" y="709"/>
                </a:cubicBezTo>
                <a:cubicBezTo>
                  <a:pt x="69" y="697"/>
                  <a:pt x="55" y="677"/>
                  <a:pt x="45" y="649"/>
                </a:cubicBezTo>
                <a:cubicBezTo>
                  <a:pt x="44" y="643"/>
                  <a:pt x="43" y="633"/>
                  <a:pt x="43" y="619"/>
                </a:cubicBezTo>
                <a:lnTo>
                  <a:pt x="43" y="598"/>
                </a:lnTo>
                <a:lnTo>
                  <a:pt x="83" y="438"/>
                </a:lnTo>
                <a:cubicBezTo>
                  <a:pt x="110" y="331"/>
                  <a:pt x="123" y="277"/>
                  <a:pt x="124" y="276"/>
                </a:cubicBezTo>
                <a:cubicBezTo>
                  <a:pt x="124" y="275"/>
                  <a:pt x="105" y="274"/>
                  <a:pt x="66" y="274"/>
                </a:cubicBezTo>
                <a:lnTo>
                  <a:pt x="8" y="274"/>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808" name=""/>
          <p:cNvSpPr/>
          <p:nvPr/>
        </p:nvSpPr>
        <p:spPr>
          <a:xfrm>
            <a:off x="10182600" y="2744640"/>
            <a:ext cx="98280" cy="410400"/>
          </a:xfrm>
          <a:custGeom>
            <a:avLst/>
            <a:gdLst/>
            <a:ahLst/>
            <a:rect l="0" t="0" r="r" b="b"/>
            <a:pathLst>
              <a:path w="273" h="1140">
                <a:moveTo>
                  <a:pt x="6" y="2"/>
                </a:moveTo>
                <a:lnTo>
                  <a:pt x="10" y="0"/>
                </a:lnTo>
                <a:cubicBezTo>
                  <a:pt x="14" y="0"/>
                  <a:pt x="18" y="0"/>
                  <a:pt x="21" y="0"/>
                </a:cubicBezTo>
                <a:lnTo>
                  <a:pt x="35" y="0"/>
                </a:lnTo>
                <a:lnTo>
                  <a:pt x="67" y="28"/>
                </a:lnTo>
                <a:cubicBezTo>
                  <a:pt x="138" y="92"/>
                  <a:pt x="191" y="173"/>
                  <a:pt x="224" y="269"/>
                </a:cubicBezTo>
                <a:cubicBezTo>
                  <a:pt x="257" y="365"/>
                  <a:pt x="273" y="466"/>
                  <a:pt x="273" y="570"/>
                </a:cubicBezTo>
                <a:cubicBezTo>
                  <a:pt x="273" y="621"/>
                  <a:pt x="269" y="671"/>
                  <a:pt x="261" y="719"/>
                </a:cubicBezTo>
                <a:cubicBezTo>
                  <a:pt x="254" y="766"/>
                  <a:pt x="245" y="807"/>
                  <a:pt x="235" y="840"/>
                </a:cubicBezTo>
                <a:cubicBezTo>
                  <a:pt x="225" y="874"/>
                  <a:pt x="211" y="907"/>
                  <a:pt x="193" y="942"/>
                </a:cubicBezTo>
                <a:cubicBezTo>
                  <a:pt x="175" y="975"/>
                  <a:pt x="161" y="1000"/>
                  <a:pt x="150" y="1018"/>
                </a:cubicBezTo>
                <a:cubicBezTo>
                  <a:pt x="138" y="1035"/>
                  <a:pt x="123" y="1055"/>
                  <a:pt x="102" y="1076"/>
                </a:cubicBezTo>
                <a:cubicBezTo>
                  <a:pt x="82" y="1097"/>
                  <a:pt x="70" y="1110"/>
                  <a:pt x="66" y="1113"/>
                </a:cubicBezTo>
                <a:cubicBezTo>
                  <a:pt x="62" y="1117"/>
                  <a:pt x="53" y="1124"/>
                  <a:pt x="40" y="1135"/>
                </a:cubicBezTo>
                <a:cubicBezTo>
                  <a:pt x="37" y="1137"/>
                  <a:pt x="36" y="1139"/>
                  <a:pt x="35" y="1140"/>
                </a:cubicBezTo>
                <a:lnTo>
                  <a:pt x="21" y="1140"/>
                </a:lnTo>
                <a:cubicBezTo>
                  <a:pt x="15" y="1140"/>
                  <a:pt x="11" y="1140"/>
                  <a:pt x="9" y="1140"/>
                </a:cubicBezTo>
                <a:cubicBezTo>
                  <a:pt x="7" y="1140"/>
                  <a:pt x="5" y="1139"/>
                  <a:pt x="3" y="1136"/>
                </a:cubicBezTo>
                <a:cubicBezTo>
                  <a:pt x="2" y="1134"/>
                  <a:pt x="1" y="1131"/>
                  <a:pt x="0" y="1126"/>
                </a:cubicBezTo>
                <a:cubicBezTo>
                  <a:pt x="1" y="1125"/>
                  <a:pt x="5" y="1120"/>
                  <a:pt x="12" y="1111"/>
                </a:cubicBezTo>
                <a:cubicBezTo>
                  <a:pt x="130" y="989"/>
                  <a:pt x="190" y="808"/>
                  <a:pt x="190" y="570"/>
                </a:cubicBezTo>
                <a:cubicBezTo>
                  <a:pt x="190" y="331"/>
                  <a:pt x="130" y="151"/>
                  <a:pt x="12" y="29"/>
                </a:cubicBezTo>
                <a:cubicBezTo>
                  <a:pt x="5" y="20"/>
                  <a:pt x="1" y="15"/>
                  <a:pt x="0" y="14"/>
                </a:cubicBezTo>
                <a:cubicBezTo>
                  <a:pt x="0" y="8"/>
                  <a:pt x="2" y="4"/>
                  <a:pt x="6" y="2"/>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809" name=""/>
          <p:cNvSpPr/>
          <p:nvPr/>
        </p:nvSpPr>
        <p:spPr>
          <a:xfrm>
            <a:off x="10373400" y="2744640"/>
            <a:ext cx="96840" cy="410400"/>
          </a:xfrm>
          <a:custGeom>
            <a:avLst/>
            <a:gdLst/>
            <a:ahLst/>
            <a:rect l="0" t="0" r="r" b="b"/>
            <a:pathLst>
              <a:path w="269" h="1140">
                <a:moveTo>
                  <a:pt x="1" y="16"/>
                </a:moveTo>
                <a:cubicBezTo>
                  <a:pt x="5" y="6"/>
                  <a:pt x="13" y="0"/>
                  <a:pt x="24" y="0"/>
                </a:cubicBezTo>
                <a:cubicBezTo>
                  <a:pt x="32" y="0"/>
                  <a:pt x="39" y="5"/>
                  <a:pt x="43" y="13"/>
                </a:cubicBezTo>
                <a:cubicBezTo>
                  <a:pt x="45" y="16"/>
                  <a:pt x="46" y="202"/>
                  <a:pt x="46" y="570"/>
                </a:cubicBezTo>
                <a:cubicBezTo>
                  <a:pt x="46" y="939"/>
                  <a:pt x="45" y="1124"/>
                  <a:pt x="43" y="1127"/>
                </a:cubicBezTo>
                <a:cubicBezTo>
                  <a:pt x="39" y="1135"/>
                  <a:pt x="32" y="1140"/>
                  <a:pt x="23" y="1140"/>
                </a:cubicBezTo>
                <a:cubicBezTo>
                  <a:pt x="17" y="1140"/>
                  <a:pt x="12" y="1137"/>
                  <a:pt x="7" y="1133"/>
                </a:cubicBezTo>
                <a:lnTo>
                  <a:pt x="6" y="1132"/>
                </a:lnTo>
                <a:cubicBezTo>
                  <a:pt x="3" y="1130"/>
                  <a:pt x="1" y="1106"/>
                  <a:pt x="1" y="1059"/>
                </a:cubicBezTo>
                <a:cubicBezTo>
                  <a:pt x="1" y="1012"/>
                  <a:pt x="1" y="848"/>
                  <a:pt x="0" y="570"/>
                </a:cubicBezTo>
                <a:cubicBezTo>
                  <a:pt x="0" y="205"/>
                  <a:pt x="1" y="20"/>
                  <a:pt x="1" y="16"/>
                </a:cubicBezTo>
                <a:moveTo>
                  <a:pt x="225" y="13"/>
                </a:moveTo>
                <a:cubicBezTo>
                  <a:pt x="229" y="5"/>
                  <a:pt x="236" y="0"/>
                  <a:pt x="245" y="0"/>
                </a:cubicBezTo>
                <a:cubicBezTo>
                  <a:pt x="250" y="0"/>
                  <a:pt x="256" y="3"/>
                  <a:pt x="262" y="7"/>
                </a:cubicBezTo>
                <a:lnTo>
                  <a:pt x="263" y="8"/>
                </a:lnTo>
                <a:cubicBezTo>
                  <a:pt x="266" y="10"/>
                  <a:pt x="268" y="34"/>
                  <a:pt x="268" y="81"/>
                </a:cubicBezTo>
                <a:cubicBezTo>
                  <a:pt x="268" y="128"/>
                  <a:pt x="268" y="291"/>
                  <a:pt x="269" y="570"/>
                </a:cubicBezTo>
                <a:cubicBezTo>
                  <a:pt x="269" y="848"/>
                  <a:pt x="269" y="1011"/>
                  <a:pt x="269" y="1058"/>
                </a:cubicBezTo>
                <a:cubicBezTo>
                  <a:pt x="268" y="1104"/>
                  <a:pt x="266" y="1129"/>
                  <a:pt x="263" y="1132"/>
                </a:cubicBezTo>
                <a:lnTo>
                  <a:pt x="262" y="1133"/>
                </a:lnTo>
                <a:cubicBezTo>
                  <a:pt x="257" y="1137"/>
                  <a:pt x="252" y="1140"/>
                  <a:pt x="246" y="1140"/>
                </a:cubicBezTo>
                <a:cubicBezTo>
                  <a:pt x="237" y="1140"/>
                  <a:pt x="230" y="1135"/>
                  <a:pt x="225" y="1127"/>
                </a:cubicBezTo>
                <a:cubicBezTo>
                  <a:pt x="224" y="1124"/>
                  <a:pt x="223" y="939"/>
                  <a:pt x="223" y="570"/>
                </a:cubicBezTo>
                <a:cubicBezTo>
                  <a:pt x="223" y="202"/>
                  <a:pt x="224" y="16"/>
                  <a:pt x="225" y="13"/>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810" name=""/>
          <p:cNvSpPr/>
          <p:nvPr/>
        </p:nvSpPr>
        <p:spPr>
          <a:xfrm>
            <a:off x="10552320" y="2689920"/>
            <a:ext cx="115920" cy="193320"/>
          </a:xfrm>
          <a:custGeom>
            <a:avLst/>
            <a:gdLst/>
            <a:ahLst/>
            <a:rect l="0" t="0" r="r" b="b"/>
            <a:pathLst>
              <a:path w="322" h="537">
                <a:moveTo>
                  <a:pt x="47" y="191"/>
                </a:moveTo>
                <a:cubicBezTo>
                  <a:pt x="33" y="191"/>
                  <a:pt x="21" y="186"/>
                  <a:pt x="13" y="176"/>
                </a:cubicBezTo>
                <a:cubicBezTo>
                  <a:pt x="4" y="167"/>
                  <a:pt x="0" y="155"/>
                  <a:pt x="0" y="141"/>
                </a:cubicBezTo>
                <a:cubicBezTo>
                  <a:pt x="0" y="103"/>
                  <a:pt x="14" y="70"/>
                  <a:pt x="43" y="42"/>
                </a:cubicBezTo>
                <a:cubicBezTo>
                  <a:pt x="72" y="14"/>
                  <a:pt x="107" y="0"/>
                  <a:pt x="150" y="0"/>
                </a:cubicBezTo>
                <a:cubicBezTo>
                  <a:pt x="199" y="0"/>
                  <a:pt x="239" y="15"/>
                  <a:pt x="272" y="45"/>
                </a:cubicBezTo>
                <a:cubicBezTo>
                  <a:pt x="305" y="75"/>
                  <a:pt x="321" y="114"/>
                  <a:pt x="322" y="162"/>
                </a:cubicBezTo>
                <a:cubicBezTo>
                  <a:pt x="322" y="185"/>
                  <a:pt x="317" y="207"/>
                  <a:pt x="306" y="228"/>
                </a:cubicBezTo>
                <a:cubicBezTo>
                  <a:pt x="295" y="249"/>
                  <a:pt x="282" y="267"/>
                  <a:pt x="267" y="283"/>
                </a:cubicBezTo>
                <a:cubicBezTo>
                  <a:pt x="252" y="299"/>
                  <a:pt x="231" y="319"/>
                  <a:pt x="203" y="343"/>
                </a:cubicBezTo>
                <a:cubicBezTo>
                  <a:pt x="184" y="360"/>
                  <a:pt x="157" y="384"/>
                  <a:pt x="122" y="417"/>
                </a:cubicBezTo>
                <a:lnTo>
                  <a:pt x="75" y="462"/>
                </a:lnTo>
                <a:lnTo>
                  <a:pt x="136" y="463"/>
                </a:lnTo>
                <a:cubicBezTo>
                  <a:pt x="220" y="463"/>
                  <a:pt x="265" y="462"/>
                  <a:pt x="270" y="459"/>
                </a:cubicBezTo>
                <a:cubicBezTo>
                  <a:pt x="274" y="458"/>
                  <a:pt x="281" y="434"/>
                  <a:pt x="290" y="387"/>
                </a:cubicBezTo>
                <a:lnTo>
                  <a:pt x="290" y="385"/>
                </a:lnTo>
                <a:lnTo>
                  <a:pt x="322" y="385"/>
                </a:lnTo>
                <a:lnTo>
                  <a:pt x="322" y="387"/>
                </a:lnTo>
                <a:cubicBezTo>
                  <a:pt x="321" y="389"/>
                  <a:pt x="318" y="413"/>
                  <a:pt x="312" y="461"/>
                </a:cubicBezTo>
                <a:cubicBezTo>
                  <a:pt x="305" y="508"/>
                  <a:pt x="301" y="532"/>
                  <a:pt x="299" y="535"/>
                </a:cubicBezTo>
                <a:lnTo>
                  <a:pt x="299" y="537"/>
                </a:lnTo>
                <a:lnTo>
                  <a:pt x="0" y="537"/>
                </a:lnTo>
                <a:lnTo>
                  <a:pt x="0" y="522"/>
                </a:lnTo>
                <a:lnTo>
                  <a:pt x="0" y="512"/>
                </a:lnTo>
                <a:cubicBezTo>
                  <a:pt x="0" y="508"/>
                  <a:pt x="2" y="504"/>
                  <a:pt x="5" y="500"/>
                </a:cubicBezTo>
                <a:cubicBezTo>
                  <a:pt x="8" y="496"/>
                  <a:pt x="16" y="486"/>
                  <a:pt x="29" y="472"/>
                </a:cubicBezTo>
                <a:cubicBezTo>
                  <a:pt x="44" y="455"/>
                  <a:pt x="58" y="440"/>
                  <a:pt x="70" y="427"/>
                </a:cubicBezTo>
                <a:cubicBezTo>
                  <a:pt x="75" y="421"/>
                  <a:pt x="84" y="411"/>
                  <a:pt x="97" y="397"/>
                </a:cubicBezTo>
                <a:cubicBezTo>
                  <a:pt x="111" y="383"/>
                  <a:pt x="120" y="373"/>
                  <a:pt x="125" y="367"/>
                </a:cubicBezTo>
                <a:cubicBezTo>
                  <a:pt x="130" y="362"/>
                  <a:pt x="137" y="353"/>
                  <a:pt x="148" y="341"/>
                </a:cubicBezTo>
                <a:cubicBezTo>
                  <a:pt x="159" y="328"/>
                  <a:pt x="166" y="319"/>
                  <a:pt x="171" y="313"/>
                </a:cubicBezTo>
                <a:cubicBezTo>
                  <a:pt x="175" y="307"/>
                  <a:pt x="181" y="299"/>
                  <a:pt x="189" y="289"/>
                </a:cubicBezTo>
                <a:cubicBezTo>
                  <a:pt x="197" y="278"/>
                  <a:pt x="203" y="269"/>
                  <a:pt x="206" y="262"/>
                </a:cubicBezTo>
                <a:cubicBezTo>
                  <a:pt x="209" y="255"/>
                  <a:pt x="213" y="248"/>
                  <a:pt x="218" y="239"/>
                </a:cubicBezTo>
                <a:cubicBezTo>
                  <a:pt x="223" y="230"/>
                  <a:pt x="226" y="222"/>
                  <a:pt x="229" y="213"/>
                </a:cubicBezTo>
                <a:cubicBezTo>
                  <a:pt x="231" y="205"/>
                  <a:pt x="233" y="197"/>
                  <a:pt x="234" y="189"/>
                </a:cubicBezTo>
                <a:cubicBezTo>
                  <a:pt x="236" y="182"/>
                  <a:pt x="237" y="173"/>
                  <a:pt x="237" y="163"/>
                </a:cubicBezTo>
                <a:cubicBezTo>
                  <a:pt x="237" y="129"/>
                  <a:pt x="228" y="100"/>
                  <a:pt x="209" y="75"/>
                </a:cubicBezTo>
                <a:cubicBezTo>
                  <a:pt x="191" y="50"/>
                  <a:pt x="165" y="38"/>
                  <a:pt x="131" y="38"/>
                </a:cubicBezTo>
                <a:cubicBezTo>
                  <a:pt x="114" y="38"/>
                  <a:pt x="98" y="42"/>
                  <a:pt x="85" y="52"/>
                </a:cubicBezTo>
                <a:cubicBezTo>
                  <a:pt x="71" y="61"/>
                  <a:pt x="62" y="70"/>
                  <a:pt x="55" y="78"/>
                </a:cubicBezTo>
                <a:cubicBezTo>
                  <a:pt x="50" y="87"/>
                  <a:pt x="47" y="92"/>
                  <a:pt x="47" y="93"/>
                </a:cubicBezTo>
                <a:cubicBezTo>
                  <a:pt x="47" y="94"/>
                  <a:pt x="49" y="94"/>
                  <a:pt x="51" y="94"/>
                </a:cubicBezTo>
                <a:cubicBezTo>
                  <a:pt x="62" y="94"/>
                  <a:pt x="72" y="98"/>
                  <a:pt x="82" y="105"/>
                </a:cubicBezTo>
                <a:cubicBezTo>
                  <a:pt x="92" y="113"/>
                  <a:pt x="97" y="125"/>
                  <a:pt x="97" y="143"/>
                </a:cubicBezTo>
                <a:cubicBezTo>
                  <a:pt x="97" y="156"/>
                  <a:pt x="93" y="167"/>
                  <a:pt x="85" y="176"/>
                </a:cubicBezTo>
                <a:cubicBezTo>
                  <a:pt x="76" y="185"/>
                  <a:pt x="64" y="190"/>
                  <a:pt x="47" y="191"/>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811" name=""/>
          <p:cNvSpPr/>
          <p:nvPr/>
        </p:nvSpPr>
        <p:spPr>
          <a:xfrm>
            <a:off x="10709640" y="2581200"/>
            <a:ext cx="95040" cy="737280"/>
          </a:xfrm>
          <a:custGeom>
            <a:avLst/>
            <a:gdLst/>
            <a:ahLst/>
            <a:rect l="0" t="0" r="r" b="b"/>
            <a:pathLst>
              <a:path w="264" h="2048">
                <a:moveTo>
                  <a:pt x="0" y="58"/>
                </a:moveTo>
                <a:lnTo>
                  <a:pt x="0" y="0"/>
                </a:lnTo>
                <a:lnTo>
                  <a:pt x="264" y="0"/>
                </a:lnTo>
                <a:lnTo>
                  <a:pt x="264" y="2048"/>
                </a:lnTo>
                <a:lnTo>
                  <a:pt x="0" y="2048"/>
                </a:lnTo>
                <a:lnTo>
                  <a:pt x="0" y="1989"/>
                </a:lnTo>
                <a:lnTo>
                  <a:pt x="205" y="1989"/>
                </a:lnTo>
                <a:lnTo>
                  <a:pt x="205" y="58"/>
                </a:lnTo>
                <a:lnTo>
                  <a:pt x="0" y="58"/>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812" name=""/>
          <p:cNvSpPr/>
          <p:nvPr/>
        </p:nvSpPr>
        <p:spPr>
          <a:xfrm>
            <a:off x="11325600" y="2744640"/>
            <a:ext cx="98280" cy="410400"/>
          </a:xfrm>
          <a:custGeom>
            <a:avLst/>
            <a:gdLst/>
            <a:ahLst/>
            <a:rect l="0" t="0" r="r" b="b"/>
            <a:pathLst>
              <a:path w="273" h="1140">
                <a:moveTo>
                  <a:pt x="0" y="570"/>
                </a:moveTo>
                <a:cubicBezTo>
                  <a:pt x="0" y="517"/>
                  <a:pt x="4" y="467"/>
                  <a:pt x="11" y="420"/>
                </a:cubicBezTo>
                <a:cubicBezTo>
                  <a:pt x="19" y="373"/>
                  <a:pt x="28" y="333"/>
                  <a:pt x="37" y="299"/>
                </a:cubicBezTo>
                <a:cubicBezTo>
                  <a:pt x="47" y="265"/>
                  <a:pt x="61" y="231"/>
                  <a:pt x="80" y="198"/>
                </a:cubicBezTo>
                <a:cubicBezTo>
                  <a:pt x="98" y="166"/>
                  <a:pt x="112" y="140"/>
                  <a:pt x="123" y="122"/>
                </a:cubicBezTo>
                <a:cubicBezTo>
                  <a:pt x="133" y="104"/>
                  <a:pt x="149" y="84"/>
                  <a:pt x="171" y="63"/>
                </a:cubicBezTo>
                <a:cubicBezTo>
                  <a:pt x="192" y="42"/>
                  <a:pt x="204" y="29"/>
                  <a:pt x="208" y="24"/>
                </a:cubicBezTo>
                <a:cubicBezTo>
                  <a:pt x="212" y="20"/>
                  <a:pt x="221" y="12"/>
                  <a:pt x="238" y="0"/>
                </a:cubicBezTo>
                <a:lnTo>
                  <a:pt x="252" y="0"/>
                </a:lnTo>
                <a:lnTo>
                  <a:pt x="257" y="0"/>
                </a:lnTo>
                <a:cubicBezTo>
                  <a:pt x="268" y="0"/>
                  <a:pt x="273" y="4"/>
                  <a:pt x="273" y="11"/>
                </a:cubicBezTo>
                <a:cubicBezTo>
                  <a:pt x="273" y="13"/>
                  <a:pt x="266" y="21"/>
                  <a:pt x="254" y="35"/>
                </a:cubicBezTo>
                <a:cubicBezTo>
                  <a:pt x="241" y="48"/>
                  <a:pt x="224" y="68"/>
                  <a:pt x="206" y="95"/>
                </a:cubicBezTo>
                <a:cubicBezTo>
                  <a:pt x="188" y="121"/>
                  <a:pt x="169" y="154"/>
                  <a:pt x="150" y="193"/>
                </a:cubicBezTo>
                <a:cubicBezTo>
                  <a:pt x="131" y="231"/>
                  <a:pt x="115" y="284"/>
                  <a:pt x="102" y="350"/>
                </a:cubicBezTo>
                <a:cubicBezTo>
                  <a:pt x="89" y="416"/>
                  <a:pt x="83" y="489"/>
                  <a:pt x="83" y="570"/>
                </a:cubicBezTo>
                <a:cubicBezTo>
                  <a:pt x="83" y="650"/>
                  <a:pt x="89" y="723"/>
                  <a:pt x="102" y="788"/>
                </a:cubicBezTo>
                <a:cubicBezTo>
                  <a:pt x="115" y="853"/>
                  <a:pt x="131" y="906"/>
                  <a:pt x="149" y="947"/>
                </a:cubicBezTo>
                <a:cubicBezTo>
                  <a:pt x="167" y="988"/>
                  <a:pt x="186" y="1020"/>
                  <a:pt x="205" y="1045"/>
                </a:cubicBezTo>
                <a:cubicBezTo>
                  <a:pt x="224" y="1070"/>
                  <a:pt x="241" y="1090"/>
                  <a:pt x="254" y="1106"/>
                </a:cubicBezTo>
                <a:cubicBezTo>
                  <a:pt x="266" y="1121"/>
                  <a:pt x="273" y="1129"/>
                  <a:pt x="273" y="1129"/>
                </a:cubicBezTo>
                <a:cubicBezTo>
                  <a:pt x="273" y="1136"/>
                  <a:pt x="267" y="1140"/>
                  <a:pt x="256" y="1140"/>
                </a:cubicBezTo>
                <a:lnTo>
                  <a:pt x="252" y="1140"/>
                </a:lnTo>
                <a:lnTo>
                  <a:pt x="238" y="1140"/>
                </a:lnTo>
                <a:lnTo>
                  <a:pt x="205" y="1112"/>
                </a:lnTo>
                <a:cubicBezTo>
                  <a:pt x="133" y="1048"/>
                  <a:pt x="81" y="967"/>
                  <a:pt x="49" y="870"/>
                </a:cubicBezTo>
                <a:cubicBezTo>
                  <a:pt x="16" y="774"/>
                  <a:pt x="0" y="674"/>
                  <a:pt x="0" y="570"/>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813" name=""/>
          <p:cNvSpPr/>
          <p:nvPr/>
        </p:nvSpPr>
        <p:spPr>
          <a:xfrm>
            <a:off x="11463480" y="2779200"/>
            <a:ext cx="170280" cy="282240"/>
          </a:xfrm>
          <a:custGeom>
            <a:avLst/>
            <a:gdLst/>
            <a:ahLst/>
            <a:rect l="0" t="0" r="r" b="b"/>
            <a:pathLst>
              <a:path w="473" h="784">
                <a:moveTo>
                  <a:pt x="0" y="402"/>
                </a:moveTo>
                <a:cubicBezTo>
                  <a:pt x="0" y="278"/>
                  <a:pt x="31" y="180"/>
                  <a:pt x="93" y="108"/>
                </a:cubicBezTo>
                <a:cubicBezTo>
                  <a:pt x="154" y="36"/>
                  <a:pt x="222" y="0"/>
                  <a:pt x="297" y="0"/>
                </a:cubicBezTo>
                <a:cubicBezTo>
                  <a:pt x="350" y="0"/>
                  <a:pt x="387" y="14"/>
                  <a:pt x="410" y="41"/>
                </a:cubicBezTo>
                <a:cubicBezTo>
                  <a:pt x="434" y="68"/>
                  <a:pt x="445" y="99"/>
                  <a:pt x="445" y="132"/>
                </a:cubicBezTo>
                <a:cubicBezTo>
                  <a:pt x="445" y="151"/>
                  <a:pt x="440" y="166"/>
                  <a:pt x="429" y="178"/>
                </a:cubicBezTo>
                <a:cubicBezTo>
                  <a:pt x="418" y="189"/>
                  <a:pt x="403" y="195"/>
                  <a:pt x="384" y="195"/>
                </a:cubicBezTo>
                <a:cubicBezTo>
                  <a:pt x="367" y="195"/>
                  <a:pt x="352" y="189"/>
                  <a:pt x="341" y="179"/>
                </a:cubicBezTo>
                <a:cubicBezTo>
                  <a:pt x="329" y="168"/>
                  <a:pt x="324" y="153"/>
                  <a:pt x="324" y="134"/>
                </a:cubicBezTo>
                <a:cubicBezTo>
                  <a:pt x="324" y="101"/>
                  <a:pt x="341" y="81"/>
                  <a:pt x="377" y="74"/>
                </a:cubicBezTo>
                <a:cubicBezTo>
                  <a:pt x="360" y="57"/>
                  <a:pt x="337" y="48"/>
                  <a:pt x="307" y="46"/>
                </a:cubicBezTo>
                <a:cubicBezTo>
                  <a:pt x="253" y="46"/>
                  <a:pt x="208" y="68"/>
                  <a:pt x="173" y="114"/>
                </a:cubicBezTo>
                <a:cubicBezTo>
                  <a:pt x="138" y="164"/>
                  <a:pt x="120" y="241"/>
                  <a:pt x="120" y="344"/>
                </a:cubicBezTo>
                <a:lnTo>
                  <a:pt x="121" y="348"/>
                </a:lnTo>
                <a:cubicBezTo>
                  <a:pt x="125" y="344"/>
                  <a:pt x="128" y="339"/>
                  <a:pt x="130" y="334"/>
                </a:cubicBezTo>
                <a:cubicBezTo>
                  <a:pt x="161" y="288"/>
                  <a:pt x="202" y="265"/>
                  <a:pt x="252" y="265"/>
                </a:cubicBezTo>
                <a:lnTo>
                  <a:pt x="257" y="265"/>
                </a:lnTo>
                <a:cubicBezTo>
                  <a:pt x="291" y="265"/>
                  <a:pt x="322" y="272"/>
                  <a:pt x="349" y="287"/>
                </a:cubicBezTo>
                <a:cubicBezTo>
                  <a:pt x="367" y="298"/>
                  <a:pt x="385" y="313"/>
                  <a:pt x="403" y="332"/>
                </a:cubicBezTo>
                <a:cubicBezTo>
                  <a:pt x="423" y="352"/>
                  <a:pt x="437" y="374"/>
                  <a:pt x="449" y="397"/>
                </a:cubicBezTo>
                <a:cubicBezTo>
                  <a:pt x="465" y="434"/>
                  <a:pt x="473" y="475"/>
                  <a:pt x="473" y="520"/>
                </a:cubicBezTo>
                <a:lnTo>
                  <a:pt x="473" y="541"/>
                </a:lnTo>
                <a:cubicBezTo>
                  <a:pt x="473" y="558"/>
                  <a:pt x="471" y="574"/>
                  <a:pt x="467" y="590"/>
                </a:cubicBezTo>
                <a:cubicBezTo>
                  <a:pt x="459" y="634"/>
                  <a:pt x="434" y="678"/>
                  <a:pt x="393" y="720"/>
                </a:cubicBezTo>
                <a:cubicBezTo>
                  <a:pt x="353" y="763"/>
                  <a:pt x="302" y="784"/>
                  <a:pt x="241" y="784"/>
                </a:cubicBezTo>
                <a:cubicBezTo>
                  <a:pt x="219" y="784"/>
                  <a:pt x="199" y="781"/>
                  <a:pt x="179" y="775"/>
                </a:cubicBezTo>
                <a:cubicBezTo>
                  <a:pt x="159" y="769"/>
                  <a:pt x="138" y="758"/>
                  <a:pt x="115" y="741"/>
                </a:cubicBezTo>
                <a:cubicBezTo>
                  <a:pt x="93" y="724"/>
                  <a:pt x="73" y="702"/>
                  <a:pt x="57" y="674"/>
                </a:cubicBezTo>
                <a:cubicBezTo>
                  <a:pt x="41" y="646"/>
                  <a:pt x="28" y="609"/>
                  <a:pt x="16" y="563"/>
                </a:cubicBezTo>
                <a:cubicBezTo>
                  <a:pt x="5" y="518"/>
                  <a:pt x="0" y="463"/>
                  <a:pt x="0" y="402"/>
                </a:cubicBezTo>
                <a:moveTo>
                  <a:pt x="245" y="306"/>
                </a:moveTo>
                <a:cubicBezTo>
                  <a:pt x="222" y="306"/>
                  <a:pt x="203" y="313"/>
                  <a:pt x="186" y="326"/>
                </a:cubicBezTo>
                <a:cubicBezTo>
                  <a:pt x="169" y="338"/>
                  <a:pt x="156" y="356"/>
                  <a:pt x="147" y="377"/>
                </a:cubicBezTo>
                <a:cubicBezTo>
                  <a:pt x="138" y="398"/>
                  <a:pt x="132" y="420"/>
                  <a:pt x="128" y="442"/>
                </a:cubicBezTo>
                <a:cubicBezTo>
                  <a:pt x="124" y="464"/>
                  <a:pt x="122" y="487"/>
                  <a:pt x="121" y="513"/>
                </a:cubicBezTo>
                <a:cubicBezTo>
                  <a:pt x="121" y="576"/>
                  <a:pt x="126" y="621"/>
                  <a:pt x="135" y="649"/>
                </a:cubicBezTo>
                <a:cubicBezTo>
                  <a:pt x="144" y="676"/>
                  <a:pt x="158" y="698"/>
                  <a:pt x="178" y="715"/>
                </a:cubicBezTo>
                <a:cubicBezTo>
                  <a:pt x="196" y="728"/>
                  <a:pt x="216" y="735"/>
                  <a:pt x="238" y="735"/>
                </a:cubicBezTo>
                <a:cubicBezTo>
                  <a:pt x="277" y="735"/>
                  <a:pt x="307" y="721"/>
                  <a:pt x="327" y="692"/>
                </a:cubicBezTo>
                <a:cubicBezTo>
                  <a:pt x="337" y="678"/>
                  <a:pt x="344" y="661"/>
                  <a:pt x="348" y="641"/>
                </a:cubicBezTo>
                <a:cubicBezTo>
                  <a:pt x="351" y="620"/>
                  <a:pt x="353" y="580"/>
                  <a:pt x="353" y="521"/>
                </a:cubicBezTo>
                <a:cubicBezTo>
                  <a:pt x="353" y="460"/>
                  <a:pt x="351" y="419"/>
                  <a:pt x="348" y="398"/>
                </a:cubicBezTo>
                <a:cubicBezTo>
                  <a:pt x="344" y="378"/>
                  <a:pt x="337" y="361"/>
                  <a:pt x="327" y="347"/>
                </a:cubicBezTo>
                <a:cubicBezTo>
                  <a:pt x="307" y="320"/>
                  <a:pt x="279" y="306"/>
                  <a:pt x="245" y="306"/>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814" name=""/>
          <p:cNvSpPr/>
          <p:nvPr/>
        </p:nvSpPr>
        <p:spPr>
          <a:xfrm>
            <a:off x="11673720" y="2744640"/>
            <a:ext cx="98280" cy="410400"/>
          </a:xfrm>
          <a:custGeom>
            <a:avLst/>
            <a:gdLst/>
            <a:ahLst/>
            <a:rect l="0" t="0" r="r" b="b"/>
            <a:pathLst>
              <a:path w="273" h="1140">
                <a:moveTo>
                  <a:pt x="6" y="2"/>
                </a:moveTo>
                <a:lnTo>
                  <a:pt x="11" y="0"/>
                </a:lnTo>
                <a:cubicBezTo>
                  <a:pt x="14" y="0"/>
                  <a:pt x="18" y="0"/>
                  <a:pt x="22" y="0"/>
                </a:cubicBezTo>
                <a:lnTo>
                  <a:pt x="36" y="0"/>
                </a:lnTo>
                <a:lnTo>
                  <a:pt x="67" y="28"/>
                </a:lnTo>
                <a:cubicBezTo>
                  <a:pt x="140" y="92"/>
                  <a:pt x="192" y="173"/>
                  <a:pt x="224" y="269"/>
                </a:cubicBezTo>
                <a:cubicBezTo>
                  <a:pt x="257" y="365"/>
                  <a:pt x="273" y="466"/>
                  <a:pt x="273" y="570"/>
                </a:cubicBezTo>
                <a:cubicBezTo>
                  <a:pt x="273" y="621"/>
                  <a:pt x="270" y="671"/>
                  <a:pt x="262" y="719"/>
                </a:cubicBezTo>
                <a:cubicBezTo>
                  <a:pt x="254" y="766"/>
                  <a:pt x="246" y="807"/>
                  <a:pt x="236" y="840"/>
                </a:cubicBezTo>
                <a:cubicBezTo>
                  <a:pt x="226" y="874"/>
                  <a:pt x="212" y="907"/>
                  <a:pt x="194" y="942"/>
                </a:cubicBezTo>
                <a:cubicBezTo>
                  <a:pt x="175" y="975"/>
                  <a:pt x="161" y="1000"/>
                  <a:pt x="150" y="1018"/>
                </a:cubicBezTo>
                <a:cubicBezTo>
                  <a:pt x="140" y="1035"/>
                  <a:pt x="124" y="1055"/>
                  <a:pt x="104" y="1076"/>
                </a:cubicBezTo>
                <a:cubicBezTo>
                  <a:pt x="83" y="1097"/>
                  <a:pt x="70" y="1110"/>
                  <a:pt x="66" y="1113"/>
                </a:cubicBezTo>
                <a:cubicBezTo>
                  <a:pt x="63" y="1117"/>
                  <a:pt x="54" y="1124"/>
                  <a:pt x="40" y="1135"/>
                </a:cubicBezTo>
                <a:cubicBezTo>
                  <a:pt x="38" y="1137"/>
                  <a:pt x="36" y="1139"/>
                  <a:pt x="36" y="1140"/>
                </a:cubicBezTo>
                <a:lnTo>
                  <a:pt x="22" y="1140"/>
                </a:lnTo>
                <a:cubicBezTo>
                  <a:pt x="16" y="1140"/>
                  <a:pt x="12" y="1140"/>
                  <a:pt x="9" y="1140"/>
                </a:cubicBezTo>
                <a:cubicBezTo>
                  <a:pt x="7" y="1140"/>
                  <a:pt x="5" y="1139"/>
                  <a:pt x="4" y="1136"/>
                </a:cubicBezTo>
                <a:cubicBezTo>
                  <a:pt x="2" y="1134"/>
                  <a:pt x="1" y="1131"/>
                  <a:pt x="0" y="1126"/>
                </a:cubicBezTo>
                <a:cubicBezTo>
                  <a:pt x="1" y="1125"/>
                  <a:pt x="5" y="1120"/>
                  <a:pt x="13" y="1111"/>
                </a:cubicBezTo>
                <a:cubicBezTo>
                  <a:pt x="131" y="989"/>
                  <a:pt x="190" y="808"/>
                  <a:pt x="190" y="570"/>
                </a:cubicBezTo>
                <a:cubicBezTo>
                  <a:pt x="190" y="331"/>
                  <a:pt x="131" y="151"/>
                  <a:pt x="13" y="29"/>
                </a:cubicBezTo>
                <a:cubicBezTo>
                  <a:pt x="5" y="20"/>
                  <a:pt x="1" y="15"/>
                  <a:pt x="0" y="14"/>
                </a:cubicBezTo>
                <a:cubicBezTo>
                  <a:pt x="0" y="8"/>
                  <a:pt x="2" y="4"/>
                  <a:pt x="6" y="2"/>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815" name=""/>
          <p:cNvSpPr txBox="1"/>
          <p:nvPr/>
        </p:nvSpPr>
        <p:spPr>
          <a:xfrm>
            <a:off x="380880" y="1869840"/>
            <a:ext cx="4339440" cy="334080"/>
          </a:xfrm>
          <a:prstGeom prst="rect">
            <a:avLst/>
          </a:prstGeom>
          <a:noFill/>
          <a:ln w="0">
            <a:noFill/>
          </a:ln>
        </p:spPr>
        <p:txBody>
          <a:bodyPr wrap="none" lIns="0" rIns="0" tIns="0" bIns="0" anchor="t">
            <a:spAutoFit/>
          </a:bodyPr>
          <a:p>
            <a:r>
              <a:rPr b="0" lang="zh-CN" sz="2620" strike="noStrike" u="none">
                <a:solidFill>
                  <a:srgbClr val="333333"/>
                </a:solidFill>
                <a:effectLst/>
                <a:uFillTx/>
                <a:latin typeface="NotoSansJP-Thin_"/>
                <a:ea typeface="NotoSansJP-Thin_"/>
              </a:rPr>
              <a:t>能も良かったと報告している</a:t>
            </a:r>
            <a:endParaRPr b="0" lang="en-US" sz="2620" strike="noStrike" u="none">
              <a:solidFill>
                <a:srgbClr val="000000"/>
              </a:solidFill>
              <a:effectLst/>
              <a:uFillTx/>
              <a:latin typeface="Times New Roman"/>
            </a:endParaRPr>
          </a:p>
        </p:txBody>
      </p:sp>
      <p:sp>
        <p:nvSpPr>
          <p:cNvPr id="816" name=""/>
          <p:cNvSpPr txBox="1"/>
          <p:nvPr/>
        </p:nvSpPr>
        <p:spPr>
          <a:xfrm>
            <a:off x="380880" y="3717720"/>
            <a:ext cx="3338280" cy="334080"/>
          </a:xfrm>
          <a:prstGeom prst="rect">
            <a:avLst/>
          </a:prstGeom>
          <a:noFill/>
          <a:ln w="0">
            <a:noFill/>
          </a:ln>
        </p:spPr>
        <p:txBody>
          <a:bodyPr wrap="none" lIns="0" rIns="0" tIns="0" bIns="0" anchor="t">
            <a:spAutoFit/>
          </a:bodyPr>
          <a:p>
            <a:r>
              <a:rPr b="0" lang="zh-CN" sz="2620" strike="noStrike" u="none">
                <a:solidFill>
                  <a:srgbClr val="333333"/>
                </a:solidFill>
                <a:effectLst/>
                <a:uFillTx/>
                <a:latin typeface="NotoSansJP-Thin_"/>
                <a:ea typeface="NotoSansJP-Thin_"/>
              </a:rPr>
              <a:t>ここまでをまとめると</a:t>
            </a:r>
            <a:endParaRPr b="0" lang="en-US" sz="2620" strike="noStrike" u="none">
              <a:solidFill>
                <a:srgbClr val="000000"/>
              </a:solidFill>
              <a:effectLst/>
              <a:uFillTx/>
              <a:latin typeface="Times New Roman"/>
            </a:endParaRPr>
          </a:p>
        </p:txBody>
      </p:sp>
      <p:sp>
        <p:nvSpPr>
          <p:cNvPr id="817" name=""/>
          <p:cNvSpPr/>
          <p:nvPr/>
        </p:nvSpPr>
        <p:spPr>
          <a:xfrm>
            <a:off x="3246840" y="4286160"/>
            <a:ext cx="166680" cy="185040"/>
          </a:xfrm>
          <a:custGeom>
            <a:avLst/>
            <a:gdLst/>
            <a:ahLst/>
            <a:rect l="0" t="0" r="r" b="b"/>
            <a:pathLst>
              <a:path w="463" h="514">
                <a:moveTo>
                  <a:pt x="422" y="405"/>
                </a:moveTo>
                <a:cubicBezTo>
                  <a:pt x="428" y="405"/>
                  <a:pt x="434" y="411"/>
                  <a:pt x="438" y="422"/>
                </a:cubicBezTo>
                <a:cubicBezTo>
                  <a:pt x="443" y="433"/>
                  <a:pt x="446" y="444"/>
                  <a:pt x="446" y="454"/>
                </a:cubicBezTo>
                <a:cubicBezTo>
                  <a:pt x="446" y="456"/>
                  <a:pt x="446" y="459"/>
                  <a:pt x="444" y="462"/>
                </a:cubicBezTo>
                <a:cubicBezTo>
                  <a:pt x="442" y="464"/>
                  <a:pt x="437" y="468"/>
                  <a:pt x="428" y="473"/>
                </a:cubicBezTo>
                <a:cubicBezTo>
                  <a:pt x="419" y="478"/>
                  <a:pt x="404" y="485"/>
                  <a:pt x="383" y="494"/>
                </a:cubicBezTo>
                <a:cubicBezTo>
                  <a:pt x="361" y="502"/>
                  <a:pt x="339" y="508"/>
                  <a:pt x="317" y="512"/>
                </a:cubicBezTo>
                <a:cubicBezTo>
                  <a:pt x="308" y="513"/>
                  <a:pt x="293" y="514"/>
                  <a:pt x="270" y="514"/>
                </a:cubicBezTo>
                <a:cubicBezTo>
                  <a:pt x="221" y="514"/>
                  <a:pt x="178" y="508"/>
                  <a:pt x="141" y="495"/>
                </a:cubicBezTo>
                <a:cubicBezTo>
                  <a:pt x="105" y="482"/>
                  <a:pt x="77" y="465"/>
                  <a:pt x="57" y="445"/>
                </a:cubicBezTo>
                <a:cubicBezTo>
                  <a:pt x="37" y="424"/>
                  <a:pt x="23" y="403"/>
                  <a:pt x="14" y="381"/>
                </a:cubicBezTo>
                <a:cubicBezTo>
                  <a:pt x="5" y="359"/>
                  <a:pt x="0" y="337"/>
                  <a:pt x="0" y="316"/>
                </a:cubicBezTo>
                <a:lnTo>
                  <a:pt x="0" y="300"/>
                </a:lnTo>
                <a:cubicBezTo>
                  <a:pt x="0" y="239"/>
                  <a:pt x="19" y="182"/>
                  <a:pt x="57" y="131"/>
                </a:cubicBezTo>
                <a:cubicBezTo>
                  <a:pt x="65" y="120"/>
                  <a:pt x="74" y="109"/>
                  <a:pt x="85" y="99"/>
                </a:cubicBezTo>
                <a:cubicBezTo>
                  <a:pt x="97" y="88"/>
                  <a:pt x="113" y="75"/>
                  <a:pt x="134" y="60"/>
                </a:cubicBezTo>
                <a:cubicBezTo>
                  <a:pt x="156" y="45"/>
                  <a:pt x="183" y="32"/>
                  <a:pt x="216" y="21"/>
                </a:cubicBezTo>
                <a:cubicBezTo>
                  <a:pt x="250" y="11"/>
                  <a:pt x="285" y="4"/>
                  <a:pt x="322" y="1"/>
                </a:cubicBezTo>
                <a:cubicBezTo>
                  <a:pt x="323" y="1"/>
                  <a:pt x="331" y="1"/>
                  <a:pt x="346" y="1"/>
                </a:cubicBezTo>
                <a:cubicBezTo>
                  <a:pt x="361" y="1"/>
                  <a:pt x="375" y="1"/>
                  <a:pt x="386" y="0"/>
                </a:cubicBezTo>
                <a:cubicBezTo>
                  <a:pt x="425" y="0"/>
                  <a:pt x="447" y="2"/>
                  <a:pt x="454" y="7"/>
                </a:cubicBezTo>
                <a:cubicBezTo>
                  <a:pt x="460" y="13"/>
                  <a:pt x="463" y="21"/>
                  <a:pt x="463" y="32"/>
                </a:cubicBezTo>
                <a:cubicBezTo>
                  <a:pt x="460" y="50"/>
                  <a:pt x="449" y="62"/>
                  <a:pt x="433" y="69"/>
                </a:cubicBezTo>
                <a:lnTo>
                  <a:pt x="378" y="70"/>
                </a:lnTo>
                <a:cubicBezTo>
                  <a:pt x="325" y="71"/>
                  <a:pt x="288" y="76"/>
                  <a:pt x="266" y="85"/>
                </a:cubicBezTo>
                <a:cubicBezTo>
                  <a:pt x="230" y="100"/>
                  <a:pt x="203" y="129"/>
                  <a:pt x="187" y="171"/>
                </a:cubicBezTo>
                <a:cubicBezTo>
                  <a:pt x="180" y="187"/>
                  <a:pt x="177" y="197"/>
                  <a:pt x="177" y="201"/>
                </a:cubicBezTo>
                <a:cubicBezTo>
                  <a:pt x="177" y="202"/>
                  <a:pt x="211" y="202"/>
                  <a:pt x="281" y="202"/>
                </a:cubicBezTo>
                <a:cubicBezTo>
                  <a:pt x="292" y="202"/>
                  <a:pt x="305" y="202"/>
                  <a:pt x="320" y="202"/>
                </a:cubicBezTo>
                <a:cubicBezTo>
                  <a:pt x="335" y="202"/>
                  <a:pt x="346" y="202"/>
                  <a:pt x="352" y="201"/>
                </a:cubicBezTo>
                <a:cubicBezTo>
                  <a:pt x="375" y="201"/>
                  <a:pt x="390" y="203"/>
                  <a:pt x="398" y="207"/>
                </a:cubicBezTo>
                <a:cubicBezTo>
                  <a:pt x="407" y="211"/>
                  <a:pt x="411" y="219"/>
                  <a:pt x="412" y="232"/>
                </a:cubicBezTo>
                <a:cubicBezTo>
                  <a:pt x="412" y="252"/>
                  <a:pt x="402" y="266"/>
                  <a:pt x="383" y="272"/>
                </a:cubicBezTo>
                <a:cubicBezTo>
                  <a:pt x="379" y="272"/>
                  <a:pt x="340" y="273"/>
                  <a:pt x="268" y="273"/>
                </a:cubicBezTo>
                <a:cubicBezTo>
                  <a:pt x="195" y="273"/>
                  <a:pt x="158" y="274"/>
                  <a:pt x="158" y="275"/>
                </a:cubicBezTo>
                <a:cubicBezTo>
                  <a:pt x="151" y="296"/>
                  <a:pt x="148" y="319"/>
                  <a:pt x="148" y="347"/>
                </a:cubicBezTo>
                <a:cubicBezTo>
                  <a:pt x="148" y="387"/>
                  <a:pt x="161" y="415"/>
                  <a:pt x="187" y="432"/>
                </a:cubicBezTo>
                <a:cubicBezTo>
                  <a:pt x="213" y="449"/>
                  <a:pt x="244" y="457"/>
                  <a:pt x="282" y="457"/>
                </a:cubicBezTo>
                <a:cubicBezTo>
                  <a:pt x="285" y="457"/>
                  <a:pt x="288" y="457"/>
                  <a:pt x="291" y="457"/>
                </a:cubicBezTo>
                <a:cubicBezTo>
                  <a:pt x="295" y="457"/>
                  <a:pt x="298" y="457"/>
                  <a:pt x="299" y="456"/>
                </a:cubicBezTo>
                <a:cubicBezTo>
                  <a:pt x="322" y="452"/>
                  <a:pt x="347" y="443"/>
                  <a:pt x="373" y="428"/>
                </a:cubicBezTo>
                <a:cubicBezTo>
                  <a:pt x="400" y="412"/>
                  <a:pt x="416" y="405"/>
                  <a:pt x="422" y="405"/>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818" name=""/>
          <p:cNvSpPr/>
          <p:nvPr/>
        </p:nvSpPr>
        <p:spPr>
          <a:xfrm>
            <a:off x="3450600" y="4325400"/>
            <a:ext cx="123840" cy="207360"/>
          </a:xfrm>
          <a:custGeom>
            <a:avLst/>
            <a:gdLst/>
            <a:ahLst/>
            <a:rect l="0" t="0" r="r" b="b"/>
            <a:pathLst>
              <a:path w="344" h="576">
                <a:moveTo>
                  <a:pt x="0" y="407"/>
                </a:moveTo>
                <a:cubicBezTo>
                  <a:pt x="0" y="352"/>
                  <a:pt x="10" y="294"/>
                  <a:pt x="31" y="233"/>
                </a:cubicBezTo>
                <a:cubicBezTo>
                  <a:pt x="52" y="172"/>
                  <a:pt x="80" y="120"/>
                  <a:pt x="116" y="76"/>
                </a:cubicBezTo>
                <a:cubicBezTo>
                  <a:pt x="152" y="32"/>
                  <a:pt x="189" y="7"/>
                  <a:pt x="229" y="0"/>
                </a:cubicBezTo>
                <a:cubicBezTo>
                  <a:pt x="230" y="0"/>
                  <a:pt x="232" y="0"/>
                  <a:pt x="235" y="0"/>
                </a:cubicBezTo>
                <a:cubicBezTo>
                  <a:pt x="239" y="0"/>
                  <a:pt x="242" y="0"/>
                  <a:pt x="245" y="0"/>
                </a:cubicBezTo>
                <a:cubicBezTo>
                  <a:pt x="274" y="2"/>
                  <a:pt x="297" y="15"/>
                  <a:pt x="313" y="39"/>
                </a:cubicBezTo>
                <a:cubicBezTo>
                  <a:pt x="334" y="71"/>
                  <a:pt x="344" y="114"/>
                  <a:pt x="344" y="169"/>
                </a:cubicBezTo>
                <a:cubicBezTo>
                  <a:pt x="344" y="230"/>
                  <a:pt x="332" y="293"/>
                  <a:pt x="308" y="358"/>
                </a:cubicBezTo>
                <a:cubicBezTo>
                  <a:pt x="284" y="422"/>
                  <a:pt x="253" y="474"/>
                  <a:pt x="215" y="515"/>
                </a:cubicBezTo>
                <a:cubicBezTo>
                  <a:pt x="177" y="556"/>
                  <a:pt x="141" y="576"/>
                  <a:pt x="107" y="576"/>
                </a:cubicBezTo>
                <a:lnTo>
                  <a:pt x="101" y="576"/>
                </a:lnTo>
                <a:cubicBezTo>
                  <a:pt x="82" y="576"/>
                  <a:pt x="65" y="571"/>
                  <a:pt x="51" y="560"/>
                </a:cubicBezTo>
                <a:cubicBezTo>
                  <a:pt x="37" y="549"/>
                  <a:pt x="27" y="535"/>
                  <a:pt x="20" y="517"/>
                </a:cubicBezTo>
                <a:cubicBezTo>
                  <a:pt x="13" y="499"/>
                  <a:pt x="8" y="481"/>
                  <a:pt x="4" y="463"/>
                </a:cubicBezTo>
                <a:cubicBezTo>
                  <a:pt x="1" y="445"/>
                  <a:pt x="0" y="426"/>
                  <a:pt x="0" y="407"/>
                </a:cubicBezTo>
                <a:moveTo>
                  <a:pt x="281" y="111"/>
                </a:moveTo>
                <a:cubicBezTo>
                  <a:pt x="281" y="57"/>
                  <a:pt x="266" y="29"/>
                  <a:pt x="238" y="29"/>
                </a:cubicBezTo>
                <a:cubicBezTo>
                  <a:pt x="219" y="29"/>
                  <a:pt x="200" y="41"/>
                  <a:pt x="181" y="66"/>
                </a:cubicBezTo>
                <a:cubicBezTo>
                  <a:pt x="162" y="90"/>
                  <a:pt x="147" y="117"/>
                  <a:pt x="136" y="148"/>
                </a:cubicBezTo>
                <a:cubicBezTo>
                  <a:pt x="124" y="178"/>
                  <a:pt x="115" y="205"/>
                  <a:pt x="108" y="228"/>
                </a:cubicBezTo>
                <a:cubicBezTo>
                  <a:pt x="102" y="251"/>
                  <a:pt x="98" y="265"/>
                  <a:pt x="98" y="268"/>
                </a:cubicBezTo>
                <a:cubicBezTo>
                  <a:pt x="124" y="269"/>
                  <a:pt x="150" y="269"/>
                  <a:pt x="176" y="269"/>
                </a:cubicBezTo>
                <a:lnTo>
                  <a:pt x="255" y="268"/>
                </a:lnTo>
                <a:cubicBezTo>
                  <a:pt x="255" y="268"/>
                  <a:pt x="257" y="259"/>
                  <a:pt x="261" y="242"/>
                </a:cubicBezTo>
                <a:cubicBezTo>
                  <a:pt x="265" y="225"/>
                  <a:pt x="269" y="203"/>
                  <a:pt x="274" y="177"/>
                </a:cubicBezTo>
                <a:cubicBezTo>
                  <a:pt x="279" y="152"/>
                  <a:pt x="281" y="130"/>
                  <a:pt x="281" y="111"/>
                </a:cubicBezTo>
                <a:moveTo>
                  <a:pt x="62" y="462"/>
                </a:moveTo>
                <a:cubicBezTo>
                  <a:pt x="62" y="519"/>
                  <a:pt x="76" y="547"/>
                  <a:pt x="105" y="547"/>
                </a:cubicBezTo>
                <a:cubicBezTo>
                  <a:pt x="113" y="547"/>
                  <a:pt x="122" y="544"/>
                  <a:pt x="131" y="539"/>
                </a:cubicBezTo>
                <a:cubicBezTo>
                  <a:pt x="140" y="534"/>
                  <a:pt x="151" y="523"/>
                  <a:pt x="164" y="508"/>
                </a:cubicBezTo>
                <a:cubicBezTo>
                  <a:pt x="177" y="493"/>
                  <a:pt x="189" y="470"/>
                  <a:pt x="203" y="438"/>
                </a:cubicBezTo>
                <a:cubicBezTo>
                  <a:pt x="216" y="407"/>
                  <a:pt x="229" y="367"/>
                  <a:pt x="242" y="320"/>
                </a:cubicBezTo>
                <a:lnTo>
                  <a:pt x="246" y="306"/>
                </a:lnTo>
                <a:lnTo>
                  <a:pt x="88" y="306"/>
                </a:lnTo>
                <a:cubicBezTo>
                  <a:pt x="88" y="308"/>
                  <a:pt x="86" y="318"/>
                  <a:pt x="81" y="337"/>
                </a:cubicBezTo>
                <a:cubicBezTo>
                  <a:pt x="76" y="356"/>
                  <a:pt x="72" y="377"/>
                  <a:pt x="68" y="400"/>
                </a:cubicBezTo>
                <a:cubicBezTo>
                  <a:pt x="64" y="424"/>
                  <a:pt x="62" y="444"/>
                  <a:pt x="62" y="462"/>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819" name=""/>
          <p:cNvSpPr txBox="1"/>
          <p:nvPr/>
        </p:nvSpPr>
        <p:spPr>
          <a:xfrm>
            <a:off x="380880" y="4174920"/>
            <a:ext cx="2837520" cy="334080"/>
          </a:xfrm>
          <a:prstGeom prst="rect">
            <a:avLst/>
          </a:prstGeom>
          <a:noFill/>
          <a:ln w="0">
            <a:noFill/>
          </a:ln>
        </p:spPr>
        <p:txBody>
          <a:bodyPr wrap="none" lIns="0" rIns="0" tIns="0" bIns="0" anchor="t">
            <a:spAutoFit/>
          </a:bodyPr>
          <a:p>
            <a:r>
              <a:rPr b="0" lang="zh-CN" sz="2620" strike="noStrike" u="none">
                <a:solidFill>
                  <a:srgbClr val="333333"/>
                </a:solidFill>
                <a:effectLst/>
                <a:uFillTx/>
                <a:latin typeface="NotoSansJP-Thin_"/>
                <a:ea typeface="NotoSansJP-Thin_"/>
              </a:rPr>
              <a:t>ニューラルネット </a:t>
            </a:r>
            <a:endParaRPr b="0" lang="en-US" sz="2620" strike="noStrike" u="none">
              <a:solidFill>
                <a:srgbClr val="000000"/>
              </a:solidFill>
              <a:effectLst/>
              <a:uFillTx/>
              <a:latin typeface="Times New Roman"/>
            </a:endParaRPr>
          </a:p>
        </p:txBody>
      </p:sp>
      <p:sp>
        <p:nvSpPr>
          <p:cNvPr id="820" name=""/>
          <p:cNvSpPr/>
          <p:nvPr/>
        </p:nvSpPr>
        <p:spPr>
          <a:xfrm>
            <a:off x="7914240" y="4286160"/>
            <a:ext cx="231840" cy="182160"/>
          </a:xfrm>
          <a:custGeom>
            <a:avLst/>
            <a:gdLst/>
            <a:ahLst/>
            <a:rect l="0" t="0" r="r" b="b"/>
            <a:pathLst>
              <a:path w="644" h="506">
                <a:moveTo>
                  <a:pt x="236" y="506"/>
                </a:moveTo>
                <a:cubicBezTo>
                  <a:pt x="224" y="504"/>
                  <a:pt x="184" y="502"/>
                  <a:pt x="114" y="502"/>
                </a:cubicBezTo>
                <a:cubicBezTo>
                  <a:pt x="53" y="502"/>
                  <a:pt x="17" y="504"/>
                  <a:pt x="8" y="506"/>
                </a:cubicBezTo>
                <a:lnTo>
                  <a:pt x="0" y="506"/>
                </a:lnTo>
                <a:lnTo>
                  <a:pt x="0" y="434"/>
                </a:lnTo>
                <a:lnTo>
                  <a:pt x="109" y="434"/>
                </a:lnTo>
                <a:lnTo>
                  <a:pt x="256" y="263"/>
                </a:lnTo>
                <a:lnTo>
                  <a:pt x="100" y="70"/>
                </a:lnTo>
                <a:lnTo>
                  <a:pt x="6" y="70"/>
                </a:lnTo>
                <a:lnTo>
                  <a:pt x="6" y="0"/>
                </a:lnTo>
                <a:lnTo>
                  <a:pt x="15" y="0"/>
                </a:lnTo>
                <a:cubicBezTo>
                  <a:pt x="26" y="2"/>
                  <a:pt x="68" y="3"/>
                  <a:pt x="139" y="3"/>
                </a:cubicBezTo>
                <a:cubicBezTo>
                  <a:pt x="219" y="3"/>
                  <a:pt x="265" y="2"/>
                  <a:pt x="279" y="0"/>
                </a:cubicBezTo>
                <a:lnTo>
                  <a:pt x="289" y="0"/>
                </a:lnTo>
                <a:lnTo>
                  <a:pt x="289" y="70"/>
                </a:lnTo>
                <a:lnTo>
                  <a:pt x="257" y="70"/>
                </a:lnTo>
                <a:lnTo>
                  <a:pt x="297" y="119"/>
                </a:lnTo>
                <a:cubicBezTo>
                  <a:pt x="323" y="151"/>
                  <a:pt x="336" y="167"/>
                  <a:pt x="337" y="167"/>
                </a:cubicBezTo>
                <a:cubicBezTo>
                  <a:pt x="340" y="167"/>
                  <a:pt x="354" y="150"/>
                  <a:pt x="380" y="117"/>
                </a:cubicBezTo>
                <a:lnTo>
                  <a:pt x="420" y="70"/>
                </a:lnTo>
                <a:lnTo>
                  <a:pt x="378" y="70"/>
                </a:lnTo>
                <a:lnTo>
                  <a:pt x="378" y="0"/>
                </a:lnTo>
                <a:lnTo>
                  <a:pt x="387" y="0"/>
                </a:lnTo>
                <a:cubicBezTo>
                  <a:pt x="398" y="2"/>
                  <a:pt x="438" y="3"/>
                  <a:pt x="507" y="3"/>
                </a:cubicBezTo>
                <a:cubicBezTo>
                  <a:pt x="569" y="3"/>
                  <a:pt x="604" y="2"/>
                  <a:pt x="613" y="0"/>
                </a:cubicBezTo>
                <a:lnTo>
                  <a:pt x="621" y="0"/>
                </a:lnTo>
                <a:lnTo>
                  <a:pt x="621" y="70"/>
                </a:lnTo>
                <a:lnTo>
                  <a:pt x="513" y="70"/>
                </a:lnTo>
                <a:lnTo>
                  <a:pt x="381" y="225"/>
                </a:lnTo>
                <a:lnTo>
                  <a:pt x="551" y="433"/>
                </a:lnTo>
                <a:lnTo>
                  <a:pt x="597" y="434"/>
                </a:lnTo>
                <a:lnTo>
                  <a:pt x="644" y="434"/>
                </a:lnTo>
                <a:lnTo>
                  <a:pt x="644" y="506"/>
                </a:lnTo>
                <a:lnTo>
                  <a:pt x="635" y="506"/>
                </a:lnTo>
                <a:cubicBezTo>
                  <a:pt x="623" y="504"/>
                  <a:pt x="582" y="502"/>
                  <a:pt x="511" y="502"/>
                </a:cubicBezTo>
                <a:cubicBezTo>
                  <a:pt x="432" y="502"/>
                  <a:pt x="386" y="504"/>
                  <a:pt x="372" y="506"/>
                </a:cubicBezTo>
                <a:lnTo>
                  <a:pt x="362" y="506"/>
                </a:lnTo>
                <a:lnTo>
                  <a:pt x="362" y="434"/>
                </a:lnTo>
                <a:lnTo>
                  <a:pt x="394" y="434"/>
                </a:lnTo>
                <a:cubicBezTo>
                  <a:pt x="394" y="434"/>
                  <a:pt x="378" y="415"/>
                  <a:pt x="348" y="377"/>
                </a:cubicBezTo>
                <a:cubicBezTo>
                  <a:pt x="318" y="340"/>
                  <a:pt x="302" y="321"/>
                  <a:pt x="301" y="319"/>
                </a:cubicBezTo>
                <a:lnTo>
                  <a:pt x="203" y="433"/>
                </a:lnTo>
                <a:lnTo>
                  <a:pt x="224" y="434"/>
                </a:lnTo>
                <a:lnTo>
                  <a:pt x="245" y="434"/>
                </a:lnTo>
                <a:lnTo>
                  <a:pt x="245" y="506"/>
                </a:lnTo>
                <a:lnTo>
                  <a:pt x="236" y="506"/>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821" name=""/>
          <p:cNvSpPr/>
          <p:nvPr/>
        </p:nvSpPr>
        <p:spPr>
          <a:xfrm>
            <a:off x="8173440" y="4348080"/>
            <a:ext cx="90360" cy="184680"/>
          </a:xfrm>
          <a:custGeom>
            <a:avLst/>
            <a:gdLst/>
            <a:ahLst/>
            <a:rect l="0" t="0" r="r" b="b"/>
            <a:pathLst>
              <a:path w="251" h="513">
                <a:moveTo>
                  <a:pt x="5" y="194"/>
                </a:moveTo>
                <a:cubicBezTo>
                  <a:pt x="2" y="190"/>
                  <a:pt x="0" y="187"/>
                  <a:pt x="0" y="186"/>
                </a:cubicBezTo>
                <a:cubicBezTo>
                  <a:pt x="0" y="184"/>
                  <a:pt x="0" y="179"/>
                  <a:pt x="2" y="173"/>
                </a:cubicBezTo>
                <a:cubicBezTo>
                  <a:pt x="4" y="166"/>
                  <a:pt x="5" y="163"/>
                  <a:pt x="6" y="162"/>
                </a:cubicBezTo>
                <a:cubicBezTo>
                  <a:pt x="7" y="159"/>
                  <a:pt x="10" y="158"/>
                  <a:pt x="13" y="158"/>
                </a:cubicBezTo>
                <a:cubicBezTo>
                  <a:pt x="17" y="158"/>
                  <a:pt x="31" y="157"/>
                  <a:pt x="54" y="157"/>
                </a:cubicBezTo>
                <a:lnTo>
                  <a:pt x="97" y="157"/>
                </a:lnTo>
                <a:lnTo>
                  <a:pt x="112" y="92"/>
                </a:lnTo>
                <a:cubicBezTo>
                  <a:pt x="114" y="87"/>
                  <a:pt x="116" y="79"/>
                  <a:pt x="118" y="69"/>
                </a:cubicBezTo>
                <a:cubicBezTo>
                  <a:pt x="120" y="60"/>
                  <a:pt x="122" y="53"/>
                  <a:pt x="123" y="48"/>
                </a:cubicBezTo>
                <a:cubicBezTo>
                  <a:pt x="125" y="44"/>
                  <a:pt x="127" y="39"/>
                  <a:pt x="128" y="32"/>
                </a:cubicBezTo>
                <a:cubicBezTo>
                  <a:pt x="130" y="26"/>
                  <a:pt x="132" y="21"/>
                  <a:pt x="135" y="19"/>
                </a:cubicBezTo>
                <a:cubicBezTo>
                  <a:pt x="137" y="16"/>
                  <a:pt x="140" y="13"/>
                  <a:pt x="143" y="9"/>
                </a:cubicBezTo>
                <a:cubicBezTo>
                  <a:pt x="145" y="5"/>
                  <a:pt x="149" y="3"/>
                  <a:pt x="154" y="2"/>
                </a:cubicBezTo>
                <a:cubicBezTo>
                  <a:pt x="159" y="1"/>
                  <a:pt x="164" y="0"/>
                  <a:pt x="169" y="0"/>
                </a:cubicBezTo>
                <a:cubicBezTo>
                  <a:pt x="179" y="1"/>
                  <a:pt x="186" y="3"/>
                  <a:pt x="190" y="9"/>
                </a:cubicBezTo>
                <a:cubicBezTo>
                  <a:pt x="193" y="14"/>
                  <a:pt x="195" y="19"/>
                  <a:pt x="195" y="24"/>
                </a:cubicBezTo>
                <a:cubicBezTo>
                  <a:pt x="195" y="28"/>
                  <a:pt x="193" y="40"/>
                  <a:pt x="188" y="62"/>
                </a:cubicBezTo>
                <a:cubicBezTo>
                  <a:pt x="183" y="83"/>
                  <a:pt x="178" y="105"/>
                  <a:pt x="172" y="125"/>
                </a:cubicBezTo>
                <a:lnTo>
                  <a:pt x="163" y="155"/>
                </a:lnTo>
                <a:cubicBezTo>
                  <a:pt x="163" y="156"/>
                  <a:pt x="177" y="157"/>
                  <a:pt x="204" y="157"/>
                </a:cubicBezTo>
                <a:lnTo>
                  <a:pt x="245" y="157"/>
                </a:lnTo>
                <a:cubicBezTo>
                  <a:pt x="249" y="161"/>
                  <a:pt x="251" y="164"/>
                  <a:pt x="251" y="166"/>
                </a:cubicBezTo>
                <a:cubicBezTo>
                  <a:pt x="251" y="177"/>
                  <a:pt x="247" y="187"/>
                  <a:pt x="240" y="194"/>
                </a:cubicBezTo>
                <a:lnTo>
                  <a:pt x="153" y="194"/>
                </a:lnTo>
                <a:lnTo>
                  <a:pt x="124" y="310"/>
                </a:lnTo>
                <a:cubicBezTo>
                  <a:pt x="103" y="396"/>
                  <a:pt x="93" y="442"/>
                  <a:pt x="93" y="449"/>
                </a:cubicBezTo>
                <a:cubicBezTo>
                  <a:pt x="93" y="472"/>
                  <a:pt x="100" y="484"/>
                  <a:pt x="115" y="484"/>
                </a:cubicBezTo>
                <a:cubicBezTo>
                  <a:pt x="133" y="484"/>
                  <a:pt x="152" y="474"/>
                  <a:pt x="169" y="455"/>
                </a:cubicBezTo>
                <a:cubicBezTo>
                  <a:pt x="188" y="437"/>
                  <a:pt x="202" y="414"/>
                  <a:pt x="213" y="388"/>
                </a:cubicBezTo>
                <a:cubicBezTo>
                  <a:pt x="214" y="384"/>
                  <a:pt x="215" y="383"/>
                  <a:pt x="217" y="382"/>
                </a:cubicBezTo>
                <a:cubicBezTo>
                  <a:pt x="219" y="382"/>
                  <a:pt x="223" y="381"/>
                  <a:pt x="229" y="380"/>
                </a:cubicBezTo>
                <a:lnTo>
                  <a:pt x="232" y="380"/>
                </a:lnTo>
                <a:cubicBezTo>
                  <a:pt x="240" y="380"/>
                  <a:pt x="244" y="383"/>
                  <a:pt x="244" y="387"/>
                </a:cubicBezTo>
                <a:cubicBezTo>
                  <a:pt x="244" y="388"/>
                  <a:pt x="244" y="392"/>
                  <a:pt x="242" y="397"/>
                </a:cubicBezTo>
                <a:cubicBezTo>
                  <a:pt x="239" y="405"/>
                  <a:pt x="234" y="415"/>
                  <a:pt x="227" y="427"/>
                </a:cubicBezTo>
                <a:cubicBezTo>
                  <a:pt x="220" y="439"/>
                  <a:pt x="211" y="451"/>
                  <a:pt x="200" y="465"/>
                </a:cubicBezTo>
                <a:cubicBezTo>
                  <a:pt x="189" y="479"/>
                  <a:pt x="175" y="491"/>
                  <a:pt x="158" y="500"/>
                </a:cubicBezTo>
                <a:cubicBezTo>
                  <a:pt x="142" y="509"/>
                  <a:pt x="126" y="513"/>
                  <a:pt x="109" y="513"/>
                </a:cubicBezTo>
                <a:cubicBezTo>
                  <a:pt x="93" y="513"/>
                  <a:pt x="78" y="509"/>
                  <a:pt x="63" y="501"/>
                </a:cubicBezTo>
                <a:cubicBezTo>
                  <a:pt x="49" y="493"/>
                  <a:pt x="38" y="479"/>
                  <a:pt x="32" y="458"/>
                </a:cubicBezTo>
                <a:cubicBezTo>
                  <a:pt x="31" y="454"/>
                  <a:pt x="30" y="447"/>
                  <a:pt x="30" y="437"/>
                </a:cubicBezTo>
                <a:lnTo>
                  <a:pt x="30" y="422"/>
                </a:lnTo>
                <a:lnTo>
                  <a:pt x="58" y="310"/>
                </a:lnTo>
                <a:cubicBezTo>
                  <a:pt x="77" y="234"/>
                  <a:pt x="87" y="196"/>
                  <a:pt x="87" y="195"/>
                </a:cubicBezTo>
                <a:cubicBezTo>
                  <a:pt x="87" y="194"/>
                  <a:pt x="74" y="194"/>
                  <a:pt x="46" y="194"/>
                </a:cubicBezTo>
                <a:lnTo>
                  <a:pt x="5" y="194"/>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822" name=""/>
          <p:cNvSpPr txBox="1"/>
          <p:nvPr/>
        </p:nvSpPr>
        <p:spPr>
          <a:xfrm>
            <a:off x="3597480" y="4174920"/>
            <a:ext cx="4339440" cy="334080"/>
          </a:xfrm>
          <a:prstGeom prst="rect">
            <a:avLst/>
          </a:prstGeom>
          <a:noFill/>
          <a:ln w="0">
            <a:noFill/>
          </a:ln>
        </p:spPr>
        <p:txBody>
          <a:bodyPr wrap="none" lIns="0" rIns="0" tIns="0" bIns="0" anchor="t">
            <a:spAutoFit/>
          </a:bodyPr>
          <a:p>
            <a:r>
              <a:rPr b="0" lang="en-US" sz="2620" strike="noStrike" u="none">
                <a:solidFill>
                  <a:srgbClr val="333333"/>
                </a:solidFill>
                <a:effectLst/>
                <a:uFillTx/>
                <a:latin typeface="NotoSansJP-Thin_"/>
                <a:ea typeface="NotoSansJP-Thin_"/>
              </a:rPr>
              <a:t> は、入力されたノイズ画像 </a:t>
            </a:r>
            <a:endParaRPr b="0" lang="en-US" sz="2620" strike="noStrike" u="none">
              <a:solidFill>
                <a:srgbClr val="000000"/>
              </a:solidFill>
              <a:effectLst/>
              <a:uFillTx/>
              <a:latin typeface="Times New Roman"/>
            </a:endParaRPr>
          </a:p>
        </p:txBody>
      </p:sp>
      <p:sp>
        <p:nvSpPr>
          <p:cNvPr id="823" name=""/>
          <p:cNvSpPr/>
          <p:nvPr/>
        </p:nvSpPr>
        <p:spPr>
          <a:xfrm>
            <a:off x="9504000" y="4219560"/>
            <a:ext cx="127800" cy="261000"/>
          </a:xfrm>
          <a:custGeom>
            <a:avLst/>
            <a:gdLst/>
            <a:ahLst/>
            <a:rect l="0" t="0" r="r" b="b"/>
            <a:pathLst>
              <a:path w="355" h="725">
                <a:moveTo>
                  <a:pt x="8" y="275"/>
                </a:moveTo>
                <a:cubicBezTo>
                  <a:pt x="3" y="269"/>
                  <a:pt x="0" y="266"/>
                  <a:pt x="0" y="263"/>
                </a:cubicBezTo>
                <a:cubicBezTo>
                  <a:pt x="0" y="260"/>
                  <a:pt x="1" y="254"/>
                  <a:pt x="4" y="245"/>
                </a:cubicBezTo>
                <a:cubicBezTo>
                  <a:pt x="6" y="236"/>
                  <a:pt x="8" y="231"/>
                  <a:pt x="9" y="229"/>
                </a:cubicBezTo>
                <a:cubicBezTo>
                  <a:pt x="11" y="224"/>
                  <a:pt x="14" y="223"/>
                  <a:pt x="20" y="223"/>
                </a:cubicBezTo>
                <a:cubicBezTo>
                  <a:pt x="25" y="223"/>
                  <a:pt x="44" y="222"/>
                  <a:pt x="78" y="221"/>
                </a:cubicBezTo>
                <a:lnTo>
                  <a:pt x="138" y="221"/>
                </a:lnTo>
                <a:lnTo>
                  <a:pt x="159" y="130"/>
                </a:lnTo>
                <a:cubicBezTo>
                  <a:pt x="162" y="122"/>
                  <a:pt x="164" y="111"/>
                  <a:pt x="167" y="97"/>
                </a:cubicBezTo>
                <a:cubicBezTo>
                  <a:pt x="170" y="84"/>
                  <a:pt x="173" y="74"/>
                  <a:pt x="175" y="68"/>
                </a:cubicBezTo>
                <a:cubicBezTo>
                  <a:pt x="178" y="62"/>
                  <a:pt x="180" y="54"/>
                  <a:pt x="182" y="45"/>
                </a:cubicBezTo>
                <a:cubicBezTo>
                  <a:pt x="184" y="36"/>
                  <a:pt x="188" y="29"/>
                  <a:pt x="191" y="26"/>
                </a:cubicBezTo>
                <a:cubicBezTo>
                  <a:pt x="195" y="22"/>
                  <a:pt x="199" y="17"/>
                  <a:pt x="203" y="12"/>
                </a:cubicBezTo>
                <a:cubicBezTo>
                  <a:pt x="206" y="7"/>
                  <a:pt x="212" y="3"/>
                  <a:pt x="219" y="2"/>
                </a:cubicBezTo>
                <a:cubicBezTo>
                  <a:pt x="225" y="0"/>
                  <a:pt x="232" y="0"/>
                  <a:pt x="239" y="0"/>
                </a:cubicBezTo>
                <a:cubicBezTo>
                  <a:pt x="254" y="0"/>
                  <a:pt x="263" y="4"/>
                  <a:pt x="269" y="12"/>
                </a:cubicBezTo>
                <a:cubicBezTo>
                  <a:pt x="274" y="20"/>
                  <a:pt x="277" y="27"/>
                  <a:pt x="277" y="34"/>
                </a:cubicBezTo>
                <a:cubicBezTo>
                  <a:pt x="277" y="39"/>
                  <a:pt x="273" y="57"/>
                  <a:pt x="266" y="87"/>
                </a:cubicBezTo>
                <a:cubicBezTo>
                  <a:pt x="259" y="117"/>
                  <a:pt x="251" y="147"/>
                  <a:pt x="243" y="177"/>
                </a:cubicBezTo>
                <a:lnTo>
                  <a:pt x="231" y="219"/>
                </a:lnTo>
                <a:cubicBezTo>
                  <a:pt x="231" y="221"/>
                  <a:pt x="250" y="221"/>
                  <a:pt x="289" y="221"/>
                </a:cubicBezTo>
                <a:lnTo>
                  <a:pt x="347" y="221"/>
                </a:lnTo>
                <a:cubicBezTo>
                  <a:pt x="352" y="228"/>
                  <a:pt x="355" y="232"/>
                  <a:pt x="355" y="235"/>
                </a:cubicBezTo>
                <a:cubicBezTo>
                  <a:pt x="355" y="252"/>
                  <a:pt x="350" y="265"/>
                  <a:pt x="340" y="275"/>
                </a:cubicBezTo>
                <a:lnTo>
                  <a:pt x="217" y="275"/>
                </a:lnTo>
                <a:lnTo>
                  <a:pt x="177" y="440"/>
                </a:lnTo>
                <a:cubicBezTo>
                  <a:pt x="147" y="561"/>
                  <a:pt x="132" y="626"/>
                  <a:pt x="132" y="635"/>
                </a:cubicBezTo>
                <a:cubicBezTo>
                  <a:pt x="132" y="667"/>
                  <a:pt x="142" y="683"/>
                  <a:pt x="163" y="683"/>
                </a:cubicBezTo>
                <a:cubicBezTo>
                  <a:pt x="189" y="683"/>
                  <a:pt x="215" y="670"/>
                  <a:pt x="240" y="644"/>
                </a:cubicBezTo>
                <a:cubicBezTo>
                  <a:pt x="266" y="619"/>
                  <a:pt x="286" y="587"/>
                  <a:pt x="302" y="549"/>
                </a:cubicBezTo>
                <a:cubicBezTo>
                  <a:pt x="303" y="544"/>
                  <a:pt x="305" y="542"/>
                  <a:pt x="307" y="541"/>
                </a:cubicBezTo>
                <a:cubicBezTo>
                  <a:pt x="309" y="540"/>
                  <a:pt x="315" y="539"/>
                  <a:pt x="324" y="539"/>
                </a:cubicBezTo>
                <a:lnTo>
                  <a:pt x="329" y="539"/>
                </a:lnTo>
                <a:cubicBezTo>
                  <a:pt x="340" y="539"/>
                  <a:pt x="346" y="542"/>
                  <a:pt x="346" y="548"/>
                </a:cubicBezTo>
                <a:cubicBezTo>
                  <a:pt x="346" y="550"/>
                  <a:pt x="345" y="555"/>
                  <a:pt x="342" y="561"/>
                </a:cubicBezTo>
                <a:cubicBezTo>
                  <a:pt x="339" y="574"/>
                  <a:pt x="332" y="588"/>
                  <a:pt x="322" y="605"/>
                </a:cubicBezTo>
                <a:cubicBezTo>
                  <a:pt x="312" y="621"/>
                  <a:pt x="299" y="639"/>
                  <a:pt x="283" y="658"/>
                </a:cubicBezTo>
                <a:cubicBezTo>
                  <a:pt x="267" y="677"/>
                  <a:pt x="247" y="693"/>
                  <a:pt x="224" y="706"/>
                </a:cubicBezTo>
                <a:cubicBezTo>
                  <a:pt x="202" y="719"/>
                  <a:pt x="178" y="725"/>
                  <a:pt x="155" y="725"/>
                </a:cubicBezTo>
                <a:cubicBezTo>
                  <a:pt x="132" y="725"/>
                  <a:pt x="111" y="720"/>
                  <a:pt x="90" y="708"/>
                </a:cubicBezTo>
                <a:cubicBezTo>
                  <a:pt x="70" y="697"/>
                  <a:pt x="55" y="677"/>
                  <a:pt x="46" y="649"/>
                </a:cubicBezTo>
                <a:cubicBezTo>
                  <a:pt x="44" y="643"/>
                  <a:pt x="43" y="633"/>
                  <a:pt x="43" y="618"/>
                </a:cubicBezTo>
                <a:lnTo>
                  <a:pt x="43" y="598"/>
                </a:lnTo>
                <a:lnTo>
                  <a:pt x="83" y="439"/>
                </a:lnTo>
                <a:cubicBezTo>
                  <a:pt x="110" y="332"/>
                  <a:pt x="123" y="278"/>
                  <a:pt x="124" y="277"/>
                </a:cubicBezTo>
                <a:cubicBezTo>
                  <a:pt x="124" y="275"/>
                  <a:pt x="105" y="275"/>
                  <a:pt x="66" y="275"/>
                </a:cubicBezTo>
                <a:lnTo>
                  <a:pt x="8" y="275"/>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824" name=""/>
          <p:cNvSpPr txBox="1"/>
          <p:nvPr/>
        </p:nvSpPr>
        <p:spPr>
          <a:xfrm>
            <a:off x="8291520" y="4174920"/>
            <a:ext cx="1335600" cy="334080"/>
          </a:xfrm>
          <a:prstGeom prst="rect">
            <a:avLst/>
          </a:prstGeom>
          <a:noFill/>
          <a:ln w="0">
            <a:noFill/>
          </a:ln>
        </p:spPr>
        <p:txBody>
          <a:bodyPr wrap="none" lIns="0" rIns="0" tIns="0" bIns="0" anchor="t">
            <a:spAutoFit/>
          </a:bodyPr>
          <a:p>
            <a:r>
              <a:rPr b="0" lang="en-US" sz="2620" strike="noStrike" u="none">
                <a:solidFill>
                  <a:srgbClr val="333333"/>
                </a:solidFill>
                <a:effectLst/>
                <a:uFillTx/>
                <a:latin typeface="NotoSansJP-Thin_"/>
                <a:ea typeface="NotoSansJP-Thin_"/>
              </a:rPr>
              <a:t> と時刻 </a:t>
            </a:r>
            <a:endParaRPr b="0" lang="en-US" sz="2620" strike="noStrike" u="none">
              <a:solidFill>
                <a:srgbClr val="000000"/>
              </a:solidFill>
              <a:effectLst/>
              <a:uFillTx/>
              <a:latin typeface="Times New Roman"/>
            </a:endParaRPr>
          </a:p>
        </p:txBody>
      </p:sp>
      <p:sp>
        <p:nvSpPr>
          <p:cNvPr id="825" name=""/>
          <p:cNvSpPr txBox="1"/>
          <p:nvPr/>
        </p:nvSpPr>
        <p:spPr>
          <a:xfrm>
            <a:off x="9648000" y="4174920"/>
            <a:ext cx="2170080" cy="334080"/>
          </a:xfrm>
          <a:prstGeom prst="rect">
            <a:avLst/>
          </a:prstGeom>
          <a:noFill/>
          <a:ln w="0">
            <a:noFill/>
          </a:ln>
        </p:spPr>
        <p:txBody>
          <a:bodyPr wrap="none" lIns="0" rIns="0" tIns="0" bIns="0" anchor="t">
            <a:spAutoFit/>
          </a:bodyPr>
          <a:p>
            <a:r>
              <a:rPr b="0" lang="en-US" sz="2620" strike="noStrike" u="none">
                <a:solidFill>
                  <a:srgbClr val="333333"/>
                </a:solidFill>
                <a:effectLst/>
                <a:uFillTx/>
                <a:latin typeface="NotoSansJP-Thin_"/>
                <a:ea typeface="NotoSansJP-Thin_"/>
              </a:rPr>
              <a:t> から、そこに</a:t>
            </a:r>
            <a:endParaRPr b="0" lang="en-US" sz="2620" strike="noStrike" u="none">
              <a:solidFill>
                <a:srgbClr val="000000"/>
              </a:solidFill>
              <a:effectLst/>
              <a:uFillTx/>
              <a:latin typeface="Times New Roman"/>
            </a:endParaRPr>
          </a:p>
        </p:txBody>
      </p:sp>
      <p:sp>
        <p:nvSpPr>
          <p:cNvPr id="826" name=""/>
          <p:cNvSpPr/>
          <p:nvPr/>
        </p:nvSpPr>
        <p:spPr>
          <a:xfrm>
            <a:off x="3580200" y="4743360"/>
            <a:ext cx="166680" cy="185040"/>
          </a:xfrm>
          <a:custGeom>
            <a:avLst/>
            <a:gdLst/>
            <a:ahLst/>
            <a:rect l="0" t="0" r="r" b="b"/>
            <a:pathLst>
              <a:path w="463" h="514">
                <a:moveTo>
                  <a:pt x="422" y="404"/>
                </a:moveTo>
                <a:cubicBezTo>
                  <a:pt x="429" y="404"/>
                  <a:pt x="435" y="409"/>
                  <a:pt x="439" y="422"/>
                </a:cubicBezTo>
                <a:cubicBezTo>
                  <a:pt x="444" y="433"/>
                  <a:pt x="446" y="444"/>
                  <a:pt x="447" y="454"/>
                </a:cubicBezTo>
                <a:cubicBezTo>
                  <a:pt x="447" y="456"/>
                  <a:pt x="446" y="458"/>
                  <a:pt x="445" y="461"/>
                </a:cubicBezTo>
                <a:cubicBezTo>
                  <a:pt x="443" y="464"/>
                  <a:pt x="438" y="468"/>
                  <a:pt x="429" y="473"/>
                </a:cubicBezTo>
                <a:cubicBezTo>
                  <a:pt x="419" y="478"/>
                  <a:pt x="404" y="485"/>
                  <a:pt x="382" y="493"/>
                </a:cubicBezTo>
                <a:cubicBezTo>
                  <a:pt x="361" y="502"/>
                  <a:pt x="339" y="508"/>
                  <a:pt x="316" y="512"/>
                </a:cubicBezTo>
                <a:cubicBezTo>
                  <a:pt x="308" y="513"/>
                  <a:pt x="293" y="514"/>
                  <a:pt x="270" y="514"/>
                </a:cubicBezTo>
                <a:cubicBezTo>
                  <a:pt x="220" y="514"/>
                  <a:pt x="178" y="507"/>
                  <a:pt x="141" y="494"/>
                </a:cubicBezTo>
                <a:cubicBezTo>
                  <a:pt x="105" y="482"/>
                  <a:pt x="77" y="465"/>
                  <a:pt x="57" y="444"/>
                </a:cubicBezTo>
                <a:cubicBezTo>
                  <a:pt x="37" y="424"/>
                  <a:pt x="23" y="402"/>
                  <a:pt x="14" y="380"/>
                </a:cubicBezTo>
                <a:cubicBezTo>
                  <a:pt x="5" y="358"/>
                  <a:pt x="0" y="336"/>
                  <a:pt x="0" y="315"/>
                </a:cubicBezTo>
                <a:lnTo>
                  <a:pt x="0" y="299"/>
                </a:lnTo>
                <a:cubicBezTo>
                  <a:pt x="0" y="238"/>
                  <a:pt x="19" y="181"/>
                  <a:pt x="57" y="131"/>
                </a:cubicBezTo>
                <a:cubicBezTo>
                  <a:pt x="65" y="120"/>
                  <a:pt x="74" y="109"/>
                  <a:pt x="85" y="99"/>
                </a:cubicBezTo>
                <a:cubicBezTo>
                  <a:pt x="97" y="88"/>
                  <a:pt x="113" y="75"/>
                  <a:pt x="134" y="60"/>
                </a:cubicBezTo>
                <a:cubicBezTo>
                  <a:pt x="156" y="45"/>
                  <a:pt x="183" y="32"/>
                  <a:pt x="216" y="21"/>
                </a:cubicBezTo>
                <a:cubicBezTo>
                  <a:pt x="250" y="11"/>
                  <a:pt x="285" y="4"/>
                  <a:pt x="322" y="1"/>
                </a:cubicBezTo>
                <a:cubicBezTo>
                  <a:pt x="323" y="1"/>
                  <a:pt x="331" y="1"/>
                  <a:pt x="346" y="1"/>
                </a:cubicBezTo>
                <a:cubicBezTo>
                  <a:pt x="361" y="1"/>
                  <a:pt x="374" y="1"/>
                  <a:pt x="386" y="0"/>
                </a:cubicBezTo>
                <a:cubicBezTo>
                  <a:pt x="424" y="0"/>
                  <a:pt x="448" y="2"/>
                  <a:pt x="454" y="7"/>
                </a:cubicBezTo>
                <a:cubicBezTo>
                  <a:pt x="460" y="13"/>
                  <a:pt x="463" y="21"/>
                  <a:pt x="463" y="32"/>
                </a:cubicBezTo>
                <a:cubicBezTo>
                  <a:pt x="460" y="50"/>
                  <a:pt x="450" y="62"/>
                  <a:pt x="433" y="69"/>
                </a:cubicBezTo>
                <a:lnTo>
                  <a:pt x="378" y="70"/>
                </a:lnTo>
                <a:cubicBezTo>
                  <a:pt x="325" y="71"/>
                  <a:pt x="288" y="76"/>
                  <a:pt x="266" y="85"/>
                </a:cubicBezTo>
                <a:cubicBezTo>
                  <a:pt x="230" y="100"/>
                  <a:pt x="203" y="129"/>
                  <a:pt x="187" y="170"/>
                </a:cubicBezTo>
                <a:cubicBezTo>
                  <a:pt x="180" y="186"/>
                  <a:pt x="176" y="195"/>
                  <a:pt x="176" y="200"/>
                </a:cubicBezTo>
                <a:cubicBezTo>
                  <a:pt x="176" y="201"/>
                  <a:pt x="211" y="201"/>
                  <a:pt x="281" y="201"/>
                </a:cubicBezTo>
                <a:cubicBezTo>
                  <a:pt x="292" y="201"/>
                  <a:pt x="305" y="201"/>
                  <a:pt x="320" y="201"/>
                </a:cubicBezTo>
                <a:cubicBezTo>
                  <a:pt x="335" y="201"/>
                  <a:pt x="346" y="201"/>
                  <a:pt x="352" y="200"/>
                </a:cubicBezTo>
                <a:cubicBezTo>
                  <a:pt x="374" y="200"/>
                  <a:pt x="390" y="202"/>
                  <a:pt x="398" y="206"/>
                </a:cubicBezTo>
                <a:cubicBezTo>
                  <a:pt x="407" y="209"/>
                  <a:pt x="411" y="218"/>
                  <a:pt x="412" y="231"/>
                </a:cubicBezTo>
                <a:cubicBezTo>
                  <a:pt x="412" y="251"/>
                  <a:pt x="402" y="264"/>
                  <a:pt x="382" y="270"/>
                </a:cubicBezTo>
                <a:cubicBezTo>
                  <a:pt x="379" y="271"/>
                  <a:pt x="340" y="272"/>
                  <a:pt x="267" y="272"/>
                </a:cubicBezTo>
                <a:cubicBezTo>
                  <a:pt x="195" y="272"/>
                  <a:pt x="158" y="272"/>
                  <a:pt x="158" y="274"/>
                </a:cubicBezTo>
                <a:cubicBezTo>
                  <a:pt x="151" y="294"/>
                  <a:pt x="148" y="318"/>
                  <a:pt x="148" y="346"/>
                </a:cubicBezTo>
                <a:cubicBezTo>
                  <a:pt x="148" y="386"/>
                  <a:pt x="161" y="414"/>
                  <a:pt x="187" y="432"/>
                </a:cubicBezTo>
                <a:cubicBezTo>
                  <a:pt x="213" y="449"/>
                  <a:pt x="244" y="457"/>
                  <a:pt x="282" y="457"/>
                </a:cubicBezTo>
                <a:cubicBezTo>
                  <a:pt x="285" y="457"/>
                  <a:pt x="288" y="457"/>
                  <a:pt x="291" y="457"/>
                </a:cubicBezTo>
                <a:cubicBezTo>
                  <a:pt x="295" y="457"/>
                  <a:pt x="298" y="457"/>
                  <a:pt x="299" y="456"/>
                </a:cubicBezTo>
                <a:cubicBezTo>
                  <a:pt x="322" y="452"/>
                  <a:pt x="347" y="443"/>
                  <a:pt x="373" y="427"/>
                </a:cubicBezTo>
                <a:cubicBezTo>
                  <a:pt x="400" y="411"/>
                  <a:pt x="416" y="404"/>
                  <a:pt x="422" y="404"/>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827" name=""/>
          <p:cNvSpPr txBox="1"/>
          <p:nvPr/>
        </p:nvSpPr>
        <p:spPr>
          <a:xfrm>
            <a:off x="380880" y="4622760"/>
            <a:ext cx="3171240" cy="334080"/>
          </a:xfrm>
          <a:prstGeom prst="rect">
            <a:avLst/>
          </a:prstGeom>
          <a:noFill/>
          <a:ln w="0">
            <a:noFill/>
          </a:ln>
        </p:spPr>
        <p:txBody>
          <a:bodyPr wrap="none" lIns="0" rIns="0" tIns="0" bIns="0" anchor="t">
            <a:spAutoFit/>
          </a:bodyPr>
          <a:p>
            <a:r>
              <a:rPr b="0" lang="zh-CN" sz="2620" strike="noStrike" u="none">
                <a:solidFill>
                  <a:srgbClr val="333333"/>
                </a:solidFill>
                <a:effectLst/>
                <a:uFillTx/>
                <a:latin typeface="NotoSansJP-Thin_"/>
                <a:ea typeface="NotoSansJP-Thin_"/>
              </a:rPr>
              <a:t>含まれるノイズ成分 </a:t>
            </a:r>
            <a:endParaRPr b="0" lang="en-US" sz="2620" strike="noStrike" u="none">
              <a:solidFill>
                <a:srgbClr val="000000"/>
              </a:solidFill>
              <a:effectLst/>
              <a:uFillTx/>
              <a:latin typeface="Times New Roman"/>
            </a:endParaRPr>
          </a:p>
        </p:txBody>
      </p:sp>
      <p:sp>
        <p:nvSpPr>
          <p:cNvPr id="828" name=""/>
          <p:cNvSpPr/>
          <p:nvPr/>
        </p:nvSpPr>
        <p:spPr>
          <a:xfrm>
            <a:off x="0" y="0"/>
            <a:ext cx="12192120" cy="667080"/>
          </a:xfrm>
          <a:custGeom>
            <a:avLst/>
            <a:gdLst/>
            <a:ahLst/>
            <a:rect l="0" t="0" r="r" b="b"/>
            <a:pathLst>
              <a:path w="33867" h="1853">
                <a:moveTo>
                  <a:pt x="0" y="0"/>
                </a:moveTo>
                <a:lnTo>
                  <a:pt x="33867" y="0"/>
                </a:lnTo>
                <a:lnTo>
                  <a:pt x="33867" y="1853"/>
                </a:lnTo>
                <a:lnTo>
                  <a:pt x="0" y="1853"/>
                </a:lnTo>
                <a:lnTo>
                  <a:pt x="0" y="0"/>
                </a:lnTo>
                <a:close/>
              </a:path>
            </a:pathLst>
          </a:custGeom>
          <a:solidFill>
            <a:srgbClr val="800000"/>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829" name=""/>
          <p:cNvSpPr txBox="1"/>
          <p:nvPr/>
        </p:nvSpPr>
        <p:spPr>
          <a:xfrm>
            <a:off x="3763080" y="4622760"/>
            <a:ext cx="5507640" cy="334080"/>
          </a:xfrm>
          <a:prstGeom prst="rect">
            <a:avLst/>
          </a:prstGeom>
          <a:noFill/>
          <a:ln w="0">
            <a:noFill/>
          </a:ln>
        </p:spPr>
        <p:txBody>
          <a:bodyPr wrap="none" lIns="0" rIns="0" tIns="0" bIns="0" anchor="t">
            <a:spAutoFit/>
          </a:bodyPr>
          <a:p>
            <a:r>
              <a:rPr b="0" lang="en-US" sz="2620" strike="noStrike" u="none">
                <a:solidFill>
                  <a:srgbClr val="333333"/>
                </a:solidFill>
                <a:effectLst/>
                <a:uFillTx/>
                <a:latin typeface="NotoSansJP-Thin_"/>
                <a:ea typeface="NotoSansJP-Thin_"/>
              </a:rPr>
              <a:t> を予測するように学習すればよい。</a:t>
            </a:r>
            <a:endParaRPr b="0" lang="en-US" sz="2620" strike="noStrike" u="none">
              <a:solidFill>
                <a:srgbClr val="000000"/>
              </a:solidFill>
              <a:effectLst/>
              <a:uFillTx/>
              <a:latin typeface="Times New Roman"/>
            </a:endParaRPr>
          </a:p>
        </p:txBody>
      </p:sp>
      <p:sp>
        <p:nvSpPr>
          <p:cNvPr id="830" name=""/>
          <p:cNvSpPr txBox="1"/>
          <p:nvPr/>
        </p:nvSpPr>
        <p:spPr>
          <a:xfrm>
            <a:off x="237960" y="174600"/>
            <a:ext cx="3301560" cy="372240"/>
          </a:xfrm>
          <a:prstGeom prst="rect">
            <a:avLst/>
          </a:prstGeom>
          <a:noFill/>
          <a:ln w="0">
            <a:noFill/>
          </a:ln>
        </p:spPr>
        <p:txBody>
          <a:bodyPr wrap="none" lIns="0" rIns="0" tIns="0" bIns="0" anchor="t">
            <a:spAutoFit/>
          </a:bodyPr>
          <a:p>
            <a:r>
              <a:rPr b="1" lang="en-US" sz="2620" strike="noStrike" u="none">
                <a:solidFill>
                  <a:srgbClr val="ffffff"/>
                </a:solidFill>
                <a:effectLst/>
                <a:uFillTx/>
                <a:latin typeface="NotoSansJP-Thin_"/>
                <a:ea typeface="NotoSansJP-Thin_"/>
              </a:rPr>
              <a:t>3.2 </a:t>
            </a:r>
            <a:r>
              <a:rPr b="1" lang="zh-CN" sz="2620" strike="noStrike" u="none">
                <a:solidFill>
                  <a:srgbClr val="ffffff"/>
                </a:solidFill>
                <a:effectLst/>
                <a:uFillTx/>
                <a:latin typeface="NotoSansJP-Thin_"/>
                <a:ea typeface="NotoSansJP-Thin_"/>
              </a:rPr>
              <a:t>損失関数の簡略化</a:t>
            </a:r>
            <a:endParaRPr b="0" lang="en-US" sz="2620" strike="noStrike" u="none">
              <a:solidFill>
                <a:srgbClr val="000000"/>
              </a:solidFill>
              <a:effectLst/>
              <a:uFillTx/>
              <a:latin typeface="Times New Roman"/>
            </a:endParaRPr>
          </a:p>
        </p:txBody>
      </p:sp>
      <p:sp>
        <p:nvSpPr>
          <p:cNvPr id="831" name=""/>
          <p:cNvSpPr txBox="1"/>
          <p:nvPr/>
        </p:nvSpPr>
        <p:spPr>
          <a:xfrm>
            <a:off x="11161800" y="6397560"/>
            <a:ext cx="668160" cy="297720"/>
          </a:xfrm>
          <a:prstGeom prst="rect">
            <a:avLst/>
          </a:prstGeom>
          <a:noFill/>
          <a:ln w="0">
            <a:noFill/>
          </a:ln>
        </p:spPr>
        <p:txBody>
          <a:bodyPr wrap="none" lIns="0" rIns="0" tIns="0" bIns="0" anchor="t">
            <a:spAutoFit/>
          </a:bodyPr>
          <a:p>
            <a:r>
              <a:rPr b="1" lang="en-US" sz="2100" strike="noStrike" u="none">
                <a:solidFill>
                  <a:srgbClr val="333333"/>
                </a:solidFill>
                <a:effectLst/>
                <a:uFillTx/>
                <a:latin typeface="NotoSansJP-Thin_"/>
                <a:ea typeface="NotoSansJP-Thin_"/>
              </a:rPr>
              <a:t>14/24</a:t>
            </a:r>
            <a:endParaRPr b="0" lang="en-US" sz="2100" strike="noStrike" u="non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32"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833"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834"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835" name=""/>
          <p:cNvSpPr/>
          <p:nvPr/>
        </p:nvSpPr>
        <p:spPr>
          <a:xfrm>
            <a:off x="1860840" y="952200"/>
            <a:ext cx="252360" cy="280800"/>
          </a:xfrm>
          <a:custGeom>
            <a:avLst/>
            <a:gdLst/>
            <a:ahLst/>
            <a:rect l="0" t="0" r="r" b="b"/>
            <a:pathLst>
              <a:path w="701" h="780">
                <a:moveTo>
                  <a:pt x="224" y="53"/>
                </a:moveTo>
                <a:cubicBezTo>
                  <a:pt x="199" y="53"/>
                  <a:pt x="185" y="51"/>
                  <a:pt x="183" y="48"/>
                </a:cubicBezTo>
                <a:cubicBezTo>
                  <a:pt x="183" y="47"/>
                  <a:pt x="182" y="44"/>
                  <a:pt x="182" y="39"/>
                </a:cubicBezTo>
                <a:cubicBezTo>
                  <a:pt x="182" y="21"/>
                  <a:pt x="186" y="8"/>
                  <a:pt x="195" y="1"/>
                </a:cubicBezTo>
                <a:cubicBezTo>
                  <a:pt x="196" y="1"/>
                  <a:pt x="202" y="0"/>
                  <a:pt x="212" y="0"/>
                </a:cubicBezTo>
                <a:cubicBezTo>
                  <a:pt x="253" y="3"/>
                  <a:pt x="301" y="4"/>
                  <a:pt x="356" y="4"/>
                </a:cubicBezTo>
                <a:cubicBezTo>
                  <a:pt x="463" y="4"/>
                  <a:pt x="525" y="3"/>
                  <a:pt x="541" y="0"/>
                </a:cubicBezTo>
                <a:lnTo>
                  <a:pt x="554" y="0"/>
                </a:lnTo>
                <a:cubicBezTo>
                  <a:pt x="559" y="5"/>
                  <a:pt x="561" y="8"/>
                  <a:pt x="561" y="11"/>
                </a:cubicBezTo>
                <a:cubicBezTo>
                  <a:pt x="561" y="13"/>
                  <a:pt x="560" y="20"/>
                  <a:pt x="559" y="31"/>
                </a:cubicBezTo>
                <a:cubicBezTo>
                  <a:pt x="555" y="42"/>
                  <a:pt x="552" y="50"/>
                  <a:pt x="549" y="53"/>
                </a:cubicBezTo>
                <a:lnTo>
                  <a:pt x="505" y="53"/>
                </a:lnTo>
                <a:cubicBezTo>
                  <a:pt x="453" y="53"/>
                  <a:pt x="422" y="57"/>
                  <a:pt x="413" y="63"/>
                </a:cubicBezTo>
                <a:cubicBezTo>
                  <a:pt x="408" y="66"/>
                  <a:pt x="403" y="77"/>
                  <a:pt x="397" y="96"/>
                </a:cubicBezTo>
                <a:cubicBezTo>
                  <a:pt x="392" y="114"/>
                  <a:pt x="367" y="214"/>
                  <a:pt x="321" y="396"/>
                </a:cubicBezTo>
                <a:cubicBezTo>
                  <a:pt x="309" y="446"/>
                  <a:pt x="296" y="498"/>
                  <a:pt x="282" y="553"/>
                </a:cubicBezTo>
                <a:cubicBezTo>
                  <a:pt x="269" y="609"/>
                  <a:pt x="258" y="650"/>
                  <a:pt x="252" y="679"/>
                </a:cubicBezTo>
                <a:lnTo>
                  <a:pt x="241" y="719"/>
                </a:lnTo>
                <a:cubicBezTo>
                  <a:pt x="241" y="723"/>
                  <a:pt x="245" y="724"/>
                  <a:pt x="252" y="724"/>
                </a:cubicBezTo>
                <a:cubicBezTo>
                  <a:pt x="258" y="724"/>
                  <a:pt x="281" y="725"/>
                  <a:pt x="319" y="726"/>
                </a:cubicBezTo>
                <a:lnTo>
                  <a:pt x="338" y="726"/>
                </a:lnTo>
                <a:cubicBezTo>
                  <a:pt x="362" y="726"/>
                  <a:pt x="382" y="726"/>
                  <a:pt x="396" y="725"/>
                </a:cubicBezTo>
                <a:cubicBezTo>
                  <a:pt x="411" y="724"/>
                  <a:pt x="429" y="722"/>
                  <a:pt x="452" y="717"/>
                </a:cubicBezTo>
                <a:cubicBezTo>
                  <a:pt x="475" y="713"/>
                  <a:pt x="494" y="706"/>
                  <a:pt x="509" y="697"/>
                </a:cubicBezTo>
                <a:cubicBezTo>
                  <a:pt x="524" y="688"/>
                  <a:pt x="541" y="675"/>
                  <a:pt x="559" y="658"/>
                </a:cubicBezTo>
                <a:cubicBezTo>
                  <a:pt x="577" y="641"/>
                  <a:pt x="593" y="620"/>
                  <a:pt x="607" y="595"/>
                </a:cubicBezTo>
                <a:cubicBezTo>
                  <a:pt x="619" y="573"/>
                  <a:pt x="630" y="547"/>
                  <a:pt x="641" y="519"/>
                </a:cubicBezTo>
                <a:cubicBezTo>
                  <a:pt x="652" y="491"/>
                  <a:pt x="658" y="475"/>
                  <a:pt x="660" y="471"/>
                </a:cubicBezTo>
                <a:cubicBezTo>
                  <a:pt x="664" y="469"/>
                  <a:pt x="670" y="468"/>
                  <a:pt x="680" y="468"/>
                </a:cubicBezTo>
                <a:lnTo>
                  <a:pt x="694" y="468"/>
                </a:lnTo>
                <a:cubicBezTo>
                  <a:pt x="699" y="475"/>
                  <a:pt x="701" y="479"/>
                  <a:pt x="701" y="480"/>
                </a:cubicBezTo>
                <a:cubicBezTo>
                  <a:pt x="701" y="482"/>
                  <a:pt x="694" y="504"/>
                  <a:pt x="678" y="548"/>
                </a:cubicBezTo>
                <a:cubicBezTo>
                  <a:pt x="663" y="591"/>
                  <a:pt x="647" y="636"/>
                  <a:pt x="628" y="684"/>
                </a:cubicBezTo>
                <a:cubicBezTo>
                  <a:pt x="610" y="732"/>
                  <a:pt x="600" y="760"/>
                  <a:pt x="599" y="768"/>
                </a:cubicBezTo>
                <a:cubicBezTo>
                  <a:pt x="597" y="772"/>
                  <a:pt x="596" y="775"/>
                  <a:pt x="594" y="775"/>
                </a:cubicBezTo>
                <a:cubicBezTo>
                  <a:pt x="593" y="776"/>
                  <a:pt x="587" y="777"/>
                  <a:pt x="576" y="779"/>
                </a:cubicBezTo>
                <a:cubicBezTo>
                  <a:pt x="565" y="780"/>
                  <a:pt x="549" y="781"/>
                  <a:pt x="527" y="780"/>
                </a:cubicBezTo>
                <a:cubicBezTo>
                  <a:pt x="519" y="780"/>
                  <a:pt x="490" y="780"/>
                  <a:pt x="441" y="780"/>
                </a:cubicBezTo>
                <a:cubicBezTo>
                  <a:pt x="391" y="780"/>
                  <a:pt x="344" y="779"/>
                  <a:pt x="299" y="779"/>
                </a:cubicBezTo>
                <a:lnTo>
                  <a:pt x="97" y="779"/>
                </a:lnTo>
                <a:cubicBezTo>
                  <a:pt x="32" y="779"/>
                  <a:pt x="0" y="775"/>
                  <a:pt x="0" y="767"/>
                </a:cubicBezTo>
                <a:cubicBezTo>
                  <a:pt x="0" y="762"/>
                  <a:pt x="1" y="757"/>
                  <a:pt x="3" y="751"/>
                </a:cubicBezTo>
                <a:cubicBezTo>
                  <a:pt x="6" y="737"/>
                  <a:pt x="10" y="729"/>
                  <a:pt x="14" y="727"/>
                </a:cubicBezTo>
                <a:cubicBezTo>
                  <a:pt x="17" y="727"/>
                  <a:pt x="23" y="726"/>
                  <a:pt x="31" y="726"/>
                </a:cubicBezTo>
                <a:lnTo>
                  <a:pt x="38" y="726"/>
                </a:lnTo>
                <a:cubicBezTo>
                  <a:pt x="58" y="726"/>
                  <a:pt x="82" y="725"/>
                  <a:pt x="107" y="723"/>
                </a:cubicBezTo>
                <a:cubicBezTo>
                  <a:pt x="118" y="721"/>
                  <a:pt x="125" y="716"/>
                  <a:pt x="129" y="709"/>
                </a:cubicBezTo>
                <a:cubicBezTo>
                  <a:pt x="131" y="706"/>
                  <a:pt x="158" y="601"/>
                  <a:pt x="211" y="393"/>
                </a:cubicBezTo>
                <a:cubicBezTo>
                  <a:pt x="263" y="185"/>
                  <a:pt x="289" y="74"/>
                  <a:pt x="289" y="63"/>
                </a:cubicBezTo>
                <a:cubicBezTo>
                  <a:pt x="289" y="58"/>
                  <a:pt x="268" y="54"/>
                  <a:pt x="224" y="53"/>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836" name=""/>
          <p:cNvSpPr/>
          <p:nvPr/>
        </p:nvSpPr>
        <p:spPr>
          <a:xfrm>
            <a:off x="2149920" y="1163880"/>
            <a:ext cx="94680" cy="133200"/>
          </a:xfrm>
          <a:custGeom>
            <a:avLst/>
            <a:gdLst/>
            <a:ahLst/>
            <a:rect l="0" t="0" r="r" b="b"/>
            <a:pathLst>
              <a:path w="263" h="370">
                <a:moveTo>
                  <a:pt x="212" y="106"/>
                </a:moveTo>
                <a:cubicBezTo>
                  <a:pt x="212" y="85"/>
                  <a:pt x="205" y="66"/>
                  <a:pt x="190" y="51"/>
                </a:cubicBezTo>
                <a:cubicBezTo>
                  <a:pt x="175" y="35"/>
                  <a:pt x="154" y="27"/>
                  <a:pt x="126" y="27"/>
                </a:cubicBezTo>
                <a:cubicBezTo>
                  <a:pt x="107" y="27"/>
                  <a:pt x="90" y="31"/>
                  <a:pt x="76" y="38"/>
                </a:cubicBezTo>
                <a:cubicBezTo>
                  <a:pt x="60" y="48"/>
                  <a:pt x="52" y="62"/>
                  <a:pt x="52" y="80"/>
                </a:cubicBezTo>
                <a:cubicBezTo>
                  <a:pt x="52" y="82"/>
                  <a:pt x="52" y="86"/>
                  <a:pt x="52" y="90"/>
                </a:cubicBezTo>
                <a:cubicBezTo>
                  <a:pt x="53" y="94"/>
                  <a:pt x="57" y="101"/>
                  <a:pt x="65" y="109"/>
                </a:cubicBezTo>
                <a:cubicBezTo>
                  <a:pt x="73" y="118"/>
                  <a:pt x="85" y="125"/>
                  <a:pt x="100" y="129"/>
                </a:cubicBezTo>
                <a:cubicBezTo>
                  <a:pt x="109" y="132"/>
                  <a:pt x="121" y="135"/>
                  <a:pt x="135" y="137"/>
                </a:cubicBezTo>
                <a:cubicBezTo>
                  <a:pt x="149" y="139"/>
                  <a:pt x="161" y="141"/>
                  <a:pt x="171" y="144"/>
                </a:cubicBezTo>
                <a:cubicBezTo>
                  <a:pt x="180" y="147"/>
                  <a:pt x="190" y="150"/>
                  <a:pt x="197" y="154"/>
                </a:cubicBezTo>
                <a:cubicBezTo>
                  <a:pt x="206" y="159"/>
                  <a:pt x="215" y="164"/>
                  <a:pt x="224" y="171"/>
                </a:cubicBezTo>
                <a:cubicBezTo>
                  <a:pt x="232" y="177"/>
                  <a:pt x="241" y="188"/>
                  <a:pt x="250" y="203"/>
                </a:cubicBezTo>
                <a:cubicBezTo>
                  <a:pt x="258" y="219"/>
                  <a:pt x="263" y="236"/>
                  <a:pt x="263" y="253"/>
                </a:cubicBezTo>
                <a:cubicBezTo>
                  <a:pt x="263" y="288"/>
                  <a:pt x="253" y="315"/>
                  <a:pt x="233" y="336"/>
                </a:cubicBezTo>
                <a:cubicBezTo>
                  <a:pt x="212" y="358"/>
                  <a:pt x="178" y="369"/>
                  <a:pt x="133" y="369"/>
                </a:cubicBezTo>
                <a:lnTo>
                  <a:pt x="126" y="369"/>
                </a:lnTo>
                <a:cubicBezTo>
                  <a:pt x="98" y="369"/>
                  <a:pt x="73" y="360"/>
                  <a:pt x="49" y="340"/>
                </a:cubicBezTo>
                <a:lnTo>
                  <a:pt x="43" y="346"/>
                </a:lnTo>
                <a:lnTo>
                  <a:pt x="35" y="353"/>
                </a:lnTo>
                <a:cubicBezTo>
                  <a:pt x="32" y="357"/>
                  <a:pt x="29" y="360"/>
                  <a:pt x="26" y="362"/>
                </a:cubicBezTo>
                <a:lnTo>
                  <a:pt x="17" y="370"/>
                </a:lnTo>
                <a:lnTo>
                  <a:pt x="10" y="370"/>
                </a:lnTo>
                <a:lnTo>
                  <a:pt x="7" y="370"/>
                </a:lnTo>
                <a:cubicBezTo>
                  <a:pt x="6" y="370"/>
                  <a:pt x="3" y="369"/>
                  <a:pt x="0" y="365"/>
                </a:cubicBezTo>
                <a:lnTo>
                  <a:pt x="0" y="302"/>
                </a:lnTo>
                <a:lnTo>
                  <a:pt x="0" y="254"/>
                </a:lnTo>
                <a:cubicBezTo>
                  <a:pt x="0" y="243"/>
                  <a:pt x="1" y="236"/>
                  <a:pt x="2" y="234"/>
                </a:cubicBezTo>
                <a:cubicBezTo>
                  <a:pt x="3" y="232"/>
                  <a:pt x="5" y="231"/>
                  <a:pt x="10" y="230"/>
                </a:cubicBezTo>
                <a:lnTo>
                  <a:pt x="17" y="230"/>
                </a:lnTo>
                <a:cubicBezTo>
                  <a:pt x="23" y="230"/>
                  <a:pt x="28" y="231"/>
                  <a:pt x="30" y="233"/>
                </a:cubicBezTo>
                <a:cubicBezTo>
                  <a:pt x="32" y="235"/>
                  <a:pt x="33" y="239"/>
                  <a:pt x="34" y="243"/>
                </a:cubicBezTo>
                <a:cubicBezTo>
                  <a:pt x="34" y="247"/>
                  <a:pt x="36" y="254"/>
                  <a:pt x="39" y="265"/>
                </a:cubicBezTo>
                <a:cubicBezTo>
                  <a:pt x="43" y="276"/>
                  <a:pt x="48" y="287"/>
                  <a:pt x="55" y="299"/>
                </a:cubicBezTo>
                <a:cubicBezTo>
                  <a:pt x="74" y="327"/>
                  <a:pt x="100" y="340"/>
                  <a:pt x="133" y="340"/>
                </a:cubicBezTo>
                <a:cubicBezTo>
                  <a:pt x="186" y="340"/>
                  <a:pt x="212" y="320"/>
                  <a:pt x="212" y="278"/>
                </a:cubicBezTo>
                <a:cubicBezTo>
                  <a:pt x="212" y="261"/>
                  <a:pt x="207" y="249"/>
                  <a:pt x="197" y="239"/>
                </a:cubicBezTo>
                <a:cubicBezTo>
                  <a:pt x="187" y="226"/>
                  <a:pt x="163" y="216"/>
                  <a:pt x="130" y="210"/>
                </a:cubicBezTo>
                <a:cubicBezTo>
                  <a:pt x="96" y="203"/>
                  <a:pt x="74" y="197"/>
                  <a:pt x="63" y="191"/>
                </a:cubicBezTo>
                <a:cubicBezTo>
                  <a:pt x="43" y="182"/>
                  <a:pt x="28" y="170"/>
                  <a:pt x="17" y="154"/>
                </a:cubicBezTo>
                <a:cubicBezTo>
                  <a:pt x="6" y="139"/>
                  <a:pt x="0" y="122"/>
                  <a:pt x="0" y="105"/>
                </a:cubicBezTo>
                <a:cubicBezTo>
                  <a:pt x="0" y="84"/>
                  <a:pt x="5" y="66"/>
                  <a:pt x="14" y="51"/>
                </a:cubicBezTo>
                <a:cubicBezTo>
                  <a:pt x="23" y="37"/>
                  <a:pt x="34" y="26"/>
                  <a:pt x="48" y="19"/>
                </a:cubicBezTo>
                <a:cubicBezTo>
                  <a:pt x="62" y="12"/>
                  <a:pt x="76" y="7"/>
                  <a:pt x="89" y="5"/>
                </a:cubicBezTo>
                <a:cubicBezTo>
                  <a:pt x="101" y="2"/>
                  <a:pt x="113" y="1"/>
                  <a:pt x="124" y="1"/>
                </a:cubicBezTo>
                <a:lnTo>
                  <a:pt x="133" y="1"/>
                </a:lnTo>
                <a:cubicBezTo>
                  <a:pt x="154" y="1"/>
                  <a:pt x="173" y="5"/>
                  <a:pt x="190" y="13"/>
                </a:cubicBezTo>
                <a:lnTo>
                  <a:pt x="202" y="19"/>
                </a:lnTo>
                <a:lnTo>
                  <a:pt x="209" y="14"/>
                </a:lnTo>
                <a:cubicBezTo>
                  <a:pt x="215" y="9"/>
                  <a:pt x="221" y="4"/>
                  <a:pt x="227" y="0"/>
                </a:cubicBezTo>
                <a:lnTo>
                  <a:pt x="234" y="0"/>
                </a:lnTo>
                <a:lnTo>
                  <a:pt x="237" y="0"/>
                </a:lnTo>
                <a:cubicBezTo>
                  <a:pt x="238" y="0"/>
                  <a:pt x="241" y="2"/>
                  <a:pt x="244" y="5"/>
                </a:cubicBezTo>
                <a:lnTo>
                  <a:pt x="244" y="111"/>
                </a:lnTo>
                <a:lnTo>
                  <a:pt x="239" y="116"/>
                </a:lnTo>
                <a:lnTo>
                  <a:pt x="217" y="116"/>
                </a:lnTo>
                <a:cubicBezTo>
                  <a:pt x="213" y="113"/>
                  <a:pt x="212" y="109"/>
                  <a:pt x="212" y="106"/>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837" name=""/>
          <p:cNvSpPr/>
          <p:nvPr/>
        </p:nvSpPr>
        <p:spPr>
          <a:xfrm>
            <a:off x="2261880" y="1099800"/>
            <a:ext cx="66960" cy="194040"/>
          </a:xfrm>
          <a:custGeom>
            <a:avLst/>
            <a:gdLst/>
            <a:ahLst/>
            <a:rect l="0" t="0" r="r" b="b"/>
            <a:pathLst>
              <a:path w="186" h="539">
                <a:moveTo>
                  <a:pt x="35" y="48"/>
                </a:moveTo>
                <a:cubicBezTo>
                  <a:pt x="35" y="33"/>
                  <a:pt x="40" y="22"/>
                  <a:pt x="49" y="13"/>
                </a:cubicBezTo>
                <a:cubicBezTo>
                  <a:pt x="59" y="4"/>
                  <a:pt x="72" y="0"/>
                  <a:pt x="86" y="0"/>
                </a:cubicBezTo>
                <a:cubicBezTo>
                  <a:pt x="98" y="1"/>
                  <a:pt x="109" y="6"/>
                  <a:pt x="118" y="14"/>
                </a:cubicBezTo>
                <a:cubicBezTo>
                  <a:pt x="127" y="22"/>
                  <a:pt x="132" y="33"/>
                  <a:pt x="132" y="48"/>
                </a:cubicBezTo>
                <a:cubicBezTo>
                  <a:pt x="132" y="64"/>
                  <a:pt x="127" y="77"/>
                  <a:pt x="118" y="85"/>
                </a:cubicBezTo>
                <a:cubicBezTo>
                  <a:pt x="109" y="93"/>
                  <a:pt x="98" y="97"/>
                  <a:pt x="84" y="97"/>
                </a:cubicBezTo>
                <a:cubicBezTo>
                  <a:pt x="71" y="97"/>
                  <a:pt x="59" y="93"/>
                  <a:pt x="49" y="85"/>
                </a:cubicBezTo>
                <a:cubicBezTo>
                  <a:pt x="40" y="77"/>
                  <a:pt x="36" y="64"/>
                  <a:pt x="35" y="48"/>
                </a:cubicBezTo>
                <a:moveTo>
                  <a:pt x="179" y="539"/>
                </a:moveTo>
                <a:cubicBezTo>
                  <a:pt x="171" y="538"/>
                  <a:pt x="143" y="537"/>
                  <a:pt x="96" y="537"/>
                </a:cubicBezTo>
                <a:cubicBezTo>
                  <a:pt x="90" y="537"/>
                  <a:pt x="80" y="537"/>
                  <a:pt x="65" y="537"/>
                </a:cubicBezTo>
                <a:cubicBezTo>
                  <a:pt x="51" y="537"/>
                  <a:pt x="37" y="538"/>
                  <a:pt x="25" y="539"/>
                </a:cubicBezTo>
                <a:lnTo>
                  <a:pt x="7" y="539"/>
                </a:lnTo>
                <a:lnTo>
                  <a:pt x="0" y="539"/>
                </a:lnTo>
                <a:lnTo>
                  <a:pt x="0" y="502"/>
                </a:lnTo>
                <a:lnTo>
                  <a:pt x="13" y="502"/>
                </a:lnTo>
                <a:cubicBezTo>
                  <a:pt x="28" y="502"/>
                  <a:pt x="41" y="502"/>
                  <a:pt x="53" y="500"/>
                </a:cubicBezTo>
                <a:cubicBezTo>
                  <a:pt x="58" y="498"/>
                  <a:pt x="60" y="495"/>
                  <a:pt x="62" y="491"/>
                </a:cubicBezTo>
                <a:cubicBezTo>
                  <a:pt x="63" y="487"/>
                  <a:pt x="63" y="476"/>
                  <a:pt x="63" y="457"/>
                </a:cubicBezTo>
                <a:lnTo>
                  <a:pt x="63" y="373"/>
                </a:lnTo>
                <a:lnTo>
                  <a:pt x="63" y="303"/>
                </a:lnTo>
                <a:cubicBezTo>
                  <a:pt x="63" y="275"/>
                  <a:pt x="63" y="257"/>
                  <a:pt x="62" y="250"/>
                </a:cubicBezTo>
                <a:cubicBezTo>
                  <a:pt x="60" y="242"/>
                  <a:pt x="57" y="237"/>
                  <a:pt x="50" y="234"/>
                </a:cubicBezTo>
                <a:cubicBezTo>
                  <a:pt x="43" y="230"/>
                  <a:pt x="30" y="229"/>
                  <a:pt x="12" y="229"/>
                </a:cubicBezTo>
                <a:lnTo>
                  <a:pt x="4" y="229"/>
                </a:lnTo>
                <a:lnTo>
                  <a:pt x="4" y="210"/>
                </a:lnTo>
                <a:cubicBezTo>
                  <a:pt x="4" y="198"/>
                  <a:pt x="4" y="192"/>
                  <a:pt x="5" y="192"/>
                </a:cubicBezTo>
                <a:lnTo>
                  <a:pt x="13" y="191"/>
                </a:lnTo>
                <a:cubicBezTo>
                  <a:pt x="19" y="190"/>
                  <a:pt x="26" y="190"/>
                  <a:pt x="36" y="189"/>
                </a:cubicBezTo>
                <a:cubicBezTo>
                  <a:pt x="45" y="189"/>
                  <a:pt x="55" y="188"/>
                  <a:pt x="65" y="188"/>
                </a:cubicBezTo>
                <a:cubicBezTo>
                  <a:pt x="75" y="187"/>
                  <a:pt x="85" y="186"/>
                  <a:pt x="95" y="186"/>
                </a:cubicBezTo>
                <a:cubicBezTo>
                  <a:pt x="105" y="185"/>
                  <a:pt x="113" y="185"/>
                  <a:pt x="118" y="184"/>
                </a:cubicBezTo>
                <a:cubicBezTo>
                  <a:pt x="123" y="182"/>
                  <a:pt x="126" y="182"/>
                  <a:pt x="127" y="183"/>
                </a:cubicBezTo>
                <a:lnTo>
                  <a:pt x="129" y="183"/>
                </a:lnTo>
                <a:lnTo>
                  <a:pt x="129" y="490"/>
                </a:lnTo>
                <a:cubicBezTo>
                  <a:pt x="132" y="495"/>
                  <a:pt x="135" y="498"/>
                  <a:pt x="139" y="499"/>
                </a:cubicBezTo>
                <a:cubicBezTo>
                  <a:pt x="143" y="500"/>
                  <a:pt x="152" y="501"/>
                  <a:pt x="167" y="502"/>
                </a:cubicBezTo>
                <a:lnTo>
                  <a:pt x="186" y="502"/>
                </a:lnTo>
                <a:lnTo>
                  <a:pt x="186" y="539"/>
                </a:lnTo>
                <a:lnTo>
                  <a:pt x="179" y="539"/>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838" name=""/>
          <p:cNvSpPr/>
          <p:nvPr/>
        </p:nvSpPr>
        <p:spPr>
          <a:xfrm>
            <a:off x="2342160" y="1165320"/>
            <a:ext cx="230400" cy="128520"/>
          </a:xfrm>
          <a:custGeom>
            <a:avLst/>
            <a:gdLst/>
            <a:ahLst/>
            <a:rect l="0" t="0" r="r" b="b"/>
            <a:pathLst>
              <a:path w="640" h="357">
                <a:moveTo>
                  <a:pt x="13" y="320"/>
                </a:moveTo>
                <a:lnTo>
                  <a:pt x="24" y="320"/>
                </a:lnTo>
                <a:cubicBezTo>
                  <a:pt x="45" y="320"/>
                  <a:pt x="58" y="317"/>
                  <a:pt x="62" y="309"/>
                </a:cubicBezTo>
                <a:lnTo>
                  <a:pt x="62" y="303"/>
                </a:lnTo>
                <a:cubicBezTo>
                  <a:pt x="62" y="298"/>
                  <a:pt x="62" y="292"/>
                  <a:pt x="62" y="284"/>
                </a:cubicBezTo>
                <a:cubicBezTo>
                  <a:pt x="62" y="277"/>
                  <a:pt x="62" y="268"/>
                  <a:pt x="62" y="259"/>
                </a:cubicBezTo>
                <a:cubicBezTo>
                  <a:pt x="62" y="250"/>
                  <a:pt x="63" y="240"/>
                  <a:pt x="63" y="228"/>
                </a:cubicBezTo>
                <a:cubicBezTo>
                  <a:pt x="64" y="216"/>
                  <a:pt x="64" y="205"/>
                  <a:pt x="63" y="194"/>
                </a:cubicBezTo>
                <a:cubicBezTo>
                  <a:pt x="63" y="177"/>
                  <a:pt x="63" y="160"/>
                  <a:pt x="63" y="141"/>
                </a:cubicBezTo>
                <a:cubicBezTo>
                  <a:pt x="63" y="121"/>
                  <a:pt x="63" y="105"/>
                  <a:pt x="62" y="92"/>
                </a:cubicBezTo>
                <a:lnTo>
                  <a:pt x="62" y="74"/>
                </a:lnTo>
                <a:cubicBezTo>
                  <a:pt x="61" y="64"/>
                  <a:pt x="57" y="57"/>
                  <a:pt x="51" y="54"/>
                </a:cubicBezTo>
                <a:cubicBezTo>
                  <a:pt x="45" y="51"/>
                  <a:pt x="33" y="48"/>
                  <a:pt x="15" y="47"/>
                </a:cubicBezTo>
                <a:lnTo>
                  <a:pt x="0" y="47"/>
                </a:lnTo>
                <a:lnTo>
                  <a:pt x="0" y="28"/>
                </a:lnTo>
                <a:cubicBezTo>
                  <a:pt x="0" y="16"/>
                  <a:pt x="1" y="10"/>
                  <a:pt x="2" y="10"/>
                </a:cubicBezTo>
                <a:lnTo>
                  <a:pt x="10" y="9"/>
                </a:lnTo>
                <a:cubicBezTo>
                  <a:pt x="15" y="8"/>
                  <a:pt x="23" y="8"/>
                  <a:pt x="32" y="7"/>
                </a:cubicBezTo>
                <a:cubicBezTo>
                  <a:pt x="42" y="7"/>
                  <a:pt x="52" y="6"/>
                  <a:pt x="62" y="6"/>
                </a:cubicBezTo>
                <a:cubicBezTo>
                  <a:pt x="71" y="5"/>
                  <a:pt x="81" y="4"/>
                  <a:pt x="91" y="4"/>
                </a:cubicBezTo>
                <a:cubicBezTo>
                  <a:pt x="101" y="3"/>
                  <a:pt x="109" y="3"/>
                  <a:pt x="115" y="2"/>
                </a:cubicBezTo>
                <a:cubicBezTo>
                  <a:pt x="120" y="0"/>
                  <a:pt x="123" y="0"/>
                  <a:pt x="123" y="1"/>
                </a:cubicBezTo>
                <a:lnTo>
                  <a:pt x="126" y="1"/>
                </a:lnTo>
                <a:lnTo>
                  <a:pt x="126" y="33"/>
                </a:lnTo>
                <a:cubicBezTo>
                  <a:pt x="126" y="53"/>
                  <a:pt x="126" y="64"/>
                  <a:pt x="127" y="64"/>
                </a:cubicBezTo>
                <a:cubicBezTo>
                  <a:pt x="127" y="64"/>
                  <a:pt x="129" y="62"/>
                  <a:pt x="131" y="59"/>
                </a:cubicBezTo>
                <a:cubicBezTo>
                  <a:pt x="133" y="57"/>
                  <a:pt x="136" y="53"/>
                  <a:pt x="140" y="47"/>
                </a:cubicBezTo>
                <a:cubicBezTo>
                  <a:pt x="145" y="42"/>
                  <a:pt x="150" y="37"/>
                  <a:pt x="156" y="33"/>
                </a:cubicBezTo>
                <a:cubicBezTo>
                  <a:pt x="162" y="29"/>
                  <a:pt x="169" y="24"/>
                  <a:pt x="179" y="18"/>
                </a:cubicBezTo>
                <a:cubicBezTo>
                  <a:pt x="189" y="12"/>
                  <a:pt x="200" y="7"/>
                  <a:pt x="211" y="5"/>
                </a:cubicBezTo>
                <a:cubicBezTo>
                  <a:pt x="221" y="2"/>
                  <a:pt x="235" y="1"/>
                  <a:pt x="252" y="1"/>
                </a:cubicBezTo>
                <a:cubicBezTo>
                  <a:pt x="260" y="1"/>
                  <a:pt x="267" y="1"/>
                  <a:pt x="274" y="2"/>
                </a:cubicBezTo>
                <a:cubicBezTo>
                  <a:pt x="281" y="3"/>
                  <a:pt x="287" y="5"/>
                  <a:pt x="293" y="7"/>
                </a:cubicBezTo>
                <a:cubicBezTo>
                  <a:pt x="298" y="9"/>
                  <a:pt x="303" y="11"/>
                  <a:pt x="308" y="14"/>
                </a:cubicBezTo>
                <a:cubicBezTo>
                  <a:pt x="313" y="16"/>
                  <a:pt x="317" y="18"/>
                  <a:pt x="320" y="21"/>
                </a:cubicBezTo>
                <a:cubicBezTo>
                  <a:pt x="323" y="24"/>
                  <a:pt x="326" y="26"/>
                  <a:pt x="329" y="30"/>
                </a:cubicBezTo>
                <a:cubicBezTo>
                  <a:pt x="331" y="33"/>
                  <a:pt x="334" y="36"/>
                  <a:pt x="336" y="39"/>
                </a:cubicBezTo>
                <a:cubicBezTo>
                  <a:pt x="338" y="41"/>
                  <a:pt x="340" y="44"/>
                  <a:pt x="342" y="47"/>
                </a:cubicBezTo>
                <a:cubicBezTo>
                  <a:pt x="343" y="51"/>
                  <a:pt x="344" y="53"/>
                  <a:pt x="345" y="55"/>
                </a:cubicBezTo>
                <a:cubicBezTo>
                  <a:pt x="345" y="58"/>
                  <a:pt x="346" y="60"/>
                  <a:pt x="347" y="62"/>
                </a:cubicBezTo>
                <a:lnTo>
                  <a:pt x="349" y="66"/>
                </a:lnTo>
                <a:lnTo>
                  <a:pt x="351" y="63"/>
                </a:lnTo>
                <a:cubicBezTo>
                  <a:pt x="353" y="61"/>
                  <a:pt x="355" y="58"/>
                  <a:pt x="356" y="56"/>
                </a:cubicBezTo>
                <a:cubicBezTo>
                  <a:pt x="358" y="54"/>
                  <a:pt x="360" y="51"/>
                  <a:pt x="363" y="47"/>
                </a:cubicBezTo>
                <a:cubicBezTo>
                  <a:pt x="367" y="44"/>
                  <a:pt x="370" y="40"/>
                  <a:pt x="374" y="37"/>
                </a:cubicBezTo>
                <a:cubicBezTo>
                  <a:pt x="378" y="34"/>
                  <a:pt x="382" y="30"/>
                  <a:pt x="386" y="26"/>
                </a:cubicBezTo>
                <a:cubicBezTo>
                  <a:pt x="390" y="23"/>
                  <a:pt x="396" y="20"/>
                  <a:pt x="402" y="17"/>
                </a:cubicBezTo>
                <a:cubicBezTo>
                  <a:pt x="408" y="14"/>
                  <a:pt x="415" y="11"/>
                  <a:pt x="421" y="9"/>
                </a:cubicBezTo>
                <a:cubicBezTo>
                  <a:pt x="426" y="6"/>
                  <a:pt x="433" y="4"/>
                  <a:pt x="441" y="3"/>
                </a:cubicBezTo>
                <a:cubicBezTo>
                  <a:pt x="450" y="2"/>
                  <a:pt x="458" y="1"/>
                  <a:pt x="466" y="1"/>
                </a:cubicBezTo>
                <a:cubicBezTo>
                  <a:pt x="534" y="1"/>
                  <a:pt x="571" y="31"/>
                  <a:pt x="577" y="92"/>
                </a:cubicBezTo>
                <a:cubicBezTo>
                  <a:pt x="577" y="95"/>
                  <a:pt x="577" y="133"/>
                  <a:pt x="577" y="205"/>
                </a:cubicBezTo>
                <a:lnTo>
                  <a:pt x="577" y="274"/>
                </a:lnTo>
                <a:cubicBezTo>
                  <a:pt x="577" y="294"/>
                  <a:pt x="578" y="306"/>
                  <a:pt x="579" y="310"/>
                </a:cubicBezTo>
                <a:cubicBezTo>
                  <a:pt x="580" y="314"/>
                  <a:pt x="583" y="316"/>
                  <a:pt x="588" y="318"/>
                </a:cubicBezTo>
                <a:cubicBezTo>
                  <a:pt x="599" y="320"/>
                  <a:pt x="612" y="320"/>
                  <a:pt x="627" y="320"/>
                </a:cubicBezTo>
                <a:lnTo>
                  <a:pt x="640" y="320"/>
                </a:lnTo>
                <a:lnTo>
                  <a:pt x="640" y="357"/>
                </a:lnTo>
                <a:lnTo>
                  <a:pt x="634" y="357"/>
                </a:lnTo>
                <a:lnTo>
                  <a:pt x="615" y="357"/>
                </a:lnTo>
                <a:cubicBezTo>
                  <a:pt x="602" y="356"/>
                  <a:pt x="589" y="356"/>
                  <a:pt x="574" y="356"/>
                </a:cubicBezTo>
                <a:cubicBezTo>
                  <a:pt x="560" y="356"/>
                  <a:pt x="550" y="356"/>
                  <a:pt x="544" y="355"/>
                </a:cubicBezTo>
                <a:cubicBezTo>
                  <a:pt x="488" y="355"/>
                  <a:pt x="458" y="356"/>
                  <a:pt x="454" y="357"/>
                </a:cubicBezTo>
                <a:lnTo>
                  <a:pt x="447" y="357"/>
                </a:lnTo>
                <a:lnTo>
                  <a:pt x="447" y="320"/>
                </a:lnTo>
                <a:lnTo>
                  <a:pt x="460" y="320"/>
                </a:lnTo>
                <a:cubicBezTo>
                  <a:pt x="493" y="320"/>
                  <a:pt x="509" y="316"/>
                  <a:pt x="509" y="308"/>
                </a:cubicBezTo>
                <a:cubicBezTo>
                  <a:pt x="510" y="306"/>
                  <a:pt x="510" y="269"/>
                  <a:pt x="510" y="196"/>
                </a:cubicBezTo>
                <a:cubicBezTo>
                  <a:pt x="509" y="123"/>
                  <a:pt x="509" y="85"/>
                  <a:pt x="508" y="80"/>
                </a:cubicBezTo>
                <a:cubicBezTo>
                  <a:pt x="505" y="65"/>
                  <a:pt x="500" y="54"/>
                  <a:pt x="492" y="47"/>
                </a:cubicBezTo>
                <a:cubicBezTo>
                  <a:pt x="485" y="39"/>
                  <a:pt x="478" y="35"/>
                  <a:pt x="473" y="33"/>
                </a:cubicBezTo>
                <a:cubicBezTo>
                  <a:pt x="467" y="31"/>
                  <a:pt x="461" y="31"/>
                  <a:pt x="452" y="31"/>
                </a:cubicBezTo>
                <a:cubicBezTo>
                  <a:pt x="428" y="31"/>
                  <a:pt x="407" y="40"/>
                  <a:pt x="388" y="59"/>
                </a:cubicBezTo>
                <a:cubicBezTo>
                  <a:pt x="374" y="73"/>
                  <a:pt x="365" y="88"/>
                  <a:pt x="361" y="103"/>
                </a:cubicBezTo>
                <a:cubicBezTo>
                  <a:pt x="357" y="118"/>
                  <a:pt x="355" y="141"/>
                  <a:pt x="355" y="171"/>
                </a:cubicBezTo>
                <a:lnTo>
                  <a:pt x="355" y="222"/>
                </a:lnTo>
                <a:lnTo>
                  <a:pt x="355" y="270"/>
                </a:lnTo>
                <a:cubicBezTo>
                  <a:pt x="355" y="287"/>
                  <a:pt x="355" y="297"/>
                  <a:pt x="355" y="303"/>
                </a:cubicBezTo>
                <a:cubicBezTo>
                  <a:pt x="356" y="308"/>
                  <a:pt x="357" y="312"/>
                  <a:pt x="358" y="313"/>
                </a:cubicBezTo>
                <a:cubicBezTo>
                  <a:pt x="359" y="315"/>
                  <a:pt x="361" y="316"/>
                  <a:pt x="365" y="318"/>
                </a:cubicBezTo>
                <a:cubicBezTo>
                  <a:pt x="376" y="320"/>
                  <a:pt x="389" y="320"/>
                  <a:pt x="404" y="320"/>
                </a:cubicBezTo>
                <a:lnTo>
                  <a:pt x="417" y="320"/>
                </a:lnTo>
                <a:lnTo>
                  <a:pt x="417" y="357"/>
                </a:lnTo>
                <a:lnTo>
                  <a:pt x="411" y="357"/>
                </a:lnTo>
                <a:lnTo>
                  <a:pt x="392" y="357"/>
                </a:lnTo>
                <a:cubicBezTo>
                  <a:pt x="379" y="356"/>
                  <a:pt x="366" y="356"/>
                  <a:pt x="351" y="356"/>
                </a:cubicBezTo>
                <a:cubicBezTo>
                  <a:pt x="337" y="356"/>
                  <a:pt x="327" y="356"/>
                  <a:pt x="321" y="355"/>
                </a:cubicBezTo>
                <a:cubicBezTo>
                  <a:pt x="266" y="355"/>
                  <a:pt x="235" y="356"/>
                  <a:pt x="231" y="357"/>
                </a:cubicBezTo>
                <a:lnTo>
                  <a:pt x="224" y="357"/>
                </a:lnTo>
                <a:lnTo>
                  <a:pt x="224" y="320"/>
                </a:lnTo>
                <a:lnTo>
                  <a:pt x="237" y="320"/>
                </a:lnTo>
                <a:cubicBezTo>
                  <a:pt x="270" y="320"/>
                  <a:pt x="286" y="316"/>
                  <a:pt x="286" y="308"/>
                </a:cubicBezTo>
                <a:cubicBezTo>
                  <a:pt x="287" y="306"/>
                  <a:pt x="287" y="269"/>
                  <a:pt x="287" y="196"/>
                </a:cubicBezTo>
                <a:cubicBezTo>
                  <a:pt x="286" y="123"/>
                  <a:pt x="286" y="85"/>
                  <a:pt x="285" y="80"/>
                </a:cubicBezTo>
                <a:cubicBezTo>
                  <a:pt x="282" y="65"/>
                  <a:pt x="277" y="54"/>
                  <a:pt x="269" y="47"/>
                </a:cubicBezTo>
                <a:cubicBezTo>
                  <a:pt x="262" y="39"/>
                  <a:pt x="255" y="35"/>
                  <a:pt x="250" y="33"/>
                </a:cubicBezTo>
                <a:cubicBezTo>
                  <a:pt x="245" y="31"/>
                  <a:pt x="238" y="31"/>
                  <a:pt x="229" y="31"/>
                </a:cubicBezTo>
                <a:cubicBezTo>
                  <a:pt x="205" y="31"/>
                  <a:pt x="183" y="40"/>
                  <a:pt x="164" y="59"/>
                </a:cubicBezTo>
                <a:cubicBezTo>
                  <a:pt x="150" y="73"/>
                  <a:pt x="141" y="88"/>
                  <a:pt x="137" y="103"/>
                </a:cubicBezTo>
                <a:cubicBezTo>
                  <a:pt x="133" y="118"/>
                  <a:pt x="131" y="141"/>
                  <a:pt x="131" y="171"/>
                </a:cubicBezTo>
                <a:lnTo>
                  <a:pt x="131" y="222"/>
                </a:lnTo>
                <a:lnTo>
                  <a:pt x="131" y="270"/>
                </a:lnTo>
                <a:cubicBezTo>
                  <a:pt x="131" y="287"/>
                  <a:pt x="131" y="297"/>
                  <a:pt x="131" y="303"/>
                </a:cubicBezTo>
                <a:cubicBezTo>
                  <a:pt x="132" y="308"/>
                  <a:pt x="133" y="312"/>
                  <a:pt x="134" y="313"/>
                </a:cubicBezTo>
                <a:cubicBezTo>
                  <a:pt x="135" y="315"/>
                  <a:pt x="137" y="316"/>
                  <a:pt x="141" y="318"/>
                </a:cubicBezTo>
                <a:cubicBezTo>
                  <a:pt x="152" y="320"/>
                  <a:pt x="166" y="320"/>
                  <a:pt x="181" y="320"/>
                </a:cubicBezTo>
                <a:lnTo>
                  <a:pt x="194" y="320"/>
                </a:lnTo>
                <a:lnTo>
                  <a:pt x="194" y="357"/>
                </a:lnTo>
                <a:lnTo>
                  <a:pt x="187" y="357"/>
                </a:lnTo>
                <a:lnTo>
                  <a:pt x="168" y="357"/>
                </a:lnTo>
                <a:cubicBezTo>
                  <a:pt x="156" y="356"/>
                  <a:pt x="142" y="356"/>
                  <a:pt x="127" y="356"/>
                </a:cubicBezTo>
                <a:cubicBezTo>
                  <a:pt x="113" y="356"/>
                  <a:pt x="103" y="356"/>
                  <a:pt x="97" y="355"/>
                </a:cubicBezTo>
                <a:cubicBezTo>
                  <a:pt x="42" y="355"/>
                  <a:pt x="12" y="356"/>
                  <a:pt x="7" y="357"/>
                </a:cubicBezTo>
                <a:lnTo>
                  <a:pt x="0" y="357"/>
                </a:lnTo>
                <a:lnTo>
                  <a:pt x="0" y="320"/>
                </a:lnTo>
                <a:lnTo>
                  <a:pt x="13" y="320"/>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839" name=""/>
          <p:cNvSpPr/>
          <p:nvPr/>
        </p:nvSpPr>
        <p:spPr>
          <a:xfrm>
            <a:off x="2582280" y="1165320"/>
            <a:ext cx="145800" cy="185040"/>
          </a:xfrm>
          <a:custGeom>
            <a:avLst/>
            <a:gdLst/>
            <a:ahLst/>
            <a:rect l="0" t="0" r="r" b="b"/>
            <a:pathLst>
              <a:path w="405" h="514">
                <a:moveTo>
                  <a:pt x="12" y="476"/>
                </a:moveTo>
                <a:lnTo>
                  <a:pt x="24" y="476"/>
                </a:lnTo>
                <a:cubicBezTo>
                  <a:pt x="45" y="476"/>
                  <a:pt x="57" y="473"/>
                  <a:pt x="62" y="465"/>
                </a:cubicBezTo>
                <a:lnTo>
                  <a:pt x="62" y="459"/>
                </a:lnTo>
                <a:cubicBezTo>
                  <a:pt x="62" y="455"/>
                  <a:pt x="62" y="450"/>
                  <a:pt x="62" y="444"/>
                </a:cubicBezTo>
                <a:cubicBezTo>
                  <a:pt x="62" y="437"/>
                  <a:pt x="62" y="429"/>
                  <a:pt x="62" y="419"/>
                </a:cubicBezTo>
                <a:cubicBezTo>
                  <a:pt x="62" y="410"/>
                  <a:pt x="62" y="399"/>
                  <a:pt x="62" y="388"/>
                </a:cubicBezTo>
                <a:cubicBezTo>
                  <a:pt x="63" y="377"/>
                  <a:pt x="63" y="365"/>
                  <a:pt x="62" y="353"/>
                </a:cubicBezTo>
                <a:cubicBezTo>
                  <a:pt x="62" y="340"/>
                  <a:pt x="62" y="327"/>
                  <a:pt x="62" y="313"/>
                </a:cubicBezTo>
                <a:cubicBezTo>
                  <a:pt x="63" y="299"/>
                  <a:pt x="63" y="286"/>
                  <a:pt x="62" y="272"/>
                </a:cubicBezTo>
                <a:cubicBezTo>
                  <a:pt x="62" y="254"/>
                  <a:pt x="62" y="235"/>
                  <a:pt x="62" y="215"/>
                </a:cubicBezTo>
                <a:cubicBezTo>
                  <a:pt x="62" y="195"/>
                  <a:pt x="62" y="177"/>
                  <a:pt x="62" y="162"/>
                </a:cubicBezTo>
                <a:cubicBezTo>
                  <a:pt x="62" y="146"/>
                  <a:pt x="62" y="132"/>
                  <a:pt x="62" y="119"/>
                </a:cubicBezTo>
                <a:cubicBezTo>
                  <a:pt x="62" y="106"/>
                  <a:pt x="62" y="96"/>
                  <a:pt x="62" y="87"/>
                </a:cubicBezTo>
                <a:cubicBezTo>
                  <a:pt x="61" y="79"/>
                  <a:pt x="61" y="75"/>
                  <a:pt x="62" y="74"/>
                </a:cubicBezTo>
                <a:cubicBezTo>
                  <a:pt x="60" y="64"/>
                  <a:pt x="56" y="57"/>
                  <a:pt x="50" y="54"/>
                </a:cubicBezTo>
                <a:cubicBezTo>
                  <a:pt x="44" y="51"/>
                  <a:pt x="32" y="48"/>
                  <a:pt x="14" y="47"/>
                </a:cubicBezTo>
                <a:lnTo>
                  <a:pt x="0" y="47"/>
                </a:lnTo>
                <a:lnTo>
                  <a:pt x="0" y="28"/>
                </a:lnTo>
                <a:cubicBezTo>
                  <a:pt x="0" y="16"/>
                  <a:pt x="0" y="10"/>
                  <a:pt x="1" y="10"/>
                </a:cubicBezTo>
                <a:lnTo>
                  <a:pt x="9" y="9"/>
                </a:lnTo>
                <a:cubicBezTo>
                  <a:pt x="15" y="8"/>
                  <a:pt x="22" y="8"/>
                  <a:pt x="33" y="7"/>
                </a:cubicBezTo>
                <a:cubicBezTo>
                  <a:pt x="43" y="7"/>
                  <a:pt x="53" y="6"/>
                  <a:pt x="62" y="6"/>
                </a:cubicBezTo>
                <a:cubicBezTo>
                  <a:pt x="71" y="5"/>
                  <a:pt x="81" y="4"/>
                  <a:pt x="92" y="4"/>
                </a:cubicBezTo>
                <a:cubicBezTo>
                  <a:pt x="103" y="3"/>
                  <a:pt x="111" y="3"/>
                  <a:pt x="116" y="2"/>
                </a:cubicBezTo>
                <a:cubicBezTo>
                  <a:pt x="122" y="0"/>
                  <a:pt x="125" y="0"/>
                  <a:pt x="125" y="1"/>
                </a:cubicBezTo>
                <a:lnTo>
                  <a:pt x="128" y="1"/>
                </a:lnTo>
                <a:lnTo>
                  <a:pt x="128" y="22"/>
                </a:lnTo>
                <a:lnTo>
                  <a:pt x="128" y="43"/>
                </a:lnTo>
                <a:lnTo>
                  <a:pt x="135" y="37"/>
                </a:lnTo>
                <a:cubicBezTo>
                  <a:pt x="166" y="13"/>
                  <a:pt x="203" y="2"/>
                  <a:pt x="246" y="2"/>
                </a:cubicBezTo>
                <a:cubicBezTo>
                  <a:pt x="290" y="2"/>
                  <a:pt x="327" y="19"/>
                  <a:pt x="358" y="53"/>
                </a:cubicBezTo>
                <a:cubicBezTo>
                  <a:pt x="388" y="87"/>
                  <a:pt x="404" y="132"/>
                  <a:pt x="405" y="184"/>
                </a:cubicBezTo>
                <a:cubicBezTo>
                  <a:pt x="405" y="238"/>
                  <a:pt x="387" y="282"/>
                  <a:pt x="352" y="316"/>
                </a:cubicBezTo>
                <a:cubicBezTo>
                  <a:pt x="317" y="349"/>
                  <a:pt x="277" y="366"/>
                  <a:pt x="233" y="366"/>
                </a:cubicBezTo>
                <a:cubicBezTo>
                  <a:pt x="196" y="366"/>
                  <a:pt x="164" y="354"/>
                  <a:pt x="136" y="331"/>
                </a:cubicBezTo>
                <a:lnTo>
                  <a:pt x="130" y="325"/>
                </a:lnTo>
                <a:lnTo>
                  <a:pt x="130" y="394"/>
                </a:lnTo>
                <a:lnTo>
                  <a:pt x="130" y="439"/>
                </a:lnTo>
                <a:cubicBezTo>
                  <a:pt x="130" y="453"/>
                  <a:pt x="130" y="462"/>
                  <a:pt x="132" y="465"/>
                </a:cubicBezTo>
                <a:cubicBezTo>
                  <a:pt x="133" y="468"/>
                  <a:pt x="136" y="471"/>
                  <a:pt x="140" y="474"/>
                </a:cubicBezTo>
                <a:cubicBezTo>
                  <a:pt x="152" y="476"/>
                  <a:pt x="165" y="476"/>
                  <a:pt x="180" y="476"/>
                </a:cubicBezTo>
                <a:lnTo>
                  <a:pt x="193" y="476"/>
                </a:lnTo>
                <a:lnTo>
                  <a:pt x="193" y="514"/>
                </a:lnTo>
                <a:lnTo>
                  <a:pt x="186" y="514"/>
                </a:lnTo>
                <a:lnTo>
                  <a:pt x="167" y="513"/>
                </a:lnTo>
                <a:cubicBezTo>
                  <a:pt x="155" y="512"/>
                  <a:pt x="141" y="512"/>
                  <a:pt x="127" y="512"/>
                </a:cubicBezTo>
                <a:cubicBezTo>
                  <a:pt x="112" y="512"/>
                  <a:pt x="102" y="512"/>
                  <a:pt x="96" y="511"/>
                </a:cubicBezTo>
                <a:cubicBezTo>
                  <a:pt x="41" y="511"/>
                  <a:pt x="11" y="512"/>
                  <a:pt x="6" y="514"/>
                </a:cubicBezTo>
                <a:lnTo>
                  <a:pt x="0" y="514"/>
                </a:lnTo>
                <a:lnTo>
                  <a:pt x="0" y="476"/>
                </a:lnTo>
                <a:lnTo>
                  <a:pt x="12" y="476"/>
                </a:lnTo>
                <a:moveTo>
                  <a:pt x="326" y="182"/>
                </a:moveTo>
                <a:cubicBezTo>
                  <a:pt x="326" y="142"/>
                  <a:pt x="317" y="108"/>
                  <a:pt x="298" y="77"/>
                </a:cubicBezTo>
                <a:cubicBezTo>
                  <a:pt x="279" y="48"/>
                  <a:pt x="256" y="33"/>
                  <a:pt x="229" y="33"/>
                </a:cubicBezTo>
                <a:cubicBezTo>
                  <a:pt x="191" y="33"/>
                  <a:pt x="158" y="50"/>
                  <a:pt x="130" y="85"/>
                </a:cubicBezTo>
                <a:lnTo>
                  <a:pt x="130" y="279"/>
                </a:lnTo>
                <a:cubicBezTo>
                  <a:pt x="151" y="317"/>
                  <a:pt x="181" y="336"/>
                  <a:pt x="220" y="336"/>
                </a:cubicBezTo>
                <a:cubicBezTo>
                  <a:pt x="247" y="336"/>
                  <a:pt x="272" y="322"/>
                  <a:pt x="293" y="293"/>
                </a:cubicBezTo>
                <a:cubicBezTo>
                  <a:pt x="314" y="264"/>
                  <a:pt x="325" y="227"/>
                  <a:pt x="326" y="182"/>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840" name=""/>
          <p:cNvSpPr/>
          <p:nvPr/>
        </p:nvSpPr>
        <p:spPr>
          <a:xfrm>
            <a:off x="2745000" y="1092600"/>
            <a:ext cx="68760" cy="201240"/>
          </a:xfrm>
          <a:custGeom>
            <a:avLst/>
            <a:gdLst/>
            <a:ahLst/>
            <a:rect l="0" t="0" r="r" b="b"/>
            <a:pathLst>
              <a:path w="191" h="559">
                <a:moveTo>
                  <a:pt x="13" y="522"/>
                </a:moveTo>
                <a:lnTo>
                  <a:pt x="24" y="522"/>
                </a:lnTo>
                <a:cubicBezTo>
                  <a:pt x="45" y="522"/>
                  <a:pt x="57" y="519"/>
                  <a:pt x="62" y="511"/>
                </a:cubicBezTo>
                <a:lnTo>
                  <a:pt x="62" y="505"/>
                </a:lnTo>
                <a:cubicBezTo>
                  <a:pt x="62" y="500"/>
                  <a:pt x="62" y="494"/>
                  <a:pt x="62" y="486"/>
                </a:cubicBezTo>
                <a:cubicBezTo>
                  <a:pt x="62" y="479"/>
                  <a:pt x="62" y="470"/>
                  <a:pt x="62" y="460"/>
                </a:cubicBezTo>
                <a:cubicBezTo>
                  <a:pt x="62" y="449"/>
                  <a:pt x="62" y="438"/>
                  <a:pt x="63" y="425"/>
                </a:cubicBezTo>
                <a:cubicBezTo>
                  <a:pt x="63" y="412"/>
                  <a:pt x="63" y="399"/>
                  <a:pt x="63" y="385"/>
                </a:cubicBezTo>
                <a:cubicBezTo>
                  <a:pt x="62" y="371"/>
                  <a:pt x="62" y="356"/>
                  <a:pt x="63" y="341"/>
                </a:cubicBezTo>
                <a:cubicBezTo>
                  <a:pt x="63" y="325"/>
                  <a:pt x="63" y="310"/>
                  <a:pt x="63" y="295"/>
                </a:cubicBezTo>
                <a:cubicBezTo>
                  <a:pt x="63" y="275"/>
                  <a:pt x="63" y="254"/>
                  <a:pt x="63" y="232"/>
                </a:cubicBezTo>
                <a:cubicBezTo>
                  <a:pt x="63" y="210"/>
                  <a:pt x="63" y="190"/>
                  <a:pt x="63" y="172"/>
                </a:cubicBezTo>
                <a:cubicBezTo>
                  <a:pt x="63" y="153"/>
                  <a:pt x="63" y="137"/>
                  <a:pt x="63" y="123"/>
                </a:cubicBezTo>
                <a:cubicBezTo>
                  <a:pt x="63" y="109"/>
                  <a:pt x="62" y="98"/>
                  <a:pt x="62" y="88"/>
                </a:cubicBezTo>
                <a:cubicBezTo>
                  <a:pt x="61" y="78"/>
                  <a:pt x="61" y="74"/>
                  <a:pt x="62" y="74"/>
                </a:cubicBezTo>
                <a:cubicBezTo>
                  <a:pt x="60" y="64"/>
                  <a:pt x="56" y="57"/>
                  <a:pt x="50" y="54"/>
                </a:cubicBezTo>
                <a:cubicBezTo>
                  <a:pt x="45" y="51"/>
                  <a:pt x="33" y="48"/>
                  <a:pt x="14" y="47"/>
                </a:cubicBezTo>
                <a:lnTo>
                  <a:pt x="0" y="47"/>
                </a:lnTo>
                <a:lnTo>
                  <a:pt x="0" y="27"/>
                </a:lnTo>
                <a:cubicBezTo>
                  <a:pt x="0" y="15"/>
                  <a:pt x="0" y="9"/>
                  <a:pt x="1" y="9"/>
                </a:cubicBezTo>
                <a:lnTo>
                  <a:pt x="9" y="8"/>
                </a:lnTo>
                <a:cubicBezTo>
                  <a:pt x="15" y="7"/>
                  <a:pt x="23" y="7"/>
                  <a:pt x="33" y="6"/>
                </a:cubicBezTo>
                <a:cubicBezTo>
                  <a:pt x="43" y="6"/>
                  <a:pt x="53" y="5"/>
                  <a:pt x="63" y="5"/>
                </a:cubicBezTo>
                <a:cubicBezTo>
                  <a:pt x="73" y="4"/>
                  <a:pt x="83" y="4"/>
                  <a:pt x="93" y="3"/>
                </a:cubicBezTo>
                <a:cubicBezTo>
                  <a:pt x="104" y="3"/>
                  <a:pt x="112" y="2"/>
                  <a:pt x="117" y="1"/>
                </a:cubicBezTo>
                <a:cubicBezTo>
                  <a:pt x="123" y="0"/>
                  <a:pt x="126" y="-1"/>
                  <a:pt x="126" y="0"/>
                </a:cubicBezTo>
                <a:lnTo>
                  <a:pt x="129" y="0"/>
                </a:lnTo>
                <a:lnTo>
                  <a:pt x="129" y="254"/>
                </a:lnTo>
                <a:cubicBezTo>
                  <a:pt x="129" y="424"/>
                  <a:pt x="129" y="510"/>
                  <a:pt x="130" y="511"/>
                </a:cubicBezTo>
                <a:cubicBezTo>
                  <a:pt x="132" y="515"/>
                  <a:pt x="135" y="518"/>
                  <a:pt x="139" y="520"/>
                </a:cubicBezTo>
                <a:cubicBezTo>
                  <a:pt x="150" y="522"/>
                  <a:pt x="164" y="522"/>
                  <a:pt x="179" y="522"/>
                </a:cubicBezTo>
                <a:lnTo>
                  <a:pt x="191" y="522"/>
                </a:lnTo>
                <a:lnTo>
                  <a:pt x="191" y="559"/>
                </a:lnTo>
                <a:lnTo>
                  <a:pt x="185" y="559"/>
                </a:lnTo>
                <a:lnTo>
                  <a:pt x="167" y="559"/>
                </a:lnTo>
                <a:cubicBezTo>
                  <a:pt x="154" y="558"/>
                  <a:pt x="141" y="558"/>
                  <a:pt x="127" y="558"/>
                </a:cubicBezTo>
                <a:cubicBezTo>
                  <a:pt x="113" y="558"/>
                  <a:pt x="103" y="558"/>
                  <a:pt x="97" y="557"/>
                </a:cubicBezTo>
                <a:cubicBezTo>
                  <a:pt x="90" y="556"/>
                  <a:pt x="80" y="556"/>
                  <a:pt x="65" y="557"/>
                </a:cubicBezTo>
                <a:cubicBezTo>
                  <a:pt x="51" y="558"/>
                  <a:pt x="38" y="558"/>
                  <a:pt x="25" y="559"/>
                </a:cubicBezTo>
                <a:lnTo>
                  <a:pt x="6" y="559"/>
                </a:lnTo>
                <a:lnTo>
                  <a:pt x="0" y="559"/>
                </a:lnTo>
                <a:lnTo>
                  <a:pt x="0" y="522"/>
                </a:lnTo>
                <a:lnTo>
                  <a:pt x="13" y="522"/>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841" name=""/>
          <p:cNvSpPr/>
          <p:nvPr/>
        </p:nvSpPr>
        <p:spPr>
          <a:xfrm>
            <a:off x="2826000" y="1163880"/>
            <a:ext cx="112320" cy="133200"/>
          </a:xfrm>
          <a:custGeom>
            <a:avLst/>
            <a:gdLst/>
            <a:ahLst/>
            <a:rect l="0" t="0" r="r" b="b"/>
            <a:pathLst>
              <a:path w="312" h="370">
                <a:moveTo>
                  <a:pt x="0" y="185"/>
                </a:moveTo>
                <a:cubicBezTo>
                  <a:pt x="0" y="155"/>
                  <a:pt x="5" y="129"/>
                  <a:pt x="16" y="105"/>
                </a:cubicBezTo>
                <a:cubicBezTo>
                  <a:pt x="27" y="80"/>
                  <a:pt x="40" y="61"/>
                  <a:pt x="56" y="46"/>
                </a:cubicBezTo>
                <a:cubicBezTo>
                  <a:pt x="73" y="31"/>
                  <a:pt x="91" y="19"/>
                  <a:pt x="110" y="12"/>
                </a:cubicBezTo>
                <a:cubicBezTo>
                  <a:pt x="128" y="4"/>
                  <a:pt x="146" y="0"/>
                  <a:pt x="163" y="0"/>
                </a:cubicBezTo>
                <a:cubicBezTo>
                  <a:pt x="191" y="0"/>
                  <a:pt x="216" y="5"/>
                  <a:pt x="236" y="14"/>
                </a:cubicBezTo>
                <a:cubicBezTo>
                  <a:pt x="256" y="24"/>
                  <a:pt x="272" y="37"/>
                  <a:pt x="283" y="55"/>
                </a:cubicBezTo>
                <a:cubicBezTo>
                  <a:pt x="293" y="72"/>
                  <a:pt x="301" y="89"/>
                  <a:pt x="305" y="106"/>
                </a:cubicBezTo>
                <a:cubicBezTo>
                  <a:pt x="310" y="123"/>
                  <a:pt x="312" y="142"/>
                  <a:pt x="312" y="163"/>
                </a:cubicBezTo>
                <a:cubicBezTo>
                  <a:pt x="312" y="167"/>
                  <a:pt x="311" y="171"/>
                  <a:pt x="307" y="175"/>
                </a:cubicBezTo>
                <a:lnTo>
                  <a:pt x="79" y="175"/>
                </a:lnTo>
                <a:lnTo>
                  <a:pt x="79" y="187"/>
                </a:lnTo>
                <a:cubicBezTo>
                  <a:pt x="79" y="266"/>
                  <a:pt x="107" y="315"/>
                  <a:pt x="160" y="332"/>
                </a:cubicBezTo>
                <a:cubicBezTo>
                  <a:pt x="171" y="336"/>
                  <a:pt x="183" y="337"/>
                  <a:pt x="196" y="337"/>
                </a:cubicBezTo>
                <a:cubicBezTo>
                  <a:pt x="218" y="337"/>
                  <a:pt x="238" y="329"/>
                  <a:pt x="254" y="312"/>
                </a:cubicBezTo>
                <a:cubicBezTo>
                  <a:pt x="263" y="302"/>
                  <a:pt x="270" y="291"/>
                  <a:pt x="275" y="278"/>
                </a:cubicBezTo>
                <a:lnTo>
                  <a:pt x="284" y="257"/>
                </a:lnTo>
                <a:cubicBezTo>
                  <a:pt x="285" y="256"/>
                  <a:pt x="289" y="255"/>
                  <a:pt x="296" y="255"/>
                </a:cubicBezTo>
                <a:lnTo>
                  <a:pt x="299" y="255"/>
                </a:lnTo>
                <a:cubicBezTo>
                  <a:pt x="308" y="255"/>
                  <a:pt x="312" y="258"/>
                  <a:pt x="312" y="263"/>
                </a:cubicBezTo>
                <a:cubicBezTo>
                  <a:pt x="312" y="265"/>
                  <a:pt x="312" y="269"/>
                  <a:pt x="310" y="274"/>
                </a:cubicBezTo>
                <a:cubicBezTo>
                  <a:pt x="300" y="304"/>
                  <a:pt x="283" y="327"/>
                  <a:pt x="259" y="345"/>
                </a:cubicBezTo>
                <a:cubicBezTo>
                  <a:pt x="236" y="362"/>
                  <a:pt x="209" y="370"/>
                  <a:pt x="180" y="370"/>
                </a:cubicBezTo>
                <a:cubicBezTo>
                  <a:pt x="129" y="370"/>
                  <a:pt x="86" y="352"/>
                  <a:pt x="52" y="315"/>
                </a:cubicBezTo>
                <a:cubicBezTo>
                  <a:pt x="18" y="278"/>
                  <a:pt x="1" y="234"/>
                  <a:pt x="0" y="185"/>
                </a:cubicBezTo>
                <a:moveTo>
                  <a:pt x="247" y="139"/>
                </a:moveTo>
                <a:cubicBezTo>
                  <a:pt x="241" y="70"/>
                  <a:pt x="215" y="34"/>
                  <a:pt x="170" y="30"/>
                </a:cubicBezTo>
                <a:lnTo>
                  <a:pt x="168" y="30"/>
                </a:lnTo>
                <a:cubicBezTo>
                  <a:pt x="164" y="30"/>
                  <a:pt x="160" y="30"/>
                  <a:pt x="156" y="30"/>
                </a:cubicBezTo>
                <a:cubicBezTo>
                  <a:pt x="151" y="31"/>
                  <a:pt x="145" y="33"/>
                  <a:pt x="135" y="37"/>
                </a:cubicBezTo>
                <a:cubicBezTo>
                  <a:pt x="126" y="41"/>
                  <a:pt x="119" y="46"/>
                  <a:pt x="112" y="54"/>
                </a:cubicBezTo>
                <a:cubicBezTo>
                  <a:pt x="106" y="61"/>
                  <a:pt x="100" y="72"/>
                  <a:pt x="94" y="87"/>
                </a:cubicBezTo>
                <a:cubicBezTo>
                  <a:pt x="88" y="101"/>
                  <a:pt x="83" y="119"/>
                  <a:pt x="80" y="140"/>
                </a:cubicBezTo>
                <a:lnTo>
                  <a:pt x="80" y="146"/>
                </a:lnTo>
                <a:lnTo>
                  <a:pt x="247" y="146"/>
                </a:lnTo>
                <a:lnTo>
                  <a:pt x="247" y="139"/>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842" name=""/>
          <p:cNvSpPr txBox="1"/>
          <p:nvPr/>
        </p:nvSpPr>
        <p:spPr>
          <a:xfrm>
            <a:off x="380880" y="927000"/>
            <a:ext cx="1502640" cy="334080"/>
          </a:xfrm>
          <a:prstGeom prst="rect">
            <a:avLst/>
          </a:prstGeom>
          <a:noFill/>
          <a:ln w="0">
            <a:noFill/>
          </a:ln>
        </p:spPr>
        <p:txBody>
          <a:bodyPr wrap="none" lIns="0" rIns="0" tIns="0" bIns="0" anchor="t">
            <a:spAutoFit/>
          </a:bodyPr>
          <a:p>
            <a:r>
              <a:rPr b="0" lang="zh-CN" sz="2620" strike="noStrike" u="none">
                <a:solidFill>
                  <a:srgbClr val="333333"/>
                </a:solidFill>
                <a:effectLst/>
                <a:uFillTx/>
                <a:latin typeface="NotoSansJP-Thin_"/>
                <a:ea typeface="NotoSansJP-Thin_"/>
              </a:rPr>
              <a:t>損失関数 </a:t>
            </a:r>
            <a:endParaRPr b="0" lang="en-US" sz="2620" strike="noStrike" u="none">
              <a:solidFill>
                <a:srgbClr val="000000"/>
              </a:solidFill>
              <a:effectLst/>
              <a:uFillTx/>
              <a:latin typeface="Times New Roman"/>
            </a:endParaRPr>
          </a:p>
        </p:txBody>
      </p:sp>
      <p:sp>
        <p:nvSpPr>
          <p:cNvPr id="843" name=""/>
          <p:cNvSpPr txBox="1"/>
          <p:nvPr/>
        </p:nvSpPr>
        <p:spPr>
          <a:xfrm>
            <a:off x="2968200" y="927000"/>
            <a:ext cx="8403480" cy="372240"/>
          </a:xfrm>
          <a:prstGeom prst="rect">
            <a:avLst/>
          </a:prstGeom>
          <a:noFill/>
          <a:ln w="0">
            <a:noFill/>
          </a:ln>
        </p:spPr>
        <p:txBody>
          <a:bodyPr wrap="none" lIns="0" rIns="0" tIns="0" bIns="0" anchor="t">
            <a:spAutoFit/>
          </a:bodyPr>
          <a:p>
            <a:r>
              <a:rPr b="0" lang="en-US" sz="2620" strike="noStrike" u="none">
                <a:solidFill>
                  <a:srgbClr val="333333"/>
                </a:solidFill>
                <a:effectLst/>
                <a:uFillTx/>
                <a:latin typeface="NotoSansJP-Thin_"/>
                <a:ea typeface="NotoSansJP-Thin_"/>
              </a:rPr>
              <a:t> は、</a:t>
            </a:r>
            <a:r>
              <a:rPr b="0" lang="en-US" sz="2620" strike="noStrike" u="none">
                <a:solidFill>
                  <a:srgbClr val="333333"/>
                </a:solidFill>
                <a:effectLst/>
                <a:uFillTx/>
                <a:latin typeface="NotoSansJP-Thin_"/>
                <a:ea typeface="NotoSansJP-Thin_"/>
              </a:rPr>
              <a:t>Denoising Score Matching[^1]</a:t>
            </a:r>
            <a:r>
              <a:rPr b="0" lang="zh-CN" sz="2620" strike="noStrike" u="none">
                <a:solidFill>
                  <a:srgbClr val="333333"/>
                </a:solidFill>
                <a:effectLst/>
                <a:uFillTx/>
                <a:latin typeface="NotoSansJP-Thin_"/>
                <a:ea typeface="NotoSansJP-Thin_"/>
              </a:rPr>
              <a:t>の目的関数と密接に</a:t>
            </a:r>
            <a:endParaRPr b="0" lang="en-US" sz="2620" strike="noStrike" u="none">
              <a:solidFill>
                <a:srgbClr val="000000"/>
              </a:solidFill>
              <a:effectLst/>
              <a:uFillTx/>
              <a:latin typeface="Times New Roman"/>
            </a:endParaRPr>
          </a:p>
        </p:txBody>
      </p:sp>
      <p:sp>
        <p:nvSpPr>
          <p:cNvPr id="844" name=""/>
          <p:cNvSpPr txBox="1"/>
          <p:nvPr/>
        </p:nvSpPr>
        <p:spPr>
          <a:xfrm>
            <a:off x="380880" y="1412640"/>
            <a:ext cx="2337120" cy="334080"/>
          </a:xfrm>
          <a:prstGeom prst="rect">
            <a:avLst/>
          </a:prstGeom>
          <a:noFill/>
          <a:ln w="0">
            <a:noFill/>
          </a:ln>
        </p:spPr>
        <p:txBody>
          <a:bodyPr wrap="none" lIns="0" rIns="0" tIns="0" bIns="0" anchor="t">
            <a:spAutoFit/>
          </a:bodyPr>
          <a:p>
            <a:r>
              <a:rPr b="0" lang="zh-CN" sz="2620" strike="noStrike" u="none">
                <a:solidFill>
                  <a:srgbClr val="333333"/>
                </a:solidFill>
                <a:effectLst/>
                <a:uFillTx/>
                <a:latin typeface="NotoSansJP-Thin_"/>
                <a:ea typeface="NotoSansJP-Thin_"/>
              </a:rPr>
              <a:t>関連している。</a:t>
            </a:r>
            <a:endParaRPr b="0" lang="en-US" sz="2620" strike="noStrike" u="none">
              <a:solidFill>
                <a:srgbClr val="000000"/>
              </a:solidFill>
              <a:effectLst/>
              <a:uFillTx/>
              <a:latin typeface="Times New Roman"/>
            </a:endParaRPr>
          </a:p>
        </p:txBody>
      </p:sp>
      <p:sp>
        <p:nvSpPr>
          <p:cNvPr id="845" name=""/>
          <p:cNvSpPr/>
          <p:nvPr/>
        </p:nvSpPr>
        <p:spPr>
          <a:xfrm>
            <a:off x="3247920" y="2217960"/>
            <a:ext cx="303480" cy="293760"/>
          </a:xfrm>
          <a:custGeom>
            <a:avLst/>
            <a:gdLst/>
            <a:ahLst/>
            <a:rect l="0" t="0" r="r" b="b"/>
            <a:pathLst>
              <a:path w="843" h="816">
                <a:moveTo>
                  <a:pt x="0" y="8"/>
                </a:moveTo>
                <a:cubicBezTo>
                  <a:pt x="0" y="6"/>
                  <a:pt x="2" y="3"/>
                  <a:pt x="6" y="0"/>
                </a:cubicBezTo>
                <a:lnTo>
                  <a:pt x="837" y="0"/>
                </a:lnTo>
                <a:cubicBezTo>
                  <a:pt x="841" y="3"/>
                  <a:pt x="843" y="6"/>
                  <a:pt x="843" y="8"/>
                </a:cubicBezTo>
                <a:cubicBezTo>
                  <a:pt x="843" y="10"/>
                  <a:pt x="779" y="142"/>
                  <a:pt x="650" y="406"/>
                </a:cubicBezTo>
                <a:cubicBezTo>
                  <a:pt x="522" y="671"/>
                  <a:pt x="456" y="805"/>
                  <a:pt x="453" y="808"/>
                </a:cubicBezTo>
                <a:cubicBezTo>
                  <a:pt x="449" y="813"/>
                  <a:pt x="439" y="816"/>
                  <a:pt x="421" y="816"/>
                </a:cubicBezTo>
                <a:cubicBezTo>
                  <a:pt x="404" y="816"/>
                  <a:pt x="393" y="813"/>
                  <a:pt x="389" y="808"/>
                </a:cubicBezTo>
                <a:cubicBezTo>
                  <a:pt x="387" y="805"/>
                  <a:pt x="322" y="671"/>
                  <a:pt x="193" y="406"/>
                </a:cubicBezTo>
                <a:cubicBezTo>
                  <a:pt x="65" y="142"/>
                  <a:pt x="1" y="10"/>
                  <a:pt x="0" y="8"/>
                </a:cubicBezTo>
                <a:moveTo>
                  <a:pt x="742" y="99"/>
                </a:moveTo>
                <a:cubicBezTo>
                  <a:pt x="742" y="98"/>
                  <a:pt x="645" y="98"/>
                  <a:pt x="454" y="98"/>
                </a:cubicBezTo>
                <a:cubicBezTo>
                  <a:pt x="263" y="98"/>
                  <a:pt x="167" y="98"/>
                  <a:pt x="167" y="99"/>
                </a:cubicBezTo>
                <a:cubicBezTo>
                  <a:pt x="169" y="103"/>
                  <a:pt x="217" y="202"/>
                  <a:pt x="311" y="395"/>
                </a:cubicBezTo>
                <a:cubicBezTo>
                  <a:pt x="405" y="589"/>
                  <a:pt x="453" y="686"/>
                  <a:pt x="454" y="686"/>
                </a:cubicBezTo>
                <a:lnTo>
                  <a:pt x="742" y="99"/>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846" name=""/>
          <p:cNvSpPr/>
          <p:nvPr/>
        </p:nvSpPr>
        <p:spPr>
          <a:xfrm>
            <a:off x="3589920" y="2430720"/>
            <a:ext cx="164160" cy="128880"/>
          </a:xfrm>
          <a:custGeom>
            <a:avLst/>
            <a:gdLst/>
            <a:ahLst/>
            <a:rect l="0" t="0" r="r" b="b"/>
            <a:pathLst>
              <a:path w="456" h="358">
                <a:moveTo>
                  <a:pt x="166" y="358"/>
                </a:moveTo>
                <a:cubicBezTo>
                  <a:pt x="158" y="357"/>
                  <a:pt x="129" y="356"/>
                  <a:pt x="81" y="356"/>
                </a:cubicBezTo>
                <a:cubicBezTo>
                  <a:pt x="37" y="356"/>
                  <a:pt x="12" y="357"/>
                  <a:pt x="6" y="358"/>
                </a:cubicBezTo>
                <a:lnTo>
                  <a:pt x="0" y="358"/>
                </a:lnTo>
                <a:lnTo>
                  <a:pt x="0" y="308"/>
                </a:lnTo>
                <a:lnTo>
                  <a:pt x="77" y="308"/>
                </a:lnTo>
                <a:lnTo>
                  <a:pt x="180" y="186"/>
                </a:lnTo>
                <a:lnTo>
                  <a:pt x="71" y="50"/>
                </a:lnTo>
                <a:lnTo>
                  <a:pt x="4" y="50"/>
                </a:lnTo>
                <a:lnTo>
                  <a:pt x="4" y="0"/>
                </a:lnTo>
                <a:lnTo>
                  <a:pt x="11" y="0"/>
                </a:lnTo>
                <a:cubicBezTo>
                  <a:pt x="19" y="2"/>
                  <a:pt x="48" y="2"/>
                  <a:pt x="98" y="2"/>
                </a:cubicBezTo>
                <a:cubicBezTo>
                  <a:pt x="154" y="2"/>
                  <a:pt x="187" y="2"/>
                  <a:pt x="196" y="0"/>
                </a:cubicBezTo>
                <a:lnTo>
                  <a:pt x="204" y="0"/>
                </a:lnTo>
                <a:lnTo>
                  <a:pt x="204" y="50"/>
                </a:lnTo>
                <a:lnTo>
                  <a:pt x="181" y="50"/>
                </a:lnTo>
                <a:lnTo>
                  <a:pt x="209" y="84"/>
                </a:lnTo>
                <a:cubicBezTo>
                  <a:pt x="228" y="107"/>
                  <a:pt x="237" y="118"/>
                  <a:pt x="237" y="118"/>
                </a:cubicBezTo>
                <a:cubicBezTo>
                  <a:pt x="240" y="118"/>
                  <a:pt x="251" y="106"/>
                  <a:pt x="269" y="83"/>
                </a:cubicBezTo>
                <a:lnTo>
                  <a:pt x="297" y="50"/>
                </a:lnTo>
                <a:lnTo>
                  <a:pt x="267" y="50"/>
                </a:lnTo>
                <a:lnTo>
                  <a:pt x="267" y="0"/>
                </a:lnTo>
                <a:lnTo>
                  <a:pt x="274" y="0"/>
                </a:lnTo>
                <a:cubicBezTo>
                  <a:pt x="282" y="2"/>
                  <a:pt x="310" y="2"/>
                  <a:pt x="359" y="2"/>
                </a:cubicBezTo>
                <a:cubicBezTo>
                  <a:pt x="403" y="2"/>
                  <a:pt x="428" y="2"/>
                  <a:pt x="434" y="0"/>
                </a:cubicBezTo>
                <a:lnTo>
                  <a:pt x="440" y="0"/>
                </a:lnTo>
                <a:lnTo>
                  <a:pt x="440" y="50"/>
                </a:lnTo>
                <a:lnTo>
                  <a:pt x="363" y="50"/>
                </a:lnTo>
                <a:lnTo>
                  <a:pt x="270" y="159"/>
                </a:lnTo>
                <a:lnTo>
                  <a:pt x="390" y="308"/>
                </a:lnTo>
                <a:lnTo>
                  <a:pt x="423" y="308"/>
                </a:lnTo>
                <a:lnTo>
                  <a:pt x="456" y="308"/>
                </a:lnTo>
                <a:lnTo>
                  <a:pt x="456" y="358"/>
                </a:lnTo>
                <a:lnTo>
                  <a:pt x="449" y="358"/>
                </a:lnTo>
                <a:cubicBezTo>
                  <a:pt x="441" y="357"/>
                  <a:pt x="412" y="356"/>
                  <a:pt x="362" y="356"/>
                </a:cubicBezTo>
                <a:cubicBezTo>
                  <a:pt x="306" y="356"/>
                  <a:pt x="273" y="357"/>
                  <a:pt x="263" y="358"/>
                </a:cubicBezTo>
                <a:lnTo>
                  <a:pt x="256" y="358"/>
                </a:lnTo>
                <a:lnTo>
                  <a:pt x="256" y="308"/>
                </a:lnTo>
                <a:lnTo>
                  <a:pt x="279" y="308"/>
                </a:lnTo>
                <a:cubicBezTo>
                  <a:pt x="279" y="308"/>
                  <a:pt x="268" y="294"/>
                  <a:pt x="247" y="268"/>
                </a:cubicBezTo>
                <a:cubicBezTo>
                  <a:pt x="224" y="242"/>
                  <a:pt x="213" y="228"/>
                  <a:pt x="213" y="227"/>
                </a:cubicBezTo>
                <a:lnTo>
                  <a:pt x="143" y="308"/>
                </a:lnTo>
                <a:lnTo>
                  <a:pt x="158" y="308"/>
                </a:lnTo>
                <a:lnTo>
                  <a:pt x="172" y="308"/>
                </a:lnTo>
                <a:lnTo>
                  <a:pt x="172" y="358"/>
                </a:lnTo>
                <a:lnTo>
                  <a:pt x="166" y="358"/>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847" name=""/>
          <p:cNvSpPr/>
          <p:nvPr/>
        </p:nvSpPr>
        <p:spPr>
          <a:xfrm>
            <a:off x="3859200" y="2213280"/>
            <a:ext cx="97560" cy="285120"/>
          </a:xfrm>
          <a:custGeom>
            <a:avLst/>
            <a:gdLst/>
            <a:ahLst/>
            <a:rect l="0" t="0" r="r" b="b"/>
            <a:pathLst>
              <a:path w="271" h="792">
                <a:moveTo>
                  <a:pt x="18" y="739"/>
                </a:moveTo>
                <a:lnTo>
                  <a:pt x="34" y="739"/>
                </a:lnTo>
                <a:cubicBezTo>
                  <a:pt x="64" y="739"/>
                  <a:pt x="81" y="734"/>
                  <a:pt x="88" y="723"/>
                </a:cubicBezTo>
                <a:lnTo>
                  <a:pt x="88" y="714"/>
                </a:lnTo>
                <a:cubicBezTo>
                  <a:pt x="88" y="707"/>
                  <a:pt x="88" y="699"/>
                  <a:pt x="88" y="688"/>
                </a:cubicBezTo>
                <a:cubicBezTo>
                  <a:pt x="88" y="677"/>
                  <a:pt x="88" y="665"/>
                  <a:pt x="88" y="650"/>
                </a:cubicBezTo>
                <a:cubicBezTo>
                  <a:pt x="88" y="636"/>
                  <a:pt x="88" y="620"/>
                  <a:pt x="89" y="601"/>
                </a:cubicBezTo>
                <a:cubicBezTo>
                  <a:pt x="89" y="583"/>
                  <a:pt x="89" y="563"/>
                  <a:pt x="89" y="544"/>
                </a:cubicBezTo>
                <a:cubicBezTo>
                  <a:pt x="88" y="524"/>
                  <a:pt x="88" y="503"/>
                  <a:pt x="89" y="481"/>
                </a:cubicBezTo>
                <a:cubicBezTo>
                  <a:pt x="89" y="459"/>
                  <a:pt x="89" y="437"/>
                  <a:pt x="89" y="416"/>
                </a:cubicBezTo>
                <a:cubicBezTo>
                  <a:pt x="89" y="388"/>
                  <a:pt x="89" y="358"/>
                  <a:pt x="89" y="327"/>
                </a:cubicBezTo>
                <a:cubicBezTo>
                  <a:pt x="89" y="296"/>
                  <a:pt x="89" y="268"/>
                  <a:pt x="89" y="242"/>
                </a:cubicBezTo>
                <a:cubicBezTo>
                  <a:pt x="89" y="216"/>
                  <a:pt x="89" y="193"/>
                  <a:pt x="89" y="174"/>
                </a:cubicBezTo>
                <a:cubicBezTo>
                  <a:pt x="89" y="154"/>
                  <a:pt x="88" y="137"/>
                  <a:pt x="88" y="124"/>
                </a:cubicBezTo>
                <a:cubicBezTo>
                  <a:pt x="87" y="110"/>
                  <a:pt x="87" y="103"/>
                  <a:pt x="88" y="104"/>
                </a:cubicBezTo>
                <a:cubicBezTo>
                  <a:pt x="85" y="90"/>
                  <a:pt x="80" y="80"/>
                  <a:pt x="72" y="76"/>
                </a:cubicBezTo>
                <a:cubicBezTo>
                  <a:pt x="63" y="71"/>
                  <a:pt x="46" y="68"/>
                  <a:pt x="20" y="66"/>
                </a:cubicBezTo>
                <a:lnTo>
                  <a:pt x="0" y="66"/>
                </a:lnTo>
                <a:lnTo>
                  <a:pt x="0" y="39"/>
                </a:lnTo>
                <a:cubicBezTo>
                  <a:pt x="0" y="22"/>
                  <a:pt x="1" y="13"/>
                  <a:pt x="2" y="13"/>
                </a:cubicBezTo>
                <a:lnTo>
                  <a:pt x="14" y="12"/>
                </a:lnTo>
                <a:cubicBezTo>
                  <a:pt x="21" y="11"/>
                  <a:pt x="32" y="11"/>
                  <a:pt x="47" y="10"/>
                </a:cubicBezTo>
                <a:cubicBezTo>
                  <a:pt x="61" y="9"/>
                  <a:pt x="75" y="8"/>
                  <a:pt x="89" y="7"/>
                </a:cubicBezTo>
                <a:cubicBezTo>
                  <a:pt x="102" y="7"/>
                  <a:pt x="116" y="6"/>
                  <a:pt x="131" y="5"/>
                </a:cubicBezTo>
                <a:cubicBezTo>
                  <a:pt x="146" y="4"/>
                  <a:pt x="157" y="3"/>
                  <a:pt x="165" y="2"/>
                </a:cubicBezTo>
                <a:cubicBezTo>
                  <a:pt x="173" y="0"/>
                  <a:pt x="178" y="0"/>
                  <a:pt x="178" y="1"/>
                </a:cubicBezTo>
                <a:lnTo>
                  <a:pt x="182" y="1"/>
                </a:lnTo>
                <a:lnTo>
                  <a:pt x="182" y="359"/>
                </a:lnTo>
                <a:cubicBezTo>
                  <a:pt x="182" y="601"/>
                  <a:pt x="182" y="722"/>
                  <a:pt x="183" y="723"/>
                </a:cubicBezTo>
                <a:cubicBezTo>
                  <a:pt x="186" y="729"/>
                  <a:pt x="191" y="733"/>
                  <a:pt x="197" y="736"/>
                </a:cubicBezTo>
                <a:cubicBezTo>
                  <a:pt x="213" y="738"/>
                  <a:pt x="231" y="739"/>
                  <a:pt x="252" y="739"/>
                </a:cubicBezTo>
                <a:lnTo>
                  <a:pt x="271" y="739"/>
                </a:lnTo>
                <a:lnTo>
                  <a:pt x="271" y="792"/>
                </a:lnTo>
                <a:lnTo>
                  <a:pt x="262" y="792"/>
                </a:lnTo>
                <a:lnTo>
                  <a:pt x="235" y="790"/>
                </a:lnTo>
                <a:cubicBezTo>
                  <a:pt x="218" y="790"/>
                  <a:pt x="199" y="789"/>
                  <a:pt x="180" y="789"/>
                </a:cubicBezTo>
                <a:cubicBezTo>
                  <a:pt x="159" y="789"/>
                  <a:pt x="144" y="789"/>
                  <a:pt x="135" y="788"/>
                </a:cubicBezTo>
                <a:cubicBezTo>
                  <a:pt x="126" y="787"/>
                  <a:pt x="112" y="787"/>
                  <a:pt x="92" y="788"/>
                </a:cubicBezTo>
                <a:cubicBezTo>
                  <a:pt x="72" y="789"/>
                  <a:pt x="53" y="790"/>
                  <a:pt x="35" y="790"/>
                </a:cubicBezTo>
                <a:lnTo>
                  <a:pt x="9" y="792"/>
                </a:lnTo>
                <a:lnTo>
                  <a:pt x="0" y="792"/>
                </a:lnTo>
                <a:lnTo>
                  <a:pt x="0" y="739"/>
                </a:lnTo>
                <a:lnTo>
                  <a:pt x="18" y="739"/>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848" name=""/>
          <p:cNvSpPr/>
          <p:nvPr/>
        </p:nvSpPr>
        <p:spPr>
          <a:xfrm>
            <a:off x="3974040" y="2314440"/>
            <a:ext cx="181800" cy="187920"/>
          </a:xfrm>
          <a:custGeom>
            <a:avLst/>
            <a:gdLst/>
            <a:ahLst/>
            <a:rect l="0" t="0" r="r" b="b"/>
            <a:pathLst>
              <a:path w="505" h="522">
                <a:moveTo>
                  <a:pt x="0" y="267"/>
                </a:moveTo>
                <a:cubicBezTo>
                  <a:pt x="0" y="195"/>
                  <a:pt x="24" y="133"/>
                  <a:pt x="74" y="79"/>
                </a:cubicBezTo>
                <a:cubicBezTo>
                  <a:pt x="123" y="27"/>
                  <a:pt x="182" y="0"/>
                  <a:pt x="252" y="0"/>
                </a:cubicBezTo>
                <a:cubicBezTo>
                  <a:pt x="322" y="0"/>
                  <a:pt x="380" y="25"/>
                  <a:pt x="430" y="77"/>
                </a:cubicBezTo>
                <a:cubicBezTo>
                  <a:pt x="479" y="130"/>
                  <a:pt x="504" y="192"/>
                  <a:pt x="505" y="266"/>
                </a:cubicBezTo>
                <a:cubicBezTo>
                  <a:pt x="505" y="338"/>
                  <a:pt x="480" y="399"/>
                  <a:pt x="432" y="448"/>
                </a:cubicBezTo>
                <a:cubicBezTo>
                  <a:pt x="383" y="497"/>
                  <a:pt x="324" y="522"/>
                  <a:pt x="252" y="522"/>
                </a:cubicBezTo>
                <a:cubicBezTo>
                  <a:pt x="179" y="522"/>
                  <a:pt x="118" y="496"/>
                  <a:pt x="71" y="446"/>
                </a:cubicBezTo>
                <a:cubicBezTo>
                  <a:pt x="24" y="395"/>
                  <a:pt x="0" y="335"/>
                  <a:pt x="0" y="267"/>
                </a:cubicBezTo>
                <a:moveTo>
                  <a:pt x="252" y="476"/>
                </a:moveTo>
                <a:cubicBezTo>
                  <a:pt x="346" y="476"/>
                  <a:pt x="392" y="415"/>
                  <a:pt x="392" y="291"/>
                </a:cubicBezTo>
                <a:lnTo>
                  <a:pt x="392" y="254"/>
                </a:lnTo>
                <a:lnTo>
                  <a:pt x="392" y="226"/>
                </a:lnTo>
                <a:cubicBezTo>
                  <a:pt x="392" y="209"/>
                  <a:pt x="392" y="195"/>
                  <a:pt x="391" y="183"/>
                </a:cubicBezTo>
                <a:cubicBezTo>
                  <a:pt x="390" y="171"/>
                  <a:pt x="388" y="156"/>
                  <a:pt x="383" y="139"/>
                </a:cubicBezTo>
                <a:cubicBezTo>
                  <a:pt x="378" y="123"/>
                  <a:pt x="372" y="109"/>
                  <a:pt x="365" y="99"/>
                </a:cubicBezTo>
                <a:cubicBezTo>
                  <a:pt x="357" y="88"/>
                  <a:pt x="345" y="76"/>
                  <a:pt x="330" y="66"/>
                </a:cubicBezTo>
                <a:cubicBezTo>
                  <a:pt x="314" y="55"/>
                  <a:pt x="294" y="47"/>
                  <a:pt x="273" y="43"/>
                </a:cubicBezTo>
                <a:cubicBezTo>
                  <a:pt x="269" y="42"/>
                  <a:pt x="263" y="42"/>
                  <a:pt x="255" y="42"/>
                </a:cubicBezTo>
                <a:cubicBezTo>
                  <a:pt x="232" y="42"/>
                  <a:pt x="210" y="46"/>
                  <a:pt x="190" y="55"/>
                </a:cubicBezTo>
                <a:cubicBezTo>
                  <a:pt x="157" y="72"/>
                  <a:pt x="136" y="96"/>
                  <a:pt x="126" y="126"/>
                </a:cubicBezTo>
                <a:cubicBezTo>
                  <a:pt x="116" y="155"/>
                  <a:pt x="111" y="190"/>
                  <a:pt x="111" y="231"/>
                </a:cubicBezTo>
                <a:lnTo>
                  <a:pt x="111" y="253"/>
                </a:lnTo>
                <a:cubicBezTo>
                  <a:pt x="111" y="326"/>
                  <a:pt x="118" y="377"/>
                  <a:pt x="133" y="407"/>
                </a:cubicBezTo>
                <a:cubicBezTo>
                  <a:pt x="157" y="453"/>
                  <a:pt x="197" y="476"/>
                  <a:pt x="252" y="476"/>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849" name=""/>
          <p:cNvSpPr/>
          <p:nvPr/>
        </p:nvSpPr>
        <p:spPr>
          <a:xfrm>
            <a:off x="4179240" y="2312280"/>
            <a:ext cx="187200" cy="270360"/>
          </a:xfrm>
          <a:custGeom>
            <a:avLst/>
            <a:gdLst/>
            <a:ahLst/>
            <a:rect l="0" t="0" r="r" b="b"/>
            <a:pathLst>
              <a:path w="520" h="751">
                <a:moveTo>
                  <a:pt x="342" y="50"/>
                </a:moveTo>
                <a:cubicBezTo>
                  <a:pt x="376" y="17"/>
                  <a:pt x="414" y="0"/>
                  <a:pt x="456" y="0"/>
                </a:cubicBezTo>
                <a:cubicBezTo>
                  <a:pt x="479" y="0"/>
                  <a:pt x="495" y="7"/>
                  <a:pt x="505" y="22"/>
                </a:cubicBezTo>
                <a:cubicBezTo>
                  <a:pt x="515" y="36"/>
                  <a:pt x="520" y="50"/>
                  <a:pt x="520" y="65"/>
                </a:cubicBezTo>
                <a:cubicBezTo>
                  <a:pt x="520" y="75"/>
                  <a:pt x="516" y="85"/>
                  <a:pt x="510" y="93"/>
                </a:cubicBezTo>
                <a:cubicBezTo>
                  <a:pt x="503" y="102"/>
                  <a:pt x="492" y="106"/>
                  <a:pt x="479" y="106"/>
                </a:cubicBezTo>
                <a:cubicBezTo>
                  <a:pt x="454" y="106"/>
                  <a:pt x="440" y="94"/>
                  <a:pt x="437" y="72"/>
                </a:cubicBezTo>
                <a:cubicBezTo>
                  <a:pt x="435" y="61"/>
                  <a:pt x="436" y="53"/>
                  <a:pt x="440" y="48"/>
                </a:cubicBezTo>
                <a:cubicBezTo>
                  <a:pt x="440" y="47"/>
                  <a:pt x="440" y="46"/>
                  <a:pt x="441" y="44"/>
                </a:cubicBezTo>
                <a:lnTo>
                  <a:pt x="441" y="43"/>
                </a:lnTo>
                <a:cubicBezTo>
                  <a:pt x="420" y="45"/>
                  <a:pt x="400" y="54"/>
                  <a:pt x="381" y="68"/>
                </a:cubicBezTo>
                <a:cubicBezTo>
                  <a:pt x="375" y="72"/>
                  <a:pt x="372" y="75"/>
                  <a:pt x="372" y="76"/>
                </a:cubicBezTo>
                <a:cubicBezTo>
                  <a:pt x="372" y="77"/>
                  <a:pt x="373" y="79"/>
                  <a:pt x="376" y="82"/>
                </a:cubicBezTo>
                <a:cubicBezTo>
                  <a:pt x="379" y="85"/>
                  <a:pt x="383" y="89"/>
                  <a:pt x="387" y="96"/>
                </a:cubicBezTo>
                <a:cubicBezTo>
                  <a:pt x="390" y="102"/>
                  <a:pt x="395" y="108"/>
                  <a:pt x="399" y="116"/>
                </a:cubicBezTo>
                <a:cubicBezTo>
                  <a:pt x="404" y="124"/>
                  <a:pt x="407" y="133"/>
                  <a:pt x="409" y="146"/>
                </a:cubicBezTo>
                <a:cubicBezTo>
                  <a:pt x="412" y="158"/>
                  <a:pt x="413" y="170"/>
                  <a:pt x="414" y="183"/>
                </a:cubicBezTo>
                <a:cubicBezTo>
                  <a:pt x="414" y="230"/>
                  <a:pt x="395" y="270"/>
                  <a:pt x="358" y="303"/>
                </a:cubicBezTo>
                <a:cubicBezTo>
                  <a:pt x="321" y="335"/>
                  <a:pt x="275" y="352"/>
                  <a:pt x="220" y="353"/>
                </a:cubicBezTo>
                <a:cubicBezTo>
                  <a:pt x="183" y="353"/>
                  <a:pt x="145" y="342"/>
                  <a:pt x="108" y="321"/>
                </a:cubicBezTo>
                <a:cubicBezTo>
                  <a:pt x="99" y="335"/>
                  <a:pt x="95" y="349"/>
                  <a:pt x="95" y="364"/>
                </a:cubicBezTo>
                <a:cubicBezTo>
                  <a:pt x="95" y="391"/>
                  <a:pt x="105" y="410"/>
                  <a:pt x="125" y="423"/>
                </a:cubicBezTo>
                <a:cubicBezTo>
                  <a:pt x="132" y="428"/>
                  <a:pt x="138" y="430"/>
                  <a:pt x="144" y="430"/>
                </a:cubicBezTo>
                <a:cubicBezTo>
                  <a:pt x="150" y="430"/>
                  <a:pt x="178" y="431"/>
                  <a:pt x="226" y="432"/>
                </a:cubicBezTo>
                <a:cubicBezTo>
                  <a:pt x="290" y="433"/>
                  <a:pt x="331" y="435"/>
                  <a:pt x="349" y="439"/>
                </a:cubicBezTo>
                <a:cubicBezTo>
                  <a:pt x="395" y="446"/>
                  <a:pt x="432" y="462"/>
                  <a:pt x="458" y="486"/>
                </a:cubicBezTo>
                <a:cubicBezTo>
                  <a:pt x="488" y="516"/>
                  <a:pt x="503" y="553"/>
                  <a:pt x="503" y="597"/>
                </a:cubicBezTo>
                <a:cubicBezTo>
                  <a:pt x="503" y="648"/>
                  <a:pt x="473" y="687"/>
                  <a:pt x="414" y="716"/>
                </a:cubicBezTo>
                <a:cubicBezTo>
                  <a:pt x="368" y="739"/>
                  <a:pt x="315" y="751"/>
                  <a:pt x="252" y="751"/>
                </a:cubicBezTo>
                <a:cubicBezTo>
                  <a:pt x="189" y="751"/>
                  <a:pt x="135" y="739"/>
                  <a:pt x="90" y="716"/>
                </a:cubicBezTo>
                <a:cubicBezTo>
                  <a:pt x="29" y="688"/>
                  <a:pt x="0" y="650"/>
                  <a:pt x="0" y="601"/>
                </a:cubicBezTo>
                <a:cubicBezTo>
                  <a:pt x="0" y="574"/>
                  <a:pt x="8" y="551"/>
                  <a:pt x="24" y="533"/>
                </a:cubicBezTo>
                <a:cubicBezTo>
                  <a:pt x="40" y="514"/>
                  <a:pt x="57" y="502"/>
                  <a:pt x="72" y="495"/>
                </a:cubicBezTo>
                <a:lnTo>
                  <a:pt x="85" y="488"/>
                </a:lnTo>
                <a:cubicBezTo>
                  <a:pt x="58" y="465"/>
                  <a:pt x="43" y="433"/>
                  <a:pt x="43" y="393"/>
                </a:cubicBezTo>
                <a:cubicBezTo>
                  <a:pt x="43" y="357"/>
                  <a:pt x="55" y="325"/>
                  <a:pt x="77" y="296"/>
                </a:cubicBezTo>
                <a:cubicBezTo>
                  <a:pt x="43" y="262"/>
                  <a:pt x="26" y="225"/>
                  <a:pt x="26" y="183"/>
                </a:cubicBezTo>
                <a:cubicBezTo>
                  <a:pt x="26" y="135"/>
                  <a:pt x="45" y="95"/>
                  <a:pt x="84" y="63"/>
                </a:cubicBezTo>
                <a:cubicBezTo>
                  <a:pt x="122" y="30"/>
                  <a:pt x="168" y="13"/>
                  <a:pt x="222" y="12"/>
                </a:cubicBezTo>
                <a:cubicBezTo>
                  <a:pt x="260" y="12"/>
                  <a:pt x="296" y="22"/>
                  <a:pt x="330" y="42"/>
                </a:cubicBezTo>
                <a:lnTo>
                  <a:pt x="342" y="50"/>
                </a:lnTo>
                <a:moveTo>
                  <a:pt x="308" y="125"/>
                </a:moveTo>
                <a:cubicBezTo>
                  <a:pt x="304" y="104"/>
                  <a:pt x="294" y="87"/>
                  <a:pt x="278" y="75"/>
                </a:cubicBezTo>
                <a:cubicBezTo>
                  <a:pt x="263" y="63"/>
                  <a:pt x="243" y="56"/>
                  <a:pt x="219" y="56"/>
                </a:cubicBezTo>
                <a:cubicBezTo>
                  <a:pt x="197" y="56"/>
                  <a:pt x="178" y="62"/>
                  <a:pt x="162" y="74"/>
                </a:cubicBezTo>
                <a:cubicBezTo>
                  <a:pt x="146" y="86"/>
                  <a:pt x="137" y="103"/>
                  <a:pt x="133" y="125"/>
                </a:cubicBezTo>
                <a:cubicBezTo>
                  <a:pt x="131" y="138"/>
                  <a:pt x="129" y="157"/>
                  <a:pt x="129" y="183"/>
                </a:cubicBezTo>
                <a:cubicBezTo>
                  <a:pt x="129" y="217"/>
                  <a:pt x="132" y="241"/>
                  <a:pt x="137" y="257"/>
                </a:cubicBezTo>
                <a:cubicBezTo>
                  <a:pt x="143" y="273"/>
                  <a:pt x="154" y="286"/>
                  <a:pt x="172" y="297"/>
                </a:cubicBezTo>
                <a:cubicBezTo>
                  <a:pt x="184" y="305"/>
                  <a:pt x="201" y="308"/>
                  <a:pt x="220" y="308"/>
                </a:cubicBezTo>
                <a:cubicBezTo>
                  <a:pt x="237" y="308"/>
                  <a:pt x="252" y="306"/>
                  <a:pt x="264" y="300"/>
                </a:cubicBezTo>
                <a:cubicBezTo>
                  <a:pt x="276" y="295"/>
                  <a:pt x="285" y="288"/>
                  <a:pt x="290" y="280"/>
                </a:cubicBezTo>
                <a:cubicBezTo>
                  <a:pt x="295" y="272"/>
                  <a:pt x="299" y="264"/>
                  <a:pt x="302" y="257"/>
                </a:cubicBezTo>
                <a:cubicBezTo>
                  <a:pt x="305" y="250"/>
                  <a:pt x="307" y="245"/>
                  <a:pt x="308" y="240"/>
                </a:cubicBezTo>
                <a:cubicBezTo>
                  <a:pt x="310" y="228"/>
                  <a:pt x="311" y="209"/>
                  <a:pt x="311" y="183"/>
                </a:cubicBezTo>
                <a:cubicBezTo>
                  <a:pt x="311" y="157"/>
                  <a:pt x="310" y="138"/>
                  <a:pt x="308" y="125"/>
                </a:cubicBezTo>
                <a:moveTo>
                  <a:pt x="426" y="601"/>
                </a:moveTo>
                <a:cubicBezTo>
                  <a:pt x="426" y="582"/>
                  <a:pt x="421" y="566"/>
                  <a:pt x="411" y="554"/>
                </a:cubicBezTo>
                <a:cubicBezTo>
                  <a:pt x="400" y="542"/>
                  <a:pt x="384" y="533"/>
                  <a:pt x="364" y="528"/>
                </a:cubicBezTo>
                <a:cubicBezTo>
                  <a:pt x="343" y="523"/>
                  <a:pt x="325" y="519"/>
                  <a:pt x="308" y="518"/>
                </a:cubicBezTo>
                <a:cubicBezTo>
                  <a:pt x="291" y="516"/>
                  <a:pt x="271" y="516"/>
                  <a:pt x="247" y="516"/>
                </a:cubicBezTo>
                <a:lnTo>
                  <a:pt x="216" y="516"/>
                </a:lnTo>
                <a:cubicBezTo>
                  <a:pt x="165" y="516"/>
                  <a:pt x="135" y="518"/>
                  <a:pt x="125" y="522"/>
                </a:cubicBezTo>
                <a:cubicBezTo>
                  <a:pt x="110" y="529"/>
                  <a:pt x="98" y="540"/>
                  <a:pt x="90" y="554"/>
                </a:cubicBezTo>
                <a:cubicBezTo>
                  <a:pt x="81" y="569"/>
                  <a:pt x="77" y="584"/>
                  <a:pt x="76" y="600"/>
                </a:cubicBezTo>
                <a:cubicBezTo>
                  <a:pt x="76" y="607"/>
                  <a:pt x="78" y="616"/>
                  <a:pt x="83" y="626"/>
                </a:cubicBezTo>
                <a:cubicBezTo>
                  <a:pt x="87" y="636"/>
                  <a:pt x="95" y="647"/>
                  <a:pt x="107" y="660"/>
                </a:cubicBezTo>
                <a:cubicBezTo>
                  <a:pt x="118" y="673"/>
                  <a:pt x="136" y="684"/>
                  <a:pt x="161" y="692"/>
                </a:cubicBezTo>
                <a:cubicBezTo>
                  <a:pt x="186" y="700"/>
                  <a:pt x="217" y="706"/>
                  <a:pt x="252" y="707"/>
                </a:cubicBezTo>
                <a:cubicBezTo>
                  <a:pt x="305" y="707"/>
                  <a:pt x="347" y="695"/>
                  <a:pt x="379" y="674"/>
                </a:cubicBezTo>
                <a:cubicBezTo>
                  <a:pt x="411" y="652"/>
                  <a:pt x="426" y="628"/>
                  <a:pt x="426" y="601"/>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850" name=""/>
          <p:cNvSpPr/>
          <p:nvPr/>
        </p:nvSpPr>
        <p:spPr>
          <a:xfrm>
            <a:off x="4453920" y="2316600"/>
            <a:ext cx="175320" cy="261000"/>
          </a:xfrm>
          <a:custGeom>
            <a:avLst/>
            <a:gdLst/>
            <a:ahLst/>
            <a:rect l="0" t="0" r="r" b="b"/>
            <a:pathLst>
              <a:path w="487" h="725">
                <a:moveTo>
                  <a:pt x="0" y="325"/>
                </a:moveTo>
                <a:cubicBezTo>
                  <a:pt x="0" y="248"/>
                  <a:pt x="29" y="175"/>
                  <a:pt x="87" y="106"/>
                </a:cubicBezTo>
                <a:cubicBezTo>
                  <a:pt x="144" y="37"/>
                  <a:pt x="209" y="2"/>
                  <a:pt x="281" y="2"/>
                </a:cubicBezTo>
                <a:cubicBezTo>
                  <a:pt x="327" y="2"/>
                  <a:pt x="362" y="21"/>
                  <a:pt x="386" y="61"/>
                </a:cubicBezTo>
                <a:cubicBezTo>
                  <a:pt x="387" y="60"/>
                  <a:pt x="388" y="58"/>
                  <a:pt x="392" y="54"/>
                </a:cubicBezTo>
                <a:cubicBezTo>
                  <a:pt x="395" y="50"/>
                  <a:pt x="399" y="46"/>
                  <a:pt x="404" y="41"/>
                </a:cubicBezTo>
                <a:cubicBezTo>
                  <a:pt x="409" y="37"/>
                  <a:pt x="415" y="32"/>
                  <a:pt x="422" y="28"/>
                </a:cubicBezTo>
                <a:cubicBezTo>
                  <a:pt x="448" y="10"/>
                  <a:pt x="465" y="0"/>
                  <a:pt x="475" y="0"/>
                </a:cubicBezTo>
                <a:cubicBezTo>
                  <a:pt x="478" y="0"/>
                  <a:pt x="480" y="2"/>
                  <a:pt x="484" y="4"/>
                </a:cubicBezTo>
                <a:cubicBezTo>
                  <a:pt x="486" y="6"/>
                  <a:pt x="487" y="8"/>
                  <a:pt x="487" y="10"/>
                </a:cubicBezTo>
                <a:cubicBezTo>
                  <a:pt x="487" y="16"/>
                  <a:pt x="460" y="125"/>
                  <a:pt x="407" y="334"/>
                </a:cubicBezTo>
                <a:cubicBezTo>
                  <a:pt x="354" y="550"/>
                  <a:pt x="327" y="660"/>
                  <a:pt x="327" y="663"/>
                </a:cubicBezTo>
                <a:cubicBezTo>
                  <a:pt x="327" y="669"/>
                  <a:pt x="344" y="672"/>
                  <a:pt x="378" y="673"/>
                </a:cubicBezTo>
                <a:lnTo>
                  <a:pt x="406" y="673"/>
                </a:lnTo>
                <a:cubicBezTo>
                  <a:pt x="411" y="679"/>
                  <a:pt x="413" y="682"/>
                  <a:pt x="413" y="683"/>
                </a:cubicBezTo>
                <a:cubicBezTo>
                  <a:pt x="413" y="684"/>
                  <a:pt x="412" y="691"/>
                  <a:pt x="410" y="704"/>
                </a:cubicBezTo>
                <a:cubicBezTo>
                  <a:pt x="407" y="714"/>
                  <a:pt x="403" y="721"/>
                  <a:pt x="398" y="725"/>
                </a:cubicBezTo>
                <a:lnTo>
                  <a:pt x="384" y="725"/>
                </a:lnTo>
                <a:cubicBezTo>
                  <a:pt x="360" y="724"/>
                  <a:pt x="319" y="723"/>
                  <a:pt x="261" y="723"/>
                </a:cubicBezTo>
                <a:cubicBezTo>
                  <a:pt x="239" y="723"/>
                  <a:pt x="220" y="723"/>
                  <a:pt x="203" y="723"/>
                </a:cubicBezTo>
                <a:cubicBezTo>
                  <a:pt x="185" y="723"/>
                  <a:pt x="171" y="723"/>
                  <a:pt x="160" y="723"/>
                </a:cubicBezTo>
                <a:cubicBezTo>
                  <a:pt x="150" y="723"/>
                  <a:pt x="143" y="723"/>
                  <a:pt x="141" y="724"/>
                </a:cubicBezTo>
                <a:cubicBezTo>
                  <a:pt x="131" y="724"/>
                  <a:pt x="125" y="721"/>
                  <a:pt x="125" y="715"/>
                </a:cubicBezTo>
                <a:cubicBezTo>
                  <a:pt x="125" y="713"/>
                  <a:pt x="126" y="707"/>
                  <a:pt x="127" y="698"/>
                </a:cubicBezTo>
                <a:cubicBezTo>
                  <a:pt x="131" y="686"/>
                  <a:pt x="133" y="679"/>
                  <a:pt x="135" y="676"/>
                </a:cubicBezTo>
                <a:cubicBezTo>
                  <a:pt x="138" y="674"/>
                  <a:pt x="145" y="673"/>
                  <a:pt x="158" y="673"/>
                </a:cubicBezTo>
                <a:cubicBezTo>
                  <a:pt x="195" y="673"/>
                  <a:pt x="217" y="670"/>
                  <a:pt x="224" y="665"/>
                </a:cubicBezTo>
                <a:cubicBezTo>
                  <a:pt x="230" y="661"/>
                  <a:pt x="241" y="628"/>
                  <a:pt x="256" y="565"/>
                </a:cubicBezTo>
                <a:cubicBezTo>
                  <a:pt x="271" y="502"/>
                  <a:pt x="279" y="470"/>
                  <a:pt x="280" y="468"/>
                </a:cubicBezTo>
                <a:cubicBezTo>
                  <a:pt x="280" y="467"/>
                  <a:pt x="277" y="468"/>
                  <a:pt x="272" y="472"/>
                </a:cubicBezTo>
                <a:cubicBezTo>
                  <a:pt x="236" y="501"/>
                  <a:pt x="198" y="516"/>
                  <a:pt x="158" y="516"/>
                </a:cubicBezTo>
                <a:cubicBezTo>
                  <a:pt x="116" y="516"/>
                  <a:pt x="80" y="501"/>
                  <a:pt x="48" y="470"/>
                </a:cubicBezTo>
                <a:cubicBezTo>
                  <a:pt x="16" y="440"/>
                  <a:pt x="0" y="391"/>
                  <a:pt x="0" y="325"/>
                </a:cubicBezTo>
                <a:moveTo>
                  <a:pt x="363" y="132"/>
                </a:moveTo>
                <a:cubicBezTo>
                  <a:pt x="346" y="73"/>
                  <a:pt x="317" y="43"/>
                  <a:pt x="278" y="43"/>
                </a:cubicBezTo>
                <a:cubicBezTo>
                  <a:pt x="251" y="43"/>
                  <a:pt x="226" y="54"/>
                  <a:pt x="201" y="78"/>
                </a:cubicBezTo>
                <a:cubicBezTo>
                  <a:pt x="177" y="101"/>
                  <a:pt x="158" y="132"/>
                  <a:pt x="145" y="170"/>
                </a:cubicBezTo>
                <a:cubicBezTo>
                  <a:pt x="123" y="230"/>
                  <a:pt x="107" y="292"/>
                  <a:pt x="98" y="357"/>
                </a:cubicBezTo>
                <a:cubicBezTo>
                  <a:pt x="98" y="359"/>
                  <a:pt x="98" y="363"/>
                  <a:pt x="98" y="369"/>
                </a:cubicBezTo>
                <a:cubicBezTo>
                  <a:pt x="98" y="375"/>
                  <a:pt x="98" y="380"/>
                  <a:pt x="97" y="383"/>
                </a:cubicBezTo>
                <a:cubicBezTo>
                  <a:pt x="97" y="417"/>
                  <a:pt x="104" y="442"/>
                  <a:pt x="117" y="454"/>
                </a:cubicBezTo>
                <a:cubicBezTo>
                  <a:pt x="131" y="467"/>
                  <a:pt x="147" y="474"/>
                  <a:pt x="166" y="475"/>
                </a:cubicBezTo>
                <a:cubicBezTo>
                  <a:pt x="207" y="475"/>
                  <a:pt x="249" y="448"/>
                  <a:pt x="293" y="392"/>
                </a:cubicBezTo>
                <a:lnTo>
                  <a:pt x="302" y="379"/>
                </a:lnTo>
                <a:lnTo>
                  <a:pt x="363" y="132"/>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851" name=""/>
          <p:cNvSpPr/>
          <p:nvPr/>
        </p:nvSpPr>
        <p:spPr>
          <a:xfrm>
            <a:off x="4667400" y="2190600"/>
            <a:ext cx="98280" cy="410040"/>
          </a:xfrm>
          <a:custGeom>
            <a:avLst/>
            <a:gdLst/>
            <a:ahLst/>
            <a:rect l="0" t="0" r="r" b="b"/>
            <a:pathLst>
              <a:path w="273" h="1139">
                <a:moveTo>
                  <a:pt x="0" y="570"/>
                </a:moveTo>
                <a:cubicBezTo>
                  <a:pt x="0" y="518"/>
                  <a:pt x="4" y="468"/>
                  <a:pt x="11" y="421"/>
                </a:cubicBezTo>
                <a:cubicBezTo>
                  <a:pt x="19" y="374"/>
                  <a:pt x="28" y="333"/>
                  <a:pt x="38" y="299"/>
                </a:cubicBezTo>
                <a:cubicBezTo>
                  <a:pt x="47" y="265"/>
                  <a:pt x="61" y="232"/>
                  <a:pt x="80" y="199"/>
                </a:cubicBezTo>
                <a:cubicBezTo>
                  <a:pt x="98" y="165"/>
                  <a:pt x="112" y="140"/>
                  <a:pt x="123" y="122"/>
                </a:cubicBezTo>
                <a:cubicBezTo>
                  <a:pt x="134" y="103"/>
                  <a:pt x="149" y="84"/>
                  <a:pt x="171" y="63"/>
                </a:cubicBezTo>
                <a:cubicBezTo>
                  <a:pt x="192" y="41"/>
                  <a:pt x="204" y="28"/>
                  <a:pt x="208" y="24"/>
                </a:cubicBezTo>
                <a:cubicBezTo>
                  <a:pt x="212" y="19"/>
                  <a:pt x="222" y="11"/>
                  <a:pt x="238" y="0"/>
                </a:cubicBezTo>
                <a:lnTo>
                  <a:pt x="252" y="0"/>
                </a:lnTo>
                <a:lnTo>
                  <a:pt x="257" y="0"/>
                </a:lnTo>
                <a:cubicBezTo>
                  <a:pt x="268" y="0"/>
                  <a:pt x="273" y="3"/>
                  <a:pt x="273" y="10"/>
                </a:cubicBezTo>
                <a:cubicBezTo>
                  <a:pt x="273" y="12"/>
                  <a:pt x="267" y="20"/>
                  <a:pt x="254" y="34"/>
                </a:cubicBezTo>
                <a:cubicBezTo>
                  <a:pt x="241" y="48"/>
                  <a:pt x="224" y="68"/>
                  <a:pt x="206" y="94"/>
                </a:cubicBezTo>
                <a:cubicBezTo>
                  <a:pt x="188" y="121"/>
                  <a:pt x="169" y="154"/>
                  <a:pt x="150" y="193"/>
                </a:cubicBezTo>
                <a:cubicBezTo>
                  <a:pt x="131" y="232"/>
                  <a:pt x="115" y="284"/>
                  <a:pt x="102" y="350"/>
                </a:cubicBezTo>
                <a:cubicBezTo>
                  <a:pt x="90" y="416"/>
                  <a:pt x="83" y="490"/>
                  <a:pt x="83" y="570"/>
                </a:cubicBezTo>
                <a:cubicBezTo>
                  <a:pt x="83" y="650"/>
                  <a:pt x="90" y="723"/>
                  <a:pt x="102" y="788"/>
                </a:cubicBezTo>
                <a:cubicBezTo>
                  <a:pt x="115" y="854"/>
                  <a:pt x="131" y="906"/>
                  <a:pt x="149" y="947"/>
                </a:cubicBezTo>
                <a:cubicBezTo>
                  <a:pt x="167" y="987"/>
                  <a:pt x="186" y="1020"/>
                  <a:pt x="205" y="1045"/>
                </a:cubicBezTo>
                <a:cubicBezTo>
                  <a:pt x="224" y="1070"/>
                  <a:pt x="241" y="1090"/>
                  <a:pt x="254" y="1105"/>
                </a:cubicBezTo>
                <a:cubicBezTo>
                  <a:pt x="267" y="1120"/>
                  <a:pt x="273" y="1128"/>
                  <a:pt x="273" y="1129"/>
                </a:cubicBezTo>
                <a:cubicBezTo>
                  <a:pt x="273" y="1136"/>
                  <a:pt x="267" y="1139"/>
                  <a:pt x="256" y="1139"/>
                </a:cubicBezTo>
                <a:lnTo>
                  <a:pt x="252" y="1139"/>
                </a:lnTo>
                <a:lnTo>
                  <a:pt x="238" y="1139"/>
                </a:lnTo>
                <a:lnTo>
                  <a:pt x="205" y="1112"/>
                </a:lnTo>
                <a:cubicBezTo>
                  <a:pt x="134" y="1047"/>
                  <a:pt x="82" y="967"/>
                  <a:pt x="49" y="870"/>
                </a:cubicBezTo>
                <a:cubicBezTo>
                  <a:pt x="16" y="774"/>
                  <a:pt x="0" y="674"/>
                  <a:pt x="0" y="570"/>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852" name=""/>
          <p:cNvSpPr/>
          <p:nvPr/>
        </p:nvSpPr>
        <p:spPr>
          <a:xfrm>
            <a:off x="4797000" y="2315880"/>
            <a:ext cx="231840" cy="182520"/>
          </a:xfrm>
          <a:custGeom>
            <a:avLst/>
            <a:gdLst/>
            <a:ahLst/>
            <a:rect l="0" t="0" r="r" b="b"/>
            <a:pathLst>
              <a:path w="644" h="507">
                <a:moveTo>
                  <a:pt x="234" y="507"/>
                </a:moveTo>
                <a:cubicBezTo>
                  <a:pt x="223" y="504"/>
                  <a:pt x="182" y="503"/>
                  <a:pt x="113" y="503"/>
                </a:cubicBezTo>
                <a:cubicBezTo>
                  <a:pt x="52" y="503"/>
                  <a:pt x="17" y="504"/>
                  <a:pt x="8" y="507"/>
                </a:cubicBezTo>
                <a:lnTo>
                  <a:pt x="0" y="507"/>
                </a:lnTo>
                <a:lnTo>
                  <a:pt x="0" y="436"/>
                </a:lnTo>
                <a:lnTo>
                  <a:pt x="109" y="436"/>
                </a:lnTo>
                <a:lnTo>
                  <a:pt x="255" y="263"/>
                </a:lnTo>
                <a:lnTo>
                  <a:pt x="100" y="71"/>
                </a:lnTo>
                <a:lnTo>
                  <a:pt x="5" y="71"/>
                </a:lnTo>
                <a:lnTo>
                  <a:pt x="5" y="0"/>
                </a:lnTo>
                <a:lnTo>
                  <a:pt x="14" y="0"/>
                </a:lnTo>
                <a:cubicBezTo>
                  <a:pt x="26" y="2"/>
                  <a:pt x="67" y="4"/>
                  <a:pt x="138" y="4"/>
                </a:cubicBezTo>
                <a:cubicBezTo>
                  <a:pt x="217" y="4"/>
                  <a:pt x="264" y="2"/>
                  <a:pt x="277" y="0"/>
                </a:cubicBezTo>
                <a:lnTo>
                  <a:pt x="288" y="0"/>
                </a:lnTo>
                <a:lnTo>
                  <a:pt x="288" y="71"/>
                </a:lnTo>
                <a:lnTo>
                  <a:pt x="256" y="71"/>
                </a:lnTo>
                <a:lnTo>
                  <a:pt x="296" y="120"/>
                </a:lnTo>
                <a:cubicBezTo>
                  <a:pt x="321" y="152"/>
                  <a:pt x="335" y="167"/>
                  <a:pt x="335" y="167"/>
                </a:cubicBezTo>
                <a:cubicBezTo>
                  <a:pt x="338" y="167"/>
                  <a:pt x="353" y="151"/>
                  <a:pt x="379" y="117"/>
                </a:cubicBezTo>
                <a:lnTo>
                  <a:pt x="418" y="71"/>
                </a:lnTo>
                <a:lnTo>
                  <a:pt x="376" y="71"/>
                </a:lnTo>
                <a:lnTo>
                  <a:pt x="376" y="0"/>
                </a:lnTo>
                <a:lnTo>
                  <a:pt x="385" y="0"/>
                </a:lnTo>
                <a:cubicBezTo>
                  <a:pt x="397" y="2"/>
                  <a:pt x="437" y="4"/>
                  <a:pt x="507" y="4"/>
                </a:cubicBezTo>
                <a:cubicBezTo>
                  <a:pt x="569" y="4"/>
                  <a:pt x="604" y="2"/>
                  <a:pt x="613" y="0"/>
                </a:cubicBezTo>
                <a:lnTo>
                  <a:pt x="621" y="0"/>
                </a:lnTo>
                <a:lnTo>
                  <a:pt x="621" y="71"/>
                </a:lnTo>
                <a:lnTo>
                  <a:pt x="513" y="71"/>
                </a:lnTo>
                <a:lnTo>
                  <a:pt x="380" y="226"/>
                </a:lnTo>
                <a:lnTo>
                  <a:pt x="550" y="435"/>
                </a:lnTo>
                <a:lnTo>
                  <a:pt x="597" y="436"/>
                </a:lnTo>
                <a:lnTo>
                  <a:pt x="644" y="436"/>
                </a:lnTo>
                <a:lnTo>
                  <a:pt x="644" y="507"/>
                </a:lnTo>
                <a:lnTo>
                  <a:pt x="635" y="507"/>
                </a:lnTo>
                <a:cubicBezTo>
                  <a:pt x="623" y="504"/>
                  <a:pt x="582" y="503"/>
                  <a:pt x="510" y="503"/>
                </a:cubicBezTo>
                <a:cubicBezTo>
                  <a:pt x="431" y="503"/>
                  <a:pt x="384" y="504"/>
                  <a:pt x="371" y="507"/>
                </a:cubicBezTo>
                <a:lnTo>
                  <a:pt x="360" y="507"/>
                </a:lnTo>
                <a:lnTo>
                  <a:pt x="360" y="436"/>
                </a:lnTo>
                <a:lnTo>
                  <a:pt x="392" y="436"/>
                </a:lnTo>
                <a:cubicBezTo>
                  <a:pt x="392" y="435"/>
                  <a:pt x="377" y="416"/>
                  <a:pt x="347" y="378"/>
                </a:cubicBezTo>
                <a:cubicBezTo>
                  <a:pt x="316" y="341"/>
                  <a:pt x="301" y="322"/>
                  <a:pt x="300" y="320"/>
                </a:cubicBezTo>
                <a:lnTo>
                  <a:pt x="201" y="435"/>
                </a:lnTo>
                <a:lnTo>
                  <a:pt x="223" y="436"/>
                </a:lnTo>
                <a:lnTo>
                  <a:pt x="243" y="436"/>
                </a:lnTo>
                <a:lnTo>
                  <a:pt x="243" y="507"/>
                </a:lnTo>
                <a:lnTo>
                  <a:pt x="234" y="507"/>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853" name=""/>
          <p:cNvSpPr/>
          <p:nvPr/>
        </p:nvSpPr>
        <p:spPr>
          <a:xfrm>
            <a:off x="5059440" y="2190600"/>
            <a:ext cx="98280" cy="410040"/>
          </a:xfrm>
          <a:custGeom>
            <a:avLst/>
            <a:gdLst/>
            <a:ahLst/>
            <a:rect l="0" t="0" r="r" b="b"/>
            <a:pathLst>
              <a:path w="273" h="1139">
                <a:moveTo>
                  <a:pt x="6" y="1"/>
                </a:moveTo>
                <a:lnTo>
                  <a:pt x="10" y="0"/>
                </a:lnTo>
                <a:cubicBezTo>
                  <a:pt x="14" y="0"/>
                  <a:pt x="18" y="0"/>
                  <a:pt x="22" y="0"/>
                </a:cubicBezTo>
                <a:lnTo>
                  <a:pt x="35" y="0"/>
                </a:lnTo>
                <a:lnTo>
                  <a:pt x="67" y="27"/>
                </a:lnTo>
                <a:cubicBezTo>
                  <a:pt x="139" y="92"/>
                  <a:pt x="191" y="172"/>
                  <a:pt x="223" y="270"/>
                </a:cubicBezTo>
                <a:cubicBezTo>
                  <a:pt x="257" y="366"/>
                  <a:pt x="273" y="466"/>
                  <a:pt x="273" y="570"/>
                </a:cubicBezTo>
                <a:cubicBezTo>
                  <a:pt x="273" y="622"/>
                  <a:pt x="269" y="671"/>
                  <a:pt x="262" y="719"/>
                </a:cubicBezTo>
                <a:cubicBezTo>
                  <a:pt x="254" y="767"/>
                  <a:pt x="245" y="807"/>
                  <a:pt x="236" y="841"/>
                </a:cubicBezTo>
                <a:cubicBezTo>
                  <a:pt x="225" y="874"/>
                  <a:pt x="211" y="908"/>
                  <a:pt x="192" y="941"/>
                </a:cubicBezTo>
                <a:cubicBezTo>
                  <a:pt x="174" y="974"/>
                  <a:pt x="160" y="1000"/>
                  <a:pt x="149" y="1017"/>
                </a:cubicBezTo>
                <a:cubicBezTo>
                  <a:pt x="139" y="1035"/>
                  <a:pt x="123" y="1054"/>
                  <a:pt x="103" y="1075"/>
                </a:cubicBezTo>
                <a:cubicBezTo>
                  <a:pt x="82" y="1097"/>
                  <a:pt x="70" y="1109"/>
                  <a:pt x="66" y="1113"/>
                </a:cubicBezTo>
                <a:cubicBezTo>
                  <a:pt x="62" y="1117"/>
                  <a:pt x="54" y="1124"/>
                  <a:pt x="40" y="1134"/>
                </a:cubicBezTo>
                <a:cubicBezTo>
                  <a:pt x="38" y="1137"/>
                  <a:pt x="36" y="1138"/>
                  <a:pt x="35" y="1139"/>
                </a:cubicBezTo>
                <a:lnTo>
                  <a:pt x="22" y="1139"/>
                </a:lnTo>
                <a:cubicBezTo>
                  <a:pt x="16" y="1139"/>
                  <a:pt x="12" y="1139"/>
                  <a:pt x="9" y="1139"/>
                </a:cubicBezTo>
                <a:cubicBezTo>
                  <a:pt x="7" y="1139"/>
                  <a:pt x="5" y="1138"/>
                  <a:pt x="4" y="1136"/>
                </a:cubicBezTo>
                <a:cubicBezTo>
                  <a:pt x="2" y="1133"/>
                  <a:pt x="1" y="1130"/>
                  <a:pt x="0" y="1125"/>
                </a:cubicBezTo>
                <a:cubicBezTo>
                  <a:pt x="1" y="1125"/>
                  <a:pt x="5" y="1120"/>
                  <a:pt x="13" y="1111"/>
                </a:cubicBezTo>
                <a:cubicBezTo>
                  <a:pt x="130" y="988"/>
                  <a:pt x="189" y="808"/>
                  <a:pt x="189" y="570"/>
                </a:cubicBezTo>
                <a:cubicBezTo>
                  <a:pt x="189" y="332"/>
                  <a:pt x="130" y="151"/>
                  <a:pt x="13" y="28"/>
                </a:cubicBezTo>
                <a:cubicBezTo>
                  <a:pt x="5" y="19"/>
                  <a:pt x="1" y="14"/>
                  <a:pt x="0" y="14"/>
                </a:cubicBezTo>
                <a:cubicBezTo>
                  <a:pt x="0" y="8"/>
                  <a:pt x="2" y="3"/>
                  <a:pt x="6" y="1"/>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854" name=""/>
          <p:cNvSpPr txBox="1"/>
          <p:nvPr/>
        </p:nvSpPr>
        <p:spPr>
          <a:xfrm>
            <a:off x="380880" y="2203200"/>
            <a:ext cx="2837520" cy="334080"/>
          </a:xfrm>
          <a:prstGeom prst="rect">
            <a:avLst/>
          </a:prstGeom>
          <a:noFill/>
          <a:ln w="0">
            <a:noFill/>
          </a:ln>
        </p:spPr>
        <p:txBody>
          <a:bodyPr wrap="none" lIns="0" rIns="0" tIns="0" bIns="0" anchor="t">
            <a:spAutoFit/>
          </a:bodyPr>
          <a:p>
            <a:r>
              <a:rPr b="0" lang="zh-CN" sz="2620" strike="noStrike" u="none">
                <a:solidFill>
                  <a:srgbClr val="333333"/>
                </a:solidFill>
                <a:effectLst/>
                <a:uFillTx/>
                <a:latin typeface="NotoSansJP-Thin_"/>
                <a:ea typeface="NotoSansJP-Thin_"/>
              </a:rPr>
              <a:t>データ分布の勾配 </a:t>
            </a:r>
            <a:endParaRPr b="0" lang="en-US" sz="2620" strike="noStrike" u="none">
              <a:solidFill>
                <a:srgbClr val="000000"/>
              </a:solidFill>
              <a:effectLst/>
              <a:uFillTx/>
              <a:latin typeface="Times New Roman"/>
            </a:endParaRPr>
          </a:p>
        </p:txBody>
      </p:sp>
      <p:sp>
        <p:nvSpPr>
          <p:cNvPr id="855" name=""/>
          <p:cNvSpPr txBox="1"/>
          <p:nvPr/>
        </p:nvSpPr>
        <p:spPr>
          <a:xfrm>
            <a:off x="5197680" y="2203200"/>
            <a:ext cx="3516840" cy="372240"/>
          </a:xfrm>
          <a:prstGeom prst="rect">
            <a:avLst/>
          </a:prstGeom>
          <a:noFill/>
          <a:ln w="0">
            <a:noFill/>
          </a:ln>
        </p:spPr>
        <p:txBody>
          <a:bodyPr wrap="none" lIns="0" rIns="0" tIns="0" bIns="0" anchor="t">
            <a:spAutoFit/>
          </a:bodyPr>
          <a:p>
            <a:r>
              <a:rPr b="0" lang="en-US" sz="2620" strike="noStrike" u="none">
                <a:solidFill>
                  <a:srgbClr val="333333"/>
                </a:solidFill>
                <a:effectLst/>
                <a:uFillTx/>
                <a:latin typeface="NotoSansJP-Thin_"/>
                <a:ea typeface="NotoSansJP-Thin_"/>
              </a:rPr>
              <a:t> を「</a:t>
            </a:r>
            <a:r>
              <a:rPr b="0" lang="en-US" sz="2620" strike="noStrike" u="none">
                <a:solidFill>
                  <a:srgbClr val="333333"/>
                </a:solidFill>
                <a:effectLst/>
                <a:uFillTx/>
                <a:latin typeface="NotoSansJP-Thin_"/>
                <a:ea typeface="NotoSansJP-Thin_"/>
              </a:rPr>
              <a:t>Score</a:t>
            </a:r>
            <a:r>
              <a:rPr b="0" lang="zh-CN" sz="2620" strike="noStrike" u="none">
                <a:solidFill>
                  <a:srgbClr val="333333"/>
                </a:solidFill>
                <a:effectLst/>
                <a:uFillTx/>
                <a:latin typeface="NotoSansJP-Thin_"/>
                <a:ea typeface="NotoSansJP-Thin_"/>
              </a:rPr>
              <a:t>」と呼ぶ。</a:t>
            </a:r>
            <a:endParaRPr b="0" lang="en-US" sz="2620" strike="noStrike" u="none">
              <a:solidFill>
                <a:srgbClr val="000000"/>
              </a:solidFill>
              <a:effectLst/>
              <a:uFillTx/>
              <a:latin typeface="Times New Roman"/>
            </a:endParaRPr>
          </a:p>
        </p:txBody>
      </p:sp>
      <p:sp>
        <p:nvSpPr>
          <p:cNvPr id="856" name=""/>
          <p:cNvSpPr txBox="1"/>
          <p:nvPr/>
        </p:nvSpPr>
        <p:spPr>
          <a:xfrm>
            <a:off x="380880" y="2670120"/>
            <a:ext cx="10329840" cy="372240"/>
          </a:xfrm>
          <a:prstGeom prst="rect">
            <a:avLst/>
          </a:prstGeom>
          <a:noFill/>
          <a:ln w="0">
            <a:noFill/>
          </a:ln>
        </p:spPr>
        <p:txBody>
          <a:bodyPr wrap="none" lIns="0" rIns="0" tIns="0" bIns="0" anchor="t">
            <a:spAutoFit/>
          </a:bodyPr>
          <a:p>
            <a:r>
              <a:rPr b="0" lang="en-US" sz="2620" strike="noStrike" u="none">
                <a:solidFill>
                  <a:srgbClr val="333333"/>
                </a:solidFill>
                <a:effectLst/>
                <a:uFillTx/>
                <a:latin typeface="NotoSansJP-Thin_"/>
                <a:ea typeface="NotoSansJP-Thin_"/>
              </a:rPr>
              <a:t>Langevin Dynamics</a:t>
            </a:r>
            <a:r>
              <a:rPr b="0" lang="zh-CN" sz="2620" strike="noStrike" u="none">
                <a:solidFill>
                  <a:srgbClr val="333333"/>
                </a:solidFill>
                <a:effectLst/>
                <a:uFillTx/>
                <a:latin typeface="NotoSansJP-Thin_"/>
                <a:ea typeface="NotoSansJP-Thin_"/>
              </a:rPr>
              <a:t>（スコアベースのサンプリング手法）において、</a:t>
            </a:r>
            <a:endParaRPr b="0" lang="en-US" sz="2620" strike="noStrike" u="none">
              <a:solidFill>
                <a:srgbClr val="000000"/>
              </a:solidFill>
              <a:effectLst/>
              <a:uFillTx/>
              <a:latin typeface="Times New Roman"/>
            </a:endParaRPr>
          </a:p>
        </p:txBody>
      </p:sp>
      <p:sp>
        <p:nvSpPr>
          <p:cNvPr id="857" name=""/>
          <p:cNvSpPr txBox="1"/>
          <p:nvPr/>
        </p:nvSpPr>
        <p:spPr>
          <a:xfrm>
            <a:off x="380880" y="3127320"/>
            <a:ext cx="3283200" cy="372240"/>
          </a:xfrm>
          <a:prstGeom prst="rect">
            <a:avLst/>
          </a:prstGeom>
          <a:noFill/>
          <a:ln w="0">
            <a:noFill/>
          </a:ln>
        </p:spPr>
        <p:txBody>
          <a:bodyPr wrap="none" lIns="0" rIns="0" tIns="0" bIns="0" anchor="t">
            <a:spAutoFit/>
          </a:bodyPr>
          <a:p>
            <a:r>
              <a:rPr b="0" lang="en-US" sz="2620" strike="noStrike" u="none">
                <a:solidFill>
                  <a:srgbClr val="333333"/>
                </a:solidFill>
                <a:effectLst/>
                <a:uFillTx/>
                <a:latin typeface="NotoSansJP-Thin_"/>
                <a:ea typeface="NotoSansJP-Thin_"/>
              </a:rPr>
              <a:t>Score</a:t>
            </a:r>
            <a:r>
              <a:rPr b="0" lang="zh-CN" sz="2620" strike="noStrike" u="none">
                <a:solidFill>
                  <a:srgbClr val="333333"/>
                </a:solidFill>
                <a:effectLst/>
                <a:uFillTx/>
                <a:latin typeface="NotoSansJP-Thin_"/>
                <a:ea typeface="NotoSansJP-Thin_"/>
              </a:rPr>
              <a:t>の推定が重要。</a:t>
            </a:r>
            <a:endParaRPr b="0" lang="en-US" sz="2620" strike="noStrike" u="none">
              <a:solidFill>
                <a:srgbClr val="000000"/>
              </a:solidFill>
              <a:effectLst/>
              <a:uFillTx/>
              <a:latin typeface="Times New Roman"/>
            </a:endParaRPr>
          </a:p>
        </p:txBody>
      </p:sp>
      <p:sp>
        <p:nvSpPr>
          <p:cNvPr id="858" name=""/>
          <p:cNvSpPr/>
          <p:nvPr/>
        </p:nvSpPr>
        <p:spPr>
          <a:xfrm>
            <a:off x="3532680" y="4028760"/>
            <a:ext cx="166680" cy="185400"/>
          </a:xfrm>
          <a:custGeom>
            <a:avLst/>
            <a:gdLst/>
            <a:ahLst/>
            <a:rect l="0" t="0" r="r" b="b"/>
            <a:pathLst>
              <a:path w="463" h="515">
                <a:moveTo>
                  <a:pt x="423" y="405"/>
                </a:moveTo>
                <a:cubicBezTo>
                  <a:pt x="429" y="405"/>
                  <a:pt x="435" y="411"/>
                  <a:pt x="439" y="423"/>
                </a:cubicBezTo>
                <a:cubicBezTo>
                  <a:pt x="444" y="434"/>
                  <a:pt x="446" y="445"/>
                  <a:pt x="447" y="454"/>
                </a:cubicBezTo>
                <a:cubicBezTo>
                  <a:pt x="447" y="457"/>
                  <a:pt x="446" y="459"/>
                  <a:pt x="445" y="462"/>
                </a:cubicBezTo>
                <a:cubicBezTo>
                  <a:pt x="443" y="465"/>
                  <a:pt x="438" y="468"/>
                  <a:pt x="429" y="474"/>
                </a:cubicBezTo>
                <a:cubicBezTo>
                  <a:pt x="420" y="479"/>
                  <a:pt x="405" y="486"/>
                  <a:pt x="383" y="494"/>
                </a:cubicBezTo>
                <a:cubicBezTo>
                  <a:pt x="362" y="503"/>
                  <a:pt x="340" y="509"/>
                  <a:pt x="317" y="512"/>
                </a:cubicBezTo>
                <a:cubicBezTo>
                  <a:pt x="309" y="514"/>
                  <a:pt x="293" y="515"/>
                  <a:pt x="271" y="515"/>
                </a:cubicBezTo>
                <a:cubicBezTo>
                  <a:pt x="221" y="515"/>
                  <a:pt x="178" y="508"/>
                  <a:pt x="142" y="495"/>
                </a:cubicBezTo>
                <a:cubicBezTo>
                  <a:pt x="105" y="482"/>
                  <a:pt x="76" y="466"/>
                  <a:pt x="57" y="445"/>
                </a:cubicBezTo>
                <a:cubicBezTo>
                  <a:pt x="37" y="425"/>
                  <a:pt x="23" y="404"/>
                  <a:pt x="14" y="382"/>
                </a:cubicBezTo>
                <a:cubicBezTo>
                  <a:pt x="4" y="360"/>
                  <a:pt x="0" y="337"/>
                  <a:pt x="0" y="316"/>
                </a:cubicBezTo>
                <a:lnTo>
                  <a:pt x="0" y="300"/>
                </a:lnTo>
                <a:cubicBezTo>
                  <a:pt x="0" y="238"/>
                  <a:pt x="19" y="182"/>
                  <a:pt x="57" y="131"/>
                </a:cubicBezTo>
                <a:cubicBezTo>
                  <a:pt x="64" y="121"/>
                  <a:pt x="74" y="110"/>
                  <a:pt x="85" y="99"/>
                </a:cubicBezTo>
                <a:cubicBezTo>
                  <a:pt x="97" y="89"/>
                  <a:pt x="113" y="76"/>
                  <a:pt x="135" y="61"/>
                </a:cubicBezTo>
                <a:cubicBezTo>
                  <a:pt x="156" y="46"/>
                  <a:pt x="184" y="33"/>
                  <a:pt x="217" y="22"/>
                </a:cubicBezTo>
                <a:cubicBezTo>
                  <a:pt x="250" y="11"/>
                  <a:pt x="286" y="5"/>
                  <a:pt x="323" y="2"/>
                </a:cubicBezTo>
                <a:cubicBezTo>
                  <a:pt x="324" y="2"/>
                  <a:pt x="332" y="2"/>
                  <a:pt x="347" y="2"/>
                </a:cubicBezTo>
                <a:cubicBezTo>
                  <a:pt x="362" y="2"/>
                  <a:pt x="375" y="1"/>
                  <a:pt x="387" y="0"/>
                </a:cubicBezTo>
                <a:cubicBezTo>
                  <a:pt x="425" y="0"/>
                  <a:pt x="448" y="3"/>
                  <a:pt x="454" y="7"/>
                </a:cubicBezTo>
                <a:cubicBezTo>
                  <a:pt x="460" y="13"/>
                  <a:pt x="463" y="22"/>
                  <a:pt x="463" y="32"/>
                </a:cubicBezTo>
                <a:cubicBezTo>
                  <a:pt x="460" y="50"/>
                  <a:pt x="450" y="63"/>
                  <a:pt x="433" y="70"/>
                </a:cubicBezTo>
                <a:lnTo>
                  <a:pt x="379" y="71"/>
                </a:lnTo>
                <a:cubicBezTo>
                  <a:pt x="326" y="72"/>
                  <a:pt x="288" y="77"/>
                  <a:pt x="267" y="86"/>
                </a:cubicBezTo>
                <a:cubicBezTo>
                  <a:pt x="231" y="101"/>
                  <a:pt x="204" y="129"/>
                  <a:pt x="188" y="171"/>
                </a:cubicBezTo>
                <a:cubicBezTo>
                  <a:pt x="181" y="186"/>
                  <a:pt x="177" y="196"/>
                  <a:pt x="177" y="201"/>
                </a:cubicBezTo>
                <a:cubicBezTo>
                  <a:pt x="177" y="201"/>
                  <a:pt x="212" y="202"/>
                  <a:pt x="282" y="202"/>
                </a:cubicBezTo>
                <a:cubicBezTo>
                  <a:pt x="293" y="202"/>
                  <a:pt x="306" y="202"/>
                  <a:pt x="321" y="202"/>
                </a:cubicBezTo>
                <a:cubicBezTo>
                  <a:pt x="336" y="202"/>
                  <a:pt x="346" y="201"/>
                  <a:pt x="353" y="201"/>
                </a:cubicBezTo>
                <a:cubicBezTo>
                  <a:pt x="375" y="201"/>
                  <a:pt x="391" y="203"/>
                  <a:pt x="399" y="206"/>
                </a:cubicBezTo>
                <a:cubicBezTo>
                  <a:pt x="408" y="210"/>
                  <a:pt x="412" y="219"/>
                  <a:pt x="413" y="231"/>
                </a:cubicBezTo>
                <a:cubicBezTo>
                  <a:pt x="413" y="252"/>
                  <a:pt x="403" y="265"/>
                  <a:pt x="383" y="271"/>
                </a:cubicBezTo>
                <a:cubicBezTo>
                  <a:pt x="379" y="272"/>
                  <a:pt x="341" y="272"/>
                  <a:pt x="268" y="272"/>
                </a:cubicBezTo>
                <a:cubicBezTo>
                  <a:pt x="195" y="272"/>
                  <a:pt x="159" y="273"/>
                  <a:pt x="159" y="275"/>
                </a:cubicBezTo>
                <a:cubicBezTo>
                  <a:pt x="152" y="295"/>
                  <a:pt x="149" y="319"/>
                  <a:pt x="149" y="346"/>
                </a:cubicBezTo>
                <a:cubicBezTo>
                  <a:pt x="149" y="388"/>
                  <a:pt x="162" y="416"/>
                  <a:pt x="188" y="433"/>
                </a:cubicBezTo>
                <a:cubicBezTo>
                  <a:pt x="213" y="449"/>
                  <a:pt x="245" y="458"/>
                  <a:pt x="283" y="458"/>
                </a:cubicBezTo>
                <a:cubicBezTo>
                  <a:pt x="285" y="458"/>
                  <a:pt x="288" y="458"/>
                  <a:pt x="292" y="458"/>
                </a:cubicBezTo>
                <a:cubicBezTo>
                  <a:pt x="296" y="458"/>
                  <a:pt x="299" y="457"/>
                  <a:pt x="300" y="457"/>
                </a:cubicBezTo>
                <a:cubicBezTo>
                  <a:pt x="323" y="453"/>
                  <a:pt x="348" y="443"/>
                  <a:pt x="374" y="428"/>
                </a:cubicBezTo>
                <a:cubicBezTo>
                  <a:pt x="401" y="413"/>
                  <a:pt x="417" y="405"/>
                  <a:pt x="423" y="405"/>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859" name=""/>
          <p:cNvSpPr/>
          <p:nvPr/>
        </p:nvSpPr>
        <p:spPr>
          <a:xfrm>
            <a:off x="3736080" y="4068000"/>
            <a:ext cx="124200" cy="207720"/>
          </a:xfrm>
          <a:custGeom>
            <a:avLst/>
            <a:gdLst/>
            <a:ahLst/>
            <a:rect l="0" t="0" r="r" b="b"/>
            <a:pathLst>
              <a:path w="345" h="577">
                <a:moveTo>
                  <a:pt x="0" y="407"/>
                </a:moveTo>
                <a:cubicBezTo>
                  <a:pt x="0" y="352"/>
                  <a:pt x="11" y="294"/>
                  <a:pt x="32" y="234"/>
                </a:cubicBezTo>
                <a:cubicBezTo>
                  <a:pt x="53" y="173"/>
                  <a:pt x="81" y="121"/>
                  <a:pt x="118" y="77"/>
                </a:cubicBezTo>
                <a:cubicBezTo>
                  <a:pt x="154" y="33"/>
                  <a:pt x="191" y="7"/>
                  <a:pt x="230" y="1"/>
                </a:cubicBezTo>
                <a:cubicBezTo>
                  <a:pt x="230" y="1"/>
                  <a:pt x="232" y="1"/>
                  <a:pt x="236" y="1"/>
                </a:cubicBezTo>
                <a:cubicBezTo>
                  <a:pt x="240" y="1"/>
                  <a:pt x="243" y="1"/>
                  <a:pt x="246" y="0"/>
                </a:cubicBezTo>
                <a:cubicBezTo>
                  <a:pt x="275" y="2"/>
                  <a:pt x="297" y="15"/>
                  <a:pt x="313" y="40"/>
                </a:cubicBezTo>
                <a:cubicBezTo>
                  <a:pt x="334" y="72"/>
                  <a:pt x="345" y="115"/>
                  <a:pt x="345" y="169"/>
                </a:cubicBezTo>
                <a:cubicBezTo>
                  <a:pt x="345" y="231"/>
                  <a:pt x="333" y="294"/>
                  <a:pt x="309" y="357"/>
                </a:cubicBezTo>
                <a:cubicBezTo>
                  <a:pt x="285" y="421"/>
                  <a:pt x="254" y="474"/>
                  <a:pt x="216" y="515"/>
                </a:cubicBezTo>
                <a:cubicBezTo>
                  <a:pt x="179" y="556"/>
                  <a:pt x="143" y="577"/>
                  <a:pt x="108" y="577"/>
                </a:cubicBezTo>
                <a:lnTo>
                  <a:pt x="103" y="577"/>
                </a:lnTo>
                <a:cubicBezTo>
                  <a:pt x="82" y="577"/>
                  <a:pt x="66" y="571"/>
                  <a:pt x="52" y="560"/>
                </a:cubicBezTo>
                <a:cubicBezTo>
                  <a:pt x="38" y="550"/>
                  <a:pt x="27" y="535"/>
                  <a:pt x="20" y="518"/>
                </a:cubicBezTo>
                <a:cubicBezTo>
                  <a:pt x="13" y="500"/>
                  <a:pt x="8" y="481"/>
                  <a:pt x="5" y="463"/>
                </a:cubicBezTo>
                <a:cubicBezTo>
                  <a:pt x="2" y="445"/>
                  <a:pt x="0" y="426"/>
                  <a:pt x="0" y="407"/>
                </a:cubicBezTo>
                <a:moveTo>
                  <a:pt x="281" y="112"/>
                </a:moveTo>
                <a:cubicBezTo>
                  <a:pt x="281" y="57"/>
                  <a:pt x="267" y="30"/>
                  <a:pt x="239" y="30"/>
                </a:cubicBezTo>
                <a:cubicBezTo>
                  <a:pt x="219" y="30"/>
                  <a:pt x="201" y="42"/>
                  <a:pt x="182" y="66"/>
                </a:cubicBezTo>
                <a:cubicBezTo>
                  <a:pt x="164" y="90"/>
                  <a:pt x="149" y="118"/>
                  <a:pt x="137" y="148"/>
                </a:cubicBezTo>
                <a:cubicBezTo>
                  <a:pt x="125" y="179"/>
                  <a:pt x="116" y="206"/>
                  <a:pt x="110" y="229"/>
                </a:cubicBezTo>
                <a:cubicBezTo>
                  <a:pt x="103" y="252"/>
                  <a:pt x="100" y="265"/>
                  <a:pt x="99" y="269"/>
                </a:cubicBezTo>
                <a:cubicBezTo>
                  <a:pt x="126" y="269"/>
                  <a:pt x="152" y="270"/>
                  <a:pt x="177" y="270"/>
                </a:cubicBezTo>
                <a:lnTo>
                  <a:pt x="256" y="269"/>
                </a:lnTo>
                <a:cubicBezTo>
                  <a:pt x="256" y="268"/>
                  <a:pt x="258" y="260"/>
                  <a:pt x="262" y="242"/>
                </a:cubicBezTo>
                <a:cubicBezTo>
                  <a:pt x="266" y="225"/>
                  <a:pt x="270" y="204"/>
                  <a:pt x="275" y="178"/>
                </a:cubicBezTo>
                <a:cubicBezTo>
                  <a:pt x="280" y="152"/>
                  <a:pt x="282" y="130"/>
                  <a:pt x="281" y="112"/>
                </a:cubicBezTo>
                <a:moveTo>
                  <a:pt x="63" y="461"/>
                </a:moveTo>
                <a:cubicBezTo>
                  <a:pt x="63" y="519"/>
                  <a:pt x="77" y="548"/>
                  <a:pt x="107" y="548"/>
                </a:cubicBezTo>
                <a:cubicBezTo>
                  <a:pt x="115" y="548"/>
                  <a:pt x="123" y="545"/>
                  <a:pt x="132" y="540"/>
                </a:cubicBezTo>
                <a:cubicBezTo>
                  <a:pt x="142" y="534"/>
                  <a:pt x="153" y="524"/>
                  <a:pt x="165" y="509"/>
                </a:cubicBezTo>
                <a:cubicBezTo>
                  <a:pt x="178" y="494"/>
                  <a:pt x="191" y="470"/>
                  <a:pt x="204" y="438"/>
                </a:cubicBezTo>
                <a:cubicBezTo>
                  <a:pt x="217" y="406"/>
                  <a:pt x="230" y="367"/>
                  <a:pt x="243" y="320"/>
                </a:cubicBezTo>
                <a:lnTo>
                  <a:pt x="247" y="307"/>
                </a:lnTo>
                <a:lnTo>
                  <a:pt x="90" y="307"/>
                </a:lnTo>
                <a:cubicBezTo>
                  <a:pt x="90" y="308"/>
                  <a:pt x="87" y="319"/>
                  <a:pt x="82" y="337"/>
                </a:cubicBezTo>
                <a:cubicBezTo>
                  <a:pt x="77" y="356"/>
                  <a:pt x="72" y="377"/>
                  <a:pt x="69" y="400"/>
                </a:cubicBezTo>
                <a:cubicBezTo>
                  <a:pt x="65" y="423"/>
                  <a:pt x="63" y="444"/>
                  <a:pt x="63" y="461"/>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860" name=""/>
          <p:cNvSpPr txBox="1"/>
          <p:nvPr/>
        </p:nvSpPr>
        <p:spPr>
          <a:xfrm>
            <a:off x="380880" y="3908520"/>
            <a:ext cx="3227040" cy="372240"/>
          </a:xfrm>
          <a:prstGeom prst="rect">
            <a:avLst/>
          </a:prstGeom>
          <a:noFill/>
          <a:ln w="0">
            <a:noFill/>
          </a:ln>
        </p:spPr>
        <p:txBody>
          <a:bodyPr wrap="none" lIns="0" rIns="0" tIns="0" bIns="0" anchor="t">
            <a:spAutoFit/>
          </a:bodyPr>
          <a:p>
            <a:r>
              <a:rPr b="0" lang="en-US" sz="2620" strike="noStrike" u="none">
                <a:solidFill>
                  <a:srgbClr val="333333"/>
                </a:solidFill>
                <a:effectLst/>
                <a:uFillTx/>
                <a:latin typeface="NotoSansJP-Thin_"/>
                <a:ea typeface="NotoSansJP-Thin_"/>
              </a:rPr>
              <a:t>DDPM</a:t>
            </a:r>
            <a:r>
              <a:rPr b="0" lang="zh-CN" sz="2620" strike="noStrike" u="none">
                <a:solidFill>
                  <a:srgbClr val="333333"/>
                </a:solidFill>
                <a:effectLst/>
                <a:uFillTx/>
                <a:latin typeface="NotoSansJP-Thin_"/>
                <a:ea typeface="NotoSansJP-Thin_"/>
              </a:rPr>
              <a:t>のノイズ予測 </a:t>
            </a:r>
            <a:endParaRPr b="0" lang="en-US" sz="2620" strike="noStrike" u="none">
              <a:solidFill>
                <a:srgbClr val="000000"/>
              </a:solidFill>
              <a:effectLst/>
              <a:uFillTx/>
              <a:latin typeface="Times New Roman"/>
            </a:endParaRPr>
          </a:p>
        </p:txBody>
      </p:sp>
      <p:sp>
        <p:nvSpPr>
          <p:cNvPr id="861" name=""/>
          <p:cNvSpPr txBox="1"/>
          <p:nvPr/>
        </p:nvSpPr>
        <p:spPr>
          <a:xfrm>
            <a:off x="3884760" y="3908520"/>
            <a:ext cx="835200" cy="334080"/>
          </a:xfrm>
          <a:prstGeom prst="rect">
            <a:avLst/>
          </a:prstGeom>
          <a:noFill/>
          <a:ln w="0">
            <a:noFill/>
          </a:ln>
        </p:spPr>
        <p:txBody>
          <a:bodyPr wrap="none" lIns="0" rIns="0" tIns="0" bIns="0" anchor="t">
            <a:spAutoFit/>
          </a:bodyPr>
          <a:p>
            <a:r>
              <a:rPr b="0" lang="en-US" sz="2620" strike="noStrike" u="none">
                <a:solidFill>
                  <a:srgbClr val="333333"/>
                </a:solidFill>
                <a:effectLst/>
                <a:uFillTx/>
                <a:latin typeface="NotoSansJP-Thin_"/>
                <a:ea typeface="NotoSansJP-Thin_"/>
              </a:rPr>
              <a:t> は、</a:t>
            </a:r>
            <a:endParaRPr b="0" lang="en-US" sz="2620" strike="noStrike" u="none">
              <a:solidFill>
                <a:srgbClr val="000000"/>
              </a:solidFill>
              <a:effectLst/>
              <a:uFillTx/>
              <a:latin typeface="Times New Roman"/>
            </a:endParaRPr>
          </a:p>
        </p:txBody>
      </p:sp>
      <p:sp>
        <p:nvSpPr>
          <p:cNvPr id="862" name=""/>
          <p:cNvSpPr/>
          <p:nvPr/>
        </p:nvSpPr>
        <p:spPr>
          <a:xfrm>
            <a:off x="2107440" y="4476600"/>
            <a:ext cx="150480" cy="185400"/>
          </a:xfrm>
          <a:custGeom>
            <a:avLst/>
            <a:gdLst/>
            <a:ahLst/>
            <a:rect l="0" t="0" r="r" b="b"/>
            <a:pathLst>
              <a:path w="418" h="515">
                <a:moveTo>
                  <a:pt x="89" y="175"/>
                </a:moveTo>
                <a:cubicBezTo>
                  <a:pt x="89" y="150"/>
                  <a:pt x="95" y="125"/>
                  <a:pt x="107" y="100"/>
                </a:cubicBezTo>
                <a:cubicBezTo>
                  <a:pt x="119" y="75"/>
                  <a:pt x="141" y="52"/>
                  <a:pt x="171" y="31"/>
                </a:cubicBezTo>
                <a:cubicBezTo>
                  <a:pt x="202" y="9"/>
                  <a:pt x="239" y="-1"/>
                  <a:pt x="282" y="0"/>
                </a:cubicBezTo>
                <a:cubicBezTo>
                  <a:pt x="329" y="0"/>
                  <a:pt x="364" y="10"/>
                  <a:pt x="385" y="31"/>
                </a:cubicBezTo>
                <a:cubicBezTo>
                  <a:pt x="406" y="51"/>
                  <a:pt x="417" y="74"/>
                  <a:pt x="418" y="99"/>
                </a:cubicBezTo>
                <a:cubicBezTo>
                  <a:pt x="418" y="123"/>
                  <a:pt x="411" y="141"/>
                  <a:pt x="399" y="152"/>
                </a:cubicBezTo>
                <a:cubicBezTo>
                  <a:pt x="386" y="165"/>
                  <a:pt x="371" y="171"/>
                  <a:pt x="355" y="172"/>
                </a:cubicBezTo>
                <a:cubicBezTo>
                  <a:pt x="345" y="172"/>
                  <a:pt x="336" y="169"/>
                  <a:pt x="328" y="162"/>
                </a:cubicBezTo>
                <a:cubicBezTo>
                  <a:pt x="320" y="155"/>
                  <a:pt x="315" y="146"/>
                  <a:pt x="314" y="132"/>
                </a:cubicBezTo>
                <a:cubicBezTo>
                  <a:pt x="314" y="120"/>
                  <a:pt x="318" y="109"/>
                  <a:pt x="325" y="100"/>
                </a:cubicBezTo>
                <a:cubicBezTo>
                  <a:pt x="331" y="91"/>
                  <a:pt x="338" y="84"/>
                  <a:pt x="344" y="80"/>
                </a:cubicBezTo>
                <a:cubicBezTo>
                  <a:pt x="350" y="75"/>
                  <a:pt x="355" y="73"/>
                  <a:pt x="359" y="73"/>
                </a:cubicBezTo>
                <a:lnTo>
                  <a:pt x="360" y="72"/>
                </a:lnTo>
                <a:cubicBezTo>
                  <a:pt x="360" y="69"/>
                  <a:pt x="357" y="66"/>
                  <a:pt x="352" y="61"/>
                </a:cubicBezTo>
                <a:cubicBezTo>
                  <a:pt x="347" y="57"/>
                  <a:pt x="337" y="53"/>
                  <a:pt x="323" y="49"/>
                </a:cubicBezTo>
                <a:cubicBezTo>
                  <a:pt x="310" y="45"/>
                  <a:pt x="295" y="43"/>
                  <a:pt x="279" y="42"/>
                </a:cubicBezTo>
                <a:cubicBezTo>
                  <a:pt x="243" y="42"/>
                  <a:pt x="216" y="52"/>
                  <a:pt x="199" y="72"/>
                </a:cubicBezTo>
                <a:cubicBezTo>
                  <a:pt x="183" y="91"/>
                  <a:pt x="173" y="111"/>
                  <a:pt x="172" y="132"/>
                </a:cubicBezTo>
                <a:cubicBezTo>
                  <a:pt x="172" y="151"/>
                  <a:pt x="180" y="165"/>
                  <a:pt x="195" y="173"/>
                </a:cubicBezTo>
                <a:cubicBezTo>
                  <a:pt x="209" y="180"/>
                  <a:pt x="230" y="187"/>
                  <a:pt x="257" y="192"/>
                </a:cubicBezTo>
                <a:cubicBezTo>
                  <a:pt x="285" y="197"/>
                  <a:pt x="304" y="203"/>
                  <a:pt x="317" y="209"/>
                </a:cubicBezTo>
                <a:cubicBezTo>
                  <a:pt x="367" y="231"/>
                  <a:pt x="392" y="268"/>
                  <a:pt x="392" y="318"/>
                </a:cubicBezTo>
                <a:cubicBezTo>
                  <a:pt x="392" y="340"/>
                  <a:pt x="388" y="361"/>
                  <a:pt x="379" y="382"/>
                </a:cubicBezTo>
                <a:cubicBezTo>
                  <a:pt x="371" y="403"/>
                  <a:pt x="358" y="425"/>
                  <a:pt x="342" y="446"/>
                </a:cubicBezTo>
                <a:cubicBezTo>
                  <a:pt x="325" y="467"/>
                  <a:pt x="301" y="484"/>
                  <a:pt x="270" y="496"/>
                </a:cubicBezTo>
                <a:cubicBezTo>
                  <a:pt x="239" y="508"/>
                  <a:pt x="203" y="514"/>
                  <a:pt x="162" y="515"/>
                </a:cubicBezTo>
                <a:cubicBezTo>
                  <a:pt x="104" y="515"/>
                  <a:pt x="62" y="504"/>
                  <a:pt x="38" y="482"/>
                </a:cubicBezTo>
                <a:cubicBezTo>
                  <a:pt x="14" y="460"/>
                  <a:pt x="1" y="434"/>
                  <a:pt x="0" y="405"/>
                </a:cubicBezTo>
                <a:cubicBezTo>
                  <a:pt x="0" y="375"/>
                  <a:pt x="8" y="354"/>
                  <a:pt x="24" y="341"/>
                </a:cubicBezTo>
                <a:cubicBezTo>
                  <a:pt x="40" y="328"/>
                  <a:pt x="57" y="322"/>
                  <a:pt x="74" y="322"/>
                </a:cubicBezTo>
                <a:cubicBezTo>
                  <a:pt x="86" y="322"/>
                  <a:pt x="96" y="325"/>
                  <a:pt x="106" y="332"/>
                </a:cubicBezTo>
                <a:cubicBezTo>
                  <a:pt x="116" y="339"/>
                  <a:pt x="121" y="351"/>
                  <a:pt x="122" y="367"/>
                </a:cubicBezTo>
                <a:cubicBezTo>
                  <a:pt x="122" y="387"/>
                  <a:pt x="115" y="404"/>
                  <a:pt x="102" y="417"/>
                </a:cubicBezTo>
                <a:cubicBezTo>
                  <a:pt x="88" y="431"/>
                  <a:pt x="76" y="438"/>
                  <a:pt x="66" y="438"/>
                </a:cubicBezTo>
                <a:cubicBezTo>
                  <a:pt x="65" y="439"/>
                  <a:pt x="64" y="439"/>
                  <a:pt x="63" y="439"/>
                </a:cubicBezTo>
                <a:cubicBezTo>
                  <a:pt x="62" y="439"/>
                  <a:pt x="62" y="440"/>
                  <a:pt x="62" y="441"/>
                </a:cubicBezTo>
                <a:cubicBezTo>
                  <a:pt x="63" y="444"/>
                  <a:pt x="66" y="447"/>
                  <a:pt x="71" y="450"/>
                </a:cubicBezTo>
                <a:cubicBezTo>
                  <a:pt x="76" y="454"/>
                  <a:pt x="88" y="459"/>
                  <a:pt x="106" y="465"/>
                </a:cubicBezTo>
                <a:cubicBezTo>
                  <a:pt x="124" y="471"/>
                  <a:pt x="145" y="474"/>
                  <a:pt x="169" y="473"/>
                </a:cubicBezTo>
                <a:cubicBezTo>
                  <a:pt x="197" y="473"/>
                  <a:pt x="221" y="469"/>
                  <a:pt x="240" y="461"/>
                </a:cubicBezTo>
                <a:cubicBezTo>
                  <a:pt x="260" y="452"/>
                  <a:pt x="274" y="442"/>
                  <a:pt x="284" y="429"/>
                </a:cubicBezTo>
                <a:cubicBezTo>
                  <a:pt x="293" y="416"/>
                  <a:pt x="299" y="404"/>
                  <a:pt x="303" y="393"/>
                </a:cubicBezTo>
                <a:cubicBezTo>
                  <a:pt x="307" y="383"/>
                  <a:pt x="309" y="373"/>
                  <a:pt x="309" y="365"/>
                </a:cubicBezTo>
                <a:cubicBezTo>
                  <a:pt x="309" y="344"/>
                  <a:pt x="301" y="328"/>
                  <a:pt x="285" y="317"/>
                </a:cubicBezTo>
                <a:cubicBezTo>
                  <a:pt x="269" y="307"/>
                  <a:pt x="251" y="300"/>
                  <a:pt x="230" y="298"/>
                </a:cubicBezTo>
                <a:cubicBezTo>
                  <a:pt x="210" y="296"/>
                  <a:pt x="187" y="290"/>
                  <a:pt x="162" y="281"/>
                </a:cubicBezTo>
                <a:cubicBezTo>
                  <a:pt x="138" y="272"/>
                  <a:pt x="120" y="258"/>
                  <a:pt x="108" y="241"/>
                </a:cubicBezTo>
                <a:cubicBezTo>
                  <a:pt x="96" y="222"/>
                  <a:pt x="89" y="200"/>
                  <a:pt x="89" y="175"/>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863" name=""/>
          <p:cNvSpPr/>
          <p:nvPr/>
        </p:nvSpPr>
        <p:spPr>
          <a:xfrm>
            <a:off x="2301480" y="4514760"/>
            <a:ext cx="124200" cy="207720"/>
          </a:xfrm>
          <a:custGeom>
            <a:avLst/>
            <a:gdLst/>
            <a:ahLst/>
            <a:rect l="0" t="0" r="r" b="b"/>
            <a:pathLst>
              <a:path w="345" h="577">
                <a:moveTo>
                  <a:pt x="0" y="408"/>
                </a:moveTo>
                <a:cubicBezTo>
                  <a:pt x="0" y="352"/>
                  <a:pt x="11" y="294"/>
                  <a:pt x="32" y="234"/>
                </a:cubicBezTo>
                <a:cubicBezTo>
                  <a:pt x="53" y="173"/>
                  <a:pt x="81" y="121"/>
                  <a:pt x="117" y="77"/>
                </a:cubicBezTo>
                <a:cubicBezTo>
                  <a:pt x="153" y="33"/>
                  <a:pt x="190" y="8"/>
                  <a:pt x="229" y="1"/>
                </a:cubicBezTo>
                <a:cubicBezTo>
                  <a:pt x="229" y="1"/>
                  <a:pt x="232" y="1"/>
                  <a:pt x="235" y="1"/>
                </a:cubicBezTo>
                <a:cubicBezTo>
                  <a:pt x="239" y="1"/>
                  <a:pt x="242" y="1"/>
                  <a:pt x="245" y="0"/>
                </a:cubicBezTo>
                <a:cubicBezTo>
                  <a:pt x="274" y="3"/>
                  <a:pt x="298" y="16"/>
                  <a:pt x="314" y="40"/>
                </a:cubicBezTo>
                <a:cubicBezTo>
                  <a:pt x="335" y="72"/>
                  <a:pt x="345" y="115"/>
                  <a:pt x="345" y="169"/>
                </a:cubicBezTo>
                <a:cubicBezTo>
                  <a:pt x="345" y="231"/>
                  <a:pt x="333" y="294"/>
                  <a:pt x="309" y="358"/>
                </a:cubicBezTo>
                <a:cubicBezTo>
                  <a:pt x="284" y="422"/>
                  <a:pt x="253" y="475"/>
                  <a:pt x="215" y="515"/>
                </a:cubicBezTo>
                <a:cubicBezTo>
                  <a:pt x="178" y="556"/>
                  <a:pt x="142" y="577"/>
                  <a:pt x="107" y="577"/>
                </a:cubicBezTo>
                <a:lnTo>
                  <a:pt x="102" y="577"/>
                </a:lnTo>
                <a:cubicBezTo>
                  <a:pt x="83" y="577"/>
                  <a:pt x="66" y="571"/>
                  <a:pt x="52" y="561"/>
                </a:cubicBezTo>
                <a:cubicBezTo>
                  <a:pt x="38" y="550"/>
                  <a:pt x="28" y="536"/>
                  <a:pt x="21" y="518"/>
                </a:cubicBezTo>
                <a:cubicBezTo>
                  <a:pt x="14" y="500"/>
                  <a:pt x="8" y="482"/>
                  <a:pt x="5" y="464"/>
                </a:cubicBezTo>
                <a:cubicBezTo>
                  <a:pt x="2" y="446"/>
                  <a:pt x="0" y="427"/>
                  <a:pt x="0" y="408"/>
                </a:cubicBezTo>
                <a:moveTo>
                  <a:pt x="280" y="112"/>
                </a:moveTo>
                <a:cubicBezTo>
                  <a:pt x="280" y="58"/>
                  <a:pt x="266" y="30"/>
                  <a:pt x="238" y="30"/>
                </a:cubicBezTo>
                <a:cubicBezTo>
                  <a:pt x="218" y="30"/>
                  <a:pt x="200" y="42"/>
                  <a:pt x="181" y="66"/>
                </a:cubicBezTo>
                <a:cubicBezTo>
                  <a:pt x="163" y="90"/>
                  <a:pt x="148" y="118"/>
                  <a:pt x="136" y="148"/>
                </a:cubicBezTo>
                <a:cubicBezTo>
                  <a:pt x="125" y="179"/>
                  <a:pt x="115" y="206"/>
                  <a:pt x="109" y="229"/>
                </a:cubicBezTo>
                <a:cubicBezTo>
                  <a:pt x="103" y="252"/>
                  <a:pt x="99" y="265"/>
                  <a:pt x="99" y="269"/>
                </a:cubicBezTo>
                <a:cubicBezTo>
                  <a:pt x="125" y="270"/>
                  <a:pt x="151" y="270"/>
                  <a:pt x="177" y="270"/>
                </a:cubicBezTo>
                <a:lnTo>
                  <a:pt x="255" y="269"/>
                </a:lnTo>
                <a:cubicBezTo>
                  <a:pt x="255" y="269"/>
                  <a:pt x="257" y="260"/>
                  <a:pt x="261" y="243"/>
                </a:cubicBezTo>
                <a:cubicBezTo>
                  <a:pt x="265" y="225"/>
                  <a:pt x="269" y="204"/>
                  <a:pt x="274" y="178"/>
                </a:cubicBezTo>
                <a:cubicBezTo>
                  <a:pt x="279" y="152"/>
                  <a:pt x="281" y="130"/>
                  <a:pt x="280" y="112"/>
                </a:cubicBezTo>
                <a:moveTo>
                  <a:pt x="63" y="462"/>
                </a:moveTo>
                <a:cubicBezTo>
                  <a:pt x="63" y="519"/>
                  <a:pt x="77" y="548"/>
                  <a:pt x="106" y="548"/>
                </a:cubicBezTo>
                <a:cubicBezTo>
                  <a:pt x="114" y="548"/>
                  <a:pt x="122" y="545"/>
                  <a:pt x="132" y="540"/>
                </a:cubicBezTo>
                <a:cubicBezTo>
                  <a:pt x="141" y="534"/>
                  <a:pt x="152" y="524"/>
                  <a:pt x="165" y="509"/>
                </a:cubicBezTo>
                <a:cubicBezTo>
                  <a:pt x="177" y="494"/>
                  <a:pt x="190" y="471"/>
                  <a:pt x="203" y="439"/>
                </a:cubicBezTo>
                <a:cubicBezTo>
                  <a:pt x="216" y="407"/>
                  <a:pt x="229" y="367"/>
                  <a:pt x="242" y="321"/>
                </a:cubicBezTo>
                <a:lnTo>
                  <a:pt x="246" y="307"/>
                </a:lnTo>
                <a:lnTo>
                  <a:pt x="89" y="307"/>
                </a:lnTo>
                <a:cubicBezTo>
                  <a:pt x="89" y="309"/>
                  <a:pt x="87" y="319"/>
                  <a:pt x="82" y="337"/>
                </a:cubicBezTo>
                <a:cubicBezTo>
                  <a:pt x="77" y="356"/>
                  <a:pt x="73" y="377"/>
                  <a:pt x="69" y="401"/>
                </a:cubicBezTo>
                <a:cubicBezTo>
                  <a:pt x="65" y="424"/>
                  <a:pt x="63" y="445"/>
                  <a:pt x="63" y="462"/>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864" name=""/>
          <p:cNvSpPr txBox="1"/>
          <p:nvPr/>
        </p:nvSpPr>
        <p:spPr>
          <a:xfrm>
            <a:off x="380880" y="4356000"/>
            <a:ext cx="1699200" cy="372240"/>
          </a:xfrm>
          <a:prstGeom prst="rect">
            <a:avLst/>
          </a:prstGeom>
          <a:noFill/>
          <a:ln w="0">
            <a:noFill/>
          </a:ln>
        </p:spPr>
        <p:txBody>
          <a:bodyPr wrap="none" lIns="0" rIns="0" tIns="0" bIns="0" anchor="t">
            <a:spAutoFit/>
          </a:bodyPr>
          <a:p>
            <a:r>
              <a:rPr b="0" lang="zh-CN" sz="2620" strike="noStrike" u="none">
                <a:solidFill>
                  <a:srgbClr val="333333"/>
                </a:solidFill>
                <a:effectLst/>
                <a:uFillTx/>
                <a:latin typeface="NotoSansJP-Thin_"/>
                <a:ea typeface="NotoSansJP-Thin_"/>
              </a:rPr>
              <a:t>この</a:t>
            </a:r>
            <a:r>
              <a:rPr b="0" lang="en-US" sz="2620" strike="noStrike" u="none">
                <a:solidFill>
                  <a:srgbClr val="333333"/>
                </a:solidFill>
                <a:effectLst/>
                <a:uFillTx/>
                <a:latin typeface="NotoSansJP-Thin_"/>
                <a:ea typeface="NotoSansJP-Thin_"/>
              </a:rPr>
              <a:t>Score </a:t>
            </a:r>
            <a:endParaRPr b="0" lang="en-US" sz="2620" strike="noStrike" u="none">
              <a:solidFill>
                <a:srgbClr val="000000"/>
              </a:solidFill>
              <a:effectLst/>
              <a:uFillTx/>
              <a:latin typeface="Times New Roman"/>
            </a:endParaRPr>
          </a:p>
        </p:txBody>
      </p:sp>
      <p:sp>
        <p:nvSpPr>
          <p:cNvPr id="865" name=""/>
          <p:cNvSpPr txBox="1"/>
          <p:nvPr/>
        </p:nvSpPr>
        <p:spPr>
          <a:xfrm>
            <a:off x="2450880" y="4356000"/>
            <a:ext cx="6508800" cy="334080"/>
          </a:xfrm>
          <a:prstGeom prst="rect">
            <a:avLst/>
          </a:prstGeom>
          <a:noFill/>
          <a:ln w="0">
            <a:noFill/>
          </a:ln>
        </p:spPr>
        <p:txBody>
          <a:bodyPr wrap="none" lIns="0" rIns="0" tIns="0" bIns="0" anchor="t">
            <a:spAutoFit/>
          </a:bodyPr>
          <a:p>
            <a:r>
              <a:rPr b="0" lang="en-US" sz="2620" strike="noStrike" u="none">
                <a:solidFill>
                  <a:srgbClr val="333333"/>
                </a:solidFill>
                <a:effectLst/>
                <a:uFillTx/>
                <a:latin typeface="NotoSansJP-Thin_"/>
                <a:ea typeface="NotoSansJP-Thin_"/>
              </a:rPr>
              <a:t> と以下の関係にあることが示されている。</a:t>
            </a:r>
            <a:endParaRPr b="0" lang="en-US" sz="2620" strike="noStrike" u="none">
              <a:solidFill>
                <a:srgbClr val="000000"/>
              </a:solidFill>
              <a:effectLst/>
              <a:uFillTx/>
              <a:latin typeface="Times New Roman"/>
            </a:endParaRPr>
          </a:p>
        </p:txBody>
      </p:sp>
      <p:sp>
        <p:nvSpPr>
          <p:cNvPr id="866" name=""/>
          <p:cNvSpPr/>
          <p:nvPr/>
        </p:nvSpPr>
        <p:spPr>
          <a:xfrm>
            <a:off x="4163760" y="5937120"/>
            <a:ext cx="154800" cy="188280"/>
          </a:xfrm>
          <a:custGeom>
            <a:avLst/>
            <a:gdLst/>
            <a:ahLst/>
            <a:rect l="0" t="0" r="r" b="b"/>
            <a:pathLst>
              <a:path w="430" h="523">
                <a:moveTo>
                  <a:pt x="1" y="157"/>
                </a:moveTo>
                <a:cubicBezTo>
                  <a:pt x="1" y="139"/>
                  <a:pt x="4" y="121"/>
                  <a:pt x="9" y="106"/>
                </a:cubicBezTo>
                <a:cubicBezTo>
                  <a:pt x="14" y="90"/>
                  <a:pt x="24" y="73"/>
                  <a:pt x="38" y="55"/>
                </a:cubicBezTo>
                <a:cubicBezTo>
                  <a:pt x="51" y="38"/>
                  <a:pt x="73" y="24"/>
                  <a:pt x="103" y="14"/>
                </a:cubicBezTo>
                <a:cubicBezTo>
                  <a:pt x="132" y="5"/>
                  <a:pt x="169" y="0"/>
                  <a:pt x="212" y="0"/>
                </a:cubicBezTo>
                <a:cubicBezTo>
                  <a:pt x="251" y="0"/>
                  <a:pt x="288" y="6"/>
                  <a:pt x="323" y="19"/>
                </a:cubicBezTo>
                <a:lnTo>
                  <a:pt x="344" y="9"/>
                </a:lnTo>
                <a:lnTo>
                  <a:pt x="365" y="0"/>
                </a:lnTo>
                <a:lnTo>
                  <a:pt x="376" y="0"/>
                </a:lnTo>
                <a:cubicBezTo>
                  <a:pt x="386" y="0"/>
                  <a:pt x="393" y="2"/>
                  <a:pt x="395" y="7"/>
                </a:cubicBezTo>
                <a:cubicBezTo>
                  <a:pt x="397" y="11"/>
                  <a:pt x="398" y="28"/>
                  <a:pt x="398" y="57"/>
                </a:cubicBezTo>
                <a:lnTo>
                  <a:pt x="398" y="75"/>
                </a:lnTo>
                <a:lnTo>
                  <a:pt x="398" y="111"/>
                </a:lnTo>
                <a:cubicBezTo>
                  <a:pt x="398" y="129"/>
                  <a:pt x="397" y="140"/>
                  <a:pt x="395" y="144"/>
                </a:cubicBezTo>
                <a:cubicBezTo>
                  <a:pt x="393" y="148"/>
                  <a:pt x="386" y="150"/>
                  <a:pt x="374" y="150"/>
                </a:cubicBezTo>
                <a:lnTo>
                  <a:pt x="363" y="150"/>
                </a:lnTo>
                <a:lnTo>
                  <a:pt x="356" y="150"/>
                </a:lnTo>
                <a:cubicBezTo>
                  <a:pt x="344" y="150"/>
                  <a:pt x="336" y="149"/>
                  <a:pt x="333" y="147"/>
                </a:cubicBezTo>
                <a:cubicBezTo>
                  <a:pt x="330" y="144"/>
                  <a:pt x="329" y="138"/>
                  <a:pt x="328" y="127"/>
                </a:cubicBezTo>
                <a:cubicBezTo>
                  <a:pt x="322" y="78"/>
                  <a:pt x="285" y="53"/>
                  <a:pt x="213" y="53"/>
                </a:cubicBezTo>
                <a:lnTo>
                  <a:pt x="204" y="53"/>
                </a:lnTo>
                <a:cubicBezTo>
                  <a:pt x="133" y="53"/>
                  <a:pt x="98" y="73"/>
                  <a:pt x="98" y="114"/>
                </a:cubicBezTo>
                <a:cubicBezTo>
                  <a:pt x="98" y="128"/>
                  <a:pt x="106" y="140"/>
                  <a:pt x="121" y="150"/>
                </a:cubicBezTo>
                <a:cubicBezTo>
                  <a:pt x="136" y="160"/>
                  <a:pt x="153" y="166"/>
                  <a:pt x="172" y="169"/>
                </a:cubicBezTo>
                <a:cubicBezTo>
                  <a:pt x="191" y="172"/>
                  <a:pt x="212" y="176"/>
                  <a:pt x="237" y="181"/>
                </a:cubicBezTo>
                <a:cubicBezTo>
                  <a:pt x="260" y="185"/>
                  <a:pt x="276" y="188"/>
                  <a:pt x="283" y="190"/>
                </a:cubicBezTo>
                <a:cubicBezTo>
                  <a:pt x="299" y="194"/>
                  <a:pt x="314" y="199"/>
                  <a:pt x="329" y="205"/>
                </a:cubicBezTo>
                <a:cubicBezTo>
                  <a:pt x="344" y="211"/>
                  <a:pt x="362" y="224"/>
                  <a:pt x="384" y="246"/>
                </a:cubicBezTo>
                <a:cubicBezTo>
                  <a:pt x="405" y="267"/>
                  <a:pt x="420" y="291"/>
                  <a:pt x="428" y="320"/>
                </a:cubicBezTo>
                <a:cubicBezTo>
                  <a:pt x="429" y="327"/>
                  <a:pt x="430" y="339"/>
                  <a:pt x="430" y="354"/>
                </a:cubicBezTo>
                <a:cubicBezTo>
                  <a:pt x="430" y="466"/>
                  <a:pt x="360" y="523"/>
                  <a:pt x="220" y="523"/>
                </a:cubicBezTo>
                <a:cubicBezTo>
                  <a:pt x="162" y="523"/>
                  <a:pt x="119" y="513"/>
                  <a:pt x="91" y="491"/>
                </a:cubicBezTo>
                <a:lnTo>
                  <a:pt x="35" y="523"/>
                </a:lnTo>
                <a:lnTo>
                  <a:pt x="24" y="523"/>
                </a:lnTo>
                <a:cubicBezTo>
                  <a:pt x="13" y="523"/>
                  <a:pt x="7" y="521"/>
                  <a:pt x="5" y="516"/>
                </a:cubicBezTo>
                <a:cubicBezTo>
                  <a:pt x="2" y="512"/>
                  <a:pt x="1" y="496"/>
                  <a:pt x="1" y="468"/>
                </a:cubicBezTo>
                <a:lnTo>
                  <a:pt x="1" y="432"/>
                </a:lnTo>
                <a:cubicBezTo>
                  <a:pt x="1" y="423"/>
                  <a:pt x="1" y="413"/>
                  <a:pt x="1" y="400"/>
                </a:cubicBezTo>
                <a:cubicBezTo>
                  <a:pt x="1" y="388"/>
                  <a:pt x="1" y="380"/>
                  <a:pt x="0" y="376"/>
                </a:cubicBezTo>
                <a:cubicBezTo>
                  <a:pt x="0" y="360"/>
                  <a:pt x="2" y="350"/>
                  <a:pt x="6" y="347"/>
                </a:cubicBezTo>
                <a:cubicBezTo>
                  <a:pt x="10" y="344"/>
                  <a:pt x="19" y="342"/>
                  <a:pt x="35" y="341"/>
                </a:cubicBezTo>
                <a:lnTo>
                  <a:pt x="43" y="341"/>
                </a:lnTo>
                <a:cubicBezTo>
                  <a:pt x="52" y="341"/>
                  <a:pt x="58" y="342"/>
                  <a:pt x="62" y="343"/>
                </a:cubicBezTo>
                <a:cubicBezTo>
                  <a:pt x="65" y="345"/>
                  <a:pt x="67" y="347"/>
                  <a:pt x="68" y="348"/>
                </a:cubicBezTo>
                <a:cubicBezTo>
                  <a:pt x="70" y="350"/>
                  <a:pt x="72" y="355"/>
                  <a:pt x="75" y="365"/>
                </a:cubicBezTo>
                <a:cubicBezTo>
                  <a:pt x="96" y="430"/>
                  <a:pt x="141" y="463"/>
                  <a:pt x="208" y="463"/>
                </a:cubicBezTo>
                <a:lnTo>
                  <a:pt x="220" y="463"/>
                </a:lnTo>
                <a:cubicBezTo>
                  <a:pt x="241" y="463"/>
                  <a:pt x="255" y="463"/>
                  <a:pt x="261" y="462"/>
                </a:cubicBezTo>
                <a:cubicBezTo>
                  <a:pt x="310" y="454"/>
                  <a:pt x="335" y="430"/>
                  <a:pt x="335" y="392"/>
                </a:cubicBezTo>
                <a:cubicBezTo>
                  <a:pt x="335" y="378"/>
                  <a:pt x="329" y="365"/>
                  <a:pt x="319" y="354"/>
                </a:cubicBezTo>
                <a:cubicBezTo>
                  <a:pt x="307" y="343"/>
                  <a:pt x="294" y="336"/>
                  <a:pt x="282" y="331"/>
                </a:cubicBezTo>
                <a:cubicBezTo>
                  <a:pt x="272" y="326"/>
                  <a:pt x="245" y="320"/>
                  <a:pt x="199" y="313"/>
                </a:cubicBezTo>
                <a:cubicBezTo>
                  <a:pt x="154" y="305"/>
                  <a:pt x="120" y="296"/>
                  <a:pt x="97" y="285"/>
                </a:cubicBezTo>
                <a:cubicBezTo>
                  <a:pt x="33" y="254"/>
                  <a:pt x="1" y="211"/>
                  <a:pt x="1" y="157"/>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867" name=""/>
          <p:cNvSpPr/>
          <p:nvPr/>
        </p:nvSpPr>
        <p:spPr>
          <a:xfrm>
            <a:off x="4358160" y="5979960"/>
            <a:ext cx="124200" cy="207360"/>
          </a:xfrm>
          <a:custGeom>
            <a:avLst/>
            <a:gdLst/>
            <a:ahLst/>
            <a:rect l="0" t="0" r="r" b="b"/>
            <a:pathLst>
              <a:path w="345" h="576">
                <a:moveTo>
                  <a:pt x="0" y="407"/>
                </a:moveTo>
                <a:cubicBezTo>
                  <a:pt x="0" y="351"/>
                  <a:pt x="11" y="294"/>
                  <a:pt x="32" y="233"/>
                </a:cubicBezTo>
                <a:cubicBezTo>
                  <a:pt x="53" y="172"/>
                  <a:pt x="82" y="120"/>
                  <a:pt x="118" y="76"/>
                </a:cubicBezTo>
                <a:cubicBezTo>
                  <a:pt x="154" y="32"/>
                  <a:pt x="191" y="7"/>
                  <a:pt x="230" y="1"/>
                </a:cubicBezTo>
                <a:cubicBezTo>
                  <a:pt x="231" y="1"/>
                  <a:pt x="233" y="1"/>
                  <a:pt x="236" y="1"/>
                </a:cubicBezTo>
                <a:cubicBezTo>
                  <a:pt x="240" y="1"/>
                  <a:pt x="243" y="0"/>
                  <a:pt x="246" y="0"/>
                </a:cubicBezTo>
                <a:cubicBezTo>
                  <a:pt x="275" y="2"/>
                  <a:pt x="298" y="15"/>
                  <a:pt x="314" y="39"/>
                </a:cubicBezTo>
                <a:cubicBezTo>
                  <a:pt x="335" y="71"/>
                  <a:pt x="345" y="115"/>
                  <a:pt x="345" y="169"/>
                </a:cubicBezTo>
                <a:cubicBezTo>
                  <a:pt x="345" y="230"/>
                  <a:pt x="333" y="293"/>
                  <a:pt x="309" y="358"/>
                </a:cubicBezTo>
                <a:cubicBezTo>
                  <a:pt x="285" y="422"/>
                  <a:pt x="254" y="474"/>
                  <a:pt x="216" y="515"/>
                </a:cubicBezTo>
                <a:cubicBezTo>
                  <a:pt x="179" y="556"/>
                  <a:pt x="143" y="576"/>
                  <a:pt x="109" y="576"/>
                </a:cubicBezTo>
                <a:lnTo>
                  <a:pt x="103" y="576"/>
                </a:lnTo>
                <a:cubicBezTo>
                  <a:pt x="84" y="576"/>
                  <a:pt x="66" y="571"/>
                  <a:pt x="52" y="560"/>
                </a:cubicBezTo>
                <a:cubicBezTo>
                  <a:pt x="38" y="549"/>
                  <a:pt x="28" y="535"/>
                  <a:pt x="21" y="517"/>
                </a:cubicBezTo>
                <a:cubicBezTo>
                  <a:pt x="14" y="500"/>
                  <a:pt x="9" y="482"/>
                  <a:pt x="5" y="463"/>
                </a:cubicBezTo>
                <a:cubicBezTo>
                  <a:pt x="2" y="445"/>
                  <a:pt x="0" y="426"/>
                  <a:pt x="0" y="407"/>
                </a:cubicBezTo>
                <a:moveTo>
                  <a:pt x="282" y="112"/>
                </a:moveTo>
                <a:cubicBezTo>
                  <a:pt x="282" y="57"/>
                  <a:pt x="267" y="29"/>
                  <a:pt x="239" y="29"/>
                </a:cubicBezTo>
                <a:cubicBezTo>
                  <a:pt x="220" y="29"/>
                  <a:pt x="201" y="42"/>
                  <a:pt x="183" y="66"/>
                </a:cubicBezTo>
                <a:cubicBezTo>
                  <a:pt x="164" y="90"/>
                  <a:pt x="149" y="117"/>
                  <a:pt x="138" y="148"/>
                </a:cubicBezTo>
                <a:cubicBezTo>
                  <a:pt x="126" y="178"/>
                  <a:pt x="117" y="205"/>
                  <a:pt x="110" y="228"/>
                </a:cubicBezTo>
                <a:cubicBezTo>
                  <a:pt x="104" y="251"/>
                  <a:pt x="100" y="265"/>
                  <a:pt x="100" y="269"/>
                </a:cubicBezTo>
                <a:cubicBezTo>
                  <a:pt x="126" y="269"/>
                  <a:pt x="152" y="269"/>
                  <a:pt x="178" y="269"/>
                </a:cubicBezTo>
                <a:lnTo>
                  <a:pt x="256" y="269"/>
                </a:lnTo>
                <a:cubicBezTo>
                  <a:pt x="256" y="268"/>
                  <a:pt x="258" y="259"/>
                  <a:pt x="262" y="242"/>
                </a:cubicBezTo>
                <a:cubicBezTo>
                  <a:pt x="266" y="225"/>
                  <a:pt x="270" y="203"/>
                  <a:pt x="275" y="178"/>
                </a:cubicBezTo>
                <a:cubicBezTo>
                  <a:pt x="280" y="152"/>
                  <a:pt x="282" y="130"/>
                  <a:pt x="282" y="112"/>
                </a:cubicBezTo>
                <a:moveTo>
                  <a:pt x="63" y="462"/>
                </a:moveTo>
                <a:cubicBezTo>
                  <a:pt x="63" y="519"/>
                  <a:pt x="78" y="547"/>
                  <a:pt x="107" y="547"/>
                </a:cubicBezTo>
                <a:cubicBezTo>
                  <a:pt x="115" y="547"/>
                  <a:pt x="124" y="545"/>
                  <a:pt x="133" y="539"/>
                </a:cubicBezTo>
                <a:cubicBezTo>
                  <a:pt x="142" y="534"/>
                  <a:pt x="153" y="524"/>
                  <a:pt x="166" y="509"/>
                </a:cubicBezTo>
                <a:cubicBezTo>
                  <a:pt x="179" y="494"/>
                  <a:pt x="191" y="470"/>
                  <a:pt x="204" y="439"/>
                </a:cubicBezTo>
                <a:cubicBezTo>
                  <a:pt x="217" y="407"/>
                  <a:pt x="230" y="368"/>
                  <a:pt x="243" y="320"/>
                </a:cubicBezTo>
                <a:lnTo>
                  <a:pt x="247" y="306"/>
                </a:lnTo>
                <a:lnTo>
                  <a:pt x="90" y="306"/>
                </a:lnTo>
                <a:cubicBezTo>
                  <a:pt x="90" y="308"/>
                  <a:pt x="88" y="318"/>
                  <a:pt x="83" y="337"/>
                </a:cubicBezTo>
                <a:cubicBezTo>
                  <a:pt x="78" y="357"/>
                  <a:pt x="74" y="378"/>
                  <a:pt x="69" y="401"/>
                </a:cubicBezTo>
                <a:cubicBezTo>
                  <a:pt x="65" y="424"/>
                  <a:pt x="63" y="444"/>
                  <a:pt x="63" y="462"/>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868" name=""/>
          <p:cNvSpPr/>
          <p:nvPr/>
        </p:nvSpPr>
        <p:spPr>
          <a:xfrm>
            <a:off x="4543200" y="5815440"/>
            <a:ext cx="98280" cy="410040"/>
          </a:xfrm>
          <a:custGeom>
            <a:avLst/>
            <a:gdLst/>
            <a:ahLst/>
            <a:rect l="0" t="0" r="r" b="b"/>
            <a:pathLst>
              <a:path w="273" h="1139">
                <a:moveTo>
                  <a:pt x="0" y="570"/>
                </a:moveTo>
                <a:cubicBezTo>
                  <a:pt x="0" y="517"/>
                  <a:pt x="4" y="468"/>
                  <a:pt x="11" y="421"/>
                </a:cubicBezTo>
                <a:cubicBezTo>
                  <a:pt x="19" y="374"/>
                  <a:pt x="27" y="332"/>
                  <a:pt x="38" y="298"/>
                </a:cubicBezTo>
                <a:cubicBezTo>
                  <a:pt x="48" y="264"/>
                  <a:pt x="62" y="230"/>
                  <a:pt x="80" y="198"/>
                </a:cubicBezTo>
                <a:cubicBezTo>
                  <a:pt x="99" y="165"/>
                  <a:pt x="113" y="140"/>
                  <a:pt x="124" y="121"/>
                </a:cubicBezTo>
                <a:cubicBezTo>
                  <a:pt x="134" y="103"/>
                  <a:pt x="150" y="83"/>
                  <a:pt x="171" y="62"/>
                </a:cubicBezTo>
                <a:cubicBezTo>
                  <a:pt x="193" y="41"/>
                  <a:pt x="205" y="28"/>
                  <a:pt x="209" y="23"/>
                </a:cubicBezTo>
                <a:cubicBezTo>
                  <a:pt x="213" y="19"/>
                  <a:pt x="222" y="11"/>
                  <a:pt x="238" y="0"/>
                </a:cubicBezTo>
                <a:lnTo>
                  <a:pt x="252" y="0"/>
                </a:lnTo>
                <a:lnTo>
                  <a:pt x="257" y="0"/>
                </a:lnTo>
                <a:cubicBezTo>
                  <a:pt x="267" y="0"/>
                  <a:pt x="273" y="3"/>
                  <a:pt x="273" y="10"/>
                </a:cubicBezTo>
                <a:cubicBezTo>
                  <a:pt x="273" y="12"/>
                  <a:pt x="266" y="20"/>
                  <a:pt x="253" y="34"/>
                </a:cubicBezTo>
                <a:cubicBezTo>
                  <a:pt x="241" y="47"/>
                  <a:pt x="225" y="68"/>
                  <a:pt x="207" y="94"/>
                </a:cubicBezTo>
                <a:cubicBezTo>
                  <a:pt x="189" y="121"/>
                  <a:pt x="170" y="153"/>
                  <a:pt x="151" y="192"/>
                </a:cubicBezTo>
                <a:cubicBezTo>
                  <a:pt x="132" y="231"/>
                  <a:pt x="116" y="283"/>
                  <a:pt x="103" y="350"/>
                </a:cubicBezTo>
                <a:cubicBezTo>
                  <a:pt x="90" y="416"/>
                  <a:pt x="84" y="489"/>
                  <a:pt x="84" y="570"/>
                </a:cubicBezTo>
                <a:cubicBezTo>
                  <a:pt x="84" y="650"/>
                  <a:pt x="90" y="723"/>
                  <a:pt x="103" y="788"/>
                </a:cubicBezTo>
                <a:cubicBezTo>
                  <a:pt x="116" y="854"/>
                  <a:pt x="132" y="906"/>
                  <a:pt x="150" y="947"/>
                </a:cubicBezTo>
                <a:cubicBezTo>
                  <a:pt x="168" y="987"/>
                  <a:pt x="187" y="1019"/>
                  <a:pt x="206" y="1044"/>
                </a:cubicBezTo>
                <a:cubicBezTo>
                  <a:pt x="225" y="1070"/>
                  <a:pt x="241" y="1090"/>
                  <a:pt x="253" y="1105"/>
                </a:cubicBezTo>
                <a:cubicBezTo>
                  <a:pt x="266" y="1120"/>
                  <a:pt x="273" y="1128"/>
                  <a:pt x="273" y="1129"/>
                </a:cubicBezTo>
                <a:cubicBezTo>
                  <a:pt x="273" y="1136"/>
                  <a:pt x="267" y="1139"/>
                  <a:pt x="256" y="1139"/>
                </a:cubicBezTo>
                <a:lnTo>
                  <a:pt x="252" y="1139"/>
                </a:lnTo>
                <a:lnTo>
                  <a:pt x="238" y="1139"/>
                </a:lnTo>
                <a:lnTo>
                  <a:pt x="206" y="1112"/>
                </a:lnTo>
                <a:cubicBezTo>
                  <a:pt x="134" y="1047"/>
                  <a:pt x="82" y="967"/>
                  <a:pt x="50" y="870"/>
                </a:cubicBezTo>
                <a:cubicBezTo>
                  <a:pt x="16" y="774"/>
                  <a:pt x="0" y="674"/>
                  <a:pt x="0" y="570"/>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869" name=""/>
          <p:cNvSpPr/>
          <p:nvPr/>
        </p:nvSpPr>
        <p:spPr>
          <a:xfrm>
            <a:off x="4672440" y="5940720"/>
            <a:ext cx="232200" cy="182160"/>
          </a:xfrm>
          <a:custGeom>
            <a:avLst/>
            <a:gdLst/>
            <a:ahLst/>
            <a:rect l="0" t="0" r="r" b="b"/>
            <a:pathLst>
              <a:path w="645" h="506">
                <a:moveTo>
                  <a:pt x="236" y="506"/>
                </a:moveTo>
                <a:cubicBezTo>
                  <a:pt x="225" y="504"/>
                  <a:pt x="183" y="503"/>
                  <a:pt x="114" y="503"/>
                </a:cubicBezTo>
                <a:cubicBezTo>
                  <a:pt x="53" y="503"/>
                  <a:pt x="18" y="504"/>
                  <a:pt x="8" y="506"/>
                </a:cubicBezTo>
                <a:lnTo>
                  <a:pt x="0" y="506"/>
                </a:lnTo>
                <a:lnTo>
                  <a:pt x="0" y="436"/>
                </a:lnTo>
                <a:lnTo>
                  <a:pt x="110" y="436"/>
                </a:lnTo>
                <a:lnTo>
                  <a:pt x="256" y="263"/>
                </a:lnTo>
                <a:lnTo>
                  <a:pt x="101" y="71"/>
                </a:lnTo>
                <a:lnTo>
                  <a:pt x="6" y="71"/>
                </a:lnTo>
                <a:lnTo>
                  <a:pt x="6" y="0"/>
                </a:lnTo>
                <a:lnTo>
                  <a:pt x="15" y="0"/>
                </a:lnTo>
                <a:cubicBezTo>
                  <a:pt x="27" y="2"/>
                  <a:pt x="68" y="3"/>
                  <a:pt x="139" y="3"/>
                </a:cubicBezTo>
                <a:cubicBezTo>
                  <a:pt x="219" y="3"/>
                  <a:pt x="266" y="2"/>
                  <a:pt x="279" y="0"/>
                </a:cubicBezTo>
                <a:lnTo>
                  <a:pt x="289" y="0"/>
                </a:lnTo>
                <a:lnTo>
                  <a:pt x="289" y="71"/>
                </a:lnTo>
                <a:lnTo>
                  <a:pt x="258" y="71"/>
                </a:lnTo>
                <a:lnTo>
                  <a:pt x="297" y="119"/>
                </a:lnTo>
                <a:cubicBezTo>
                  <a:pt x="323" y="151"/>
                  <a:pt x="337" y="167"/>
                  <a:pt x="337" y="167"/>
                </a:cubicBezTo>
                <a:cubicBezTo>
                  <a:pt x="340" y="167"/>
                  <a:pt x="355" y="151"/>
                  <a:pt x="381" y="117"/>
                </a:cubicBezTo>
                <a:lnTo>
                  <a:pt x="420" y="71"/>
                </a:lnTo>
                <a:lnTo>
                  <a:pt x="378" y="71"/>
                </a:lnTo>
                <a:lnTo>
                  <a:pt x="378" y="0"/>
                </a:lnTo>
                <a:lnTo>
                  <a:pt x="387" y="0"/>
                </a:lnTo>
                <a:cubicBezTo>
                  <a:pt x="399" y="2"/>
                  <a:pt x="439" y="3"/>
                  <a:pt x="508" y="3"/>
                </a:cubicBezTo>
                <a:cubicBezTo>
                  <a:pt x="570" y="3"/>
                  <a:pt x="605" y="2"/>
                  <a:pt x="614" y="0"/>
                </a:cubicBezTo>
                <a:lnTo>
                  <a:pt x="622" y="0"/>
                </a:lnTo>
                <a:lnTo>
                  <a:pt x="622" y="71"/>
                </a:lnTo>
                <a:lnTo>
                  <a:pt x="514" y="71"/>
                </a:lnTo>
                <a:lnTo>
                  <a:pt x="382" y="225"/>
                </a:lnTo>
                <a:lnTo>
                  <a:pt x="551" y="435"/>
                </a:lnTo>
                <a:lnTo>
                  <a:pt x="598" y="436"/>
                </a:lnTo>
                <a:lnTo>
                  <a:pt x="645" y="436"/>
                </a:lnTo>
                <a:lnTo>
                  <a:pt x="645" y="506"/>
                </a:lnTo>
                <a:lnTo>
                  <a:pt x="636" y="506"/>
                </a:lnTo>
                <a:cubicBezTo>
                  <a:pt x="624" y="504"/>
                  <a:pt x="583" y="503"/>
                  <a:pt x="511" y="503"/>
                </a:cubicBezTo>
                <a:cubicBezTo>
                  <a:pt x="433" y="503"/>
                  <a:pt x="386" y="504"/>
                  <a:pt x="373" y="506"/>
                </a:cubicBezTo>
                <a:lnTo>
                  <a:pt x="362" y="506"/>
                </a:lnTo>
                <a:lnTo>
                  <a:pt x="362" y="436"/>
                </a:lnTo>
                <a:lnTo>
                  <a:pt x="394" y="436"/>
                </a:lnTo>
                <a:cubicBezTo>
                  <a:pt x="394" y="435"/>
                  <a:pt x="379" y="415"/>
                  <a:pt x="349" y="378"/>
                </a:cubicBezTo>
                <a:cubicBezTo>
                  <a:pt x="318" y="341"/>
                  <a:pt x="303" y="321"/>
                  <a:pt x="302" y="320"/>
                </a:cubicBezTo>
                <a:lnTo>
                  <a:pt x="202" y="435"/>
                </a:lnTo>
                <a:lnTo>
                  <a:pt x="225" y="436"/>
                </a:lnTo>
                <a:lnTo>
                  <a:pt x="245" y="436"/>
                </a:lnTo>
                <a:lnTo>
                  <a:pt x="245" y="506"/>
                </a:lnTo>
                <a:lnTo>
                  <a:pt x="236" y="506"/>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870" name=""/>
          <p:cNvSpPr/>
          <p:nvPr/>
        </p:nvSpPr>
        <p:spPr>
          <a:xfrm>
            <a:off x="4931640" y="6002640"/>
            <a:ext cx="90720" cy="185040"/>
          </a:xfrm>
          <a:custGeom>
            <a:avLst/>
            <a:gdLst/>
            <a:ahLst/>
            <a:rect l="0" t="0" r="r" b="b"/>
            <a:pathLst>
              <a:path w="252" h="514">
                <a:moveTo>
                  <a:pt x="6" y="194"/>
                </a:moveTo>
                <a:cubicBezTo>
                  <a:pt x="2" y="191"/>
                  <a:pt x="0" y="188"/>
                  <a:pt x="0" y="186"/>
                </a:cubicBezTo>
                <a:cubicBezTo>
                  <a:pt x="0" y="184"/>
                  <a:pt x="1" y="180"/>
                  <a:pt x="3" y="173"/>
                </a:cubicBezTo>
                <a:cubicBezTo>
                  <a:pt x="4" y="167"/>
                  <a:pt x="6" y="163"/>
                  <a:pt x="7" y="162"/>
                </a:cubicBezTo>
                <a:cubicBezTo>
                  <a:pt x="8" y="159"/>
                  <a:pt x="10" y="158"/>
                  <a:pt x="14" y="158"/>
                </a:cubicBezTo>
                <a:cubicBezTo>
                  <a:pt x="18" y="158"/>
                  <a:pt x="32" y="158"/>
                  <a:pt x="55" y="157"/>
                </a:cubicBezTo>
                <a:lnTo>
                  <a:pt x="98" y="157"/>
                </a:lnTo>
                <a:lnTo>
                  <a:pt x="113" y="93"/>
                </a:lnTo>
                <a:cubicBezTo>
                  <a:pt x="115" y="87"/>
                  <a:pt x="117" y="79"/>
                  <a:pt x="119" y="70"/>
                </a:cubicBezTo>
                <a:cubicBezTo>
                  <a:pt x="121" y="60"/>
                  <a:pt x="123" y="53"/>
                  <a:pt x="124" y="49"/>
                </a:cubicBezTo>
                <a:cubicBezTo>
                  <a:pt x="126" y="44"/>
                  <a:pt x="128" y="39"/>
                  <a:pt x="129" y="32"/>
                </a:cubicBezTo>
                <a:cubicBezTo>
                  <a:pt x="131" y="26"/>
                  <a:pt x="133" y="21"/>
                  <a:pt x="136" y="19"/>
                </a:cubicBezTo>
                <a:cubicBezTo>
                  <a:pt x="138" y="16"/>
                  <a:pt x="141" y="13"/>
                  <a:pt x="144" y="9"/>
                </a:cubicBezTo>
                <a:cubicBezTo>
                  <a:pt x="146" y="5"/>
                  <a:pt x="150" y="3"/>
                  <a:pt x="155" y="2"/>
                </a:cubicBezTo>
                <a:cubicBezTo>
                  <a:pt x="160" y="1"/>
                  <a:pt x="165" y="0"/>
                  <a:pt x="169" y="0"/>
                </a:cubicBezTo>
                <a:cubicBezTo>
                  <a:pt x="180" y="1"/>
                  <a:pt x="187" y="4"/>
                  <a:pt x="191" y="9"/>
                </a:cubicBezTo>
                <a:cubicBezTo>
                  <a:pt x="194" y="15"/>
                  <a:pt x="196" y="20"/>
                  <a:pt x="196" y="24"/>
                </a:cubicBezTo>
                <a:cubicBezTo>
                  <a:pt x="196" y="28"/>
                  <a:pt x="194" y="41"/>
                  <a:pt x="189" y="62"/>
                </a:cubicBezTo>
                <a:cubicBezTo>
                  <a:pt x="184" y="84"/>
                  <a:pt x="179" y="105"/>
                  <a:pt x="172" y="126"/>
                </a:cubicBezTo>
                <a:lnTo>
                  <a:pt x="164" y="156"/>
                </a:lnTo>
                <a:cubicBezTo>
                  <a:pt x="164" y="157"/>
                  <a:pt x="178" y="157"/>
                  <a:pt x="205" y="157"/>
                </a:cubicBezTo>
                <a:lnTo>
                  <a:pt x="246" y="157"/>
                </a:lnTo>
                <a:cubicBezTo>
                  <a:pt x="250" y="161"/>
                  <a:pt x="252" y="164"/>
                  <a:pt x="252" y="166"/>
                </a:cubicBezTo>
                <a:cubicBezTo>
                  <a:pt x="252" y="178"/>
                  <a:pt x="248" y="187"/>
                  <a:pt x="241" y="194"/>
                </a:cubicBezTo>
                <a:lnTo>
                  <a:pt x="154" y="194"/>
                </a:lnTo>
                <a:lnTo>
                  <a:pt x="125" y="311"/>
                </a:lnTo>
                <a:cubicBezTo>
                  <a:pt x="104" y="397"/>
                  <a:pt x="94" y="443"/>
                  <a:pt x="94" y="449"/>
                </a:cubicBezTo>
                <a:cubicBezTo>
                  <a:pt x="94" y="472"/>
                  <a:pt x="101" y="484"/>
                  <a:pt x="116" y="484"/>
                </a:cubicBezTo>
                <a:cubicBezTo>
                  <a:pt x="134" y="484"/>
                  <a:pt x="153" y="474"/>
                  <a:pt x="170" y="456"/>
                </a:cubicBezTo>
                <a:cubicBezTo>
                  <a:pt x="189" y="438"/>
                  <a:pt x="203" y="415"/>
                  <a:pt x="214" y="388"/>
                </a:cubicBezTo>
                <a:cubicBezTo>
                  <a:pt x="215" y="385"/>
                  <a:pt x="216" y="383"/>
                  <a:pt x="218" y="383"/>
                </a:cubicBezTo>
                <a:cubicBezTo>
                  <a:pt x="220" y="382"/>
                  <a:pt x="224" y="382"/>
                  <a:pt x="230" y="381"/>
                </a:cubicBezTo>
                <a:lnTo>
                  <a:pt x="233" y="381"/>
                </a:lnTo>
                <a:cubicBezTo>
                  <a:pt x="241" y="381"/>
                  <a:pt x="245" y="383"/>
                  <a:pt x="245" y="387"/>
                </a:cubicBezTo>
                <a:cubicBezTo>
                  <a:pt x="245" y="389"/>
                  <a:pt x="244" y="392"/>
                  <a:pt x="243" y="397"/>
                </a:cubicBezTo>
                <a:cubicBezTo>
                  <a:pt x="240" y="406"/>
                  <a:pt x="235" y="416"/>
                  <a:pt x="228" y="428"/>
                </a:cubicBezTo>
                <a:cubicBezTo>
                  <a:pt x="221" y="439"/>
                  <a:pt x="212" y="452"/>
                  <a:pt x="201" y="465"/>
                </a:cubicBezTo>
                <a:cubicBezTo>
                  <a:pt x="190" y="480"/>
                  <a:pt x="175" y="491"/>
                  <a:pt x="159" y="500"/>
                </a:cubicBezTo>
                <a:cubicBezTo>
                  <a:pt x="143" y="509"/>
                  <a:pt x="127" y="514"/>
                  <a:pt x="110" y="514"/>
                </a:cubicBezTo>
                <a:cubicBezTo>
                  <a:pt x="94" y="514"/>
                  <a:pt x="78" y="510"/>
                  <a:pt x="64" y="502"/>
                </a:cubicBezTo>
                <a:cubicBezTo>
                  <a:pt x="50" y="494"/>
                  <a:pt x="39" y="480"/>
                  <a:pt x="33" y="459"/>
                </a:cubicBezTo>
                <a:cubicBezTo>
                  <a:pt x="32" y="455"/>
                  <a:pt x="31" y="448"/>
                  <a:pt x="31" y="437"/>
                </a:cubicBezTo>
                <a:lnTo>
                  <a:pt x="31" y="423"/>
                </a:lnTo>
                <a:lnTo>
                  <a:pt x="59" y="310"/>
                </a:lnTo>
                <a:cubicBezTo>
                  <a:pt x="78" y="235"/>
                  <a:pt x="88" y="196"/>
                  <a:pt x="88" y="196"/>
                </a:cubicBezTo>
                <a:cubicBezTo>
                  <a:pt x="88" y="195"/>
                  <a:pt x="74" y="194"/>
                  <a:pt x="47" y="194"/>
                </a:cubicBezTo>
                <a:lnTo>
                  <a:pt x="6" y="194"/>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871" name=""/>
          <p:cNvSpPr/>
          <p:nvPr/>
        </p:nvSpPr>
        <p:spPr>
          <a:xfrm>
            <a:off x="5083200" y="6073200"/>
            <a:ext cx="54720" cy="129240"/>
          </a:xfrm>
          <a:custGeom>
            <a:avLst/>
            <a:gdLst/>
            <a:ahLst/>
            <a:rect l="0" t="0" r="r" b="b"/>
            <a:pathLst>
              <a:path w="152" h="359">
                <a:moveTo>
                  <a:pt x="0" y="98"/>
                </a:moveTo>
                <a:cubicBezTo>
                  <a:pt x="0" y="98"/>
                  <a:pt x="0" y="88"/>
                  <a:pt x="0" y="69"/>
                </a:cubicBezTo>
                <a:cubicBezTo>
                  <a:pt x="0" y="50"/>
                  <a:pt x="7" y="34"/>
                  <a:pt x="19" y="20"/>
                </a:cubicBezTo>
                <a:cubicBezTo>
                  <a:pt x="31" y="6"/>
                  <a:pt x="47" y="0"/>
                  <a:pt x="69" y="0"/>
                </a:cubicBezTo>
                <a:cubicBezTo>
                  <a:pt x="90" y="0"/>
                  <a:pt x="109" y="9"/>
                  <a:pt x="126" y="28"/>
                </a:cubicBezTo>
                <a:cubicBezTo>
                  <a:pt x="142" y="47"/>
                  <a:pt x="151" y="80"/>
                  <a:pt x="152" y="128"/>
                </a:cubicBezTo>
                <a:cubicBezTo>
                  <a:pt x="152" y="156"/>
                  <a:pt x="148" y="182"/>
                  <a:pt x="141" y="207"/>
                </a:cubicBezTo>
                <a:cubicBezTo>
                  <a:pt x="135" y="232"/>
                  <a:pt x="127" y="253"/>
                  <a:pt x="118" y="272"/>
                </a:cubicBezTo>
                <a:cubicBezTo>
                  <a:pt x="108" y="290"/>
                  <a:pt x="99" y="305"/>
                  <a:pt x="88" y="318"/>
                </a:cubicBezTo>
                <a:cubicBezTo>
                  <a:pt x="77" y="331"/>
                  <a:pt x="68" y="341"/>
                  <a:pt x="61" y="349"/>
                </a:cubicBezTo>
                <a:cubicBezTo>
                  <a:pt x="52" y="357"/>
                  <a:pt x="47" y="360"/>
                  <a:pt x="45" y="359"/>
                </a:cubicBezTo>
                <a:cubicBezTo>
                  <a:pt x="42" y="359"/>
                  <a:pt x="37" y="356"/>
                  <a:pt x="30" y="349"/>
                </a:cubicBezTo>
                <a:cubicBezTo>
                  <a:pt x="23" y="342"/>
                  <a:pt x="20" y="337"/>
                  <a:pt x="20" y="334"/>
                </a:cubicBezTo>
                <a:cubicBezTo>
                  <a:pt x="20" y="331"/>
                  <a:pt x="24" y="325"/>
                  <a:pt x="32" y="316"/>
                </a:cubicBezTo>
                <a:cubicBezTo>
                  <a:pt x="41" y="307"/>
                  <a:pt x="50" y="295"/>
                  <a:pt x="62" y="282"/>
                </a:cubicBezTo>
                <a:cubicBezTo>
                  <a:pt x="72" y="268"/>
                  <a:pt x="82" y="249"/>
                  <a:pt x="91" y="225"/>
                </a:cubicBezTo>
                <a:cubicBezTo>
                  <a:pt x="100" y="201"/>
                  <a:pt x="107" y="173"/>
                  <a:pt x="110" y="142"/>
                </a:cubicBezTo>
                <a:lnTo>
                  <a:pt x="110" y="127"/>
                </a:lnTo>
                <a:lnTo>
                  <a:pt x="108" y="128"/>
                </a:lnTo>
                <a:cubicBezTo>
                  <a:pt x="107" y="129"/>
                  <a:pt x="105" y="130"/>
                  <a:pt x="103" y="131"/>
                </a:cubicBezTo>
                <a:cubicBezTo>
                  <a:pt x="100" y="131"/>
                  <a:pt x="98" y="132"/>
                  <a:pt x="96" y="134"/>
                </a:cubicBezTo>
                <a:cubicBezTo>
                  <a:pt x="94" y="136"/>
                  <a:pt x="90" y="137"/>
                  <a:pt x="86" y="137"/>
                </a:cubicBezTo>
                <a:cubicBezTo>
                  <a:pt x="81" y="137"/>
                  <a:pt x="77" y="138"/>
                  <a:pt x="72" y="138"/>
                </a:cubicBezTo>
                <a:cubicBezTo>
                  <a:pt x="51" y="138"/>
                  <a:pt x="34" y="131"/>
                  <a:pt x="21" y="118"/>
                </a:cubicBezTo>
                <a:lnTo>
                  <a:pt x="0" y="98"/>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872" name=""/>
          <p:cNvSpPr/>
          <p:nvPr/>
        </p:nvSpPr>
        <p:spPr>
          <a:xfrm>
            <a:off x="5241600" y="5866200"/>
            <a:ext cx="127800" cy="261360"/>
          </a:xfrm>
          <a:custGeom>
            <a:avLst/>
            <a:gdLst/>
            <a:ahLst/>
            <a:rect l="0" t="0" r="r" b="b"/>
            <a:pathLst>
              <a:path w="355" h="726">
                <a:moveTo>
                  <a:pt x="8" y="275"/>
                </a:moveTo>
                <a:cubicBezTo>
                  <a:pt x="2" y="270"/>
                  <a:pt x="0" y="266"/>
                  <a:pt x="0" y="264"/>
                </a:cubicBezTo>
                <a:cubicBezTo>
                  <a:pt x="0" y="261"/>
                  <a:pt x="1" y="255"/>
                  <a:pt x="3" y="245"/>
                </a:cubicBezTo>
                <a:cubicBezTo>
                  <a:pt x="5" y="236"/>
                  <a:pt x="7" y="231"/>
                  <a:pt x="9" y="230"/>
                </a:cubicBezTo>
                <a:cubicBezTo>
                  <a:pt x="10" y="226"/>
                  <a:pt x="14" y="224"/>
                  <a:pt x="19" y="224"/>
                </a:cubicBezTo>
                <a:cubicBezTo>
                  <a:pt x="24" y="224"/>
                  <a:pt x="44" y="223"/>
                  <a:pt x="77" y="223"/>
                </a:cubicBezTo>
                <a:lnTo>
                  <a:pt x="138" y="223"/>
                </a:lnTo>
                <a:lnTo>
                  <a:pt x="160" y="132"/>
                </a:lnTo>
                <a:cubicBezTo>
                  <a:pt x="162" y="123"/>
                  <a:pt x="165" y="112"/>
                  <a:pt x="168" y="99"/>
                </a:cubicBezTo>
                <a:cubicBezTo>
                  <a:pt x="171" y="85"/>
                  <a:pt x="174" y="75"/>
                  <a:pt x="176" y="69"/>
                </a:cubicBezTo>
                <a:cubicBezTo>
                  <a:pt x="178" y="63"/>
                  <a:pt x="180" y="55"/>
                  <a:pt x="183" y="46"/>
                </a:cubicBezTo>
                <a:cubicBezTo>
                  <a:pt x="185" y="37"/>
                  <a:pt x="188" y="31"/>
                  <a:pt x="192" y="27"/>
                </a:cubicBezTo>
                <a:cubicBezTo>
                  <a:pt x="196" y="23"/>
                  <a:pt x="199" y="19"/>
                  <a:pt x="203" y="12"/>
                </a:cubicBezTo>
                <a:cubicBezTo>
                  <a:pt x="207" y="7"/>
                  <a:pt x="212" y="4"/>
                  <a:pt x="219" y="2"/>
                </a:cubicBezTo>
                <a:cubicBezTo>
                  <a:pt x="226" y="1"/>
                  <a:pt x="233" y="0"/>
                  <a:pt x="240" y="0"/>
                </a:cubicBezTo>
                <a:cubicBezTo>
                  <a:pt x="253" y="1"/>
                  <a:pt x="263" y="5"/>
                  <a:pt x="268" y="12"/>
                </a:cubicBezTo>
                <a:cubicBezTo>
                  <a:pt x="273" y="21"/>
                  <a:pt x="276" y="28"/>
                  <a:pt x="276" y="35"/>
                </a:cubicBezTo>
                <a:cubicBezTo>
                  <a:pt x="276" y="40"/>
                  <a:pt x="273" y="58"/>
                  <a:pt x="266" y="88"/>
                </a:cubicBezTo>
                <a:cubicBezTo>
                  <a:pt x="259" y="119"/>
                  <a:pt x="251" y="149"/>
                  <a:pt x="243" y="178"/>
                </a:cubicBezTo>
                <a:lnTo>
                  <a:pt x="232" y="220"/>
                </a:lnTo>
                <a:cubicBezTo>
                  <a:pt x="232" y="222"/>
                  <a:pt x="251" y="223"/>
                  <a:pt x="289" y="223"/>
                </a:cubicBezTo>
                <a:lnTo>
                  <a:pt x="347" y="223"/>
                </a:lnTo>
                <a:cubicBezTo>
                  <a:pt x="352" y="228"/>
                  <a:pt x="355" y="232"/>
                  <a:pt x="355" y="235"/>
                </a:cubicBezTo>
                <a:cubicBezTo>
                  <a:pt x="355" y="252"/>
                  <a:pt x="350" y="265"/>
                  <a:pt x="340" y="275"/>
                </a:cubicBezTo>
                <a:lnTo>
                  <a:pt x="218" y="275"/>
                </a:lnTo>
                <a:lnTo>
                  <a:pt x="177" y="440"/>
                </a:lnTo>
                <a:cubicBezTo>
                  <a:pt x="147" y="562"/>
                  <a:pt x="133" y="627"/>
                  <a:pt x="133" y="636"/>
                </a:cubicBezTo>
                <a:cubicBezTo>
                  <a:pt x="133" y="668"/>
                  <a:pt x="143" y="684"/>
                  <a:pt x="163" y="684"/>
                </a:cubicBezTo>
                <a:cubicBezTo>
                  <a:pt x="190" y="684"/>
                  <a:pt x="216" y="671"/>
                  <a:pt x="241" y="645"/>
                </a:cubicBezTo>
                <a:cubicBezTo>
                  <a:pt x="266" y="619"/>
                  <a:pt x="286" y="587"/>
                  <a:pt x="301" y="549"/>
                </a:cubicBezTo>
                <a:cubicBezTo>
                  <a:pt x="303" y="545"/>
                  <a:pt x="304" y="542"/>
                  <a:pt x="307" y="541"/>
                </a:cubicBezTo>
                <a:cubicBezTo>
                  <a:pt x="309" y="541"/>
                  <a:pt x="315" y="540"/>
                  <a:pt x="324" y="539"/>
                </a:cubicBezTo>
                <a:lnTo>
                  <a:pt x="328" y="539"/>
                </a:lnTo>
                <a:cubicBezTo>
                  <a:pt x="340" y="539"/>
                  <a:pt x="345" y="542"/>
                  <a:pt x="345" y="548"/>
                </a:cubicBezTo>
                <a:cubicBezTo>
                  <a:pt x="345" y="551"/>
                  <a:pt x="344" y="555"/>
                  <a:pt x="342" y="562"/>
                </a:cubicBezTo>
                <a:cubicBezTo>
                  <a:pt x="338" y="574"/>
                  <a:pt x="331" y="589"/>
                  <a:pt x="322" y="605"/>
                </a:cubicBezTo>
                <a:cubicBezTo>
                  <a:pt x="312" y="622"/>
                  <a:pt x="299" y="640"/>
                  <a:pt x="283" y="659"/>
                </a:cubicBezTo>
                <a:cubicBezTo>
                  <a:pt x="267" y="678"/>
                  <a:pt x="248" y="694"/>
                  <a:pt x="225" y="707"/>
                </a:cubicBezTo>
                <a:cubicBezTo>
                  <a:pt x="202" y="719"/>
                  <a:pt x="179" y="726"/>
                  <a:pt x="155" y="726"/>
                </a:cubicBezTo>
                <a:cubicBezTo>
                  <a:pt x="133" y="726"/>
                  <a:pt x="110" y="720"/>
                  <a:pt x="89" y="709"/>
                </a:cubicBezTo>
                <a:cubicBezTo>
                  <a:pt x="69" y="697"/>
                  <a:pt x="54" y="678"/>
                  <a:pt x="45" y="650"/>
                </a:cubicBezTo>
                <a:cubicBezTo>
                  <a:pt x="44" y="644"/>
                  <a:pt x="43" y="633"/>
                  <a:pt x="43" y="619"/>
                </a:cubicBezTo>
                <a:lnTo>
                  <a:pt x="43" y="598"/>
                </a:lnTo>
                <a:lnTo>
                  <a:pt x="83" y="439"/>
                </a:lnTo>
                <a:cubicBezTo>
                  <a:pt x="109" y="332"/>
                  <a:pt x="123" y="278"/>
                  <a:pt x="124" y="277"/>
                </a:cubicBezTo>
                <a:cubicBezTo>
                  <a:pt x="124" y="276"/>
                  <a:pt x="104" y="275"/>
                  <a:pt x="66" y="275"/>
                </a:cubicBezTo>
                <a:lnTo>
                  <a:pt x="8" y="275"/>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873" name=""/>
          <p:cNvSpPr/>
          <p:nvPr/>
        </p:nvSpPr>
        <p:spPr>
          <a:xfrm>
            <a:off x="5403960" y="5815440"/>
            <a:ext cx="98640" cy="410040"/>
          </a:xfrm>
          <a:custGeom>
            <a:avLst/>
            <a:gdLst/>
            <a:ahLst/>
            <a:rect l="0" t="0" r="r" b="b"/>
            <a:pathLst>
              <a:path w="274" h="1139">
                <a:moveTo>
                  <a:pt x="6" y="1"/>
                </a:moveTo>
                <a:lnTo>
                  <a:pt x="11" y="0"/>
                </a:lnTo>
                <a:cubicBezTo>
                  <a:pt x="15" y="0"/>
                  <a:pt x="18" y="0"/>
                  <a:pt x="22" y="0"/>
                </a:cubicBezTo>
                <a:lnTo>
                  <a:pt x="36" y="0"/>
                </a:lnTo>
                <a:lnTo>
                  <a:pt x="68" y="27"/>
                </a:lnTo>
                <a:cubicBezTo>
                  <a:pt x="140" y="91"/>
                  <a:pt x="192" y="172"/>
                  <a:pt x="225" y="268"/>
                </a:cubicBezTo>
                <a:cubicBezTo>
                  <a:pt x="257" y="366"/>
                  <a:pt x="274" y="466"/>
                  <a:pt x="274" y="570"/>
                </a:cubicBezTo>
                <a:cubicBezTo>
                  <a:pt x="274" y="621"/>
                  <a:pt x="270" y="671"/>
                  <a:pt x="262" y="719"/>
                </a:cubicBezTo>
                <a:cubicBezTo>
                  <a:pt x="255" y="767"/>
                  <a:pt x="246" y="807"/>
                  <a:pt x="236" y="841"/>
                </a:cubicBezTo>
                <a:cubicBezTo>
                  <a:pt x="226" y="874"/>
                  <a:pt x="212" y="907"/>
                  <a:pt x="194" y="941"/>
                </a:cubicBezTo>
                <a:cubicBezTo>
                  <a:pt x="176" y="974"/>
                  <a:pt x="161" y="1000"/>
                  <a:pt x="151" y="1017"/>
                </a:cubicBezTo>
                <a:cubicBezTo>
                  <a:pt x="140" y="1035"/>
                  <a:pt x="124" y="1054"/>
                  <a:pt x="104" y="1075"/>
                </a:cubicBezTo>
                <a:cubicBezTo>
                  <a:pt x="82" y="1096"/>
                  <a:pt x="70" y="1109"/>
                  <a:pt x="66" y="1113"/>
                </a:cubicBezTo>
                <a:cubicBezTo>
                  <a:pt x="63" y="1117"/>
                  <a:pt x="54" y="1124"/>
                  <a:pt x="40" y="1134"/>
                </a:cubicBezTo>
                <a:cubicBezTo>
                  <a:pt x="38" y="1137"/>
                  <a:pt x="37" y="1138"/>
                  <a:pt x="36" y="1139"/>
                </a:cubicBezTo>
                <a:lnTo>
                  <a:pt x="22" y="1139"/>
                </a:lnTo>
                <a:cubicBezTo>
                  <a:pt x="16" y="1139"/>
                  <a:pt x="12" y="1139"/>
                  <a:pt x="10" y="1139"/>
                </a:cubicBezTo>
                <a:cubicBezTo>
                  <a:pt x="7" y="1139"/>
                  <a:pt x="5" y="1138"/>
                  <a:pt x="4" y="1136"/>
                </a:cubicBezTo>
                <a:cubicBezTo>
                  <a:pt x="2" y="1133"/>
                  <a:pt x="1" y="1130"/>
                  <a:pt x="0" y="1125"/>
                </a:cubicBezTo>
                <a:cubicBezTo>
                  <a:pt x="1" y="1125"/>
                  <a:pt x="5" y="1120"/>
                  <a:pt x="13" y="1111"/>
                </a:cubicBezTo>
                <a:cubicBezTo>
                  <a:pt x="132" y="988"/>
                  <a:pt x="190" y="808"/>
                  <a:pt x="190" y="570"/>
                </a:cubicBezTo>
                <a:cubicBezTo>
                  <a:pt x="190" y="330"/>
                  <a:pt x="132" y="150"/>
                  <a:pt x="13" y="28"/>
                </a:cubicBezTo>
                <a:cubicBezTo>
                  <a:pt x="5" y="19"/>
                  <a:pt x="1" y="14"/>
                  <a:pt x="0" y="13"/>
                </a:cubicBezTo>
                <a:cubicBezTo>
                  <a:pt x="0" y="7"/>
                  <a:pt x="2" y="3"/>
                  <a:pt x="6" y="1"/>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874" name=""/>
          <p:cNvSpPr/>
          <p:nvPr/>
        </p:nvSpPr>
        <p:spPr>
          <a:xfrm>
            <a:off x="5677920" y="5972400"/>
            <a:ext cx="273240" cy="96120"/>
          </a:xfrm>
          <a:custGeom>
            <a:avLst/>
            <a:gdLst/>
            <a:ahLst/>
            <a:rect l="0" t="0" r="r" b="b"/>
            <a:pathLst>
              <a:path w="759" h="267">
                <a:moveTo>
                  <a:pt x="0" y="22"/>
                </a:moveTo>
                <a:cubicBezTo>
                  <a:pt x="0" y="12"/>
                  <a:pt x="5" y="5"/>
                  <a:pt x="16" y="0"/>
                </a:cubicBezTo>
                <a:lnTo>
                  <a:pt x="742" y="0"/>
                </a:lnTo>
                <a:cubicBezTo>
                  <a:pt x="753" y="6"/>
                  <a:pt x="759" y="13"/>
                  <a:pt x="759" y="22"/>
                </a:cubicBezTo>
                <a:cubicBezTo>
                  <a:pt x="759" y="31"/>
                  <a:pt x="753" y="39"/>
                  <a:pt x="743" y="45"/>
                </a:cubicBezTo>
                <a:lnTo>
                  <a:pt x="380" y="46"/>
                </a:lnTo>
                <a:lnTo>
                  <a:pt x="18" y="46"/>
                </a:lnTo>
                <a:cubicBezTo>
                  <a:pt x="6" y="42"/>
                  <a:pt x="0" y="34"/>
                  <a:pt x="0" y="22"/>
                </a:cubicBezTo>
                <a:moveTo>
                  <a:pt x="0" y="244"/>
                </a:moveTo>
                <a:cubicBezTo>
                  <a:pt x="0" y="233"/>
                  <a:pt x="6" y="225"/>
                  <a:pt x="18" y="221"/>
                </a:cubicBezTo>
                <a:lnTo>
                  <a:pt x="743" y="221"/>
                </a:lnTo>
                <a:cubicBezTo>
                  <a:pt x="753" y="229"/>
                  <a:pt x="759" y="237"/>
                  <a:pt x="759" y="244"/>
                </a:cubicBezTo>
                <a:cubicBezTo>
                  <a:pt x="759" y="254"/>
                  <a:pt x="753" y="262"/>
                  <a:pt x="742" y="267"/>
                </a:cubicBezTo>
                <a:lnTo>
                  <a:pt x="16" y="267"/>
                </a:lnTo>
                <a:cubicBezTo>
                  <a:pt x="5" y="262"/>
                  <a:pt x="0" y="254"/>
                  <a:pt x="0" y="244"/>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875" name=""/>
          <p:cNvSpPr/>
          <p:nvPr/>
        </p:nvSpPr>
        <p:spPr>
          <a:xfrm>
            <a:off x="6121800" y="6012000"/>
            <a:ext cx="250560" cy="16920"/>
          </a:xfrm>
          <a:custGeom>
            <a:avLst/>
            <a:gdLst/>
            <a:ahLst/>
            <a:rect l="0" t="0" r="r" b="b"/>
            <a:pathLst>
              <a:path w="696" h="47">
                <a:moveTo>
                  <a:pt x="16" y="0"/>
                </a:moveTo>
                <a:lnTo>
                  <a:pt x="678" y="0"/>
                </a:lnTo>
                <a:cubicBezTo>
                  <a:pt x="689" y="6"/>
                  <a:pt x="696" y="14"/>
                  <a:pt x="696" y="24"/>
                </a:cubicBezTo>
                <a:cubicBezTo>
                  <a:pt x="696" y="33"/>
                  <a:pt x="689" y="40"/>
                  <a:pt x="678" y="47"/>
                </a:cubicBezTo>
                <a:lnTo>
                  <a:pt x="16" y="47"/>
                </a:lnTo>
                <a:cubicBezTo>
                  <a:pt x="6" y="41"/>
                  <a:pt x="0" y="34"/>
                  <a:pt x="0" y="24"/>
                </a:cubicBezTo>
                <a:cubicBezTo>
                  <a:pt x="0" y="13"/>
                  <a:pt x="6" y="5"/>
                  <a:pt x="16" y="0"/>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876" name=""/>
          <p:cNvSpPr/>
          <p:nvPr/>
        </p:nvSpPr>
        <p:spPr>
          <a:xfrm>
            <a:off x="6540480" y="5649840"/>
            <a:ext cx="167040" cy="185040"/>
          </a:xfrm>
          <a:custGeom>
            <a:avLst/>
            <a:gdLst/>
            <a:ahLst/>
            <a:rect l="0" t="0" r="r" b="b"/>
            <a:pathLst>
              <a:path w="464" h="514">
                <a:moveTo>
                  <a:pt x="424" y="404"/>
                </a:moveTo>
                <a:cubicBezTo>
                  <a:pt x="430" y="404"/>
                  <a:pt x="435" y="409"/>
                  <a:pt x="440" y="421"/>
                </a:cubicBezTo>
                <a:cubicBezTo>
                  <a:pt x="444" y="432"/>
                  <a:pt x="447" y="443"/>
                  <a:pt x="448" y="453"/>
                </a:cubicBezTo>
                <a:cubicBezTo>
                  <a:pt x="448" y="455"/>
                  <a:pt x="447" y="458"/>
                  <a:pt x="445" y="461"/>
                </a:cubicBezTo>
                <a:cubicBezTo>
                  <a:pt x="444" y="463"/>
                  <a:pt x="438" y="468"/>
                  <a:pt x="429" y="473"/>
                </a:cubicBezTo>
                <a:cubicBezTo>
                  <a:pt x="420" y="478"/>
                  <a:pt x="405" y="485"/>
                  <a:pt x="384" y="494"/>
                </a:cubicBezTo>
                <a:cubicBezTo>
                  <a:pt x="363" y="502"/>
                  <a:pt x="341" y="508"/>
                  <a:pt x="318" y="512"/>
                </a:cubicBezTo>
                <a:cubicBezTo>
                  <a:pt x="309" y="513"/>
                  <a:pt x="294" y="514"/>
                  <a:pt x="271" y="514"/>
                </a:cubicBezTo>
                <a:cubicBezTo>
                  <a:pt x="222" y="514"/>
                  <a:pt x="179" y="508"/>
                  <a:pt x="142" y="495"/>
                </a:cubicBezTo>
                <a:cubicBezTo>
                  <a:pt x="106" y="482"/>
                  <a:pt x="77" y="464"/>
                  <a:pt x="57" y="444"/>
                </a:cubicBezTo>
                <a:cubicBezTo>
                  <a:pt x="38" y="423"/>
                  <a:pt x="23" y="402"/>
                  <a:pt x="14" y="380"/>
                </a:cubicBezTo>
                <a:cubicBezTo>
                  <a:pt x="5" y="358"/>
                  <a:pt x="0" y="336"/>
                  <a:pt x="0" y="315"/>
                </a:cubicBezTo>
                <a:lnTo>
                  <a:pt x="0" y="299"/>
                </a:lnTo>
                <a:cubicBezTo>
                  <a:pt x="0" y="238"/>
                  <a:pt x="19" y="181"/>
                  <a:pt x="57" y="131"/>
                </a:cubicBezTo>
                <a:cubicBezTo>
                  <a:pt x="65" y="120"/>
                  <a:pt x="74" y="109"/>
                  <a:pt x="87" y="99"/>
                </a:cubicBezTo>
                <a:cubicBezTo>
                  <a:pt x="98" y="88"/>
                  <a:pt x="114" y="75"/>
                  <a:pt x="136" y="60"/>
                </a:cubicBezTo>
                <a:cubicBezTo>
                  <a:pt x="157" y="45"/>
                  <a:pt x="184" y="32"/>
                  <a:pt x="218" y="21"/>
                </a:cubicBezTo>
                <a:cubicBezTo>
                  <a:pt x="251" y="11"/>
                  <a:pt x="286" y="4"/>
                  <a:pt x="323" y="1"/>
                </a:cubicBezTo>
                <a:cubicBezTo>
                  <a:pt x="324" y="1"/>
                  <a:pt x="332" y="1"/>
                  <a:pt x="347" y="1"/>
                </a:cubicBezTo>
                <a:cubicBezTo>
                  <a:pt x="363" y="1"/>
                  <a:pt x="376" y="0"/>
                  <a:pt x="387" y="0"/>
                </a:cubicBezTo>
                <a:cubicBezTo>
                  <a:pt x="426" y="0"/>
                  <a:pt x="448" y="2"/>
                  <a:pt x="454" y="7"/>
                </a:cubicBezTo>
                <a:cubicBezTo>
                  <a:pt x="460" y="13"/>
                  <a:pt x="464" y="21"/>
                  <a:pt x="464" y="32"/>
                </a:cubicBezTo>
                <a:cubicBezTo>
                  <a:pt x="460" y="50"/>
                  <a:pt x="451" y="62"/>
                  <a:pt x="434" y="69"/>
                </a:cubicBezTo>
                <a:lnTo>
                  <a:pt x="379" y="70"/>
                </a:lnTo>
                <a:cubicBezTo>
                  <a:pt x="326" y="71"/>
                  <a:pt x="289" y="76"/>
                  <a:pt x="268" y="85"/>
                </a:cubicBezTo>
                <a:cubicBezTo>
                  <a:pt x="231" y="100"/>
                  <a:pt x="205" y="129"/>
                  <a:pt x="188" y="170"/>
                </a:cubicBezTo>
                <a:cubicBezTo>
                  <a:pt x="181" y="186"/>
                  <a:pt x="178" y="195"/>
                  <a:pt x="178" y="200"/>
                </a:cubicBezTo>
                <a:cubicBezTo>
                  <a:pt x="178" y="201"/>
                  <a:pt x="213" y="201"/>
                  <a:pt x="282" y="201"/>
                </a:cubicBezTo>
                <a:cubicBezTo>
                  <a:pt x="293" y="201"/>
                  <a:pt x="306" y="201"/>
                  <a:pt x="321" y="201"/>
                </a:cubicBezTo>
                <a:cubicBezTo>
                  <a:pt x="336" y="201"/>
                  <a:pt x="347" y="201"/>
                  <a:pt x="353" y="200"/>
                </a:cubicBezTo>
                <a:cubicBezTo>
                  <a:pt x="376" y="200"/>
                  <a:pt x="391" y="202"/>
                  <a:pt x="400" y="206"/>
                </a:cubicBezTo>
                <a:cubicBezTo>
                  <a:pt x="408" y="210"/>
                  <a:pt x="413" y="218"/>
                  <a:pt x="413" y="231"/>
                </a:cubicBezTo>
                <a:cubicBezTo>
                  <a:pt x="413" y="251"/>
                  <a:pt x="404" y="265"/>
                  <a:pt x="384" y="271"/>
                </a:cubicBezTo>
                <a:cubicBezTo>
                  <a:pt x="380" y="271"/>
                  <a:pt x="342" y="272"/>
                  <a:pt x="269" y="272"/>
                </a:cubicBezTo>
                <a:cubicBezTo>
                  <a:pt x="196" y="272"/>
                  <a:pt x="160" y="273"/>
                  <a:pt x="160" y="274"/>
                </a:cubicBezTo>
                <a:cubicBezTo>
                  <a:pt x="153" y="295"/>
                  <a:pt x="149" y="318"/>
                  <a:pt x="149" y="346"/>
                </a:cubicBezTo>
                <a:cubicBezTo>
                  <a:pt x="149" y="386"/>
                  <a:pt x="162" y="414"/>
                  <a:pt x="188" y="431"/>
                </a:cubicBezTo>
                <a:cubicBezTo>
                  <a:pt x="214" y="448"/>
                  <a:pt x="246" y="456"/>
                  <a:pt x="284" y="456"/>
                </a:cubicBezTo>
                <a:cubicBezTo>
                  <a:pt x="286" y="456"/>
                  <a:pt x="289" y="456"/>
                  <a:pt x="293" y="456"/>
                </a:cubicBezTo>
                <a:cubicBezTo>
                  <a:pt x="297" y="456"/>
                  <a:pt x="299" y="456"/>
                  <a:pt x="301" y="455"/>
                </a:cubicBezTo>
                <a:cubicBezTo>
                  <a:pt x="323" y="451"/>
                  <a:pt x="348" y="442"/>
                  <a:pt x="375" y="427"/>
                </a:cubicBezTo>
                <a:cubicBezTo>
                  <a:pt x="401" y="411"/>
                  <a:pt x="418" y="404"/>
                  <a:pt x="424" y="404"/>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877" name=""/>
          <p:cNvSpPr/>
          <p:nvPr/>
        </p:nvSpPr>
        <p:spPr>
          <a:xfrm>
            <a:off x="6744240" y="5688720"/>
            <a:ext cx="123840" cy="207720"/>
          </a:xfrm>
          <a:custGeom>
            <a:avLst/>
            <a:gdLst/>
            <a:ahLst/>
            <a:rect l="0" t="0" r="r" b="b"/>
            <a:pathLst>
              <a:path w="344" h="577">
                <a:moveTo>
                  <a:pt x="0" y="408"/>
                </a:moveTo>
                <a:cubicBezTo>
                  <a:pt x="0" y="353"/>
                  <a:pt x="10" y="295"/>
                  <a:pt x="31" y="235"/>
                </a:cubicBezTo>
                <a:cubicBezTo>
                  <a:pt x="52" y="174"/>
                  <a:pt x="81" y="122"/>
                  <a:pt x="117" y="78"/>
                </a:cubicBezTo>
                <a:cubicBezTo>
                  <a:pt x="152" y="34"/>
                  <a:pt x="190" y="8"/>
                  <a:pt x="228" y="1"/>
                </a:cubicBezTo>
                <a:cubicBezTo>
                  <a:pt x="229" y="1"/>
                  <a:pt x="231" y="1"/>
                  <a:pt x="235" y="1"/>
                </a:cubicBezTo>
                <a:cubicBezTo>
                  <a:pt x="239" y="1"/>
                  <a:pt x="242" y="1"/>
                  <a:pt x="244" y="0"/>
                </a:cubicBezTo>
                <a:cubicBezTo>
                  <a:pt x="273" y="3"/>
                  <a:pt x="296" y="17"/>
                  <a:pt x="313" y="41"/>
                </a:cubicBezTo>
                <a:cubicBezTo>
                  <a:pt x="334" y="73"/>
                  <a:pt x="344" y="116"/>
                  <a:pt x="344" y="170"/>
                </a:cubicBezTo>
                <a:cubicBezTo>
                  <a:pt x="344" y="232"/>
                  <a:pt x="332" y="295"/>
                  <a:pt x="308" y="359"/>
                </a:cubicBezTo>
                <a:cubicBezTo>
                  <a:pt x="283" y="423"/>
                  <a:pt x="252" y="475"/>
                  <a:pt x="215" y="516"/>
                </a:cubicBezTo>
                <a:cubicBezTo>
                  <a:pt x="177" y="557"/>
                  <a:pt x="141" y="577"/>
                  <a:pt x="107" y="577"/>
                </a:cubicBezTo>
                <a:lnTo>
                  <a:pt x="101" y="577"/>
                </a:lnTo>
                <a:cubicBezTo>
                  <a:pt x="82" y="577"/>
                  <a:pt x="65" y="572"/>
                  <a:pt x="51" y="561"/>
                </a:cubicBezTo>
                <a:cubicBezTo>
                  <a:pt x="37" y="550"/>
                  <a:pt x="27" y="536"/>
                  <a:pt x="20" y="518"/>
                </a:cubicBezTo>
                <a:cubicBezTo>
                  <a:pt x="13" y="500"/>
                  <a:pt x="8" y="482"/>
                  <a:pt x="5" y="464"/>
                </a:cubicBezTo>
                <a:cubicBezTo>
                  <a:pt x="1" y="446"/>
                  <a:pt x="0" y="427"/>
                  <a:pt x="0" y="408"/>
                </a:cubicBezTo>
                <a:moveTo>
                  <a:pt x="280" y="113"/>
                </a:moveTo>
                <a:cubicBezTo>
                  <a:pt x="280" y="59"/>
                  <a:pt x="266" y="31"/>
                  <a:pt x="237" y="31"/>
                </a:cubicBezTo>
                <a:cubicBezTo>
                  <a:pt x="218" y="31"/>
                  <a:pt x="199" y="43"/>
                  <a:pt x="181" y="67"/>
                </a:cubicBezTo>
                <a:cubicBezTo>
                  <a:pt x="163" y="92"/>
                  <a:pt x="148" y="119"/>
                  <a:pt x="136" y="150"/>
                </a:cubicBezTo>
                <a:cubicBezTo>
                  <a:pt x="124" y="180"/>
                  <a:pt x="115" y="207"/>
                  <a:pt x="108" y="230"/>
                </a:cubicBezTo>
                <a:cubicBezTo>
                  <a:pt x="102" y="253"/>
                  <a:pt x="99" y="267"/>
                  <a:pt x="98" y="270"/>
                </a:cubicBezTo>
                <a:cubicBezTo>
                  <a:pt x="124" y="271"/>
                  <a:pt x="150" y="271"/>
                  <a:pt x="176" y="271"/>
                </a:cubicBezTo>
                <a:lnTo>
                  <a:pt x="254" y="270"/>
                </a:lnTo>
                <a:cubicBezTo>
                  <a:pt x="255" y="270"/>
                  <a:pt x="257" y="261"/>
                  <a:pt x="261" y="244"/>
                </a:cubicBezTo>
                <a:cubicBezTo>
                  <a:pt x="264" y="227"/>
                  <a:pt x="269" y="205"/>
                  <a:pt x="273" y="179"/>
                </a:cubicBezTo>
                <a:cubicBezTo>
                  <a:pt x="278" y="154"/>
                  <a:pt x="280" y="132"/>
                  <a:pt x="280" y="113"/>
                </a:cubicBezTo>
                <a:moveTo>
                  <a:pt x="63" y="463"/>
                </a:moveTo>
                <a:cubicBezTo>
                  <a:pt x="63" y="520"/>
                  <a:pt x="77" y="548"/>
                  <a:pt x="105" y="548"/>
                </a:cubicBezTo>
                <a:cubicBezTo>
                  <a:pt x="113" y="548"/>
                  <a:pt x="122" y="545"/>
                  <a:pt x="131" y="540"/>
                </a:cubicBezTo>
                <a:cubicBezTo>
                  <a:pt x="140" y="535"/>
                  <a:pt x="151" y="524"/>
                  <a:pt x="164" y="509"/>
                </a:cubicBezTo>
                <a:cubicBezTo>
                  <a:pt x="177" y="494"/>
                  <a:pt x="190" y="471"/>
                  <a:pt x="203" y="439"/>
                </a:cubicBezTo>
                <a:cubicBezTo>
                  <a:pt x="215" y="408"/>
                  <a:pt x="228" y="368"/>
                  <a:pt x="241" y="322"/>
                </a:cubicBezTo>
                <a:lnTo>
                  <a:pt x="245" y="308"/>
                </a:lnTo>
                <a:lnTo>
                  <a:pt x="88" y="308"/>
                </a:lnTo>
                <a:cubicBezTo>
                  <a:pt x="88" y="310"/>
                  <a:pt x="86" y="320"/>
                  <a:pt x="81" y="339"/>
                </a:cubicBezTo>
                <a:cubicBezTo>
                  <a:pt x="76" y="357"/>
                  <a:pt x="72" y="378"/>
                  <a:pt x="68" y="401"/>
                </a:cubicBezTo>
                <a:cubicBezTo>
                  <a:pt x="64" y="425"/>
                  <a:pt x="63" y="445"/>
                  <a:pt x="63" y="463"/>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878" name=""/>
          <p:cNvSpPr/>
          <p:nvPr/>
        </p:nvSpPr>
        <p:spPr>
          <a:xfrm>
            <a:off x="6928920" y="5524200"/>
            <a:ext cx="98280" cy="410400"/>
          </a:xfrm>
          <a:custGeom>
            <a:avLst/>
            <a:gdLst/>
            <a:ahLst/>
            <a:rect l="0" t="0" r="r" b="b"/>
            <a:pathLst>
              <a:path w="273" h="1140">
                <a:moveTo>
                  <a:pt x="0" y="571"/>
                </a:moveTo>
                <a:cubicBezTo>
                  <a:pt x="0" y="518"/>
                  <a:pt x="4" y="468"/>
                  <a:pt x="11" y="421"/>
                </a:cubicBezTo>
                <a:cubicBezTo>
                  <a:pt x="19" y="374"/>
                  <a:pt x="28" y="334"/>
                  <a:pt x="38" y="300"/>
                </a:cubicBezTo>
                <a:cubicBezTo>
                  <a:pt x="47" y="265"/>
                  <a:pt x="62" y="232"/>
                  <a:pt x="80" y="199"/>
                </a:cubicBezTo>
                <a:cubicBezTo>
                  <a:pt x="98" y="167"/>
                  <a:pt x="112" y="141"/>
                  <a:pt x="123" y="123"/>
                </a:cubicBezTo>
                <a:cubicBezTo>
                  <a:pt x="134" y="105"/>
                  <a:pt x="150" y="85"/>
                  <a:pt x="171" y="64"/>
                </a:cubicBezTo>
                <a:cubicBezTo>
                  <a:pt x="192" y="43"/>
                  <a:pt x="206" y="30"/>
                  <a:pt x="209" y="25"/>
                </a:cubicBezTo>
                <a:cubicBezTo>
                  <a:pt x="213" y="21"/>
                  <a:pt x="223" y="12"/>
                  <a:pt x="238" y="0"/>
                </a:cubicBezTo>
                <a:lnTo>
                  <a:pt x="253" y="0"/>
                </a:lnTo>
                <a:lnTo>
                  <a:pt x="257" y="0"/>
                </a:lnTo>
                <a:cubicBezTo>
                  <a:pt x="268" y="0"/>
                  <a:pt x="273" y="4"/>
                  <a:pt x="273" y="11"/>
                </a:cubicBezTo>
                <a:cubicBezTo>
                  <a:pt x="273" y="13"/>
                  <a:pt x="267" y="22"/>
                  <a:pt x="254" y="35"/>
                </a:cubicBezTo>
                <a:cubicBezTo>
                  <a:pt x="241" y="49"/>
                  <a:pt x="225" y="69"/>
                  <a:pt x="207" y="96"/>
                </a:cubicBezTo>
                <a:cubicBezTo>
                  <a:pt x="188" y="122"/>
                  <a:pt x="169" y="155"/>
                  <a:pt x="150" y="194"/>
                </a:cubicBezTo>
                <a:cubicBezTo>
                  <a:pt x="131" y="232"/>
                  <a:pt x="115" y="285"/>
                  <a:pt x="103" y="351"/>
                </a:cubicBezTo>
                <a:cubicBezTo>
                  <a:pt x="90" y="417"/>
                  <a:pt x="83" y="490"/>
                  <a:pt x="83" y="571"/>
                </a:cubicBezTo>
                <a:cubicBezTo>
                  <a:pt x="83" y="651"/>
                  <a:pt x="90" y="724"/>
                  <a:pt x="103" y="789"/>
                </a:cubicBezTo>
                <a:cubicBezTo>
                  <a:pt x="115" y="854"/>
                  <a:pt x="131" y="907"/>
                  <a:pt x="149" y="947"/>
                </a:cubicBezTo>
                <a:cubicBezTo>
                  <a:pt x="167" y="988"/>
                  <a:pt x="186" y="1020"/>
                  <a:pt x="206" y="1045"/>
                </a:cubicBezTo>
                <a:cubicBezTo>
                  <a:pt x="225" y="1070"/>
                  <a:pt x="241" y="1090"/>
                  <a:pt x="254" y="1106"/>
                </a:cubicBezTo>
                <a:cubicBezTo>
                  <a:pt x="267" y="1121"/>
                  <a:pt x="273" y="1129"/>
                  <a:pt x="273" y="1129"/>
                </a:cubicBezTo>
                <a:cubicBezTo>
                  <a:pt x="273" y="1136"/>
                  <a:pt x="267" y="1140"/>
                  <a:pt x="256" y="1140"/>
                </a:cubicBezTo>
                <a:lnTo>
                  <a:pt x="253" y="1140"/>
                </a:lnTo>
                <a:lnTo>
                  <a:pt x="238" y="1140"/>
                </a:lnTo>
                <a:lnTo>
                  <a:pt x="206" y="1112"/>
                </a:lnTo>
                <a:cubicBezTo>
                  <a:pt x="134" y="1048"/>
                  <a:pt x="82" y="967"/>
                  <a:pt x="49" y="871"/>
                </a:cubicBezTo>
                <a:cubicBezTo>
                  <a:pt x="16" y="775"/>
                  <a:pt x="0" y="674"/>
                  <a:pt x="0" y="571"/>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879" name=""/>
          <p:cNvSpPr/>
          <p:nvPr/>
        </p:nvSpPr>
        <p:spPr>
          <a:xfrm>
            <a:off x="7058520" y="5649840"/>
            <a:ext cx="231840" cy="182160"/>
          </a:xfrm>
          <a:custGeom>
            <a:avLst/>
            <a:gdLst/>
            <a:ahLst/>
            <a:rect l="0" t="0" r="r" b="b"/>
            <a:pathLst>
              <a:path w="644" h="506">
                <a:moveTo>
                  <a:pt x="235" y="506"/>
                </a:moveTo>
                <a:cubicBezTo>
                  <a:pt x="224" y="504"/>
                  <a:pt x="184" y="503"/>
                  <a:pt x="115" y="503"/>
                </a:cubicBezTo>
                <a:cubicBezTo>
                  <a:pt x="53" y="503"/>
                  <a:pt x="18" y="504"/>
                  <a:pt x="9" y="506"/>
                </a:cubicBezTo>
                <a:lnTo>
                  <a:pt x="0" y="506"/>
                </a:lnTo>
                <a:lnTo>
                  <a:pt x="0" y="436"/>
                </a:lnTo>
                <a:lnTo>
                  <a:pt x="110" y="436"/>
                </a:lnTo>
                <a:lnTo>
                  <a:pt x="256" y="264"/>
                </a:lnTo>
                <a:lnTo>
                  <a:pt x="101" y="70"/>
                </a:lnTo>
                <a:lnTo>
                  <a:pt x="6" y="70"/>
                </a:lnTo>
                <a:lnTo>
                  <a:pt x="6" y="0"/>
                </a:lnTo>
                <a:lnTo>
                  <a:pt x="16" y="0"/>
                </a:lnTo>
                <a:cubicBezTo>
                  <a:pt x="27" y="2"/>
                  <a:pt x="68" y="3"/>
                  <a:pt x="140" y="3"/>
                </a:cubicBezTo>
                <a:cubicBezTo>
                  <a:pt x="219" y="3"/>
                  <a:pt x="265" y="2"/>
                  <a:pt x="279" y="0"/>
                </a:cubicBezTo>
                <a:lnTo>
                  <a:pt x="289" y="0"/>
                </a:lnTo>
                <a:lnTo>
                  <a:pt x="289" y="70"/>
                </a:lnTo>
                <a:lnTo>
                  <a:pt x="257" y="70"/>
                </a:lnTo>
                <a:lnTo>
                  <a:pt x="297" y="119"/>
                </a:lnTo>
                <a:cubicBezTo>
                  <a:pt x="323" y="151"/>
                  <a:pt x="336" y="167"/>
                  <a:pt x="337" y="167"/>
                </a:cubicBezTo>
                <a:cubicBezTo>
                  <a:pt x="340" y="167"/>
                  <a:pt x="354" y="150"/>
                  <a:pt x="380" y="117"/>
                </a:cubicBezTo>
                <a:lnTo>
                  <a:pt x="420" y="70"/>
                </a:lnTo>
                <a:lnTo>
                  <a:pt x="378" y="70"/>
                </a:lnTo>
                <a:lnTo>
                  <a:pt x="378" y="0"/>
                </a:lnTo>
                <a:lnTo>
                  <a:pt x="387" y="0"/>
                </a:lnTo>
                <a:cubicBezTo>
                  <a:pt x="398" y="2"/>
                  <a:pt x="438" y="3"/>
                  <a:pt x="507" y="3"/>
                </a:cubicBezTo>
                <a:cubicBezTo>
                  <a:pt x="569" y="3"/>
                  <a:pt x="604" y="2"/>
                  <a:pt x="613" y="0"/>
                </a:cubicBezTo>
                <a:lnTo>
                  <a:pt x="621" y="0"/>
                </a:lnTo>
                <a:lnTo>
                  <a:pt x="621" y="70"/>
                </a:lnTo>
                <a:lnTo>
                  <a:pt x="513" y="70"/>
                </a:lnTo>
                <a:lnTo>
                  <a:pt x="381" y="226"/>
                </a:lnTo>
                <a:lnTo>
                  <a:pt x="551" y="434"/>
                </a:lnTo>
                <a:lnTo>
                  <a:pt x="597" y="436"/>
                </a:lnTo>
                <a:lnTo>
                  <a:pt x="644" y="436"/>
                </a:lnTo>
                <a:lnTo>
                  <a:pt x="644" y="506"/>
                </a:lnTo>
                <a:lnTo>
                  <a:pt x="635" y="506"/>
                </a:lnTo>
                <a:cubicBezTo>
                  <a:pt x="623" y="504"/>
                  <a:pt x="582" y="503"/>
                  <a:pt x="511" y="503"/>
                </a:cubicBezTo>
                <a:cubicBezTo>
                  <a:pt x="432" y="503"/>
                  <a:pt x="386" y="504"/>
                  <a:pt x="372" y="506"/>
                </a:cubicBezTo>
                <a:lnTo>
                  <a:pt x="362" y="506"/>
                </a:lnTo>
                <a:lnTo>
                  <a:pt x="362" y="436"/>
                </a:lnTo>
                <a:lnTo>
                  <a:pt x="394" y="436"/>
                </a:lnTo>
                <a:cubicBezTo>
                  <a:pt x="394" y="435"/>
                  <a:pt x="378" y="416"/>
                  <a:pt x="348" y="379"/>
                </a:cubicBezTo>
                <a:cubicBezTo>
                  <a:pt x="318" y="341"/>
                  <a:pt x="302" y="322"/>
                  <a:pt x="301" y="321"/>
                </a:cubicBezTo>
                <a:lnTo>
                  <a:pt x="202" y="434"/>
                </a:lnTo>
                <a:lnTo>
                  <a:pt x="224" y="436"/>
                </a:lnTo>
                <a:lnTo>
                  <a:pt x="244" y="436"/>
                </a:lnTo>
                <a:lnTo>
                  <a:pt x="244" y="506"/>
                </a:lnTo>
                <a:lnTo>
                  <a:pt x="235" y="506"/>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880" name=""/>
          <p:cNvSpPr/>
          <p:nvPr/>
        </p:nvSpPr>
        <p:spPr>
          <a:xfrm>
            <a:off x="7317720" y="5711760"/>
            <a:ext cx="90360" cy="185040"/>
          </a:xfrm>
          <a:custGeom>
            <a:avLst/>
            <a:gdLst/>
            <a:ahLst/>
            <a:rect l="0" t="0" r="r" b="b"/>
            <a:pathLst>
              <a:path w="251" h="514">
                <a:moveTo>
                  <a:pt x="5" y="194"/>
                </a:moveTo>
                <a:cubicBezTo>
                  <a:pt x="2" y="190"/>
                  <a:pt x="0" y="188"/>
                  <a:pt x="0" y="186"/>
                </a:cubicBezTo>
                <a:cubicBezTo>
                  <a:pt x="0" y="184"/>
                  <a:pt x="1" y="180"/>
                  <a:pt x="2" y="173"/>
                </a:cubicBezTo>
                <a:cubicBezTo>
                  <a:pt x="4" y="167"/>
                  <a:pt x="5" y="163"/>
                  <a:pt x="6" y="162"/>
                </a:cubicBezTo>
                <a:cubicBezTo>
                  <a:pt x="7" y="159"/>
                  <a:pt x="10" y="158"/>
                  <a:pt x="13" y="158"/>
                </a:cubicBezTo>
                <a:cubicBezTo>
                  <a:pt x="17" y="158"/>
                  <a:pt x="31" y="158"/>
                  <a:pt x="55" y="157"/>
                </a:cubicBezTo>
                <a:lnTo>
                  <a:pt x="98" y="157"/>
                </a:lnTo>
                <a:lnTo>
                  <a:pt x="113" y="93"/>
                </a:lnTo>
                <a:cubicBezTo>
                  <a:pt x="115" y="87"/>
                  <a:pt x="117" y="79"/>
                  <a:pt x="119" y="69"/>
                </a:cubicBezTo>
                <a:cubicBezTo>
                  <a:pt x="121" y="60"/>
                  <a:pt x="123" y="53"/>
                  <a:pt x="125" y="48"/>
                </a:cubicBezTo>
                <a:cubicBezTo>
                  <a:pt x="126" y="44"/>
                  <a:pt x="128" y="39"/>
                  <a:pt x="130" y="32"/>
                </a:cubicBezTo>
                <a:cubicBezTo>
                  <a:pt x="131" y="26"/>
                  <a:pt x="133" y="21"/>
                  <a:pt x="136" y="19"/>
                </a:cubicBezTo>
                <a:cubicBezTo>
                  <a:pt x="139" y="16"/>
                  <a:pt x="141" y="13"/>
                  <a:pt x="144" y="9"/>
                </a:cubicBezTo>
                <a:cubicBezTo>
                  <a:pt x="147" y="5"/>
                  <a:pt x="150" y="3"/>
                  <a:pt x="155" y="2"/>
                </a:cubicBezTo>
                <a:cubicBezTo>
                  <a:pt x="160" y="1"/>
                  <a:pt x="165" y="0"/>
                  <a:pt x="170" y="0"/>
                </a:cubicBezTo>
                <a:cubicBezTo>
                  <a:pt x="179" y="1"/>
                  <a:pt x="186" y="4"/>
                  <a:pt x="190" y="9"/>
                </a:cubicBezTo>
                <a:cubicBezTo>
                  <a:pt x="194" y="14"/>
                  <a:pt x="195" y="19"/>
                  <a:pt x="195" y="24"/>
                </a:cubicBezTo>
                <a:cubicBezTo>
                  <a:pt x="195" y="28"/>
                  <a:pt x="193" y="41"/>
                  <a:pt x="188" y="62"/>
                </a:cubicBezTo>
                <a:cubicBezTo>
                  <a:pt x="183" y="83"/>
                  <a:pt x="178" y="105"/>
                  <a:pt x="172" y="126"/>
                </a:cubicBezTo>
                <a:lnTo>
                  <a:pt x="164" y="155"/>
                </a:lnTo>
                <a:cubicBezTo>
                  <a:pt x="164" y="156"/>
                  <a:pt x="178" y="157"/>
                  <a:pt x="204" y="157"/>
                </a:cubicBezTo>
                <a:lnTo>
                  <a:pt x="245" y="157"/>
                </a:lnTo>
                <a:cubicBezTo>
                  <a:pt x="249" y="161"/>
                  <a:pt x="251" y="164"/>
                  <a:pt x="251" y="166"/>
                </a:cubicBezTo>
                <a:cubicBezTo>
                  <a:pt x="251" y="178"/>
                  <a:pt x="248" y="187"/>
                  <a:pt x="241" y="194"/>
                </a:cubicBezTo>
                <a:lnTo>
                  <a:pt x="154" y="194"/>
                </a:lnTo>
                <a:lnTo>
                  <a:pt x="125" y="312"/>
                </a:lnTo>
                <a:cubicBezTo>
                  <a:pt x="105" y="398"/>
                  <a:pt x="94" y="444"/>
                  <a:pt x="94" y="450"/>
                </a:cubicBezTo>
                <a:cubicBezTo>
                  <a:pt x="94" y="473"/>
                  <a:pt x="101" y="484"/>
                  <a:pt x="116" y="484"/>
                </a:cubicBezTo>
                <a:cubicBezTo>
                  <a:pt x="135" y="484"/>
                  <a:pt x="153" y="475"/>
                  <a:pt x="171" y="457"/>
                </a:cubicBezTo>
                <a:cubicBezTo>
                  <a:pt x="188" y="438"/>
                  <a:pt x="202" y="416"/>
                  <a:pt x="213" y="389"/>
                </a:cubicBezTo>
                <a:cubicBezTo>
                  <a:pt x="214" y="386"/>
                  <a:pt x="216" y="384"/>
                  <a:pt x="217" y="383"/>
                </a:cubicBezTo>
                <a:cubicBezTo>
                  <a:pt x="219" y="383"/>
                  <a:pt x="223" y="382"/>
                  <a:pt x="229" y="382"/>
                </a:cubicBezTo>
                <a:lnTo>
                  <a:pt x="233" y="382"/>
                </a:lnTo>
                <a:cubicBezTo>
                  <a:pt x="241" y="382"/>
                  <a:pt x="245" y="384"/>
                  <a:pt x="245" y="388"/>
                </a:cubicBezTo>
                <a:cubicBezTo>
                  <a:pt x="245" y="390"/>
                  <a:pt x="244" y="393"/>
                  <a:pt x="242" y="398"/>
                </a:cubicBezTo>
                <a:cubicBezTo>
                  <a:pt x="239" y="406"/>
                  <a:pt x="235" y="417"/>
                  <a:pt x="228" y="428"/>
                </a:cubicBezTo>
                <a:cubicBezTo>
                  <a:pt x="221" y="440"/>
                  <a:pt x="212" y="453"/>
                  <a:pt x="200" y="466"/>
                </a:cubicBezTo>
                <a:cubicBezTo>
                  <a:pt x="189" y="480"/>
                  <a:pt x="175" y="491"/>
                  <a:pt x="159" y="500"/>
                </a:cubicBezTo>
                <a:cubicBezTo>
                  <a:pt x="143" y="509"/>
                  <a:pt x="127" y="514"/>
                  <a:pt x="110" y="514"/>
                </a:cubicBezTo>
                <a:cubicBezTo>
                  <a:pt x="94" y="514"/>
                  <a:pt x="79" y="510"/>
                  <a:pt x="64" y="502"/>
                </a:cubicBezTo>
                <a:cubicBezTo>
                  <a:pt x="50" y="494"/>
                  <a:pt x="38" y="480"/>
                  <a:pt x="32" y="460"/>
                </a:cubicBezTo>
                <a:cubicBezTo>
                  <a:pt x="31" y="456"/>
                  <a:pt x="30" y="448"/>
                  <a:pt x="30" y="438"/>
                </a:cubicBezTo>
                <a:lnTo>
                  <a:pt x="30" y="424"/>
                </a:lnTo>
                <a:lnTo>
                  <a:pt x="59" y="311"/>
                </a:lnTo>
                <a:cubicBezTo>
                  <a:pt x="78" y="234"/>
                  <a:pt x="88" y="196"/>
                  <a:pt x="88" y="196"/>
                </a:cubicBezTo>
                <a:cubicBezTo>
                  <a:pt x="88" y="195"/>
                  <a:pt x="75" y="194"/>
                  <a:pt x="46" y="194"/>
                </a:cubicBezTo>
                <a:lnTo>
                  <a:pt x="5" y="194"/>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881" name=""/>
          <p:cNvSpPr/>
          <p:nvPr/>
        </p:nvSpPr>
        <p:spPr>
          <a:xfrm>
            <a:off x="7469280" y="5781960"/>
            <a:ext cx="54360" cy="129600"/>
          </a:xfrm>
          <a:custGeom>
            <a:avLst/>
            <a:gdLst/>
            <a:ahLst/>
            <a:rect l="0" t="0" r="r" b="b"/>
            <a:pathLst>
              <a:path w="151" h="360">
                <a:moveTo>
                  <a:pt x="0" y="98"/>
                </a:moveTo>
                <a:cubicBezTo>
                  <a:pt x="0" y="98"/>
                  <a:pt x="0" y="89"/>
                  <a:pt x="0" y="70"/>
                </a:cubicBezTo>
                <a:cubicBezTo>
                  <a:pt x="0" y="51"/>
                  <a:pt x="6" y="35"/>
                  <a:pt x="18" y="21"/>
                </a:cubicBezTo>
                <a:cubicBezTo>
                  <a:pt x="31" y="7"/>
                  <a:pt x="47" y="0"/>
                  <a:pt x="68" y="0"/>
                </a:cubicBezTo>
                <a:cubicBezTo>
                  <a:pt x="89" y="0"/>
                  <a:pt x="108" y="10"/>
                  <a:pt x="125" y="29"/>
                </a:cubicBezTo>
                <a:cubicBezTo>
                  <a:pt x="142" y="48"/>
                  <a:pt x="150" y="81"/>
                  <a:pt x="151" y="129"/>
                </a:cubicBezTo>
                <a:cubicBezTo>
                  <a:pt x="151" y="156"/>
                  <a:pt x="148" y="181"/>
                  <a:pt x="141" y="206"/>
                </a:cubicBezTo>
                <a:cubicBezTo>
                  <a:pt x="134" y="232"/>
                  <a:pt x="126" y="254"/>
                  <a:pt x="117" y="272"/>
                </a:cubicBezTo>
                <a:cubicBezTo>
                  <a:pt x="108" y="291"/>
                  <a:pt x="98" y="306"/>
                  <a:pt x="87" y="319"/>
                </a:cubicBezTo>
                <a:cubicBezTo>
                  <a:pt x="77" y="332"/>
                  <a:pt x="68" y="342"/>
                  <a:pt x="60" y="350"/>
                </a:cubicBezTo>
                <a:cubicBezTo>
                  <a:pt x="52" y="357"/>
                  <a:pt x="47" y="361"/>
                  <a:pt x="45" y="360"/>
                </a:cubicBezTo>
                <a:cubicBezTo>
                  <a:pt x="42" y="360"/>
                  <a:pt x="37" y="357"/>
                  <a:pt x="30" y="350"/>
                </a:cubicBezTo>
                <a:cubicBezTo>
                  <a:pt x="23" y="343"/>
                  <a:pt x="19" y="338"/>
                  <a:pt x="19" y="335"/>
                </a:cubicBezTo>
                <a:cubicBezTo>
                  <a:pt x="19" y="332"/>
                  <a:pt x="23" y="326"/>
                  <a:pt x="33" y="317"/>
                </a:cubicBezTo>
                <a:cubicBezTo>
                  <a:pt x="41" y="308"/>
                  <a:pt x="50" y="296"/>
                  <a:pt x="61" y="283"/>
                </a:cubicBezTo>
                <a:cubicBezTo>
                  <a:pt x="72" y="269"/>
                  <a:pt x="82" y="250"/>
                  <a:pt x="91" y="225"/>
                </a:cubicBezTo>
                <a:cubicBezTo>
                  <a:pt x="100" y="200"/>
                  <a:pt x="106" y="173"/>
                  <a:pt x="109" y="142"/>
                </a:cubicBezTo>
                <a:lnTo>
                  <a:pt x="109" y="128"/>
                </a:lnTo>
                <a:lnTo>
                  <a:pt x="108" y="129"/>
                </a:lnTo>
                <a:cubicBezTo>
                  <a:pt x="106" y="130"/>
                  <a:pt x="104" y="131"/>
                  <a:pt x="102" y="131"/>
                </a:cubicBezTo>
                <a:cubicBezTo>
                  <a:pt x="100" y="132"/>
                  <a:pt x="98" y="133"/>
                  <a:pt x="95" y="135"/>
                </a:cubicBezTo>
                <a:cubicBezTo>
                  <a:pt x="93" y="136"/>
                  <a:pt x="90" y="137"/>
                  <a:pt x="85" y="137"/>
                </a:cubicBezTo>
                <a:cubicBezTo>
                  <a:pt x="80" y="137"/>
                  <a:pt x="76" y="137"/>
                  <a:pt x="71" y="138"/>
                </a:cubicBezTo>
                <a:cubicBezTo>
                  <a:pt x="51" y="138"/>
                  <a:pt x="34" y="132"/>
                  <a:pt x="20" y="119"/>
                </a:cubicBezTo>
                <a:lnTo>
                  <a:pt x="0" y="98"/>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882" name=""/>
          <p:cNvSpPr/>
          <p:nvPr/>
        </p:nvSpPr>
        <p:spPr>
          <a:xfrm>
            <a:off x="7627320" y="5574960"/>
            <a:ext cx="127800" cy="261720"/>
          </a:xfrm>
          <a:custGeom>
            <a:avLst/>
            <a:gdLst/>
            <a:ahLst/>
            <a:rect l="0" t="0" r="r" b="b"/>
            <a:pathLst>
              <a:path w="355" h="727">
                <a:moveTo>
                  <a:pt x="8" y="276"/>
                </a:moveTo>
                <a:cubicBezTo>
                  <a:pt x="3" y="271"/>
                  <a:pt x="0" y="267"/>
                  <a:pt x="0" y="264"/>
                </a:cubicBezTo>
                <a:cubicBezTo>
                  <a:pt x="0" y="261"/>
                  <a:pt x="1" y="255"/>
                  <a:pt x="3" y="246"/>
                </a:cubicBezTo>
                <a:cubicBezTo>
                  <a:pt x="6" y="237"/>
                  <a:pt x="7" y="232"/>
                  <a:pt x="9" y="230"/>
                </a:cubicBezTo>
                <a:cubicBezTo>
                  <a:pt x="10" y="227"/>
                  <a:pt x="14" y="225"/>
                  <a:pt x="19" y="225"/>
                </a:cubicBezTo>
                <a:cubicBezTo>
                  <a:pt x="25" y="225"/>
                  <a:pt x="44" y="224"/>
                  <a:pt x="77" y="223"/>
                </a:cubicBezTo>
                <a:lnTo>
                  <a:pt x="138" y="223"/>
                </a:lnTo>
                <a:lnTo>
                  <a:pt x="159" y="132"/>
                </a:lnTo>
                <a:cubicBezTo>
                  <a:pt x="162" y="124"/>
                  <a:pt x="164" y="113"/>
                  <a:pt x="167" y="98"/>
                </a:cubicBezTo>
                <a:cubicBezTo>
                  <a:pt x="170" y="85"/>
                  <a:pt x="173" y="75"/>
                  <a:pt x="175" y="69"/>
                </a:cubicBezTo>
                <a:cubicBezTo>
                  <a:pt x="177" y="63"/>
                  <a:pt x="180" y="55"/>
                  <a:pt x="182" y="46"/>
                </a:cubicBezTo>
                <a:cubicBezTo>
                  <a:pt x="184" y="37"/>
                  <a:pt x="187" y="30"/>
                  <a:pt x="191" y="27"/>
                </a:cubicBezTo>
                <a:cubicBezTo>
                  <a:pt x="195" y="23"/>
                  <a:pt x="199" y="18"/>
                  <a:pt x="202" y="13"/>
                </a:cubicBezTo>
                <a:cubicBezTo>
                  <a:pt x="206" y="8"/>
                  <a:pt x="212" y="4"/>
                  <a:pt x="218" y="3"/>
                </a:cubicBezTo>
                <a:cubicBezTo>
                  <a:pt x="225" y="1"/>
                  <a:pt x="233" y="0"/>
                  <a:pt x="240" y="0"/>
                </a:cubicBezTo>
                <a:cubicBezTo>
                  <a:pt x="254" y="1"/>
                  <a:pt x="263" y="5"/>
                  <a:pt x="268" y="13"/>
                </a:cubicBezTo>
                <a:cubicBezTo>
                  <a:pt x="274" y="21"/>
                  <a:pt x="276" y="28"/>
                  <a:pt x="276" y="35"/>
                </a:cubicBezTo>
                <a:cubicBezTo>
                  <a:pt x="276" y="40"/>
                  <a:pt x="273" y="58"/>
                  <a:pt x="266" y="88"/>
                </a:cubicBezTo>
                <a:cubicBezTo>
                  <a:pt x="259" y="120"/>
                  <a:pt x="252" y="149"/>
                  <a:pt x="243" y="179"/>
                </a:cubicBezTo>
                <a:lnTo>
                  <a:pt x="232" y="221"/>
                </a:lnTo>
                <a:cubicBezTo>
                  <a:pt x="232" y="223"/>
                  <a:pt x="251" y="223"/>
                  <a:pt x="289" y="223"/>
                </a:cubicBezTo>
                <a:lnTo>
                  <a:pt x="347" y="223"/>
                </a:lnTo>
                <a:cubicBezTo>
                  <a:pt x="352" y="229"/>
                  <a:pt x="355" y="233"/>
                  <a:pt x="355" y="236"/>
                </a:cubicBezTo>
                <a:cubicBezTo>
                  <a:pt x="355" y="253"/>
                  <a:pt x="350" y="266"/>
                  <a:pt x="340" y="276"/>
                </a:cubicBezTo>
                <a:lnTo>
                  <a:pt x="217" y="276"/>
                </a:lnTo>
                <a:lnTo>
                  <a:pt x="176" y="441"/>
                </a:lnTo>
                <a:cubicBezTo>
                  <a:pt x="147" y="562"/>
                  <a:pt x="132" y="628"/>
                  <a:pt x="132" y="637"/>
                </a:cubicBezTo>
                <a:cubicBezTo>
                  <a:pt x="132" y="669"/>
                  <a:pt x="142" y="685"/>
                  <a:pt x="163" y="685"/>
                </a:cubicBezTo>
                <a:cubicBezTo>
                  <a:pt x="189" y="685"/>
                  <a:pt x="215" y="672"/>
                  <a:pt x="241" y="646"/>
                </a:cubicBezTo>
                <a:cubicBezTo>
                  <a:pt x="266" y="620"/>
                  <a:pt x="286" y="588"/>
                  <a:pt x="301" y="550"/>
                </a:cubicBezTo>
                <a:cubicBezTo>
                  <a:pt x="303" y="546"/>
                  <a:pt x="305" y="543"/>
                  <a:pt x="307" y="542"/>
                </a:cubicBezTo>
                <a:cubicBezTo>
                  <a:pt x="309" y="541"/>
                  <a:pt x="315" y="541"/>
                  <a:pt x="324" y="540"/>
                </a:cubicBezTo>
                <a:lnTo>
                  <a:pt x="329" y="540"/>
                </a:lnTo>
                <a:cubicBezTo>
                  <a:pt x="340" y="540"/>
                  <a:pt x="346" y="543"/>
                  <a:pt x="346" y="549"/>
                </a:cubicBezTo>
                <a:cubicBezTo>
                  <a:pt x="346" y="551"/>
                  <a:pt x="345" y="556"/>
                  <a:pt x="342" y="563"/>
                </a:cubicBezTo>
                <a:cubicBezTo>
                  <a:pt x="339" y="575"/>
                  <a:pt x="332" y="589"/>
                  <a:pt x="322" y="606"/>
                </a:cubicBezTo>
                <a:cubicBezTo>
                  <a:pt x="312" y="623"/>
                  <a:pt x="299" y="641"/>
                  <a:pt x="283" y="659"/>
                </a:cubicBezTo>
                <a:cubicBezTo>
                  <a:pt x="267" y="678"/>
                  <a:pt x="248" y="694"/>
                  <a:pt x="224" y="707"/>
                </a:cubicBezTo>
                <a:cubicBezTo>
                  <a:pt x="201" y="720"/>
                  <a:pt x="178" y="727"/>
                  <a:pt x="155" y="727"/>
                </a:cubicBezTo>
                <a:cubicBezTo>
                  <a:pt x="132" y="727"/>
                  <a:pt x="110" y="721"/>
                  <a:pt x="90" y="710"/>
                </a:cubicBezTo>
                <a:cubicBezTo>
                  <a:pt x="69" y="698"/>
                  <a:pt x="54" y="678"/>
                  <a:pt x="45" y="650"/>
                </a:cubicBezTo>
                <a:cubicBezTo>
                  <a:pt x="44" y="644"/>
                  <a:pt x="43" y="634"/>
                  <a:pt x="43" y="620"/>
                </a:cubicBezTo>
                <a:lnTo>
                  <a:pt x="43" y="599"/>
                </a:lnTo>
                <a:lnTo>
                  <a:pt x="83" y="440"/>
                </a:lnTo>
                <a:cubicBezTo>
                  <a:pt x="110" y="333"/>
                  <a:pt x="123" y="279"/>
                  <a:pt x="124" y="278"/>
                </a:cubicBezTo>
                <a:cubicBezTo>
                  <a:pt x="124" y="277"/>
                  <a:pt x="105" y="276"/>
                  <a:pt x="66" y="276"/>
                </a:cubicBezTo>
                <a:lnTo>
                  <a:pt x="8" y="276"/>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883" name=""/>
          <p:cNvSpPr/>
          <p:nvPr/>
        </p:nvSpPr>
        <p:spPr>
          <a:xfrm>
            <a:off x="7790040" y="5524200"/>
            <a:ext cx="98280" cy="410400"/>
          </a:xfrm>
          <a:custGeom>
            <a:avLst/>
            <a:gdLst/>
            <a:ahLst/>
            <a:rect l="0" t="0" r="r" b="b"/>
            <a:pathLst>
              <a:path w="273" h="1140">
                <a:moveTo>
                  <a:pt x="5" y="1"/>
                </a:moveTo>
                <a:lnTo>
                  <a:pt x="10" y="0"/>
                </a:lnTo>
                <a:cubicBezTo>
                  <a:pt x="14" y="0"/>
                  <a:pt x="18" y="0"/>
                  <a:pt x="21" y="0"/>
                </a:cubicBezTo>
                <a:lnTo>
                  <a:pt x="35" y="0"/>
                </a:lnTo>
                <a:lnTo>
                  <a:pt x="67" y="29"/>
                </a:lnTo>
                <a:cubicBezTo>
                  <a:pt x="138" y="93"/>
                  <a:pt x="190" y="174"/>
                  <a:pt x="223" y="270"/>
                </a:cubicBezTo>
                <a:cubicBezTo>
                  <a:pt x="256" y="366"/>
                  <a:pt x="273" y="467"/>
                  <a:pt x="273" y="571"/>
                </a:cubicBezTo>
                <a:cubicBezTo>
                  <a:pt x="273" y="622"/>
                  <a:pt x="269" y="672"/>
                  <a:pt x="261" y="720"/>
                </a:cubicBezTo>
                <a:cubicBezTo>
                  <a:pt x="253" y="767"/>
                  <a:pt x="244" y="808"/>
                  <a:pt x="234" y="841"/>
                </a:cubicBezTo>
                <a:cubicBezTo>
                  <a:pt x="224" y="875"/>
                  <a:pt x="210" y="908"/>
                  <a:pt x="192" y="942"/>
                </a:cubicBezTo>
                <a:cubicBezTo>
                  <a:pt x="174" y="975"/>
                  <a:pt x="160" y="1000"/>
                  <a:pt x="149" y="1018"/>
                </a:cubicBezTo>
                <a:cubicBezTo>
                  <a:pt x="138" y="1035"/>
                  <a:pt x="123" y="1055"/>
                  <a:pt x="102" y="1076"/>
                </a:cubicBezTo>
                <a:cubicBezTo>
                  <a:pt x="82" y="1097"/>
                  <a:pt x="70" y="1110"/>
                  <a:pt x="66" y="1114"/>
                </a:cubicBezTo>
                <a:cubicBezTo>
                  <a:pt x="62" y="1117"/>
                  <a:pt x="53" y="1125"/>
                  <a:pt x="40" y="1135"/>
                </a:cubicBezTo>
                <a:cubicBezTo>
                  <a:pt x="37" y="1137"/>
                  <a:pt x="36" y="1139"/>
                  <a:pt x="35" y="1140"/>
                </a:cubicBezTo>
                <a:lnTo>
                  <a:pt x="21" y="1140"/>
                </a:lnTo>
                <a:cubicBezTo>
                  <a:pt x="15" y="1140"/>
                  <a:pt x="11" y="1140"/>
                  <a:pt x="9" y="1140"/>
                </a:cubicBezTo>
                <a:cubicBezTo>
                  <a:pt x="7" y="1140"/>
                  <a:pt x="5" y="1139"/>
                  <a:pt x="3" y="1136"/>
                </a:cubicBezTo>
                <a:cubicBezTo>
                  <a:pt x="2" y="1134"/>
                  <a:pt x="1" y="1131"/>
                  <a:pt x="0" y="1126"/>
                </a:cubicBezTo>
                <a:cubicBezTo>
                  <a:pt x="1" y="1125"/>
                  <a:pt x="5" y="1120"/>
                  <a:pt x="12" y="1111"/>
                </a:cubicBezTo>
                <a:cubicBezTo>
                  <a:pt x="130" y="989"/>
                  <a:pt x="189" y="809"/>
                  <a:pt x="189" y="571"/>
                </a:cubicBezTo>
                <a:cubicBezTo>
                  <a:pt x="189" y="332"/>
                  <a:pt x="130" y="152"/>
                  <a:pt x="12" y="30"/>
                </a:cubicBezTo>
                <a:cubicBezTo>
                  <a:pt x="5" y="21"/>
                  <a:pt x="1" y="15"/>
                  <a:pt x="0" y="14"/>
                </a:cubicBezTo>
                <a:cubicBezTo>
                  <a:pt x="0" y="8"/>
                  <a:pt x="2" y="4"/>
                  <a:pt x="5" y="1"/>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884" name=""/>
          <p:cNvSpPr/>
          <p:nvPr/>
        </p:nvSpPr>
        <p:spPr>
          <a:xfrm>
            <a:off x="6879960" y="6200280"/>
            <a:ext cx="141480" cy="273240"/>
          </a:xfrm>
          <a:custGeom>
            <a:avLst/>
            <a:gdLst/>
            <a:ahLst/>
            <a:rect l="0" t="0" r="r" b="b"/>
            <a:pathLst>
              <a:path w="393" h="759">
                <a:moveTo>
                  <a:pt x="148" y="100"/>
                </a:moveTo>
                <a:lnTo>
                  <a:pt x="134" y="106"/>
                </a:lnTo>
                <a:cubicBezTo>
                  <a:pt x="123" y="109"/>
                  <a:pt x="108" y="113"/>
                  <a:pt x="88" y="117"/>
                </a:cubicBezTo>
                <a:cubicBezTo>
                  <a:pt x="68" y="121"/>
                  <a:pt x="46" y="123"/>
                  <a:pt x="22" y="125"/>
                </a:cubicBezTo>
                <a:lnTo>
                  <a:pt x="0" y="125"/>
                </a:lnTo>
                <a:lnTo>
                  <a:pt x="0" y="72"/>
                </a:lnTo>
                <a:lnTo>
                  <a:pt x="22" y="72"/>
                </a:lnTo>
                <a:cubicBezTo>
                  <a:pt x="58" y="71"/>
                  <a:pt x="91" y="65"/>
                  <a:pt x="121" y="55"/>
                </a:cubicBezTo>
                <a:cubicBezTo>
                  <a:pt x="151" y="46"/>
                  <a:pt x="173" y="36"/>
                  <a:pt x="185" y="28"/>
                </a:cubicBezTo>
                <a:cubicBezTo>
                  <a:pt x="197" y="20"/>
                  <a:pt x="208" y="11"/>
                  <a:pt x="217" y="3"/>
                </a:cubicBezTo>
                <a:cubicBezTo>
                  <a:pt x="218" y="1"/>
                  <a:pt x="223" y="0"/>
                  <a:pt x="230" y="0"/>
                </a:cubicBezTo>
                <a:cubicBezTo>
                  <a:pt x="237" y="0"/>
                  <a:pt x="245" y="2"/>
                  <a:pt x="251" y="6"/>
                </a:cubicBezTo>
                <a:lnTo>
                  <a:pt x="251" y="347"/>
                </a:lnTo>
                <a:lnTo>
                  <a:pt x="252" y="689"/>
                </a:lnTo>
                <a:cubicBezTo>
                  <a:pt x="257" y="695"/>
                  <a:pt x="262" y="698"/>
                  <a:pt x="265" y="700"/>
                </a:cubicBezTo>
                <a:cubicBezTo>
                  <a:pt x="269" y="701"/>
                  <a:pt x="278" y="703"/>
                  <a:pt x="293" y="704"/>
                </a:cubicBezTo>
                <a:cubicBezTo>
                  <a:pt x="307" y="706"/>
                  <a:pt x="331" y="706"/>
                  <a:pt x="363" y="706"/>
                </a:cubicBezTo>
                <a:lnTo>
                  <a:pt x="393" y="706"/>
                </a:lnTo>
                <a:lnTo>
                  <a:pt x="393" y="759"/>
                </a:lnTo>
                <a:lnTo>
                  <a:pt x="380" y="759"/>
                </a:lnTo>
                <a:cubicBezTo>
                  <a:pt x="364" y="757"/>
                  <a:pt x="304" y="755"/>
                  <a:pt x="198" y="755"/>
                </a:cubicBezTo>
                <a:cubicBezTo>
                  <a:pt x="95" y="755"/>
                  <a:pt x="36" y="757"/>
                  <a:pt x="20" y="759"/>
                </a:cubicBezTo>
                <a:lnTo>
                  <a:pt x="6" y="759"/>
                </a:lnTo>
                <a:lnTo>
                  <a:pt x="6" y="706"/>
                </a:lnTo>
                <a:lnTo>
                  <a:pt x="36" y="706"/>
                </a:lnTo>
                <a:cubicBezTo>
                  <a:pt x="52" y="706"/>
                  <a:pt x="67" y="706"/>
                  <a:pt x="79" y="706"/>
                </a:cubicBezTo>
                <a:cubicBezTo>
                  <a:pt x="91" y="706"/>
                  <a:pt x="101" y="706"/>
                  <a:pt x="107" y="705"/>
                </a:cubicBezTo>
                <a:cubicBezTo>
                  <a:pt x="114" y="705"/>
                  <a:pt x="120" y="703"/>
                  <a:pt x="126" y="702"/>
                </a:cubicBezTo>
                <a:cubicBezTo>
                  <a:pt x="131" y="700"/>
                  <a:pt x="134" y="700"/>
                  <a:pt x="135" y="700"/>
                </a:cubicBezTo>
                <a:cubicBezTo>
                  <a:pt x="135" y="700"/>
                  <a:pt x="138" y="698"/>
                  <a:pt x="142" y="694"/>
                </a:cubicBezTo>
                <a:cubicBezTo>
                  <a:pt x="145" y="690"/>
                  <a:pt x="148" y="689"/>
                  <a:pt x="148" y="689"/>
                </a:cubicBezTo>
                <a:lnTo>
                  <a:pt x="148" y="100"/>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885" name=""/>
          <p:cNvSpPr/>
          <p:nvPr/>
        </p:nvSpPr>
        <p:spPr>
          <a:xfrm>
            <a:off x="7176600" y="6362280"/>
            <a:ext cx="250200" cy="16920"/>
          </a:xfrm>
          <a:custGeom>
            <a:avLst/>
            <a:gdLst/>
            <a:ahLst/>
            <a:rect l="0" t="0" r="r" b="b"/>
            <a:pathLst>
              <a:path w="695" h="47">
                <a:moveTo>
                  <a:pt x="16" y="0"/>
                </a:moveTo>
                <a:lnTo>
                  <a:pt x="678" y="0"/>
                </a:lnTo>
                <a:cubicBezTo>
                  <a:pt x="689" y="7"/>
                  <a:pt x="695" y="14"/>
                  <a:pt x="695" y="23"/>
                </a:cubicBezTo>
                <a:cubicBezTo>
                  <a:pt x="695" y="32"/>
                  <a:pt x="689" y="41"/>
                  <a:pt x="678" y="47"/>
                </a:cubicBezTo>
                <a:lnTo>
                  <a:pt x="16" y="47"/>
                </a:lnTo>
                <a:cubicBezTo>
                  <a:pt x="5" y="42"/>
                  <a:pt x="0" y="33"/>
                  <a:pt x="0" y="23"/>
                </a:cubicBezTo>
                <a:cubicBezTo>
                  <a:pt x="0" y="13"/>
                  <a:pt x="5" y="6"/>
                  <a:pt x="16" y="0"/>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886" name=""/>
          <p:cNvSpPr/>
          <p:nvPr/>
        </p:nvSpPr>
        <p:spPr>
          <a:xfrm>
            <a:off x="7565760" y="6292080"/>
            <a:ext cx="233640" cy="185760"/>
          </a:xfrm>
          <a:custGeom>
            <a:avLst/>
            <a:gdLst/>
            <a:ahLst/>
            <a:rect l="0" t="0" r="r" b="b"/>
            <a:pathLst>
              <a:path w="649" h="516">
                <a:moveTo>
                  <a:pt x="0" y="326"/>
                </a:moveTo>
                <a:cubicBezTo>
                  <a:pt x="0" y="239"/>
                  <a:pt x="34" y="163"/>
                  <a:pt x="99" y="98"/>
                </a:cubicBezTo>
                <a:cubicBezTo>
                  <a:pt x="164" y="32"/>
                  <a:pt x="236" y="0"/>
                  <a:pt x="314" y="0"/>
                </a:cubicBezTo>
                <a:cubicBezTo>
                  <a:pt x="368" y="0"/>
                  <a:pt x="410" y="15"/>
                  <a:pt x="442" y="45"/>
                </a:cubicBezTo>
                <a:cubicBezTo>
                  <a:pt x="474" y="76"/>
                  <a:pt x="495" y="113"/>
                  <a:pt x="507" y="157"/>
                </a:cubicBezTo>
                <a:cubicBezTo>
                  <a:pt x="511" y="179"/>
                  <a:pt x="514" y="204"/>
                  <a:pt x="515" y="233"/>
                </a:cubicBezTo>
                <a:lnTo>
                  <a:pt x="515" y="266"/>
                </a:lnTo>
                <a:cubicBezTo>
                  <a:pt x="552" y="210"/>
                  <a:pt x="580" y="147"/>
                  <a:pt x="600" y="77"/>
                </a:cubicBezTo>
                <a:cubicBezTo>
                  <a:pt x="603" y="66"/>
                  <a:pt x="605" y="60"/>
                  <a:pt x="607" y="59"/>
                </a:cubicBezTo>
                <a:cubicBezTo>
                  <a:pt x="608" y="57"/>
                  <a:pt x="615" y="56"/>
                  <a:pt x="625" y="55"/>
                </a:cubicBezTo>
                <a:cubicBezTo>
                  <a:pt x="641" y="55"/>
                  <a:pt x="649" y="58"/>
                  <a:pt x="649" y="65"/>
                </a:cubicBezTo>
                <a:cubicBezTo>
                  <a:pt x="649" y="71"/>
                  <a:pt x="646" y="86"/>
                  <a:pt x="639" y="109"/>
                </a:cubicBezTo>
                <a:cubicBezTo>
                  <a:pt x="632" y="132"/>
                  <a:pt x="618" y="164"/>
                  <a:pt x="598" y="206"/>
                </a:cubicBezTo>
                <a:cubicBezTo>
                  <a:pt x="577" y="247"/>
                  <a:pt x="554" y="285"/>
                  <a:pt x="528" y="321"/>
                </a:cubicBezTo>
                <a:lnTo>
                  <a:pt x="516" y="336"/>
                </a:lnTo>
                <a:lnTo>
                  <a:pt x="517" y="364"/>
                </a:lnTo>
                <a:cubicBezTo>
                  <a:pt x="519" y="406"/>
                  <a:pt x="522" y="435"/>
                  <a:pt x="526" y="450"/>
                </a:cubicBezTo>
                <a:cubicBezTo>
                  <a:pt x="531" y="465"/>
                  <a:pt x="538" y="473"/>
                  <a:pt x="548" y="474"/>
                </a:cubicBezTo>
                <a:cubicBezTo>
                  <a:pt x="558" y="473"/>
                  <a:pt x="568" y="469"/>
                  <a:pt x="577" y="462"/>
                </a:cubicBezTo>
                <a:cubicBezTo>
                  <a:pt x="586" y="455"/>
                  <a:pt x="593" y="446"/>
                  <a:pt x="597" y="435"/>
                </a:cubicBezTo>
                <a:cubicBezTo>
                  <a:pt x="598" y="430"/>
                  <a:pt x="600" y="427"/>
                  <a:pt x="602" y="426"/>
                </a:cubicBezTo>
                <a:cubicBezTo>
                  <a:pt x="605" y="426"/>
                  <a:pt x="610" y="425"/>
                  <a:pt x="619" y="424"/>
                </a:cubicBezTo>
                <a:cubicBezTo>
                  <a:pt x="635" y="424"/>
                  <a:pt x="642" y="427"/>
                  <a:pt x="642" y="433"/>
                </a:cubicBezTo>
                <a:cubicBezTo>
                  <a:pt x="642" y="438"/>
                  <a:pt x="640" y="445"/>
                  <a:pt x="635" y="455"/>
                </a:cubicBezTo>
                <a:cubicBezTo>
                  <a:pt x="626" y="473"/>
                  <a:pt x="613" y="487"/>
                  <a:pt x="596" y="498"/>
                </a:cubicBezTo>
                <a:cubicBezTo>
                  <a:pt x="578" y="509"/>
                  <a:pt x="561" y="514"/>
                  <a:pt x="545" y="515"/>
                </a:cubicBezTo>
                <a:lnTo>
                  <a:pt x="538" y="515"/>
                </a:lnTo>
                <a:cubicBezTo>
                  <a:pt x="487" y="515"/>
                  <a:pt x="452" y="488"/>
                  <a:pt x="434" y="433"/>
                </a:cubicBezTo>
                <a:lnTo>
                  <a:pt x="430" y="425"/>
                </a:lnTo>
                <a:lnTo>
                  <a:pt x="418" y="434"/>
                </a:lnTo>
                <a:cubicBezTo>
                  <a:pt x="410" y="440"/>
                  <a:pt x="399" y="448"/>
                  <a:pt x="384" y="457"/>
                </a:cubicBezTo>
                <a:cubicBezTo>
                  <a:pt x="369" y="466"/>
                  <a:pt x="352" y="475"/>
                  <a:pt x="333" y="483"/>
                </a:cubicBezTo>
                <a:cubicBezTo>
                  <a:pt x="314" y="492"/>
                  <a:pt x="292" y="499"/>
                  <a:pt x="267" y="506"/>
                </a:cubicBezTo>
                <a:cubicBezTo>
                  <a:pt x="242" y="513"/>
                  <a:pt x="217" y="516"/>
                  <a:pt x="194" y="516"/>
                </a:cubicBezTo>
                <a:cubicBezTo>
                  <a:pt x="134" y="516"/>
                  <a:pt x="87" y="497"/>
                  <a:pt x="53" y="459"/>
                </a:cubicBezTo>
                <a:cubicBezTo>
                  <a:pt x="18" y="421"/>
                  <a:pt x="0" y="377"/>
                  <a:pt x="0" y="326"/>
                </a:cubicBezTo>
                <a:moveTo>
                  <a:pt x="199" y="474"/>
                </a:moveTo>
                <a:cubicBezTo>
                  <a:pt x="237" y="474"/>
                  <a:pt x="274" y="466"/>
                  <a:pt x="311" y="450"/>
                </a:cubicBezTo>
                <a:cubicBezTo>
                  <a:pt x="348" y="434"/>
                  <a:pt x="376" y="418"/>
                  <a:pt x="394" y="401"/>
                </a:cubicBezTo>
                <a:lnTo>
                  <a:pt x="421" y="376"/>
                </a:lnTo>
                <a:cubicBezTo>
                  <a:pt x="420" y="267"/>
                  <a:pt x="417" y="199"/>
                  <a:pt x="413" y="173"/>
                </a:cubicBezTo>
                <a:cubicBezTo>
                  <a:pt x="403" y="85"/>
                  <a:pt x="368" y="42"/>
                  <a:pt x="309" y="42"/>
                </a:cubicBezTo>
                <a:cubicBezTo>
                  <a:pt x="256" y="42"/>
                  <a:pt x="210" y="69"/>
                  <a:pt x="171" y="125"/>
                </a:cubicBezTo>
                <a:cubicBezTo>
                  <a:pt x="150" y="155"/>
                  <a:pt x="134" y="196"/>
                  <a:pt x="121" y="248"/>
                </a:cubicBezTo>
                <a:cubicBezTo>
                  <a:pt x="108" y="300"/>
                  <a:pt x="101" y="340"/>
                  <a:pt x="100" y="367"/>
                </a:cubicBezTo>
                <a:cubicBezTo>
                  <a:pt x="100" y="404"/>
                  <a:pt x="110" y="431"/>
                  <a:pt x="129" y="448"/>
                </a:cubicBezTo>
                <a:cubicBezTo>
                  <a:pt x="148" y="465"/>
                  <a:pt x="171" y="473"/>
                  <a:pt x="199" y="474"/>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887" name=""/>
          <p:cNvSpPr/>
          <p:nvPr/>
        </p:nvSpPr>
        <p:spPr>
          <a:xfrm>
            <a:off x="7620120" y="6230160"/>
            <a:ext cx="148320" cy="19080"/>
          </a:xfrm>
          <a:custGeom>
            <a:avLst/>
            <a:gdLst/>
            <a:ahLst/>
            <a:rect l="0" t="0" r="r" b="b"/>
            <a:pathLst>
              <a:path w="412" h="53">
                <a:moveTo>
                  <a:pt x="0" y="0"/>
                </a:moveTo>
                <a:lnTo>
                  <a:pt x="412" y="0"/>
                </a:lnTo>
                <a:lnTo>
                  <a:pt x="412" y="53"/>
                </a:lnTo>
                <a:lnTo>
                  <a:pt x="0" y="53"/>
                </a:lnTo>
                <a:lnTo>
                  <a:pt x="0" y="0"/>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888" name=""/>
          <p:cNvSpPr/>
          <p:nvPr/>
        </p:nvSpPr>
        <p:spPr>
          <a:xfrm>
            <a:off x="7833240" y="6353280"/>
            <a:ext cx="90360" cy="184680"/>
          </a:xfrm>
          <a:custGeom>
            <a:avLst/>
            <a:gdLst/>
            <a:ahLst/>
            <a:rect l="0" t="0" r="r" b="b"/>
            <a:pathLst>
              <a:path w="251" h="513">
                <a:moveTo>
                  <a:pt x="6" y="195"/>
                </a:moveTo>
                <a:cubicBezTo>
                  <a:pt x="2" y="191"/>
                  <a:pt x="0" y="188"/>
                  <a:pt x="0" y="187"/>
                </a:cubicBezTo>
                <a:cubicBezTo>
                  <a:pt x="0" y="185"/>
                  <a:pt x="1" y="180"/>
                  <a:pt x="2" y="174"/>
                </a:cubicBezTo>
                <a:cubicBezTo>
                  <a:pt x="4" y="167"/>
                  <a:pt x="5" y="164"/>
                  <a:pt x="6" y="163"/>
                </a:cubicBezTo>
                <a:cubicBezTo>
                  <a:pt x="8" y="160"/>
                  <a:pt x="10" y="158"/>
                  <a:pt x="14" y="158"/>
                </a:cubicBezTo>
                <a:cubicBezTo>
                  <a:pt x="17" y="158"/>
                  <a:pt x="31" y="158"/>
                  <a:pt x="55" y="158"/>
                </a:cubicBezTo>
                <a:lnTo>
                  <a:pt x="97" y="158"/>
                </a:lnTo>
                <a:lnTo>
                  <a:pt x="113" y="93"/>
                </a:lnTo>
                <a:cubicBezTo>
                  <a:pt x="114" y="87"/>
                  <a:pt x="117" y="80"/>
                  <a:pt x="119" y="70"/>
                </a:cubicBezTo>
                <a:cubicBezTo>
                  <a:pt x="121" y="60"/>
                  <a:pt x="123" y="53"/>
                  <a:pt x="125" y="49"/>
                </a:cubicBezTo>
                <a:cubicBezTo>
                  <a:pt x="127" y="45"/>
                  <a:pt x="128" y="39"/>
                  <a:pt x="130" y="33"/>
                </a:cubicBezTo>
                <a:cubicBezTo>
                  <a:pt x="131" y="26"/>
                  <a:pt x="134" y="22"/>
                  <a:pt x="136" y="19"/>
                </a:cubicBezTo>
                <a:cubicBezTo>
                  <a:pt x="139" y="17"/>
                  <a:pt x="142" y="12"/>
                  <a:pt x="144" y="9"/>
                </a:cubicBezTo>
                <a:cubicBezTo>
                  <a:pt x="147" y="5"/>
                  <a:pt x="151" y="2"/>
                  <a:pt x="156" y="1"/>
                </a:cubicBezTo>
                <a:cubicBezTo>
                  <a:pt x="160" y="0"/>
                  <a:pt x="165" y="0"/>
                  <a:pt x="170" y="0"/>
                </a:cubicBezTo>
                <a:cubicBezTo>
                  <a:pt x="180" y="0"/>
                  <a:pt x="186" y="3"/>
                  <a:pt x="190" y="9"/>
                </a:cubicBezTo>
                <a:cubicBezTo>
                  <a:pt x="194" y="14"/>
                  <a:pt x="196" y="20"/>
                  <a:pt x="196" y="25"/>
                </a:cubicBezTo>
                <a:cubicBezTo>
                  <a:pt x="196" y="29"/>
                  <a:pt x="193" y="41"/>
                  <a:pt x="189" y="63"/>
                </a:cubicBezTo>
                <a:cubicBezTo>
                  <a:pt x="184" y="84"/>
                  <a:pt x="178" y="105"/>
                  <a:pt x="172" y="126"/>
                </a:cubicBezTo>
                <a:lnTo>
                  <a:pt x="164" y="156"/>
                </a:lnTo>
                <a:cubicBezTo>
                  <a:pt x="164" y="157"/>
                  <a:pt x="178" y="158"/>
                  <a:pt x="205" y="158"/>
                </a:cubicBezTo>
                <a:lnTo>
                  <a:pt x="246" y="158"/>
                </a:lnTo>
                <a:cubicBezTo>
                  <a:pt x="249" y="161"/>
                  <a:pt x="251" y="164"/>
                  <a:pt x="251" y="167"/>
                </a:cubicBezTo>
                <a:cubicBezTo>
                  <a:pt x="251" y="178"/>
                  <a:pt x="248" y="188"/>
                  <a:pt x="241" y="195"/>
                </a:cubicBezTo>
                <a:lnTo>
                  <a:pt x="155" y="195"/>
                </a:lnTo>
                <a:lnTo>
                  <a:pt x="126" y="311"/>
                </a:lnTo>
                <a:cubicBezTo>
                  <a:pt x="104" y="397"/>
                  <a:pt x="93" y="443"/>
                  <a:pt x="93" y="450"/>
                </a:cubicBezTo>
                <a:cubicBezTo>
                  <a:pt x="93" y="472"/>
                  <a:pt x="101" y="484"/>
                  <a:pt x="115" y="484"/>
                </a:cubicBezTo>
                <a:cubicBezTo>
                  <a:pt x="135" y="484"/>
                  <a:pt x="153" y="475"/>
                  <a:pt x="171" y="456"/>
                </a:cubicBezTo>
                <a:cubicBezTo>
                  <a:pt x="189" y="438"/>
                  <a:pt x="203" y="415"/>
                  <a:pt x="214" y="389"/>
                </a:cubicBezTo>
                <a:cubicBezTo>
                  <a:pt x="215" y="385"/>
                  <a:pt x="216" y="384"/>
                  <a:pt x="218" y="383"/>
                </a:cubicBezTo>
                <a:cubicBezTo>
                  <a:pt x="219" y="382"/>
                  <a:pt x="223" y="382"/>
                  <a:pt x="230" y="381"/>
                </a:cubicBezTo>
                <a:lnTo>
                  <a:pt x="233" y="381"/>
                </a:lnTo>
                <a:cubicBezTo>
                  <a:pt x="241" y="381"/>
                  <a:pt x="245" y="384"/>
                  <a:pt x="245" y="388"/>
                </a:cubicBezTo>
                <a:cubicBezTo>
                  <a:pt x="245" y="389"/>
                  <a:pt x="244" y="393"/>
                  <a:pt x="242" y="398"/>
                </a:cubicBezTo>
                <a:cubicBezTo>
                  <a:pt x="240" y="406"/>
                  <a:pt x="235" y="416"/>
                  <a:pt x="228" y="428"/>
                </a:cubicBezTo>
                <a:cubicBezTo>
                  <a:pt x="221" y="440"/>
                  <a:pt x="212" y="453"/>
                  <a:pt x="201" y="466"/>
                </a:cubicBezTo>
                <a:cubicBezTo>
                  <a:pt x="189" y="479"/>
                  <a:pt x="176" y="491"/>
                  <a:pt x="160" y="500"/>
                </a:cubicBezTo>
                <a:cubicBezTo>
                  <a:pt x="143" y="509"/>
                  <a:pt x="127" y="513"/>
                  <a:pt x="109" y="513"/>
                </a:cubicBezTo>
                <a:cubicBezTo>
                  <a:pt x="93" y="513"/>
                  <a:pt x="78" y="509"/>
                  <a:pt x="64" y="501"/>
                </a:cubicBezTo>
                <a:cubicBezTo>
                  <a:pt x="49" y="493"/>
                  <a:pt x="39" y="479"/>
                  <a:pt x="32" y="459"/>
                </a:cubicBezTo>
                <a:cubicBezTo>
                  <a:pt x="31" y="455"/>
                  <a:pt x="31" y="448"/>
                  <a:pt x="31" y="438"/>
                </a:cubicBezTo>
                <a:lnTo>
                  <a:pt x="31" y="423"/>
                </a:lnTo>
                <a:lnTo>
                  <a:pt x="59" y="311"/>
                </a:lnTo>
                <a:cubicBezTo>
                  <a:pt x="78" y="235"/>
                  <a:pt x="87" y="197"/>
                  <a:pt x="88" y="196"/>
                </a:cubicBezTo>
                <a:cubicBezTo>
                  <a:pt x="88" y="195"/>
                  <a:pt x="74" y="195"/>
                  <a:pt x="47" y="195"/>
                </a:cubicBezTo>
                <a:lnTo>
                  <a:pt x="6" y="195"/>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889" name=""/>
          <p:cNvSpPr/>
          <p:nvPr/>
        </p:nvSpPr>
        <p:spPr>
          <a:xfrm>
            <a:off x="6526080" y="6130800"/>
            <a:ext cx="320400" cy="410400"/>
          </a:xfrm>
          <a:custGeom>
            <a:avLst/>
            <a:gdLst/>
            <a:ahLst/>
            <a:rect l="0" t="0" r="r" b="b"/>
            <a:pathLst>
              <a:path w="890" h="1140">
                <a:moveTo>
                  <a:pt x="26" y="709"/>
                </a:moveTo>
                <a:cubicBezTo>
                  <a:pt x="21" y="709"/>
                  <a:pt x="16" y="706"/>
                  <a:pt x="10" y="700"/>
                </a:cubicBezTo>
                <a:cubicBezTo>
                  <a:pt x="4" y="694"/>
                  <a:pt x="1" y="689"/>
                  <a:pt x="0" y="684"/>
                </a:cubicBezTo>
                <a:cubicBezTo>
                  <a:pt x="-1" y="680"/>
                  <a:pt x="11" y="668"/>
                  <a:pt x="35" y="650"/>
                </a:cubicBezTo>
                <a:cubicBezTo>
                  <a:pt x="59" y="632"/>
                  <a:pt x="84" y="613"/>
                  <a:pt x="111" y="592"/>
                </a:cubicBezTo>
                <a:cubicBezTo>
                  <a:pt x="137" y="572"/>
                  <a:pt x="151" y="561"/>
                  <a:pt x="154" y="559"/>
                </a:cubicBezTo>
                <a:cubicBezTo>
                  <a:pt x="156" y="558"/>
                  <a:pt x="158" y="557"/>
                  <a:pt x="160" y="557"/>
                </a:cubicBezTo>
                <a:lnTo>
                  <a:pt x="161" y="557"/>
                </a:lnTo>
                <a:cubicBezTo>
                  <a:pt x="166" y="557"/>
                  <a:pt x="171" y="563"/>
                  <a:pt x="177" y="576"/>
                </a:cubicBezTo>
                <a:cubicBezTo>
                  <a:pt x="183" y="589"/>
                  <a:pt x="204" y="634"/>
                  <a:pt x="239" y="710"/>
                </a:cubicBezTo>
                <a:cubicBezTo>
                  <a:pt x="253" y="743"/>
                  <a:pt x="265" y="769"/>
                  <a:pt x="274" y="789"/>
                </a:cubicBezTo>
                <a:lnTo>
                  <a:pt x="371" y="999"/>
                </a:lnTo>
                <a:cubicBezTo>
                  <a:pt x="372" y="999"/>
                  <a:pt x="411" y="919"/>
                  <a:pt x="489" y="757"/>
                </a:cubicBezTo>
                <a:cubicBezTo>
                  <a:pt x="567" y="594"/>
                  <a:pt x="645" y="432"/>
                  <a:pt x="724" y="268"/>
                </a:cubicBezTo>
                <a:cubicBezTo>
                  <a:pt x="802" y="104"/>
                  <a:pt x="842" y="20"/>
                  <a:pt x="845" y="16"/>
                </a:cubicBezTo>
                <a:cubicBezTo>
                  <a:pt x="850" y="5"/>
                  <a:pt x="858" y="0"/>
                  <a:pt x="868" y="0"/>
                </a:cubicBezTo>
                <a:cubicBezTo>
                  <a:pt x="874" y="0"/>
                  <a:pt x="878" y="2"/>
                  <a:pt x="882" y="7"/>
                </a:cubicBezTo>
                <a:cubicBezTo>
                  <a:pt x="886" y="12"/>
                  <a:pt x="888" y="16"/>
                  <a:pt x="890" y="21"/>
                </a:cubicBezTo>
                <a:lnTo>
                  <a:pt x="890" y="27"/>
                </a:lnTo>
                <a:lnTo>
                  <a:pt x="625" y="577"/>
                </a:lnTo>
                <a:lnTo>
                  <a:pt x="357" y="1132"/>
                </a:lnTo>
                <a:cubicBezTo>
                  <a:pt x="354" y="1137"/>
                  <a:pt x="347" y="1140"/>
                  <a:pt x="335" y="1140"/>
                </a:cubicBezTo>
                <a:cubicBezTo>
                  <a:pt x="329" y="1140"/>
                  <a:pt x="324" y="1138"/>
                  <a:pt x="322" y="1136"/>
                </a:cubicBezTo>
                <a:cubicBezTo>
                  <a:pt x="320" y="1135"/>
                  <a:pt x="283" y="1054"/>
                  <a:pt x="210" y="895"/>
                </a:cubicBezTo>
                <a:lnTo>
                  <a:pt x="101" y="656"/>
                </a:lnTo>
                <a:lnTo>
                  <a:pt x="82" y="668"/>
                </a:lnTo>
                <a:cubicBezTo>
                  <a:pt x="70" y="677"/>
                  <a:pt x="59" y="686"/>
                  <a:pt x="46" y="696"/>
                </a:cubicBezTo>
                <a:cubicBezTo>
                  <a:pt x="34" y="705"/>
                  <a:pt x="27" y="709"/>
                  <a:pt x="26" y="709"/>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890" name=""/>
          <p:cNvSpPr/>
          <p:nvPr/>
        </p:nvSpPr>
        <p:spPr>
          <a:xfrm>
            <a:off x="6846120" y="6130800"/>
            <a:ext cx="1107000" cy="24840"/>
          </a:xfrm>
          <a:custGeom>
            <a:avLst/>
            <a:gdLst/>
            <a:ahLst/>
            <a:rect l="0" t="0" r="r" b="b"/>
            <a:pathLst>
              <a:path w="3075" h="69">
                <a:moveTo>
                  <a:pt x="0" y="0"/>
                </a:moveTo>
                <a:lnTo>
                  <a:pt x="3075" y="0"/>
                </a:lnTo>
                <a:lnTo>
                  <a:pt x="3075" y="69"/>
                </a:lnTo>
                <a:lnTo>
                  <a:pt x="0" y="69"/>
                </a:lnTo>
                <a:lnTo>
                  <a:pt x="0" y="0"/>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891" name=""/>
          <p:cNvSpPr/>
          <p:nvPr/>
        </p:nvSpPr>
        <p:spPr>
          <a:xfrm>
            <a:off x="6455520" y="6008040"/>
            <a:ext cx="1538640" cy="24840"/>
          </a:xfrm>
          <a:custGeom>
            <a:avLst/>
            <a:gdLst/>
            <a:ahLst/>
            <a:rect l="0" t="0" r="r" b="b"/>
            <a:pathLst>
              <a:path w="4274" h="69">
                <a:moveTo>
                  <a:pt x="0" y="0"/>
                </a:moveTo>
                <a:lnTo>
                  <a:pt x="4274" y="0"/>
                </a:lnTo>
                <a:lnTo>
                  <a:pt x="4274" y="69"/>
                </a:lnTo>
                <a:lnTo>
                  <a:pt x="0" y="69"/>
                </a:lnTo>
                <a:lnTo>
                  <a:pt x="0" y="0"/>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892" name=""/>
          <p:cNvSpPr/>
          <p:nvPr/>
        </p:nvSpPr>
        <p:spPr>
          <a:xfrm>
            <a:off x="0" y="0"/>
            <a:ext cx="12192120" cy="667080"/>
          </a:xfrm>
          <a:custGeom>
            <a:avLst/>
            <a:gdLst/>
            <a:ahLst/>
            <a:rect l="0" t="0" r="r" b="b"/>
            <a:pathLst>
              <a:path w="33867" h="1853">
                <a:moveTo>
                  <a:pt x="0" y="0"/>
                </a:moveTo>
                <a:lnTo>
                  <a:pt x="33867" y="0"/>
                </a:lnTo>
                <a:lnTo>
                  <a:pt x="33867" y="1853"/>
                </a:lnTo>
                <a:lnTo>
                  <a:pt x="0" y="1853"/>
                </a:lnTo>
                <a:lnTo>
                  <a:pt x="0" y="0"/>
                </a:lnTo>
                <a:close/>
              </a:path>
            </a:pathLst>
          </a:custGeom>
          <a:solidFill>
            <a:srgbClr val="800000"/>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893" name=""/>
          <p:cNvSpPr txBox="1"/>
          <p:nvPr/>
        </p:nvSpPr>
        <p:spPr>
          <a:xfrm>
            <a:off x="380880" y="4803840"/>
            <a:ext cx="10358640" cy="372240"/>
          </a:xfrm>
          <a:prstGeom prst="rect">
            <a:avLst/>
          </a:prstGeom>
          <a:noFill/>
          <a:ln w="0">
            <a:noFill/>
          </a:ln>
        </p:spPr>
        <p:txBody>
          <a:bodyPr wrap="none" lIns="0" rIns="0" tIns="0" bIns="0" anchor="t">
            <a:spAutoFit/>
          </a:bodyPr>
          <a:p>
            <a:r>
              <a:rPr b="0" lang="zh-CN" sz="2620" strike="noStrike" u="none">
                <a:solidFill>
                  <a:srgbClr val="333333"/>
                </a:solidFill>
                <a:effectLst/>
                <a:uFillTx/>
                <a:latin typeface="NotoSansJP-Thin_"/>
                <a:ea typeface="NotoSansJP-Thin_"/>
              </a:rPr>
              <a:t>（ノイズ予測は、実質的にデータの勾配（</a:t>
            </a:r>
            <a:r>
              <a:rPr b="0" lang="en-US" sz="2620" strike="noStrike" u="none">
                <a:solidFill>
                  <a:srgbClr val="333333"/>
                </a:solidFill>
                <a:effectLst/>
                <a:uFillTx/>
                <a:latin typeface="NotoSansJP-Thin_"/>
                <a:ea typeface="NotoSansJP-Thin_"/>
              </a:rPr>
              <a:t>Score</a:t>
            </a:r>
            <a:r>
              <a:rPr b="0" lang="zh-CN" sz="2620" strike="noStrike" u="none">
                <a:solidFill>
                  <a:srgbClr val="333333"/>
                </a:solidFill>
                <a:effectLst/>
                <a:uFillTx/>
                <a:latin typeface="NotoSansJP-Thin_"/>
                <a:ea typeface="NotoSansJP-Thin_"/>
              </a:rPr>
              <a:t>）を推定している）</a:t>
            </a:r>
            <a:endParaRPr b="0" lang="en-US" sz="2620" strike="noStrike" u="none">
              <a:solidFill>
                <a:srgbClr val="000000"/>
              </a:solidFill>
              <a:effectLst/>
              <a:uFillTx/>
              <a:latin typeface="Times New Roman"/>
            </a:endParaRPr>
          </a:p>
        </p:txBody>
      </p:sp>
      <p:sp>
        <p:nvSpPr>
          <p:cNvPr id="894" name=""/>
          <p:cNvSpPr/>
          <p:nvPr/>
        </p:nvSpPr>
        <p:spPr>
          <a:xfrm>
            <a:off x="380880" y="6381720"/>
            <a:ext cx="6705720" cy="19080"/>
          </a:xfrm>
          <a:custGeom>
            <a:avLst/>
            <a:gdLst/>
            <a:ahLst/>
            <a:rect l="0" t="0" r="r" b="b"/>
            <a:pathLst>
              <a:path w="18627" h="53">
                <a:moveTo>
                  <a:pt x="0" y="0"/>
                </a:moveTo>
                <a:lnTo>
                  <a:pt x="159" y="0"/>
                </a:lnTo>
                <a:lnTo>
                  <a:pt x="159" y="53"/>
                </a:lnTo>
                <a:lnTo>
                  <a:pt x="0" y="53"/>
                </a:lnTo>
                <a:lnTo>
                  <a:pt x="0" y="0"/>
                </a:lnTo>
                <a:moveTo>
                  <a:pt x="264" y="0"/>
                </a:moveTo>
                <a:lnTo>
                  <a:pt x="422" y="0"/>
                </a:lnTo>
                <a:lnTo>
                  <a:pt x="422" y="53"/>
                </a:lnTo>
                <a:lnTo>
                  <a:pt x="264" y="53"/>
                </a:lnTo>
                <a:lnTo>
                  <a:pt x="264" y="0"/>
                </a:lnTo>
                <a:moveTo>
                  <a:pt x="527" y="0"/>
                </a:moveTo>
                <a:lnTo>
                  <a:pt x="686" y="0"/>
                </a:lnTo>
                <a:lnTo>
                  <a:pt x="686" y="53"/>
                </a:lnTo>
                <a:lnTo>
                  <a:pt x="527" y="53"/>
                </a:lnTo>
                <a:lnTo>
                  <a:pt x="527" y="0"/>
                </a:lnTo>
                <a:moveTo>
                  <a:pt x="791" y="0"/>
                </a:moveTo>
                <a:lnTo>
                  <a:pt x="950" y="0"/>
                </a:lnTo>
                <a:lnTo>
                  <a:pt x="950" y="53"/>
                </a:lnTo>
                <a:lnTo>
                  <a:pt x="791" y="53"/>
                </a:lnTo>
                <a:lnTo>
                  <a:pt x="791" y="0"/>
                </a:lnTo>
                <a:moveTo>
                  <a:pt x="1055" y="0"/>
                </a:moveTo>
                <a:lnTo>
                  <a:pt x="1214" y="0"/>
                </a:lnTo>
                <a:lnTo>
                  <a:pt x="1214" y="53"/>
                </a:lnTo>
                <a:lnTo>
                  <a:pt x="1055" y="53"/>
                </a:lnTo>
                <a:lnTo>
                  <a:pt x="1055" y="0"/>
                </a:lnTo>
                <a:moveTo>
                  <a:pt x="1319" y="0"/>
                </a:moveTo>
                <a:lnTo>
                  <a:pt x="1478" y="0"/>
                </a:lnTo>
                <a:lnTo>
                  <a:pt x="1478" y="53"/>
                </a:lnTo>
                <a:lnTo>
                  <a:pt x="1319" y="53"/>
                </a:lnTo>
                <a:lnTo>
                  <a:pt x="1319" y="0"/>
                </a:lnTo>
                <a:moveTo>
                  <a:pt x="1583" y="0"/>
                </a:moveTo>
                <a:lnTo>
                  <a:pt x="1742" y="0"/>
                </a:lnTo>
                <a:lnTo>
                  <a:pt x="1742" y="53"/>
                </a:lnTo>
                <a:lnTo>
                  <a:pt x="1583" y="53"/>
                </a:lnTo>
                <a:lnTo>
                  <a:pt x="1583" y="0"/>
                </a:lnTo>
                <a:moveTo>
                  <a:pt x="1847" y="0"/>
                </a:moveTo>
                <a:lnTo>
                  <a:pt x="2005" y="0"/>
                </a:lnTo>
                <a:lnTo>
                  <a:pt x="2005" y="53"/>
                </a:lnTo>
                <a:lnTo>
                  <a:pt x="1847" y="53"/>
                </a:lnTo>
                <a:lnTo>
                  <a:pt x="1847" y="0"/>
                </a:lnTo>
                <a:moveTo>
                  <a:pt x="2110" y="0"/>
                </a:moveTo>
                <a:lnTo>
                  <a:pt x="2269" y="0"/>
                </a:lnTo>
                <a:lnTo>
                  <a:pt x="2269" y="53"/>
                </a:lnTo>
                <a:lnTo>
                  <a:pt x="2110" y="53"/>
                </a:lnTo>
                <a:lnTo>
                  <a:pt x="2110" y="0"/>
                </a:lnTo>
                <a:moveTo>
                  <a:pt x="2374" y="0"/>
                </a:moveTo>
                <a:lnTo>
                  <a:pt x="2533" y="0"/>
                </a:lnTo>
                <a:lnTo>
                  <a:pt x="2533" y="53"/>
                </a:lnTo>
                <a:lnTo>
                  <a:pt x="2374" y="53"/>
                </a:lnTo>
                <a:lnTo>
                  <a:pt x="2374" y="0"/>
                </a:lnTo>
                <a:moveTo>
                  <a:pt x="2638" y="0"/>
                </a:moveTo>
                <a:lnTo>
                  <a:pt x="2797" y="0"/>
                </a:lnTo>
                <a:lnTo>
                  <a:pt x="2797" y="53"/>
                </a:lnTo>
                <a:lnTo>
                  <a:pt x="2638" y="53"/>
                </a:lnTo>
                <a:lnTo>
                  <a:pt x="2638" y="0"/>
                </a:lnTo>
                <a:moveTo>
                  <a:pt x="2902" y="0"/>
                </a:moveTo>
                <a:lnTo>
                  <a:pt x="3061" y="0"/>
                </a:lnTo>
                <a:lnTo>
                  <a:pt x="3061" y="53"/>
                </a:lnTo>
                <a:lnTo>
                  <a:pt x="2902" y="53"/>
                </a:lnTo>
                <a:lnTo>
                  <a:pt x="2902" y="0"/>
                </a:lnTo>
                <a:moveTo>
                  <a:pt x="3166" y="0"/>
                </a:moveTo>
                <a:lnTo>
                  <a:pt x="3325" y="0"/>
                </a:lnTo>
                <a:lnTo>
                  <a:pt x="3325" y="53"/>
                </a:lnTo>
                <a:lnTo>
                  <a:pt x="3166" y="53"/>
                </a:lnTo>
                <a:lnTo>
                  <a:pt x="3166" y="0"/>
                </a:lnTo>
                <a:moveTo>
                  <a:pt x="3430" y="0"/>
                </a:moveTo>
                <a:lnTo>
                  <a:pt x="3588" y="0"/>
                </a:lnTo>
                <a:lnTo>
                  <a:pt x="3588" y="53"/>
                </a:lnTo>
                <a:lnTo>
                  <a:pt x="3430" y="53"/>
                </a:lnTo>
                <a:lnTo>
                  <a:pt x="3430" y="0"/>
                </a:lnTo>
                <a:moveTo>
                  <a:pt x="3693" y="0"/>
                </a:moveTo>
                <a:lnTo>
                  <a:pt x="3852" y="0"/>
                </a:lnTo>
                <a:lnTo>
                  <a:pt x="3852" y="53"/>
                </a:lnTo>
                <a:lnTo>
                  <a:pt x="3693" y="53"/>
                </a:lnTo>
                <a:lnTo>
                  <a:pt x="3693" y="0"/>
                </a:lnTo>
                <a:moveTo>
                  <a:pt x="3957" y="0"/>
                </a:moveTo>
                <a:lnTo>
                  <a:pt x="4116" y="0"/>
                </a:lnTo>
                <a:lnTo>
                  <a:pt x="4116" y="53"/>
                </a:lnTo>
                <a:lnTo>
                  <a:pt x="3957" y="53"/>
                </a:lnTo>
                <a:lnTo>
                  <a:pt x="3957" y="0"/>
                </a:lnTo>
                <a:moveTo>
                  <a:pt x="4221" y="0"/>
                </a:moveTo>
                <a:lnTo>
                  <a:pt x="4380" y="0"/>
                </a:lnTo>
                <a:lnTo>
                  <a:pt x="4380" y="53"/>
                </a:lnTo>
                <a:lnTo>
                  <a:pt x="4221" y="53"/>
                </a:lnTo>
                <a:lnTo>
                  <a:pt x="4221" y="0"/>
                </a:lnTo>
                <a:moveTo>
                  <a:pt x="4485" y="0"/>
                </a:moveTo>
                <a:lnTo>
                  <a:pt x="4644" y="0"/>
                </a:lnTo>
                <a:lnTo>
                  <a:pt x="4644" y="53"/>
                </a:lnTo>
                <a:lnTo>
                  <a:pt x="4485" y="53"/>
                </a:lnTo>
                <a:lnTo>
                  <a:pt x="4485" y="0"/>
                </a:lnTo>
                <a:moveTo>
                  <a:pt x="4749" y="0"/>
                </a:moveTo>
                <a:lnTo>
                  <a:pt x="4907" y="0"/>
                </a:lnTo>
                <a:lnTo>
                  <a:pt x="4907" y="53"/>
                </a:lnTo>
                <a:lnTo>
                  <a:pt x="4749" y="53"/>
                </a:lnTo>
                <a:lnTo>
                  <a:pt x="4749" y="0"/>
                </a:lnTo>
                <a:moveTo>
                  <a:pt x="5013" y="0"/>
                </a:moveTo>
                <a:lnTo>
                  <a:pt x="5171" y="0"/>
                </a:lnTo>
                <a:lnTo>
                  <a:pt x="5171" y="53"/>
                </a:lnTo>
                <a:lnTo>
                  <a:pt x="5013" y="53"/>
                </a:lnTo>
                <a:lnTo>
                  <a:pt x="5013" y="0"/>
                </a:lnTo>
                <a:moveTo>
                  <a:pt x="5276" y="0"/>
                </a:moveTo>
                <a:lnTo>
                  <a:pt x="5435" y="0"/>
                </a:lnTo>
                <a:lnTo>
                  <a:pt x="5435" y="53"/>
                </a:lnTo>
                <a:lnTo>
                  <a:pt x="5276" y="53"/>
                </a:lnTo>
                <a:lnTo>
                  <a:pt x="5276" y="0"/>
                </a:lnTo>
                <a:moveTo>
                  <a:pt x="5540" y="0"/>
                </a:moveTo>
                <a:lnTo>
                  <a:pt x="5699" y="0"/>
                </a:lnTo>
                <a:lnTo>
                  <a:pt x="5699" y="53"/>
                </a:lnTo>
                <a:lnTo>
                  <a:pt x="5540" y="53"/>
                </a:lnTo>
                <a:lnTo>
                  <a:pt x="5540" y="0"/>
                </a:lnTo>
                <a:moveTo>
                  <a:pt x="5804" y="0"/>
                </a:moveTo>
                <a:lnTo>
                  <a:pt x="5963" y="0"/>
                </a:lnTo>
                <a:lnTo>
                  <a:pt x="5963" y="53"/>
                </a:lnTo>
                <a:lnTo>
                  <a:pt x="5804" y="53"/>
                </a:lnTo>
                <a:lnTo>
                  <a:pt x="5804" y="0"/>
                </a:lnTo>
                <a:moveTo>
                  <a:pt x="6068" y="0"/>
                </a:moveTo>
                <a:lnTo>
                  <a:pt x="6227" y="0"/>
                </a:lnTo>
                <a:lnTo>
                  <a:pt x="6227" y="53"/>
                </a:lnTo>
                <a:lnTo>
                  <a:pt x="6068" y="53"/>
                </a:lnTo>
                <a:lnTo>
                  <a:pt x="6068" y="0"/>
                </a:lnTo>
                <a:moveTo>
                  <a:pt x="6332" y="0"/>
                </a:moveTo>
                <a:lnTo>
                  <a:pt x="6490" y="0"/>
                </a:lnTo>
                <a:lnTo>
                  <a:pt x="6490" y="53"/>
                </a:lnTo>
                <a:lnTo>
                  <a:pt x="6332" y="53"/>
                </a:lnTo>
                <a:lnTo>
                  <a:pt x="6332" y="0"/>
                </a:lnTo>
                <a:moveTo>
                  <a:pt x="6596" y="0"/>
                </a:moveTo>
                <a:lnTo>
                  <a:pt x="6754" y="0"/>
                </a:lnTo>
                <a:lnTo>
                  <a:pt x="6754" y="53"/>
                </a:lnTo>
                <a:lnTo>
                  <a:pt x="6596" y="53"/>
                </a:lnTo>
                <a:lnTo>
                  <a:pt x="6596" y="0"/>
                </a:lnTo>
                <a:moveTo>
                  <a:pt x="6859" y="0"/>
                </a:moveTo>
                <a:lnTo>
                  <a:pt x="7018" y="0"/>
                </a:lnTo>
                <a:lnTo>
                  <a:pt x="7018" y="53"/>
                </a:lnTo>
                <a:lnTo>
                  <a:pt x="6859" y="53"/>
                </a:lnTo>
                <a:lnTo>
                  <a:pt x="6859" y="0"/>
                </a:lnTo>
                <a:moveTo>
                  <a:pt x="7123" y="0"/>
                </a:moveTo>
                <a:lnTo>
                  <a:pt x="7282" y="0"/>
                </a:lnTo>
                <a:lnTo>
                  <a:pt x="7282" y="53"/>
                </a:lnTo>
                <a:lnTo>
                  <a:pt x="7123" y="53"/>
                </a:lnTo>
                <a:lnTo>
                  <a:pt x="7123" y="0"/>
                </a:lnTo>
                <a:moveTo>
                  <a:pt x="7387" y="0"/>
                </a:moveTo>
                <a:lnTo>
                  <a:pt x="7546" y="0"/>
                </a:lnTo>
                <a:lnTo>
                  <a:pt x="7546" y="53"/>
                </a:lnTo>
                <a:lnTo>
                  <a:pt x="7387" y="53"/>
                </a:lnTo>
                <a:lnTo>
                  <a:pt x="7387" y="0"/>
                </a:lnTo>
                <a:moveTo>
                  <a:pt x="7651" y="0"/>
                </a:moveTo>
                <a:lnTo>
                  <a:pt x="7810" y="0"/>
                </a:lnTo>
                <a:lnTo>
                  <a:pt x="7810" y="53"/>
                </a:lnTo>
                <a:lnTo>
                  <a:pt x="7651" y="53"/>
                </a:lnTo>
                <a:lnTo>
                  <a:pt x="7651" y="0"/>
                </a:lnTo>
                <a:moveTo>
                  <a:pt x="7915" y="0"/>
                </a:moveTo>
                <a:lnTo>
                  <a:pt x="8073" y="0"/>
                </a:lnTo>
                <a:lnTo>
                  <a:pt x="8073" y="53"/>
                </a:lnTo>
                <a:lnTo>
                  <a:pt x="7915" y="53"/>
                </a:lnTo>
                <a:lnTo>
                  <a:pt x="7915" y="0"/>
                </a:lnTo>
                <a:moveTo>
                  <a:pt x="8178" y="0"/>
                </a:moveTo>
                <a:lnTo>
                  <a:pt x="8338" y="0"/>
                </a:lnTo>
                <a:lnTo>
                  <a:pt x="8338" y="53"/>
                </a:lnTo>
                <a:lnTo>
                  <a:pt x="8178" y="53"/>
                </a:lnTo>
                <a:lnTo>
                  <a:pt x="8178" y="0"/>
                </a:lnTo>
                <a:moveTo>
                  <a:pt x="8443" y="0"/>
                </a:moveTo>
                <a:lnTo>
                  <a:pt x="8602" y="0"/>
                </a:lnTo>
                <a:lnTo>
                  <a:pt x="8602" y="53"/>
                </a:lnTo>
                <a:lnTo>
                  <a:pt x="8443" y="53"/>
                </a:lnTo>
                <a:lnTo>
                  <a:pt x="8443" y="0"/>
                </a:lnTo>
                <a:moveTo>
                  <a:pt x="8707" y="0"/>
                </a:moveTo>
                <a:lnTo>
                  <a:pt x="8866" y="0"/>
                </a:lnTo>
                <a:lnTo>
                  <a:pt x="8866" y="53"/>
                </a:lnTo>
                <a:lnTo>
                  <a:pt x="8707" y="53"/>
                </a:lnTo>
                <a:lnTo>
                  <a:pt x="8707" y="0"/>
                </a:lnTo>
                <a:moveTo>
                  <a:pt x="8971" y="0"/>
                </a:moveTo>
                <a:lnTo>
                  <a:pt x="9130" y="0"/>
                </a:lnTo>
                <a:lnTo>
                  <a:pt x="9130" y="53"/>
                </a:lnTo>
                <a:lnTo>
                  <a:pt x="8971" y="53"/>
                </a:lnTo>
                <a:lnTo>
                  <a:pt x="8971" y="0"/>
                </a:lnTo>
                <a:moveTo>
                  <a:pt x="9235" y="0"/>
                </a:moveTo>
                <a:lnTo>
                  <a:pt x="9394" y="0"/>
                </a:lnTo>
                <a:lnTo>
                  <a:pt x="9394" y="53"/>
                </a:lnTo>
                <a:lnTo>
                  <a:pt x="9235" y="53"/>
                </a:lnTo>
                <a:lnTo>
                  <a:pt x="9235" y="0"/>
                </a:lnTo>
                <a:moveTo>
                  <a:pt x="9499" y="0"/>
                </a:moveTo>
                <a:lnTo>
                  <a:pt x="9657" y="0"/>
                </a:lnTo>
                <a:lnTo>
                  <a:pt x="9657" y="53"/>
                </a:lnTo>
                <a:lnTo>
                  <a:pt x="9499" y="53"/>
                </a:lnTo>
                <a:lnTo>
                  <a:pt x="9499" y="0"/>
                </a:lnTo>
                <a:moveTo>
                  <a:pt x="9762" y="0"/>
                </a:moveTo>
                <a:lnTo>
                  <a:pt x="9921" y="0"/>
                </a:lnTo>
                <a:lnTo>
                  <a:pt x="9921" y="53"/>
                </a:lnTo>
                <a:lnTo>
                  <a:pt x="9762" y="53"/>
                </a:lnTo>
                <a:lnTo>
                  <a:pt x="9762" y="0"/>
                </a:lnTo>
                <a:moveTo>
                  <a:pt x="10026" y="0"/>
                </a:moveTo>
                <a:lnTo>
                  <a:pt x="10185" y="0"/>
                </a:lnTo>
                <a:lnTo>
                  <a:pt x="10185" y="53"/>
                </a:lnTo>
                <a:lnTo>
                  <a:pt x="10026" y="53"/>
                </a:lnTo>
                <a:lnTo>
                  <a:pt x="10026" y="0"/>
                </a:lnTo>
                <a:moveTo>
                  <a:pt x="10290" y="0"/>
                </a:moveTo>
                <a:lnTo>
                  <a:pt x="10449" y="0"/>
                </a:lnTo>
                <a:lnTo>
                  <a:pt x="10449" y="53"/>
                </a:lnTo>
                <a:lnTo>
                  <a:pt x="10290" y="53"/>
                </a:lnTo>
                <a:lnTo>
                  <a:pt x="10290" y="0"/>
                </a:lnTo>
                <a:moveTo>
                  <a:pt x="10554" y="0"/>
                </a:moveTo>
                <a:lnTo>
                  <a:pt x="10713" y="0"/>
                </a:lnTo>
                <a:lnTo>
                  <a:pt x="10713" y="53"/>
                </a:lnTo>
                <a:lnTo>
                  <a:pt x="10554" y="53"/>
                </a:lnTo>
                <a:lnTo>
                  <a:pt x="10554" y="0"/>
                </a:lnTo>
                <a:moveTo>
                  <a:pt x="10818" y="0"/>
                </a:moveTo>
                <a:lnTo>
                  <a:pt x="10977" y="0"/>
                </a:lnTo>
                <a:lnTo>
                  <a:pt x="10977" y="53"/>
                </a:lnTo>
                <a:lnTo>
                  <a:pt x="10818" y="53"/>
                </a:lnTo>
                <a:lnTo>
                  <a:pt x="10818" y="0"/>
                </a:lnTo>
                <a:moveTo>
                  <a:pt x="11082" y="0"/>
                </a:moveTo>
                <a:lnTo>
                  <a:pt x="11240" y="0"/>
                </a:lnTo>
                <a:lnTo>
                  <a:pt x="11240" y="53"/>
                </a:lnTo>
                <a:lnTo>
                  <a:pt x="11082" y="53"/>
                </a:lnTo>
                <a:lnTo>
                  <a:pt x="11082" y="0"/>
                </a:lnTo>
                <a:moveTo>
                  <a:pt x="11345" y="0"/>
                </a:moveTo>
                <a:lnTo>
                  <a:pt x="11504" y="0"/>
                </a:lnTo>
                <a:lnTo>
                  <a:pt x="11504" y="53"/>
                </a:lnTo>
                <a:lnTo>
                  <a:pt x="11345" y="53"/>
                </a:lnTo>
                <a:lnTo>
                  <a:pt x="11345" y="0"/>
                </a:lnTo>
                <a:moveTo>
                  <a:pt x="11609" y="0"/>
                </a:moveTo>
                <a:lnTo>
                  <a:pt x="11768" y="0"/>
                </a:lnTo>
                <a:lnTo>
                  <a:pt x="11768" y="53"/>
                </a:lnTo>
                <a:lnTo>
                  <a:pt x="11609" y="53"/>
                </a:lnTo>
                <a:lnTo>
                  <a:pt x="11609" y="0"/>
                </a:lnTo>
                <a:moveTo>
                  <a:pt x="11873" y="0"/>
                </a:moveTo>
                <a:lnTo>
                  <a:pt x="12032" y="0"/>
                </a:lnTo>
                <a:lnTo>
                  <a:pt x="12032" y="53"/>
                </a:lnTo>
                <a:lnTo>
                  <a:pt x="11873" y="53"/>
                </a:lnTo>
                <a:lnTo>
                  <a:pt x="11873" y="0"/>
                </a:lnTo>
                <a:moveTo>
                  <a:pt x="12137" y="0"/>
                </a:moveTo>
                <a:lnTo>
                  <a:pt x="12296" y="0"/>
                </a:lnTo>
                <a:lnTo>
                  <a:pt x="12296" y="53"/>
                </a:lnTo>
                <a:lnTo>
                  <a:pt x="12137" y="53"/>
                </a:lnTo>
                <a:lnTo>
                  <a:pt x="12137" y="0"/>
                </a:lnTo>
                <a:moveTo>
                  <a:pt x="12401" y="0"/>
                </a:moveTo>
                <a:lnTo>
                  <a:pt x="12559" y="0"/>
                </a:lnTo>
                <a:lnTo>
                  <a:pt x="12559" y="53"/>
                </a:lnTo>
                <a:lnTo>
                  <a:pt x="12401" y="53"/>
                </a:lnTo>
                <a:lnTo>
                  <a:pt x="12401" y="0"/>
                </a:lnTo>
                <a:moveTo>
                  <a:pt x="12665" y="0"/>
                </a:moveTo>
                <a:lnTo>
                  <a:pt x="12823" y="0"/>
                </a:lnTo>
                <a:lnTo>
                  <a:pt x="12823" y="53"/>
                </a:lnTo>
                <a:lnTo>
                  <a:pt x="12665" y="53"/>
                </a:lnTo>
                <a:lnTo>
                  <a:pt x="12665" y="0"/>
                </a:lnTo>
                <a:moveTo>
                  <a:pt x="12928" y="0"/>
                </a:moveTo>
                <a:lnTo>
                  <a:pt x="13087" y="0"/>
                </a:lnTo>
                <a:lnTo>
                  <a:pt x="13087" y="53"/>
                </a:lnTo>
                <a:lnTo>
                  <a:pt x="12928" y="53"/>
                </a:lnTo>
                <a:lnTo>
                  <a:pt x="12928" y="0"/>
                </a:lnTo>
                <a:moveTo>
                  <a:pt x="13192" y="0"/>
                </a:moveTo>
                <a:lnTo>
                  <a:pt x="13351" y="0"/>
                </a:lnTo>
                <a:lnTo>
                  <a:pt x="13351" y="53"/>
                </a:lnTo>
                <a:lnTo>
                  <a:pt x="13192" y="53"/>
                </a:lnTo>
                <a:lnTo>
                  <a:pt x="13192" y="0"/>
                </a:lnTo>
                <a:moveTo>
                  <a:pt x="13456" y="0"/>
                </a:moveTo>
                <a:lnTo>
                  <a:pt x="13615" y="0"/>
                </a:lnTo>
                <a:lnTo>
                  <a:pt x="13615" y="53"/>
                </a:lnTo>
                <a:lnTo>
                  <a:pt x="13456" y="53"/>
                </a:lnTo>
                <a:lnTo>
                  <a:pt x="13456" y="0"/>
                </a:lnTo>
                <a:moveTo>
                  <a:pt x="13720" y="0"/>
                </a:moveTo>
                <a:lnTo>
                  <a:pt x="13879" y="0"/>
                </a:lnTo>
                <a:lnTo>
                  <a:pt x="13879" y="53"/>
                </a:lnTo>
                <a:lnTo>
                  <a:pt x="13720" y="53"/>
                </a:lnTo>
                <a:lnTo>
                  <a:pt x="13720" y="0"/>
                </a:lnTo>
                <a:moveTo>
                  <a:pt x="13984" y="0"/>
                </a:moveTo>
                <a:lnTo>
                  <a:pt x="14142" y="0"/>
                </a:lnTo>
                <a:lnTo>
                  <a:pt x="14142" y="53"/>
                </a:lnTo>
                <a:lnTo>
                  <a:pt x="13984" y="53"/>
                </a:lnTo>
                <a:lnTo>
                  <a:pt x="13984" y="0"/>
                </a:lnTo>
                <a:moveTo>
                  <a:pt x="14248" y="0"/>
                </a:moveTo>
                <a:lnTo>
                  <a:pt x="14406" y="0"/>
                </a:lnTo>
                <a:lnTo>
                  <a:pt x="14406" y="53"/>
                </a:lnTo>
                <a:lnTo>
                  <a:pt x="14248" y="53"/>
                </a:lnTo>
                <a:lnTo>
                  <a:pt x="14248" y="0"/>
                </a:lnTo>
                <a:moveTo>
                  <a:pt x="14511" y="0"/>
                </a:moveTo>
                <a:lnTo>
                  <a:pt x="14670" y="0"/>
                </a:lnTo>
                <a:lnTo>
                  <a:pt x="14670" y="53"/>
                </a:lnTo>
                <a:lnTo>
                  <a:pt x="14511" y="53"/>
                </a:lnTo>
                <a:lnTo>
                  <a:pt x="14511" y="0"/>
                </a:lnTo>
                <a:moveTo>
                  <a:pt x="14775" y="0"/>
                </a:moveTo>
                <a:lnTo>
                  <a:pt x="14934" y="0"/>
                </a:lnTo>
                <a:lnTo>
                  <a:pt x="14934" y="53"/>
                </a:lnTo>
                <a:lnTo>
                  <a:pt x="14775" y="53"/>
                </a:lnTo>
                <a:lnTo>
                  <a:pt x="14775" y="0"/>
                </a:lnTo>
                <a:moveTo>
                  <a:pt x="15039" y="0"/>
                </a:moveTo>
                <a:lnTo>
                  <a:pt x="15198" y="0"/>
                </a:lnTo>
                <a:lnTo>
                  <a:pt x="15198" y="53"/>
                </a:lnTo>
                <a:lnTo>
                  <a:pt x="15039" y="53"/>
                </a:lnTo>
                <a:lnTo>
                  <a:pt x="15039" y="0"/>
                </a:lnTo>
                <a:moveTo>
                  <a:pt x="15303" y="0"/>
                </a:moveTo>
                <a:lnTo>
                  <a:pt x="15462" y="0"/>
                </a:lnTo>
                <a:lnTo>
                  <a:pt x="15462" y="53"/>
                </a:lnTo>
                <a:lnTo>
                  <a:pt x="15303" y="53"/>
                </a:lnTo>
                <a:lnTo>
                  <a:pt x="15303" y="0"/>
                </a:lnTo>
                <a:moveTo>
                  <a:pt x="15567" y="0"/>
                </a:moveTo>
                <a:lnTo>
                  <a:pt x="15725" y="0"/>
                </a:lnTo>
                <a:lnTo>
                  <a:pt x="15725" y="53"/>
                </a:lnTo>
                <a:lnTo>
                  <a:pt x="15567" y="53"/>
                </a:lnTo>
                <a:lnTo>
                  <a:pt x="15567" y="0"/>
                </a:lnTo>
                <a:moveTo>
                  <a:pt x="15830" y="0"/>
                </a:moveTo>
                <a:lnTo>
                  <a:pt x="15989" y="0"/>
                </a:lnTo>
                <a:lnTo>
                  <a:pt x="15989" y="53"/>
                </a:lnTo>
                <a:lnTo>
                  <a:pt x="15830" y="53"/>
                </a:lnTo>
                <a:lnTo>
                  <a:pt x="15830" y="0"/>
                </a:lnTo>
                <a:moveTo>
                  <a:pt x="16094" y="0"/>
                </a:moveTo>
                <a:lnTo>
                  <a:pt x="16253" y="0"/>
                </a:lnTo>
                <a:lnTo>
                  <a:pt x="16253" y="53"/>
                </a:lnTo>
                <a:lnTo>
                  <a:pt x="16094" y="53"/>
                </a:lnTo>
                <a:lnTo>
                  <a:pt x="16094" y="0"/>
                </a:lnTo>
                <a:moveTo>
                  <a:pt x="16358" y="0"/>
                </a:moveTo>
                <a:lnTo>
                  <a:pt x="16517" y="0"/>
                </a:lnTo>
                <a:lnTo>
                  <a:pt x="16517" y="53"/>
                </a:lnTo>
                <a:lnTo>
                  <a:pt x="16358" y="53"/>
                </a:lnTo>
                <a:lnTo>
                  <a:pt x="16358" y="0"/>
                </a:lnTo>
                <a:moveTo>
                  <a:pt x="16622" y="0"/>
                </a:moveTo>
                <a:lnTo>
                  <a:pt x="16781" y="0"/>
                </a:lnTo>
                <a:lnTo>
                  <a:pt x="16781" y="53"/>
                </a:lnTo>
                <a:lnTo>
                  <a:pt x="16622" y="53"/>
                </a:lnTo>
                <a:lnTo>
                  <a:pt x="16622" y="0"/>
                </a:lnTo>
                <a:moveTo>
                  <a:pt x="16886" y="0"/>
                </a:moveTo>
                <a:lnTo>
                  <a:pt x="17045" y="0"/>
                </a:lnTo>
                <a:lnTo>
                  <a:pt x="17045" y="53"/>
                </a:lnTo>
                <a:lnTo>
                  <a:pt x="16886" y="53"/>
                </a:lnTo>
                <a:lnTo>
                  <a:pt x="16886" y="0"/>
                </a:lnTo>
                <a:moveTo>
                  <a:pt x="17150" y="0"/>
                </a:moveTo>
                <a:lnTo>
                  <a:pt x="17308" y="0"/>
                </a:lnTo>
                <a:lnTo>
                  <a:pt x="17308" y="53"/>
                </a:lnTo>
                <a:lnTo>
                  <a:pt x="17150" y="53"/>
                </a:lnTo>
                <a:lnTo>
                  <a:pt x="17150" y="0"/>
                </a:lnTo>
                <a:moveTo>
                  <a:pt x="17413" y="0"/>
                </a:moveTo>
                <a:lnTo>
                  <a:pt x="17572" y="0"/>
                </a:lnTo>
                <a:lnTo>
                  <a:pt x="17572" y="53"/>
                </a:lnTo>
                <a:lnTo>
                  <a:pt x="17413" y="53"/>
                </a:lnTo>
                <a:lnTo>
                  <a:pt x="17413" y="0"/>
                </a:lnTo>
                <a:moveTo>
                  <a:pt x="17677" y="0"/>
                </a:moveTo>
                <a:lnTo>
                  <a:pt x="17836" y="0"/>
                </a:lnTo>
                <a:lnTo>
                  <a:pt x="17836" y="53"/>
                </a:lnTo>
                <a:lnTo>
                  <a:pt x="17677" y="53"/>
                </a:lnTo>
                <a:lnTo>
                  <a:pt x="17677" y="0"/>
                </a:lnTo>
                <a:moveTo>
                  <a:pt x="17941" y="0"/>
                </a:moveTo>
                <a:lnTo>
                  <a:pt x="18100" y="0"/>
                </a:lnTo>
                <a:lnTo>
                  <a:pt x="18100" y="53"/>
                </a:lnTo>
                <a:lnTo>
                  <a:pt x="17941" y="53"/>
                </a:lnTo>
                <a:lnTo>
                  <a:pt x="17941" y="0"/>
                </a:lnTo>
                <a:moveTo>
                  <a:pt x="18205" y="0"/>
                </a:moveTo>
                <a:lnTo>
                  <a:pt x="18364" y="0"/>
                </a:lnTo>
                <a:lnTo>
                  <a:pt x="18364" y="53"/>
                </a:lnTo>
                <a:lnTo>
                  <a:pt x="18205" y="53"/>
                </a:lnTo>
                <a:lnTo>
                  <a:pt x="18205" y="0"/>
                </a:lnTo>
                <a:moveTo>
                  <a:pt x="18469" y="0"/>
                </a:moveTo>
                <a:lnTo>
                  <a:pt x="18627" y="0"/>
                </a:lnTo>
                <a:lnTo>
                  <a:pt x="18627" y="53"/>
                </a:lnTo>
                <a:lnTo>
                  <a:pt x="18469" y="53"/>
                </a:lnTo>
                <a:lnTo>
                  <a:pt x="18469" y="0"/>
                </a:lnTo>
                <a:close/>
              </a:path>
            </a:pathLst>
          </a:custGeom>
          <a:solidFill>
            <a:srgbClr val="555555"/>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895" name=""/>
          <p:cNvSpPr txBox="1"/>
          <p:nvPr/>
        </p:nvSpPr>
        <p:spPr>
          <a:xfrm>
            <a:off x="237960" y="174600"/>
            <a:ext cx="6142320" cy="372240"/>
          </a:xfrm>
          <a:prstGeom prst="rect">
            <a:avLst/>
          </a:prstGeom>
          <a:noFill/>
          <a:ln w="0">
            <a:noFill/>
          </a:ln>
        </p:spPr>
        <p:txBody>
          <a:bodyPr wrap="none" lIns="0" rIns="0" tIns="0" bIns="0" anchor="t">
            <a:spAutoFit/>
          </a:bodyPr>
          <a:p>
            <a:r>
              <a:rPr b="1" lang="en-US" sz="2620" strike="noStrike" u="none">
                <a:solidFill>
                  <a:srgbClr val="ffffff"/>
                </a:solidFill>
                <a:effectLst/>
                <a:uFillTx/>
                <a:latin typeface="NotoSansJP-Thin_"/>
                <a:ea typeface="NotoSansJP-Thin_"/>
              </a:rPr>
              <a:t>3.3 Score Matching </a:t>
            </a:r>
            <a:r>
              <a:rPr b="1" lang="zh-CN" sz="2620" strike="noStrike" u="none">
                <a:solidFill>
                  <a:srgbClr val="ffffff"/>
                </a:solidFill>
                <a:effectLst/>
                <a:uFillTx/>
                <a:latin typeface="NotoSansJP-Thin_"/>
                <a:ea typeface="NotoSansJP-Thin_"/>
              </a:rPr>
              <a:t>との関連性 </a:t>
            </a:r>
            <a:r>
              <a:rPr b="1" lang="en-US" sz="2620" strike="noStrike" u="none">
                <a:solidFill>
                  <a:srgbClr val="ffffff"/>
                </a:solidFill>
                <a:effectLst/>
                <a:uFillTx/>
                <a:latin typeface="NotoSansJP-Thin_"/>
                <a:ea typeface="NotoSansJP-Thin_"/>
              </a:rPr>
              <a:t>(</a:t>
            </a:r>
            <a:r>
              <a:rPr b="1" lang="zh-CN" sz="2620" strike="noStrike" u="none">
                <a:solidFill>
                  <a:srgbClr val="ffffff"/>
                </a:solidFill>
                <a:effectLst/>
                <a:uFillTx/>
                <a:latin typeface="NotoSansJP-Thin_"/>
                <a:ea typeface="NotoSansJP-Thin_"/>
              </a:rPr>
              <a:t>発展</a:t>
            </a:r>
            <a:r>
              <a:rPr b="1" lang="en-US" sz="2620" strike="noStrike" u="none">
                <a:solidFill>
                  <a:srgbClr val="ffffff"/>
                </a:solidFill>
                <a:effectLst/>
                <a:uFillTx/>
                <a:latin typeface="NotoSansJP-Thin_"/>
                <a:ea typeface="NotoSansJP-Thin_"/>
              </a:rPr>
              <a:t>)</a:t>
            </a:r>
            <a:endParaRPr b="0" lang="en-US" sz="2620" strike="noStrike" u="none">
              <a:solidFill>
                <a:srgbClr val="000000"/>
              </a:solidFill>
              <a:effectLst/>
              <a:uFillTx/>
              <a:latin typeface="Times New Roman"/>
            </a:endParaRPr>
          </a:p>
        </p:txBody>
      </p:sp>
      <p:sp>
        <p:nvSpPr>
          <p:cNvPr id="896" name=""/>
          <p:cNvSpPr/>
          <p:nvPr/>
        </p:nvSpPr>
        <p:spPr>
          <a:xfrm>
            <a:off x="1042560" y="6638760"/>
            <a:ext cx="5842440" cy="19440"/>
          </a:xfrm>
          <a:custGeom>
            <a:avLst/>
            <a:gdLst/>
            <a:ahLst/>
            <a:rect l="0" t="0" r="r" b="b"/>
            <a:pathLst>
              <a:path w="16229" h="54">
                <a:moveTo>
                  <a:pt x="7403" y="54"/>
                </a:moveTo>
                <a:lnTo>
                  <a:pt x="3883" y="54"/>
                </a:lnTo>
                <a:lnTo>
                  <a:pt x="3883" y="0"/>
                </a:lnTo>
                <a:lnTo>
                  <a:pt x="7403" y="0"/>
                </a:lnTo>
                <a:lnTo>
                  <a:pt x="7403" y="54"/>
                </a:lnTo>
                <a:moveTo>
                  <a:pt x="7791" y="0"/>
                </a:moveTo>
                <a:lnTo>
                  <a:pt x="16229" y="0"/>
                </a:lnTo>
                <a:lnTo>
                  <a:pt x="16229" y="54"/>
                </a:lnTo>
                <a:lnTo>
                  <a:pt x="7791" y="54"/>
                </a:lnTo>
                <a:lnTo>
                  <a:pt x="7791" y="0"/>
                </a:lnTo>
                <a:moveTo>
                  <a:pt x="3721" y="54"/>
                </a:moveTo>
                <a:lnTo>
                  <a:pt x="1000" y="54"/>
                </a:lnTo>
                <a:lnTo>
                  <a:pt x="1000" y="0"/>
                </a:lnTo>
                <a:lnTo>
                  <a:pt x="3721" y="0"/>
                </a:lnTo>
                <a:lnTo>
                  <a:pt x="3721" y="54"/>
                </a:lnTo>
                <a:moveTo>
                  <a:pt x="838" y="54"/>
                </a:moveTo>
                <a:lnTo>
                  <a:pt x="0" y="54"/>
                </a:lnTo>
                <a:lnTo>
                  <a:pt x="0" y="0"/>
                </a:lnTo>
                <a:lnTo>
                  <a:pt x="838" y="0"/>
                </a:lnTo>
                <a:lnTo>
                  <a:pt x="838" y="54"/>
                </a:lnTo>
                <a:close/>
              </a:path>
            </a:pathLst>
          </a:custGeom>
          <a:solidFill>
            <a:srgbClr val="800000"/>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897" name=""/>
          <p:cNvSpPr txBox="1"/>
          <p:nvPr/>
        </p:nvSpPr>
        <p:spPr>
          <a:xfrm>
            <a:off x="581040" y="6438960"/>
            <a:ext cx="5199840" cy="224640"/>
          </a:xfrm>
          <a:prstGeom prst="rect">
            <a:avLst/>
          </a:prstGeom>
          <a:noFill/>
          <a:ln w="0">
            <a:noFill/>
          </a:ln>
        </p:spPr>
        <p:txBody>
          <a:bodyPr wrap="none" lIns="0" rIns="0" tIns="0" bIns="0" anchor="t">
            <a:spAutoFit/>
          </a:bodyPr>
          <a:p>
            <a:r>
              <a:rPr b="0" lang="en-US" sz="1580" strike="noStrike" u="none">
                <a:solidFill>
                  <a:srgbClr val="333333"/>
                </a:solidFill>
                <a:effectLst/>
                <a:uFillTx/>
                <a:latin typeface="NotoSansJP-Thin_"/>
                <a:ea typeface="NotoSansJP-Thin_"/>
              </a:rPr>
              <a:t>[1^] </a:t>
            </a:r>
            <a:r>
              <a:rPr b="0" lang="en-US" sz="1580" strike="noStrike" u="none">
                <a:solidFill>
                  <a:srgbClr val="800000"/>
                </a:solidFill>
                <a:effectLst/>
                <a:uFillTx/>
                <a:latin typeface="NotoSansJP-Thin_"/>
                <a:ea typeface="NotoSansJP-Thin_"/>
              </a:rPr>
              <a:t>https://ieeexplore.ieee.org/abstract/document/6795935</a:t>
            </a:r>
            <a:endParaRPr b="0" lang="en-US" sz="1580" strike="noStrike" u="none">
              <a:solidFill>
                <a:srgbClr val="000000"/>
              </a:solidFill>
              <a:effectLst/>
              <a:uFillTx/>
              <a:latin typeface="Times New Roman"/>
            </a:endParaRPr>
          </a:p>
        </p:txBody>
      </p:sp>
      <p:sp>
        <p:nvSpPr>
          <p:cNvPr id="898" name=""/>
          <p:cNvSpPr txBox="1"/>
          <p:nvPr/>
        </p:nvSpPr>
        <p:spPr>
          <a:xfrm>
            <a:off x="11161800" y="6397560"/>
            <a:ext cx="668160" cy="297720"/>
          </a:xfrm>
          <a:prstGeom prst="rect">
            <a:avLst/>
          </a:prstGeom>
          <a:noFill/>
          <a:ln w="0">
            <a:noFill/>
          </a:ln>
        </p:spPr>
        <p:txBody>
          <a:bodyPr wrap="none" lIns="0" rIns="0" tIns="0" bIns="0" anchor="t">
            <a:spAutoFit/>
          </a:bodyPr>
          <a:p>
            <a:r>
              <a:rPr b="1" lang="en-US" sz="2100" strike="noStrike" u="none">
                <a:solidFill>
                  <a:srgbClr val="333333"/>
                </a:solidFill>
                <a:effectLst/>
                <a:uFillTx/>
                <a:latin typeface="NotoSansJP-Thin_"/>
                <a:ea typeface="NotoSansJP-Thin_"/>
              </a:rPr>
              <a:t>15/24</a:t>
            </a:r>
            <a:endParaRPr b="0" lang="en-US" sz="2100" strike="noStrike" u="non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99"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900"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901"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902" name=""/>
          <p:cNvSpPr txBox="1"/>
          <p:nvPr/>
        </p:nvSpPr>
        <p:spPr>
          <a:xfrm>
            <a:off x="380880" y="3238200"/>
            <a:ext cx="6806520" cy="671040"/>
          </a:xfrm>
          <a:prstGeom prst="rect">
            <a:avLst/>
          </a:prstGeom>
          <a:noFill/>
          <a:ln w="0">
            <a:noFill/>
          </a:ln>
        </p:spPr>
        <p:txBody>
          <a:bodyPr wrap="none" lIns="0" rIns="0" tIns="0" bIns="0" anchor="t">
            <a:spAutoFit/>
          </a:bodyPr>
          <a:p>
            <a:r>
              <a:rPr b="1" lang="en-US" sz="4730" strike="noStrike" u="none">
                <a:solidFill>
                  <a:srgbClr val="800000"/>
                </a:solidFill>
                <a:effectLst/>
                <a:uFillTx/>
                <a:latin typeface="NotoSansJP-Thin_"/>
                <a:ea typeface="NotoSansJP-Thin_"/>
              </a:rPr>
              <a:t>4. </a:t>
            </a:r>
            <a:r>
              <a:rPr b="1" lang="zh-CN" sz="4730" strike="noStrike" u="none">
                <a:solidFill>
                  <a:srgbClr val="800000"/>
                </a:solidFill>
                <a:effectLst/>
                <a:uFillTx/>
                <a:latin typeface="NotoSansJP-Thin_"/>
                <a:ea typeface="NotoSansJP-Thin_"/>
              </a:rPr>
              <a:t>実験とアーキテクチャ</a:t>
            </a:r>
            <a:endParaRPr b="0" lang="en-US" sz="4730" strike="noStrike" u="none">
              <a:solidFill>
                <a:srgbClr val="000000"/>
              </a:solidFill>
              <a:effectLst/>
              <a:uFillTx/>
              <a:latin typeface="Times New Roman"/>
            </a:endParaRPr>
          </a:p>
        </p:txBody>
      </p:sp>
      <p:sp>
        <p:nvSpPr>
          <p:cNvPr id="903" name=""/>
          <p:cNvSpPr txBox="1"/>
          <p:nvPr/>
        </p:nvSpPr>
        <p:spPr>
          <a:xfrm>
            <a:off x="11161800" y="6397560"/>
            <a:ext cx="668160" cy="297720"/>
          </a:xfrm>
          <a:prstGeom prst="rect">
            <a:avLst/>
          </a:prstGeom>
          <a:noFill/>
          <a:ln w="0">
            <a:noFill/>
          </a:ln>
        </p:spPr>
        <p:txBody>
          <a:bodyPr wrap="none" lIns="0" rIns="0" tIns="0" bIns="0" anchor="t">
            <a:spAutoFit/>
          </a:bodyPr>
          <a:p>
            <a:r>
              <a:rPr b="1" lang="en-US" sz="2100" strike="noStrike" u="none">
                <a:solidFill>
                  <a:srgbClr val="333333"/>
                </a:solidFill>
                <a:effectLst/>
                <a:uFillTx/>
                <a:latin typeface="NotoSansJP-Thin_"/>
                <a:ea typeface="NotoSansJP-Thin_"/>
              </a:rPr>
              <a:t>16/24</a:t>
            </a:r>
            <a:endParaRPr b="0" lang="en-US" sz="2100" strike="noStrike" u="non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04"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905"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906"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907" name=""/>
          <p:cNvSpPr/>
          <p:nvPr/>
        </p:nvSpPr>
        <p:spPr>
          <a:xfrm>
            <a:off x="3176640" y="1085760"/>
            <a:ext cx="223200" cy="247680"/>
          </a:xfrm>
          <a:custGeom>
            <a:avLst/>
            <a:gdLst/>
            <a:ahLst/>
            <a:rect l="0" t="0" r="r" b="b"/>
            <a:pathLst>
              <a:path w="620" h="688">
                <a:moveTo>
                  <a:pt x="567" y="542"/>
                </a:moveTo>
                <a:cubicBezTo>
                  <a:pt x="575" y="542"/>
                  <a:pt x="582" y="549"/>
                  <a:pt x="588" y="565"/>
                </a:cubicBezTo>
                <a:cubicBezTo>
                  <a:pt x="594" y="580"/>
                  <a:pt x="598" y="594"/>
                  <a:pt x="599" y="607"/>
                </a:cubicBezTo>
                <a:cubicBezTo>
                  <a:pt x="599" y="610"/>
                  <a:pt x="598" y="614"/>
                  <a:pt x="596" y="618"/>
                </a:cubicBezTo>
                <a:cubicBezTo>
                  <a:pt x="594" y="621"/>
                  <a:pt x="587" y="626"/>
                  <a:pt x="575" y="633"/>
                </a:cubicBezTo>
                <a:cubicBezTo>
                  <a:pt x="562" y="640"/>
                  <a:pt x="542" y="649"/>
                  <a:pt x="514" y="661"/>
                </a:cubicBezTo>
                <a:cubicBezTo>
                  <a:pt x="485" y="672"/>
                  <a:pt x="456" y="680"/>
                  <a:pt x="425" y="685"/>
                </a:cubicBezTo>
                <a:cubicBezTo>
                  <a:pt x="414" y="687"/>
                  <a:pt x="393" y="688"/>
                  <a:pt x="363" y="688"/>
                </a:cubicBezTo>
                <a:cubicBezTo>
                  <a:pt x="297" y="688"/>
                  <a:pt x="239" y="679"/>
                  <a:pt x="190" y="662"/>
                </a:cubicBezTo>
                <a:cubicBezTo>
                  <a:pt x="142" y="645"/>
                  <a:pt x="103" y="623"/>
                  <a:pt x="77" y="595"/>
                </a:cubicBezTo>
                <a:cubicBezTo>
                  <a:pt x="50" y="568"/>
                  <a:pt x="31" y="539"/>
                  <a:pt x="19" y="510"/>
                </a:cubicBezTo>
                <a:cubicBezTo>
                  <a:pt x="7" y="480"/>
                  <a:pt x="0" y="451"/>
                  <a:pt x="0" y="423"/>
                </a:cubicBezTo>
                <a:lnTo>
                  <a:pt x="0" y="402"/>
                </a:lnTo>
                <a:cubicBezTo>
                  <a:pt x="0" y="319"/>
                  <a:pt x="26" y="244"/>
                  <a:pt x="77" y="176"/>
                </a:cubicBezTo>
                <a:cubicBezTo>
                  <a:pt x="87" y="162"/>
                  <a:pt x="100" y="148"/>
                  <a:pt x="115" y="133"/>
                </a:cubicBezTo>
                <a:cubicBezTo>
                  <a:pt x="130" y="119"/>
                  <a:pt x="153" y="102"/>
                  <a:pt x="181" y="82"/>
                </a:cubicBezTo>
                <a:cubicBezTo>
                  <a:pt x="210" y="60"/>
                  <a:pt x="246" y="43"/>
                  <a:pt x="291" y="29"/>
                </a:cubicBezTo>
                <a:cubicBezTo>
                  <a:pt x="336" y="14"/>
                  <a:pt x="383" y="5"/>
                  <a:pt x="433" y="1"/>
                </a:cubicBezTo>
                <a:cubicBezTo>
                  <a:pt x="434" y="1"/>
                  <a:pt x="444" y="1"/>
                  <a:pt x="465" y="1"/>
                </a:cubicBezTo>
                <a:cubicBezTo>
                  <a:pt x="485" y="1"/>
                  <a:pt x="503" y="1"/>
                  <a:pt x="518" y="0"/>
                </a:cubicBezTo>
                <a:cubicBezTo>
                  <a:pt x="570" y="0"/>
                  <a:pt x="600" y="3"/>
                  <a:pt x="608" y="9"/>
                </a:cubicBezTo>
                <a:cubicBezTo>
                  <a:pt x="616" y="17"/>
                  <a:pt x="620" y="28"/>
                  <a:pt x="620" y="42"/>
                </a:cubicBezTo>
                <a:cubicBezTo>
                  <a:pt x="616" y="67"/>
                  <a:pt x="603" y="85"/>
                  <a:pt x="581" y="94"/>
                </a:cubicBezTo>
                <a:lnTo>
                  <a:pt x="507" y="95"/>
                </a:lnTo>
                <a:cubicBezTo>
                  <a:pt x="436" y="96"/>
                  <a:pt x="387" y="103"/>
                  <a:pt x="358" y="115"/>
                </a:cubicBezTo>
                <a:cubicBezTo>
                  <a:pt x="309" y="135"/>
                  <a:pt x="274" y="173"/>
                  <a:pt x="251" y="229"/>
                </a:cubicBezTo>
                <a:cubicBezTo>
                  <a:pt x="242" y="250"/>
                  <a:pt x="238" y="263"/>
                  <a:pt x="238" y="269"/>
                </a:cubicBezTo>
                <a:cubicBezTo>
                  <a:pt x="238" y="270"/>
                  <a:pt x="284" y="271"/>
                  <a:pt x="378" y="271"/>
                </a:cubicBezTo>
                <a:cubicBezTo>
                  <a:pt x="392" y="271"/>
                  <a:pt x="409" y="271"/>
                  <a:pt x="430" y="271"/>
                </a:cubicBezTo>
                <a:cubicBezTo>
                  <a:pt x="450" y="271"/>
                  <a:pt x="464" y="270"/>
                  <a:pt x="472" y="269"/>
                </a:cubicBezTo>
                <a:cubicBezTo>
                  <a:pt x="503" y="269"/>
                  <a:pt x="524" y="272"/>
                  <a:pt x="535" y="277"/>
                </a:cubicBezTo>
                <a:cubicBezTo>
                  <a:pt x="546" y="282"/>
                  <a:pt x="552" y="293"/>
                  <a:pt x="553" y="310"/>
                </a:cubicBezTo>
                <a:cubicBezTo>
                  <a:pt x="553" y="338"/>
                  <a:pt x="540" y="355"/>
                  <a:pt x="514" y="363"/>
                </a:cubicBezTo>
                <a:cubicBezTo>
                  <a:pt x="508" y="364"/>
                  <a:pt x="457" y="365"/>
                  <a:pt x="360" y="365"/>
                </a:cubicBezTo>
                <a:cubicBezTo>
                  <a:pt x="262" y="365"/>
                  <a:pt x="213" y="366"/>
                  <a:pt x="213" y="368"/>
                </a:cubicBezTo>
                <a:cubicBezTo>
                  <a:pt x="204" y="395"/>
                  <a:pt x="200" y="427"/>
                  <a:pt x="200" y="464"/>
                </a:cubicBezTo>
                <a:cubicBezTo>
                  <a:pt x="200" y="518"/>
                  <a:pt x="217" y="556"/>
                  <a:pt x="251" y="578"/>
                </a:cubicBezTo>
                <a:cubicBezTo>
                  <a:pt x="286" y="601"/>
                  <a:pt x="329" y="612"/>
                  <a:pt x="379" y="612"/>
                </a:cubicBezTo>
                <a:cubicBezTo>
                  <a:pt x="382" y="612"/>
                  <a:pt x="387" y="612"/>
                  <a:pt x="392" y="612"/>
                </a:cubicBezTo>
                <a:cubicBezTo>
                  <a:pt x="397" y="612"/>
                  <a:pt x="400" y="611"/>
                  <a:pt x="402" y="610"/>
                </a:cubicBezTo>
                <a:cubicBezTo>
                  <a:pt x="433" y="605"/>
                  <a:pt x="466" y="593"/>
                  <a:pt x="501" y="572"/>
                </a:cubicBezTo>
                <a:cubicBezTo>
                  <a:pt x="537" y="552"/>
                  <a:pt x="559" y="542"/>
                  <a:pt x="567" y="542"/>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908" name=""/>
          <p:cNvSpPr/>
          <p:nvPr/>
        </p:nvSpPr>
        <p:spPr>
          <a:xfrm>
            <a:off x="3449520" y="1137960"/>
            <a:ext cx="165960" cy="277920"/>
          </a:xfrm>
          <a:custGeom>
            <a:avLst/>
            <a:gdLst/>
            <a:ahLst/>
            <a:rect l="0" t="0" r="r" b="b"/>
            <a:pathLst>
              <a:path w="461" h="772">
                <a:moveTo>
                  <a:pt x="0" y="546"/>
                </a:moveTo>
                <a:cubicBezTo>
                  <a:pt x="0" y="472"/>
                  <a:pt x="14" y="395"/>
                  <a:pt x="42" y="314"/>
                </a:cubicBezTo>
                <a:cubicBezTo>
                  <a:pt x="70" y="232"/>
                  <a:pt x="108" y="162"/>
                  <a:pt x="156" y="103"/>
                </a:cubicBezTo>
                <a:cubicBezTo>
                  <a:pt x="204" y="44"/>
                  <a:pt x="254" y="10"/>
                  <a:pt x="306" y="1"/>
                </a:cubicBezTo>
                <a:cubicBezTo>
                  <a:pt x="306" y="1"/>
                  <a:pt x="310" y="1"/>
                  <a:pt x="315" y="1"/>
                </a:cubicBezTo>
                <a:cubicBezTo>
                  <a:pt x="320" y="1"/>
                  <a:pt x="325" y="1"/>
                  <a:pt x="328" y="0"/>
                </a:cubicBezTo>
                <a:cubicBezTo>
                  <a:pt x="367" y="3"/>
                  <a:pt x="397" y="21"/>
                  <a:pt x="419" y="53"/>
                </a:cubicBezTo>
                <a:cubicBezTo>
                  <a:pt x="447" y="96"/>
                  <a:pt x="461" y="154"/>
                  <a:pt x="461" y="227"/>
                </a:cubicBezTo>
                <a:cubicBezTo>
                  <a:pt x="461" y="310"/>
                  <a:pt x="444" y="394"/>
                  <a:pt x="412" y="480"/>
                </a:cubicBezTo>
                <a:cubicBezTo>
                  <a:pt x="380" y="565"/>
                  <a:pt x="339" y="635"/>
                  <a:pt x="287" y="690"/>
                </a:cubicBezTo>
                <a:cubicBezTo>
                  <a:pt x="237" y="745"/>
                  <a:pt x="189" y="772"/>
                  <a:pt x="143" y="772"/>
                </a:cubicBezTo>
                <a:lnTo>
                  <a:pt x="135" y="772"/>
                </a:lnTo>
                <a:cubicBezTo>
                  <a:pt x="109" y="772"/>
                  <a:pt x="87" y="765"/>
                  <a:pt x="68" y="750"/>
                </a:cubicBezTo>
                <a:cubicBezTo>
                  <a:pt x="50" y="736"/>
                  <a:pt x="36" y="717"/>
                  <a:pt x="26" y="693"/>
                </a:cubicBezTo>
                <a:cubicBezTo>
                  <a:pt x="17" y="669"/>
                  <a:pt x="10" y="645"/>
                  <a:pt x="6" y="621"/>
                </a:cubicBezTo>
                <a:cubicBezTo>
                  <a:pt x="2" y="597"/>
                  <a:pt x="0" y="571"/>
                  <a:pt x="0" y="546"/>
                </a:cubicBezTo>
                <a:moveTo>
                  <a:pt x="376" y="150"/>
                </a:moveTo>
                <a:cubicBezTo>
                  <a:pt x="376" y="77"/>
                  <a:pt x="356" y="40"/>
                  <a:pt x="318" y="40"/>
                </a:cubicBezTo>
                <a:cubicBezTo>
                  <a:pt x="292" y="40"/>
                  <a:pt x="266" y="56"/>
                  <a:pt x="242" y="89"/>
                </a:cubicBezTo>
                <a:cubicBezTo>
                  <a:pt x="218" y="121"/>
                  <a:pt x="197" y="158"/>
                  <a:pt x="182" y="199"/>
                </a:cubicBezTo>
                <a:cubicBezTo>
                  <a:pt x="166" y="240"/>
                  <a:pt x="154" y="276"/>
                  <a:pt x="145" y="307"/>
                </a:cubicBezTo>
                <a:cubicBezTo>
                  <a:pt x="136" y="338"/>
                  <a:pt x="132" y="356"/>
                  <a:pt x="131" y="361"/>
                </a:cubicBezTo>
                <a:cubicBezTo>
                  <a:pt x="166" y="362"/>
                  <a:pt x="201" y="362"/>
                  <a:pt x="236" y="362"/>
                </a:cubicBezTo>
                <a:lnTo>
                  <a:pt x="341" y="361"/>
                </a:lnTo>
                <a:cubicBezTo>
                  <a:pt x="342" y="361"/>
                  <a:pt x="345" y="349"/>
                  <a:pt x="350" y="326"/>
                </a:cubicBezTo>
                <a:cubicBezTo>
                  <a:pt x="355" y="302"/>
                  <a:pt x="360" y="273"/>
                  <a:pt x="367" y="239"/>
                </a:cubicBezTo>
                <a:cubicBezTo>
                  <a:pt x="373" y="204"/>
                  <a:pt x="376" y="175"/>
                  <a:pt x="376" y="150"/>
                </a:cubicBezTo>
                <a:moveTo>
                  <a:pt x="84" y="619"/>
                </a:moveTo>
                <a:cubicBezTo>
                  <a:pt x="84" y="695"/>
                  <a:pt x="103" y="733"/>
                  <a:pt x="141" y="733"/>
                </a:cubicBezTo>
                <a:cubicBezTo>
                  <a:pt x="151" y="733"/>
                  <a:pt x="163" y="729"/>
                  <a:pt x="175" y="722"/>
                </a:cubicBezTo>
                <a:cubicBezTo>
                  <a:pt x="187" y="715"/>
                  <a:pt x="202" y="701"/>
                  <a:pt x="219" y="681"/>
                </a:cubicBezTo>
                <a:cubicBezTo>
                  <a:pt x="237" y="661"/>
                  <a:pt x="254" y="630"/>
                  <a:pt x="271" y="588"/>
                </a:cubicBezTo>
                <a:cubicBezTo>
                  <a:pt x="288" y="545"/>
                  <a:pt x="306" y="493"/>
                  <a:pt x="324" y="430"/>
                </a:cubicBezTo>
                <a:lnTo>
                  <a:pt x="329" y="412"/>
                </a:lnTo>
                <a:lnTo>
                  <a:pt x="118" y="412"/>
                </a:lnTo>
                <a:cubicBezTo>
                  <a:pt x="118" y="414"/>
                  <a:pt x="115" y="428"/>
                  <a:pt x="108" y="453"/>
                </a:cubicBezTo>
                <a:cubicBezTo>
                  <a:pt x="102" y="478"/>
                  <a:pt x="96" y="506"/>
                  <a:pt x="91" y="537"/>
                </a:cubicBezTo>
                <a:cubicBezTo>
                  <a:pt x="86" y="568"/>
                  <a:pt x="84" y="595"/>
                  <a:pt x="84" y="619"/>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909" name=""/>
          <p:cNvSpPr txBox="1"/>
          <p:nvPr/>
        </p:nvSpPr>
        <p:spPr>
          <a:xfrm>
            <a:off x="380880" y="941400"/>
            <a:ext cx="2823840" cy="434880"/>
          </a:xfrm>
          <a:prstGeom prst="rect">
            <a:avLst/>
          </a:prstGeom>
          <a:noFill/>
          <a:ln w="0">
            <a:noFill/>
          </a:ln>
        </p:spPr>
        <p:txBody>
          <a:bodyPr wrap="none" lIns="0" rIns="0" tIns="0" bIns="0" anchor="t">
            <a:spAutoFit/>
          </a:bodyPr>
          <a:p>
            <a:r>
              <a:rPr b="1" lang="zh-CN" sz="3420" strike="noStrike" u="none">
                <a:solidFill>
                  <a:srgbClr val="333333"/>
                </a:solidFill>
                <a:effectLst/>
                <a:uFillTx/>
                <a:latin typeface="NotoSansJP-Thin_"/>
                <a:ea typeface="NotoSansJP-Thin_"/>
              </a:rPr>
              <a:t>ノイズ予測器 </a:t>
            </a:r>
            <a:endParaRPr b="0" lang="en-US" sz="3420" strike="noStrike" u="none">
              <a:solidFill>
                <a:srgbClr val="000000"/>
              </a:solidFill>
              <a:effectLst/>
              <a:uFillTx/>
              <a:latin typeface="Times New Roman"/>
            </a:endParaRPr>
          </a:p>
        </p:txBody>
      </p:sp>
      <p:sp>
        <p:nvSpPr>
          <p:cNvPr id="910" name=""/>
          <p:cNvSpPr txBox="1"/>
          <p:nvPr/>
        </p:nvSpPr>
        <p:spPr>
          <a:xfrm>
            <a:off x="3642840" y="941400"/>
            <a:ext cx="1521000" cy="434880"/>
          </a:xfrm>
          <a:prstGeom prst="rect">
            <a:avLst/>
          </a:prstGeom>
          <a:noFill/>
          <a:ln w="0">
            <a:noFill/>
          </a:ln>
        </p:spPr>
        <p:txBody>
          <a:bodyPr wrap="none" lIns="0" rIns="0" tIns="0" bIns="0" anchor="t">
            <a:spAutoFit/>
          </a:bodyPr>
          <a:p>
            <a:r>
              <a:rPr b="1" lang="en-US" sz="3420" strike="noStrike" u="none">
                <a:solidFill>
                  <a:srgbClr val="333333"/>
                </a:solidFill>
                <a:effectLst/>
                <a:uFillTx/>
                <a:latin typeface="NotoSansJP-Thin_"/>
                <a:ea typeface="NotoSansJP-Thin_"/>
              </a:rPr>
              <a:t> の実装</a:t>
            </a:r>
            <a:endParaRPr b="0" lang="en-US" sz="3420" strike="noStrike" u="none">
              <a:solidFill>
                <a:srgbClr val="000000"/>
              </a:solidFill>
              <a:effectLst/>
              <a:uFillTx/>
              <a:latin typeface="Times New Roman"/>
            </a:endParaRPr>
          </a:p>
        </p:txBody>
      </p:sp>
      <p:sp>
        <p:nvSpPr>
          <p:cNvPr id="911" name=""/>
          <p:cNvSpPr/>
          <p:nvPr/>
        </p:nvSpPr>
        <p:spPr>
          <a:xfrm>
            <a:off x="2199600" y="1957680"/>
            <a:ext cx="172080" cy="190800"/>
          </a:xfrm>
          <a:custGeom>
            <a:avLst/>
            <a:gdLst/>
            <a:ahLst/>
            <a:rect l="0" t="0" r="r" b="b"/>
            <a:pathLst>
              <a:path w="478" h="530">
                <a:moveTo>
                  <a:pt x="436" y="417"/>
                </a:moveTo>
                <a:cubicBezTo>
                  <a:pt x="443" y="417"/>
                  <a:pt x="448" y="423"/>
                  <a:pt x="453" y="435"/>
                </a:cubicBezTo>
                <a:cubicBezTo>
                  <a:pt x="458" y="447"/>
                  <a:pt x="460" y="458"/>
                  <a:pt x="461" y="468"/>
                </a:cubicBezTo>
                <a:cubicBezTo>
                  <a:pt x="461" y="470"/>
                  <a:pt x="460" y="473"/>
                  <a:pt x="459" y="476"/>
                </a:cubicBezTo>
                <a:cubicBezTo>
                  <a:pt x="457" y="478"/>
                  <a:pt x="452" y="482"/>
                  <a:pt x="442" y="488"/>
                </a:cubicBezTo>
                <a:cubicBezTo>
                  <a:pt x="433" y="493"/>
                  <a:pt x="417" y="500"/>
                  <a:pt x="395" y="509"/>
                </a:cubicBezTo>
                <a:cubicBezTo>
                  <a:pt x="374" y="518"/>
                  <a:pt x="351" y="524"/>
                  <a:pt x="327" y="528"/>
                </a:cubicBezTo>
                <a:cubicBezTo>
                  <a:pt x="319" y="529"/>
                  <a:pt x="302" y="530"/>
                  <a:pt x="278" y="530"/>
                </a:cubicBezTo>
                <a:cubicBezTo>
                  <a:pt x="228" y="530"/>
                  <a:pt x="183" y="523"/>
                  <a:pt x="146" y="510"/>
                </a:cubicBezTo>
                <a:cubicBezTo>
                  <a:pt x="108" y="497"/>
                  <a:pt x="79" y="480"/>
                  <a:pt x="59" y="459"/>
                </a:cubicBezTo>
                <a:cubicBezTo>
                  <a:pt x="39" y="437"/>
                  <a:pt x="24" y="416"/>
                  <a:pt x="15" y="393"/>
                </a:cubicBezTo>
                <a:cubicBezTo>
                  <a:pt x="5" y="370"/>
                  <a:pt x="0" y="348"/>
                  <a:pt x="0" y="326"/>
                </a:cubicBezTo>
                <a:lnTo>
                  <a:pt x="0" y="310"/>
                </a:lnTo>
                <a:cubicBezTo>
                  <a:pt x="0" y="246"/>
                  <a:pt x="20" y="188"/>
                  <a:pt x="59" y="136"/>
                </a:cubicBezTo>
                <a:cubicBezTo>
                  <a:pt x="67" y="125"/>
                  <a:pt x="77" y="114"/>
                  <a:pt x="88" y="102"/>
                </a:cubicBezTo>
                <a:cubicBezTo>
                  <a:pt x="100" y="91"/>
                  <a:pt x="117" y="78"/>
                  <a:pt x="139" y="62"/>
                </a:cubicBezTo>
                <a:cubicBezTo>
                  <a:pt x="161" y="47"/>
                  <a:pt x="189" y="33"/>
                  <a:pt x="223" y="23"/>
                </a:cubicBezTo>
                <a:cubicBezTo>
                  <a:pt x="258" y="12"/>
                  <a:pt x="294" y="5"/>
                  <a:pt x="333" y="1"/>
                </a:cubicBezTo>
                <a:cubicBezTo>
                  <a:pt x="334" y="1"/>
                  <a:pt x="342" y="1"/>
                  <a:pt x="358" y="1"/>
                </a:cubicBezTo>
                <a:cubicBezTo>
                  <a:pt x="374" y="1"/>
                  <a:pt x="387" y="1"/>
                  <a:pt x="399" y="0"/>
                </a:cubicBezTo>
                <a:cubicBezTo>
                  <a:pt x="439" y="0"/>
                  <a:pt x="462" y="3"/>
                  <a:pt x="468" y="7"/>
                </a:cubicBezTo>
                <a:cubicBezTo>
                  <a:pt x="474" y="14"/>
                  <a:pt x="478" y="22"/>
                  <a:pt x="478" y="33"/>
                </a:cubicBezTo>
                <a:cubicBezTo>
                  <a:pt x="474" y="52"/>
                  <a:pt x="464" y="65"/>
                  <a:pt x="447" y="72"/>
                </a:cubicBezTo>
                <a:lnTo>
                  <a:pt x="391" y="73"/>
                </a:lnTo>
                <a:cubicBezTo>
                  <a:pt x="336" y="74"/>
                  <a:pt x="297" y="79"/>
                  <a:pt x="275" y="88"/>
                </a:cubicBezTo>
                <a:cubicBezTo>
                  <a:pt x="237" y="104"/>
                  <a:pt x="210" y="134"/>
                  <a:pt x="193" y="177"/>
                </a:cubicBezTo>
                <a:cubicBezTo>
                  <a:pt x="186" y="193"/>
                  <a:pt x="182" y="203"/>
                  <a:pt x="182" y="208"/>
                </a:cubicBezTo>
                <a:cubicBezTo>
                  <a:pt x="182" y="208"/>
                  <a:pt x="218" y="209"/>
                  <a:pt x="290" y="209"/>
                </a:cubicBezTo>
                <a:cubicBezTo>
                  <a:pt x="301" y="209"/>
                  <a:pt x="314" y="209"/>
                  <a:pt x="331" y="209"/>
                </a:cubicBezTo>
                <a:cubicBezTo>
                  <a:pt x="347" y="209"/>
                  <a:pt x="358" y="208"/>
                  <a:pt x="364" y="208"/>
                </a:cubicBezTo>
                <a:cubicBezTo>
                  <a:pt x="387" y="208"/>
                  <a:pt x="403" y="210"/>
                  <a:pt x="412" y="213"/>
                </a:cubicBezTo>
                <a:cubicBezTo>
                  <a:pt x="420" y="217"/>
                  <a:pt x="425" y="226"/>
                  <a:pt x="426" y="239"/>
                </a:cubicBezTo>
                <a:cubicBezTo>
                  <a:pt x="426" y="260"/>
                  <a:pt x="416" y="274"/>
                  <a:pt x="395" y="280"/>
                </a:cubicBezTo>
                <a:cubicBezTo>
                  <a:pt x="392" y="281"/>
                  <a:pt x="352" y="281"/>
                  <a:pt x="276" y="281"/>
                </a:cubicBezTo>
                <a:cubicBezTo>
                  <a:pt x="201" y="281"/>
                  <a:pt x="163" y="282"/>
                  <a:pt x="163" y="284"/>
                </a:cubicBezTo>
                <a:cubicBezTo>
                  <a:pt x="156" y="305"/>
                  <a:pt x="153" y="330"/>
                  <a:pt x="153" y="358"/>
                </a:cubicBezTo>
                <a:cubicBezTo>
                  <a:pt x="153" y="399"/>
                  <a:pt x="166" y="428"/>
                  <a:pt x="193" y="446"/>
                </a:cubicBezTo>
                <a:cubicBezTo>
                  <a:pt x="219" y="463"/>
                  <a:pt x="252" y="471"/>
                  <a:pt x="291" y="471"/>
                </a:cubicBezTo>
                <a:cubicBezTo>
                  <a:pt x="294" y="471"/>
                  <a:pt x="297" y="471"/>
                  <a:pt x="301" y="471"/>
                </a:cubicBezTo>
                <a:cubicBezTo>
                  <a:pt x="305" y="471"/>
                  <a:pt x="307" y="471"/>
                  <a:pt x="309" y="470"/>
                </a:cubicBezTo>
                <a:cubicBezTo>
                  <a:pt x="333" y="466"/>
                  <a:pt x="359" y="457"/>
                  <a:pt x="386" y="441"/>
                </a:cubicBezTo>
                <a:cubicBezTo>
                  <a:pt x="413" y="425"/>
                  <a:pt x="430" y="417"/>
                  <a:pt x="436" y="417"/>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912" name=""/>
          <p:cNvSpPr/>
          <p:nvPr/>
        </p:nvSpPr>
        <p:spPr>
          <a:xfrm>
            <a:off x="2409480" y="1998000"/>
            <a:ext cx="127800" cy="213840"/>
          </a:xfrm>
          <a:custGeom>
            <a:avLst/>
            <a:gdLst/>
            <a:ahLst/>
            <a:rect l="0" t="0" r="r" b="b"/>
            <a:pathLst>
              <a:path w="355" h="594">
                <a:moveTo>
                  <a:pt x="0" y="420"/>
                </a:moveTo>
                <a:cubicBezTo>
                  <a:pt x="0" y="364"/>
                  <a:pt x="11" y="304"/>
                  <a:pt x="32" y="242"/>
                </a:cubicBezTo>
                <a:cubicBezTo>
                  <a:pt x="54" y="179"/>
                  <a:pt x="83" y="125"/>
                  <a:pt x="120" y="80"/>
                </a:cubicBezTo>
                <a:cubicBezTo>
                  <a:pt x="157" y="34"/>
                  <a:pt x="197" y="8"/>
                  <a:pt x="236" y="1"/>
                </a:cubicBezTo>
                <a:cubicBezTo>
                  <a:pt x="237" y="1"/>
                  <a:pt x="239" y="1"/>
                  <a:pt x="243" y="1"/>
                </a:cubicBezTo>
                <a:cubicBezTo>
                  <a:pt x="247" y="1"/>
                  <a:pt x="250" y="1"/>
                  <a:pt x="253" y="0"/>
                </a:cubicBezTo>
                <a:cubicBezTo>
                  <a:pt x="283" y="3"/>
                  <a:pt x="306" y="16"/>
                  <a:pt x="323" y="41"/>
                </a:cubicBezTo>
                <a:cubicBezTo>
                  <a:pt x="344" y="75"/>
                  <a:pt x="355" y="120"/>
                  <a:pt x="355" y="175"/>
                </a:cubicBezTo>
                <a:cubicBezTo>
                  <a:pt x="355" y="239"/>
                  <a:pt x="342" y="304"/>
                  <a:pt x="318" y="369"/>
                </a:cubicBezTo>
                <a:cubicBezTo>
                  <a:pt x="293" y="435"/>
                  <a:pt x="261" y="489"/>
                  <a:pt x="222" y="531"/>
                </a:cubicBezTo>
                <a:cubicBezTo>
                  <a:pt x="183" y="573"/>
                  <a:pt x="146" y="594"/>
                  <a:pt x="110" y="594"/>
                </a:cubicBezTo>
                <a:lnTo>
                  <a:pt x="104" y="594"/>
                </a:lnTo>
                <a:cubicBezTo>
                  <a:pt x="84" y="594"/>
                  <a:pt x="67" y="588"/>
                  <a:pt x="53" y="577"/>
                </a:cubicBezTo>
                <a:cubicBezTo>
                  <a:pt x="39" y="566"/>
                  <a:pt x="28" y="552"/>
                  <a:pt x="21" y="533"/>
                </a:cubicBezTo>
                <a:cubicBezTo>
                  <a:pt x="13" y="515"/>
                  <a:pt x="8" y="497"/>
                  <a:pt x="5" y="478"/>
                </a:cubicBezTo>
                <a:cubicBezTo>
                  <a:pt x="2" y="459"/>
                  <a:pt x="0" y="440"/>
                  <a:pt x="0" y="420"/>
                </a:cubicBezTo>
                <a:moveTo>
                  <a:pt x="289" y="117"/>
                </a:moveTo>
                <a:cubicBezTo>
                  <a:pt x="289" y="59"/>
                  <a:pt x="275" y="31"/>
                  <a:pt x="245" y="31"/>
                </a:cubicBezTo>
                <a:cubicBezTo>
                  <a:pt x="226" y="31"/>
                  <a:pt x="206" y="43"/>
                  <a:pt x="186" y="68"/>
                </a:cubicBezTo>
                <a:cubicBezTo>
                  <a:pt x="168" y="94"/>
                  <a:pt x="152" y="122"/>
                  <a:pt x="140" y="154"/>
                </a:cubicBezTo>
                <a:cubicBezTo>
                  <a:pt x="128" y="185"/>
                  <a:pt x="118" y="213"/>
                  <a:pt x="112" y="237"/>
                </a:cubicBezTo>
                <a:cubicBezTo>
                  <a:pt x="105" y="260"/>
                  <a:pt x="102" y="274"/>
                  <a:pt x="101" y="278"/>
                </a:cubicBezTo>
                <a:cubicBezTo>
                  <a:pt x="128" y="279"/>
                  <a:pt x="155" y="279"/>
                  <a:pt x="181" y="279"/>
                </a:cubicBezTo>
                <a:lnTo>
                  <a:pt x="263" y="278"/>
                </a:lnTo>
                <a:cubicBezTo>
                  <a:pt x="263" y="278"/>
                  <a:pt x="266" y="268"/>
                  <a:pt x="269" y="251"/>
                </a:cubicBezTo>
                <a:cubicBezTo>
                  <a:pt x="273" y="233"/>
                  <a:pt x="278" y="211"/>
                  <a:pt x="283" y="184"/>
                </a:cubicBezTo>
                <a:cubicBezTo>
                  <a:pt x="288" y="158"/>
                  <a:pt x="290" y="135"/>
                  <a:pt x="289" y="117"/>
                </a:cubicBezTo>
                <a:moveTo>
                  <a:pt x="65" y="476"/>
                </a:moveTo>
                <a:cubicBezTo>
                  <a:pt x="65" y="535"/>
                  <a:pt x="79" y="564"/>
                  <a:pt x="108" y="564"/>
                </a:cubicBezTo>
                <a:cubicBezTo>
                  <a:pt x="117" y="564"/>
                  <a:pt x="126" y="561"/>
                  <a:pt x="135" y="556"/>
                </a:cubicBezTo>
                <a:cubicBezTo>
                  <a:pt x="144" y="550"/>
                  <a:pt x="156" y="540"/>
                  <a:pt x="169" y="524"/>
                </a:cubicBezTo>
                <a:cubicBezTo>
                  <a:pt x="182" y="509"/>
                  <a:pt x="197" y="485"/>
                  <a:pt x="210" y="452"/>
                </a:cubicBezTo>
                <a:cubicBezTo>
                  <a:pt x="223" y="420"/>
                  <a:pt x="236" y="379"/>
                  <a:pt x="250" y="331"/>
                </a:cubicBezTo>
                <a:lnTo>
                  <a:pt x="254" y="317"/>
                </a:lnTo>
                <a:lnTo>
                  <a:pt x="91" y="317"/>
                </a:lnTo>
                <a:cubicBezTo>
                  <a:pt x="91" y="319"/>
                  <a:pt x="89" y="329"/>
                  <a:pt x="84" y="349"/>
                </a:cubicBezTo>
                <a:cubicBezTo>
                  <a:pt x="79" y="368"/>
                  <a:pt x="74" y="390"/>
                  <a:pt x="70" y="413"/>
                </a:cubicBezTo>
                <a:cubicBezTo>
                  <a:pt x="66" y="437"/>
                  <a:pt x="65" y="458"/>
                  <a:pt x="65" y="476"/>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913" name=""/>
          <p:cNvSpPr/>
          <p:nvPr/>
        </p:nvSpPr>
        <p:spPr>
          <a:xfrm>
            <a:off x="2599560" y="1828440"/>
            <a:ext cx="101520" cy="422640"/>
          </a:xfrm>
          <a:custGeom>
            <a:avLst/>
            <a:gdLst/>
            <a:ahLst/>
            <a:rect l="0" t="0" r="r" b="b"/>
            <a:pathLst>
              <a:path w="282" h="1174">
                <a:moveTo>
                  <a:pt x="0" y="588"/>
                </a:moveTo>
                <a:cubicBezTo>
                  <a:pt x="0" y="534"/>
                  <a:pt x="4" y="483"/>
                  <a:pt x="12" y="434"/>
                </a:cubicBezTo>
                <a:cubicBezTo>
                  <a:pt x="20" y="386"/>
                  <a:pt x="29" y="344"/>
                  <a:pt x="39" y="309"/>
                </a:cubicBezTo>
                <a:cubicBezTo>
                  <a:pt x="49" y="274"/>
                  <a:pt x="64" y="239"/>
                  <a:pt x="83" y="206"/>
                </a:cubicBezTo>
                <a:cubicBezTo>
                  <a:pt x="101" y="171"/>
                  <a:pt x="116" y="145"/>
                  <a:pt x="127" y="126"/>
                </a:cubicBezTo>
                <a:cubicBezTo>
                  <a:pt x="138" y="107"/>
                  <a:pt x="154" y="87"/>
                  <a:pt x="176" y="65"/>
                </a:cubicBezTo>
                <a:cubicBezTo>
                  <a:pt x="198" y="43"/>
                  <a:pt x="212" y="30"/>
                  <a:pt x="216" y="25"/>
                </a:cubicBezTo>
                <a:cubicBezTo>
                  <a:pt x="220" y="20"/>
                  <a:pt x="230" y="12"/>
                  <a:pt x="245" y="0"/>
                </a:cubicBezTo>
                <a:lnTo>
                  <a:pt x="261" y="0"/>
                </a:lnTo>
                <a:lnTo>
                  <a:pt x="265" y="0"/>
                </a:lnTo>
                <a:cubicBezTo>
                  <a:pt x="276" y="0"/>
                  <a:pt x="282" y="4"/>
                  <a:pt x="282" y="11"/>
                </a:cubicBezTo>
                <a:cubicBezTo>
                  <a:pt x="282" y="13"/>
                  <a:pt x="275" y="22"/>
                  <a:pt x="262" y="36"/>
                </a:cubicBezTo>
                <a:cubicBezTo>
                  <a:pt x="248" y="50"/>
                  <a:pt x="232" y="70"/>
                  <a:pt x="214" y="98"/>
                </a:cubicBezTo>
                <a:cubicBezTo>
                  <a:pt x="194" y="125"/>
                  <a:pt x="175" y="159"/>
                  <a:pt x="155" y="200"/>
                </a:cubicBezTo>
                <a:cubicBezTo>
                  <a:pt x="136" y="240"/>
                  <a:pt x="119" y="293"/>
                  <a:pt x="106" y="361"/>
                </a:cubicBezTo>
                <a:cubicBezTo>
                  <a:pt x="93" y="429"/>
                  <a:pt x="86" y="505"/>
                  <a:pt x="86" y="588"/>
                </a:cubicBezTo>
                <a:cubicBezTo>
                  <a:pt x="86" y="671"/>
                  <a:pt x="93" y="746"/>
                  <a:pt x="106" y="813"/>
                </a:cubicBezTo>
                <a:cubicBezTo>
                  <a:pt x="119" y="880"/>
                  <a:pt x="135" y="934"/>
                  <a:pt x="154" y="976"/>
                </a:cubicBezTo>
                <a:cubicBezTo>
                  <a:pt x="173" y="1017"/>
                  <a:pt x="192" y="1051"/>
                  <a:pt x="213" y="1077"/>
                </a:cubicBezTo>
                <a:cubicBezTo>
                  <a:pt x="232" y="1102"/>
                  <a:pt x="248" y="1123"/>
                  <a:pt x="262" y="1139"/>
                </a:cubicBezTo>
                <a:cubicBezTo>
                  <a:pt x="275" y="1154"/>
                  <a:pt x="282" y="1163"/>
                  <a:pt x="282" y="1163"/>
                </a:cubicBezTo>
                <a:cubicBezTo>
                  <a:pt x="282" y="1170"/>
                  <a:pt x="276" y="1174"/>
                  <a:pt x="264" y="1174"/>
                </a:cubicBezTo>
                <a:lnTo>
                  <a:pt x="261" y="1174"/>
                </a:lnTo>
                <a:lnTo>
                  <a:pt x="245" y="1174"/>
                </a:lnTo>
                <a:lnTo>
                  <a:pt x="213" y="1146"/>
                </a:lnTo>
                <a:cubicBezTo>
                  <a:pt x="138" y="1079"/>
                  <a:pt x="85" y="997"/>
                  <a:pt x="51" y="897"/>
                </a:cubicBezTo>
                <a:cubicBezTo>
                  <a:pt x="17" y="798"/>
                  <a:pt x="0" y="695"/>
                  <a:pt x="0" y="588"/>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914" name=""/>
          <p:cNvSpPr/>
          <p:nvPr/>
        </p:nvSpPr>
        <p:spPr>
          <a:xfrm>
            <a:off x="2733120" y="1957680"/>
            <a:ext cx="238680" cy="187920"/>
          </a:xfrm>
          <a:custGeom>
            <a:avLst/>
            <a:gdLst/>
            <a:ahLst/>
            <a:rect l="0" t="0" r="r" b="b"/>
            <a:pathLst>
              <a:path w="663" h="522">
                <a:moveTo>
                  <a:pt x="243" y="522"/>
                </a:moveTo>
                <a:cubicBezTo>
                  <a:pt x="231" y="519"/>
                  <a:pt x="189" y="518"/>
                  <a:pt x="118" y="518"/>
                </a:cubicBezTo>
                <a:cubicBezTo>
                  <a:pt x="55" y="518"/>
                  <a:pt x="18" y="519"/>
                  <a:pt x="8" y="522"/>
                </a:cubicBezTo>
                <a:lnTo>
                  <a:pt x="0" y="522"/>
                </a:lnTo>
                <a:lnTo>
                  <a:pt x="0" y="449"/>
                </a:lnTo>
                <a:lnTo>
                  <a:pt x="114" y="449"/>
                </a:lnTo>
                <a:lnTo>
                  <a:pt x="264" y="272"/>
                </a:lnTo>
                <a:lnTo>
                  <a:pt x="104" y="74"/>
                </a:lnTo>
                <a:lnTo>
                  <a:pt x="6" y="74"/>
                </a:lnTo>
                <a:lnTo>
                  <a:pt x="6" y="0"/>
                </a:lnTo>
                <a:lnTo>
                  <a:pt x="15" y="0"/>
                </a:lnTo>
                <a:cubicBezTo>
                  <a:pt x="28" y="3"/>
                  <a:pt x="71" y="4"/>
                  <a:pt x="144" y="4"/>
                </a:cubicBezTo>
                <a:cubicBezTo>
                  <a:pt x="225" y="4"/>
                  <a:pt x="273" y="3"/>
                  <a:pt x="287" y="0"/>
                </a:cubicBezTo>
                <a:lnTo>
                  <a:pt x="298" y="0"/>
                </a:lnTo>
                <a:lnTo>
                  <a:pt x="298" y="74"/>
                </a:lnTo>
                <a:lnTo>
                  <a:pt x="265" y="74"/>
                </a:lnTo>
                <a:lnTo>
                  <a:pt x="306" y="124"/>
                </a:lnTo>
                <a:cubicBezTo>
                  <a:pt x="332" y="157"/>
                  <a:pt x="346" y="174"/>
                  <a:pt x="347" y="174"/>
                </a:cubicBezTo>
                <a:cubicBezTo>
                  <a:pt x="350" y="174"/>
                  <a:pt x="365" y="156"/>
                  <a:pt x="391" y="122"/>
                </a:cubicBezTo>
                <a:lnTo>
                  <a:pt x="432" y="74"/>
                </a:lnTo>
                <a:lnTo>
                  <a:pt x="389" y="74"/>
                </a:lnTo>
                <a:lnTo>
                  <a:pt x="389" y="0"/>
                </a:lnTo>
                <a:lnTo>
                  <a:pt x="398" y="0"/>
                </a:lnTo>
                <a:cubicBezTo>
                  <a:pt x="410" y="3"/>
                  <a:pt x="452" y="4"/>
                  <a:pt x="523" y="4"/>
                </a:cubicBezTo>
                <a:cubicBezTo>
                  <a:pt x="586" y="4"/>
                  <a:pt x="622" y="3"/>
                  <a:pt x="632" y="0"/>
                </a:cubicBezTo>
                <a:lnTo>
                  <a:pt x="640" y="0"/>
                </a:lnTo>
                <a:lnTo>
                  <a:pt x="640" y="74"/>
                </a:lnTo>
                <a:lnTo>
                  <a:pt x="529" y="74"/>
                </a:lnTo>
                <a:lnTo>
                  <a:pt x="393" y="233"/>
                </a:lnTo>
                <a:lnTo>
                  <a:pt x="567" y="448"/>
                </a:lnTo>
                <a:lnTo>
                  <a:pt x="615" y="449"/>
                </a:lnTo>
                <a:lnTo>
                  <a:pt x="663" y="449"/>
                </a:lnTo>
                <a:lnTo>
                  <a:pt x="663" y="522"/>
                </a:lnTo>
                <a:lnTo>
                  <a:pt x="654" y="522"/>
                </a:lnTo>
                <a:cubicBezTo>
                  <a:pt x="642" y="519"/>
                  <a:pt x="600" y="518"/>
                  <a:pt x="526" y="518"/>
                </a:cubicBezTo>
                <a:cubicBezTo>
                  <a:pt x="445" y="518"/>
                  <a:pt x="397" y="519"/>
                  <a:pt x="383" y="522"/>
                </a:cubicBezTo>
                <a:lnTo>
                  <a:pt x="373" y="522"/>
                </a:lnTo>
                <a:lnTo>
                  <a:pt x="373" y="449"/>
                </a:lnTo>
                <a:lnTo>
                  <a:pt x="405" y="449"/>
                </a:lnTo>
                <a:cubicBezTo>
                  <a:pt x="405" y="448"/>
                  <a:pt x="390" y="429"/>
                  <a:pt x="359" y="391"/>
                </a:cubicBezTo>
                <a:cubicBezTo>
                  <a:pt x="327" y="352"/>
                  <a:pt x="311" y="332"/>
                  <a:pt x="311" y="331"/>
                </a:cubicBezTo>
                <a:lnTo>
                  <a:pt x="209" y="448"/>
                </a:lnTo>
                <a:lnTo>
                  <a:pt x="231" y="449"/>
                </a:lnTo>
                <a:lnTo>
                  <a:pt x="252" y="449"/>
                </a:lnTo>
                <a:lnTo>
                  <a:pt x="252" y="522"/>
                </a:lnTo>
                <a:lnTo>
                  <a:pt x="243" y="522"/>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915" name=""/>
          <p:cNvSpPr/>
          <p:nvPr/>
        </p:nvSpPr>
        <p:spPr>
          <a:xfrm>
            <a:off x="2999880" y="2021760"/>
            <a:ext cx="93240" cy="190440"/>
          </a:xfrm>
          <a:custGeom>
            <a:avLst/>
            <a:gdLst/>
            <a:ahLst/>
            <a:rect l="0" t="0" r="r" b="b"/>
            <a:pathLst>
              <a:path w="259" h="529">
                <a:moveTo>
                  <a:pt x="6" y="200"/>
                </a:moveTo>
                <a:cubicBezTo>
                  <a:pt x="2" y="196"/>
                  <a:pt x="0" y="193"/>
                  <a:pt x="0" y="191"/>
                </a:cubicBezTo>
                <a:cubicBezTo>
                  <a:pt x="0" y="189"/>
                  <a:pt x="1" y="185"/>
                  <a:pt x="3" y="178"/>
                </a:cubicBezTo>
                <a:cubicBezTo>
                  <a:pt x="5" y="171"/>
                  <a:pt x="6" y="168"/>
                  <a:pt x="7" y="166"/>
                </a:cubicBezTo>
                <a:cubicBezTo>
                  <a:pt x="8" y="164"/>
                  <a:pt x="11" y="162"/>
                  <a:pt x="15" y="162"/>
                </a:cubicBezTo>
                <a:cubicBezTo>
                  <a:pt x="18" y="162"/>
                  <a:pt x="34" y="162"/>
                  <a:pt x="58" y="161"/>
                </a:cubicBezTo>
                <a:lnTo>
                  <a:pt x="102" y="161"/>
                </a:lnTo>
                <a:lnTo>
                  <a:pt x="118" y="95"/>
                </a:lnTo>
                <a:cubicBezTo>
                  <a:pt x="119" y="89"/>
                  <a:pt x="121" y="81"/>
                  <a:pt x="123" y="71"/>
                </a:cubicBezTo>
                <a:cubicBezTo>
                  <a:pt x="126" y="61"/>
                  <a:pt x="127" y="54"/>
                  <a:pt x="129" y="50"/>
                </a:cubicBezTo>
                <a:cubicBezTo>
                  <a:pt x="131" y="45"/>
                  <a:pt x="132" y="40"/>
                  <a:pt x="134" y="33"/>
                </a:cubicBezTo>
                <a:cubicBezTo>
                  <a:pt x="136" y="26"/>
                  <a:pt x="138" y="22"/>
                  <a:pt x="141" y="19"/>
                </a:cubicBezTo>
                <a:cubicBezTo>
                  <a:pt x="143" y="16"/>
                  <a:pt x="146" y="13"/>
                  <a:pt x="149" y="9"/>
                </a:cubicBezTo>
                <a:cubicBezTo>
                  <a:pt x="152" y="5"/>
                  <a:pt x="156" y="3"/>
                  <a:pt x="161" y="1"/>
                </a:cubicBezTo>
                <a:cubicBezTo>
                  <a:pt x="166" y="0"/>
                  <a:pt x="171" y="0"/>
                  <a:pt x="176" y="0"/>
                </a:cubicBezTo>
                <a:cubicBezTo>
                  <a:pt x="185" y="0"/>
                  <a:pt x="192" y="3"/>
                  <a:pt x="196" y="9"/>
                </a:cubicBezTo>
                <a:cubicBezTo>
                  <a:pt x="200" y="14"/>
                  <a:pt x="202" y="20"/>
                  <a:pt x="202" y="25"/>
                </a:cubicBezTo>
                <a:cubicBezTo>
                  <a:pt x="202" y="29"/>
                  <a:pt x="200" y="42"/>
                  <a:pt x="195" y="64"/>
                </a:cubicBezTo>
                <a:cubicBezTo>
                  <a:pt x="190" y="86"/>
                  <a:pt x="184" y="108"/>
                  <a:pt x="178" y="129"/>
                </a:cubicBezTo>
                <a:lnTo>
                  <a:pt x="170" y="160"/>
                </a:lnTo>
                <a:cubicBezTo>
                  <a:pt x="170" y="161"/>
                  <a:pt x="184" y="161"/>
                  <a:pt x="211" y="161"/>
                </a:cubicBezTo>
                <a:lnTo>
                  <a:pt x="253" y="161"/>
                </a:lnTo>
                <a:cubicBezTo>
                  <a:pt x="257" y="165"/>
                  <a:pt x="259" y="168"/>
                  <a:pt x="259" y="171"/>
                </a:cubicBezTo>
                <a:cubicBezTo>
                  <a:pt x="259" y="183"/>
                  <a:pt x="256" y="192"/>
                  <a:pt x="248" y="200"/>
                </a:cubicBezTo>
                <a:lnTo>
                  <a:pt x="160" y="200"/>
                </a:lnTo>
                <a:lnTo>
                  <a:pt x="130" y="320"/>
                </a:lnTo>
                <a:cubicBezTo>
                  <a:pt x="108" y="408"/>
                  <a:pt x="98" y="457"/>
                  <a:pt x="98" y="463"/>
                </a:cubicBezTo>
                <a:cubicBezTo>
                  <a:pt x="98" y="487"/>
                  <a:pt x="105" y="498"/>
                  <a:pt x="120" y="498"/>
                </a:cubicBezTo>
                <a:cubicBezTo>
                  <a:pt x="139" y="498"/>
                  <a:pt x="158" y="489"/>
                  <a:pt x="176" y="470"/>
                </a:cubicBezTo>
                <a:cubicBezTo>
                  <a:pt x="195" y="450"/>
                  <a:pt x="209" y="427"/>
                  <a:pt x="220" y="399"/>
                </a:cubicBezTo>
                <a:cubicBezTo>
                  <a:pt x="221" y="396"/>
                  <a:pt x="223" y="394"/>
                  <a:pt x="224" y="394"/>
                </a:cubicBezTo>
                <a:cubicBezTo>
                  <a:pt x="226" y="393"/>
                  <a:pt x="230" y="392"/>
                  <a:pt x="237" y="392"/>
                </a:cubicBezTo>
                <a:lnTo>
                  <a:pt x="240" y="392"/>
                </a:lnTo>
                <a:cubicBezTo>
                  <a:pt x="248" y="392"/>
                  <a:pt x="253" y="394"/>
                  <a:pt x="253" y="398"/>
                </a:cubicBezTo>
                <a:cubicBezTo>
                  <a:pt x="253" y="400"/>
                  <a:pt x="252" y="403"/>
                  <a:pt x="250" y="408"/>
                </a:cubicBezTo>
                <a:cubicBezTo>
                  <a:pt x="247" y="417"/>
                  <a:pt x="242" y="428"/>
                  <a:pt x="235" y="440"/>
                </a:cubicBezTo>
                <a:cubicBezTo>
                  <a:pt x="228" y="452"/>
                  <a:pt x="219" y="466"/>
                  <a:pt x="207" y="480"/>
                </a:cubicBezTo>
                <a:cubicBezTo>
                  <a:pt x="195" y="494"/>
                  <a:pt x="181" y="505"/>
                  <a:pt x="165" y="515"/>
                </a:cubicBezTo>
                <a:cubicBezTo>
                  <a:pt x="148" y="524"/>
                  <a:pt x="131" y="529"/>
                  <a:pt x="114" y="529"/>
                </a:cubicBezTo>
                <a:cubicBezTo>
                  <a:pt x="98" y="529"/>
                  <a:pt x="82" y="525"/>
                  <a:pt x="67" y="516"/>
                </a:cubicBezTo>
                <a:cubicBezTo>
                  <a:pt x="52" y="508"/>
                  <a:pt x="41" y="494"/>
                  <a:pt x="35" y="473"/>
                </a:cubicBezTo>
                <a:cubicBezTo>
                  <a:pt x="34" y="469"/>
                  <a:pt x="33" y="461"/>
                  <a:pt x="33" y="450"/>
                </a:cubicBezTo>
                <a:lnTo>
                  <a:pt x="33" y="435"/>
                </a:lnTo>
                <a:lnTo>
                  <a:pt x="62" y="319"/>
                </a:lnTo>
                <a:cubicBezTo>
                  <a:pt x="81" y="241"/>
                  <a:pt x="91" y="202"/>
                  <a:pt x="92" y="201"/>
                </a:cubicBezTo>
                <a:cubicBezTo>
                  <a:pt x="92" y="200"/>
                  <a:pt x="78" y="200"/>
                  <a:pt x="50" y="200"/>
                </a:cubicBezTo>
                <a:lnTo>
                  <a:pt x="6" y="200"/>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916" name=""/>
          <p:cNvSpPr/>
          <p:nvPr/>
        </p:nvSpPr>
        <p:spPr>
          <a:xfrm>
            <a:off x="3156120" y="2094120"/>
            <a:ext cx="56160" cy="133200"/>
          </a:xfrm>
          <a:custGeom>
            <a:avLst/>
            <a:gdLst/>
            <a:ahLst/>
            <a:rect l="0" t="0" r="r" b="b"/>
            <a:pathLst>
              <a:path w="156" h="370">
                <a:moveTo>
                  <a:pt x="0" y="101"/>
                </a:moveTo>
                <a:cubicBezTo>
                  <a:pt x="0" y="101"/>
                  <a:pt x="0" y="91"/>
                  <a:pt x="0" y="71"/>
                </a:cubicBezTo>
                <a:cubicBezTo>
                  <a:pt x="0" y="52"/>
                  <a:pt x="6" y="35"/>
                  <a:pt x="19" y="21"/>
                </a:cubicBezTo>
                <a:cubicBezTo>
                  <a:pt x="31" y="7"/>
                  <a:pt x="48" y="0"/>
                  <a:pt x="69" y="0"/>
                </a:cubicBezTo>
                <a:cubicBezTo>
                  <a:pt x="92" y="0"/>
                  <a:pt x="112" y="10"/>
                  <a:pt x="129" y="29"/>
                </a:cubicBezTo>
                <a:cubicBezTo>
                  <a:pt x="146" y="49"/>
                  <a:pt x="155" y="83"/>
                  <a:pt x="156" y="132"/>
                </a:cubicBezTo>
                <a:cubicBezTo>
                  <a:pt x="156" y="160"/>
                  <a:pt x="152" y="186"/>
                  <a:pt x="145" y="212"/>
                </a:cubicBezTo>
                <a:cubicBezTo>
                  <a:pt x="138" y="238"/>
                  <a:pt x="130" y="260"/>
                  <a:pt x="121" y="280"/>
                </a:cubicBezTo>
                <a:cubicBezTo>
                  <a:pt x="111" y="299"/>
                  <a:pt x="101" y="315"/>
                  <a:pt x="90" y="328"/>
                </a:cubicBezTo>
                <a:cubicBezTo>
                  <a:pt x="78" y="341"/>
                  <a:pt x="69" y="352"/>
                  <a:pt x="61" y="360"/>
                </a:cubicBezTo>
                <a:cubicBezTo>
                  <a:pt x="53" y="368"/>
                  <a:pt x="48" y="371"/>
                  <a:pt x="46" y="370"/>
                </a:cubicBezTo>
                <a:cubicBezTo>
                  <a:pt x="43" y="370"/>
                  <a:pt x="38" y="367"/>
                  <a:pt x="31" y="360"/>
                </a:cubicBezTo>
                <a:cubicBezTo>
                  <a:pt x="24" y="353"/>
                  <a:pt x="20" y="348"/>
                  <a:pt x="20" y="344"/>
                </a:cubicBezTo>
                <a:cubicBezTo>
                  <a:pt x="20" y="341"/>
                  <a:pt x="24" y="335"/>
                  <a:pt x="33" y="326"/>
                </a:cubicBezTo>
                <a:cubicBezTo>
                  <a:pt x="42" y="316"/>
                  <a:pt x="51" y="305"/>
                  <a:pt x="62" y="291"/>
                </a:cubicBezTo>
                <a:cubicBezTo>
                  <a:pt x="73" y="276"/>
                  <a:pt x="83" y="256"/>
                  <a:pt x="94" y="231"/>
                </a:cubicBezTo>
                <a:cubicBezTo>
                  <a:pt x="103" y="206"/>
                  <a:pt x="109" y="177"/>
                  <a:pt x="112" y="145"/>
                </a:cubicBezTo>
                <a:lnTo>
                  <a:pt x="112" y="131"/>
                </a:lnTo>
                <a:lnTo>
                  <a:pt x="111" y="132"/>
                </a:lnTo>
                <a:cubicBezTo>
                  <a:pt x="110" y="133"/>
                  <a:pt x="108" y="134"/>
                  <a:pt x="105" y="135"/>
                </a:cubicBezTo>
                <a:cubicBezTo>
                  <a:pt x="103" y="136"/>
                  <a:pt x="101" y="137"/>
                  <a:pt x="98" y="138"/>
                </a:cubicBezTo>
                <a:cubicBezTo>
                  <a:pt x="96" y="140"/>
                  <a:pt x="93" y="141"/>
                  <a:pt x="87" y="141"/>
                </a:cubicBezTo>
                <a:cubicBezTo>
                  <a:pt x="82" y="141"/>
                  <a:pt x="77" y="141"/>
                  <a:pt x="73" y="142"/>
                </a:cubicBezTo>
                <a:cubicBezTo>
                  <a:pt x="52" y="142"/>
                  <a:pt x="35" y="135"/>
                  <a:pt x="21" y="122"/>
                </a:cubicBezTo>
                <a:lnTo>
                  <a:pt x="0" y="101"/>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917" name=""/>
          <p:cNvSpPr/>
          <p:nvPr/>
        </p:nvSpPr>
        <p:spPr>
          <a:xfrm>
            <a:off x="3318840" y="1881000"/>
            <a:ext cx="131760" cy="269280"/>
          </a:xfrm>
          <a:custGeom>
            <a:avLst/>
            <a:gdLst/>
            <a:ahLst/>
            <a:rect l="0" t="0" r="r" b="b"/>
            <a:pathLst>
              <a:path w="366" h="748">
                <a:moveTo>
                  <a:pt x="9" y="282"/>
                </a:moveTo>
                <a:cubicBezTo>
                  <a:pt x="3" y="277"/>
                  <a:pt x="0" y="273"/>
                  <a:pt x="0" y="271"/>
                </a:cubicBezTo>
                <a:cubicBezTo>
                  <a:pt x="0" y="268"/>
                  <a:pt x="1" y="261"/>
                  <a:pt x="4" y="252"/>
                </a:cubicBezTo>
                <a:cubicBezTo>
                  <a:pt x="6" y="243"/>
                  <a:pt x="8" y="237"/>
                  <a:pt x="10" y="236"/>
                </a:cubicBezTo>
                <a:cubicBezTo>
                  <a:pt x="11" y="232"/>
                  <a:pt x="15" y="230"/>
                  <a:pt x="20" y="230"/>
                </a:cubicBezTo>
                <a:cubicBezTo>
                  <a:pt x="26" y="230"/>
                  <a:pt x="46" y="229"/>
                  <a:pt x="81" y="229"/>
                </a:cubicBezTo>
                <a:lnTo>
                  <a:pt x="143" y="229"/>
                </a:lnTo>
                <a:lnTo>
                  <a:pt x="165" y="135"/>
                </a:lnTo>
                <a:cubicBezTo>
                  <a:pt x="168" y="126"/>
                  <a:pt x="171" y="115"/>
                  <a:pt x="174" y="101"/>
                </a:cubicBezTo>
                <a:cubicBezTo>
                  <a:pt x="177" y="87"/>
                  <a:pt x="180" y="76"/>
                  <a:pt x="182" y="70"/>
                </a:cubicBezTo>
                <a:cubicBezTo>
                  <a:pt x="184" y="64"/>
                  <a:pt x="187" y="56"/>
                  <a:pt x="189" y="47"/>
                </a:cubicBezTo>
                <a:cubicBezTo>
                  <a:pt x="191" y="37"/>
                  <a:pt x="194" y="31"/>
                  <a:pt x="198" y="27"/>
                </a:cubicBezTo>
                <a:cubicBezTo>
                  <a:pt x="202" y="23"/>
                  <a:pt x="206" y="18"/>
                  <a:pt x="210" y="13"/>
                </a:cubicBezTo>
                <a:cubicBezTo>
                  <a:pt x="214" y="7"/>
                  <a:pt x="219" y="4"/>
                  <a:pt x="226" y="2"/>
                </a:cubicBezTo>
                <a:cubicBezTo>
                  <a:pt x="233" y="1"/>
                  <a:pt x="240" y="0"/>
                  <a:pt x="248" y="0"/>
                </a:cubicBezTo>
                <a:cubicBezTo>
                  <a:pt x="262" y="1"/>
                  <a:pt x="271" y="5"/>
                  <a:pt x="277" y="13"/>
                </a:cubicBezTo>
                <a:cubicBezTo>
                  <a:pt x="282" y="21"/>
                  <a:pt x="285" y="28"/>
                  <a:pt x="285" y="35"/>
                </a:cubicBezTo>
                <a:cubicBezTo>
                  <a:pt x="285" y="41"/>
                  <a:pt x="282" y="59"/>
                  <a:pt x="274" y="90"/>
                </a:cubicBezTo>
                <a:cubicBezTo>
                  <a:pt x="267" y="121"/>
                  <a:pt x="260" y="152"/>
                  <a:pt x="251" y="183"/>
                </a:cubicBezTo>
                <a:lnTo>
                  <a:pt x="239" y="226"/>
                </a:lnTo>
                <a:cubicBezTo>
                  <a:pt x="239" y="228"/>
                  <a:pt x="259" y="229"/>
                  <a:pt x="298" y="229"/>
                </a:cubicBezTo>
                <a:lnTo>
                  <a:pt x="358" y="229"/>
                </a:lnTo>
                <a:cubicBezTo>
                  <a:pt x="363" y="234"/>
                  <a:pt x="366" y="238"/>
                  <a:pt x="366" y="241"/>
                </a:cubicBezTo>
                <a:cubicBezTo>
                  <a:pt x="366" y="259"/>
                  <a:pt x="361" y="272"/>
                  <a:pt x="351" y="282"/>
                </a:cubicBezTo>
                <a:lnTo>
                  <a:pt x="225" y="282"/>
                </a:lnTo>
                <a:lnTo>
                  <a:pt x="183" y="453"/>
                </a:lnTo>
                <a:cubicBezTo>
                  <a:pt x="153" y="579"/>
                  <a:pt x="137" y="646"/>
                  <a:pt x="137" y="655"/>
                </a:cubicBezTo>
                <a:cubicBezTo>
                  <a:pt x="137" y="688"/>
                  <a:pt x="148" y="704"/>
                  <a:pt x="169" y="704"/>
                </a:cubicBezTo>
                <a:cubicBezTo>
                  <a:pt x="196" y="704"/>
                  <a:pt x="223" y="691"/>
                  <a:pt x="249" y="664"/>
                </a:cubicBezTo>
                <a:cubicBezTo>
                  <a:pt x="274" y="638"/>
                  <a:pt x="295" y="605"/>
                  <a:pt x="311" y="566"/>
                </a:cubicBezTo>
                <a:cubicBezTo>
                  <a:pt x="312" y="561"/>
                  <a:pt x="314" y="559"/>
                  <a:pt x="317" y="558"/>
                </a:cubicBezTo>
                <a:cubicBezTo>
                  <a:pt x="319" y="557"/>
                  <a:pt x="325" y="556"/>
                  <a:pt x="334" y="555"/>
                </a:cubicBezTo>
                <a:lnTo>
                  <a:pt x="339" y="555"/>
                </a:lnTo>
                <a:cubicBezTo>
                  <a:pt x="351" y="555"/>
                  <a:pt x="357" y="559"/>
                  <a:pt x="357" y="565"/>
                </a:cubicBezTo>
                <a:cubicBezTo>
                  <a:pt x="357" y="567"/>
                  <a:pt x="355" y="572"/>
                  <a:pt x="353" y="579"/>
                </a:cubicBezTo>
                <a:cubicBezTo>
                  <a:pt x="349" y="591"/>
                  <a:pt x="342" y="606"/>
                  <a:pt x="332" y="623"/>
                </a:cubicBezTo>
                <a:cubicBezTo>
                  <a:pt x="322" y="641"/>
                  <a:pt x="308" y="659"/>
                  <a:pt x="292" y="679"/>
                </a:cubicBezTo>
                <a:cubicBezTo>
                  <a:pt x="276" y="698"/>
                  <a:pt x="256" y="715"/>
                  <a:pt x="232" y="728"/>
                </a:cubicBezTo>
                <a:cubicBezTo>
                  <a:pt x="209" y="741"/>
                  <a:pt x="185" y="748"/>
                  <a:pt x="161" y="748"/>
                </a:cubicBezTo>
                <a:cubicBezTo>
                  <a:pt x="137" y="748"/>
                  <a:pt x="115" y="742"/>
                  <a:pt x="94" y="730"/>
                </a:cubicBezTo>
                <a:cubicBezTo>
                  <a:pt x="73" y="718"/>
                  <a:pt x="57" y="698"/>
                  <a:pt x="47" y="669"/>
                </a:cubicBezTo>
                <a:cubicBezTo>
                  <a:pt x="46" y="663"/>
                  <a:pt x="45" y="652"/>
                  <a:pt x="45" y="638"/>
                </a:cubicBezTo>
                <a:lnTo>
                  <a:pt x="45" y="616"/>
                </a:lnTo>
                <a:lnTo>
                  <a:pt x="87" y="452"/>
                </a:lnTo>
                <a:cubicBezTo>
                  <a:pt x="114" y="341"/>
                  <a:pt x="128" y="286"/>
                  <a:pt x="129" y="285"/>
                </a:cubicBezTo>
                <a:cubicBezTo>
                  <a:pt x="129" y="283"/>
                  <a:pt x="109" y="282"/>
                  <a:pt x="69" y="282"/>
                </a:cubicBezTo>
                <a:lnTo>
                  <a:pt x="9" y="282"/>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918" name=""/>
          <p:cNvSpPr/>
          <p:nvPr/>
        </p:nvSpPr>
        <p:spPr>
          <a:xfrm>
            <a:off x="3486600" y="1828440"/>
            <a:ext cx="101160" cy="422640"/>
          </a:xfrm>
          <a:custGeom>
            <a:avLst/>
            <a:gdLst/>
            <a:ahLst/>
            <a:rect l="0" t="0" r="r" b="b"/>
            <a:pathLst>
              <a:path w="281" h="1174">
                <a:moveTo>
                  <a:pt x="6" y="2"/>
                </a:moveTo>
                <a:lnTo>
                  <a:pt x="10" y="0"/>
                </a:lnTo>
                <a:cubicBezTo>
                  <a:pt x="14" y="0"/>
                  <a:pt x="18" y="0"/>
                  <a:pt x="22" y="0"/>
                </a:cubicBezTo>
                <a:lnTo>
                  <a:pt x="36" y="0"/>
                </a:lnTo>
                <a:lnTo>
                  <a:pt x="69" y="29"/>
                </a:lnTo>
                <a:cubicBezTo>
                  <a:pt x="142" y="95"/>
                  <a:pt x="196" y="178"/>
                  <a:pt x="230" y="278"/>
                </a:cubicBezTo>
                <a:cubicBezTo>
                  <a:pt x="264" y="377"/>
                  <a:pt x="281" y="481"/>
                  <a:pt x="281" y="588"/>
                </a:cubicBezTo>
                <a:cubicBezTo>
                  <a:pt x="281" y="641"/>
                  <a:pt x="277" y="692"/>
                  <a:pt x="269" y="741"/>
                </a:cubicBezTo>
                <a:cubicBezTo>
                  <a:pt x="261" y="791"/>
                  <a:pt x="251" y="832"/>
                  <a:pt x="241" y="867"/>
                </a:cubicBezTo>
                <a:cubicBezTo>
                  <a:pt x="231" y="901"/>
                  <a:pt x="217" y="936"/>
                  <a:pt x="198" y="970"/>
                </a:cubicBezTo>
                <a:cubicBezTo>
                  <a:pt x="179" y="1004"/>
                  <a:pt x="164" y="1031"/>
                  <a:pt x="153" y="1048"/>
                </a:cubicBezTo>
                <a:cubicBezTo>
                  <a:pt x="142" y="1066"/>
                  <a:pt x="126" y="1086"/>
                  <a:pt x="105" y="1108"/>
                </a:cubicBezTo>
                <a:cubicBezTo>
                  <a:pt x="84" y="1130"/>
                  <a:pt x="72" y="1143"/>
                  <a:pt x="68" y="1147"/>
                </a:cubicBezTo>
                <a:cubicBezTo>
                  <a:pt x="64" y="1151"/>
                  <a:pt x="55" y="1158"/>
                  <a:pt x="41" y="1169"/>
                </a:cubicBezTo>
                <a:cubicBezTo>
                  <a:pt x="38" y="1172"/>
                  <a:pt x="37" y="1173"/>
                  <a:pt x="36" y="1174"/>
                </a:cubicBezTo>
                <a:lnTo>
                  <a:pt x="22" y="1174"/>
                </a:lnTo>
                <a:cubicBezTo>
                  <a:pt x="16" y="1174"/>
                  <a:pt x="12" y="1174"/>
                  <a:pt x="9" y="1174"/>
                </a:cubicBezTo>
                <a:cubicBezTo>
                  <a:pt x="7" y="1174"/>
                  <a:pt x="5" y="1173"/>
                  <a:pt x="3" y="1170"/>
                </a:cubicBezTo>
                <a:cubicBezTo>
                  <a:pt x="2" y="1168"/>
                  <a:pt x="1" y="1165"/>
                  <a:pt x="0" y="1160"/>
                </a:cubicBezTo>
                <a:cubicBezTo>
                  <a:pt x="1" y="1159"/>
                  <a:pt x="5" y="1154"/>
                  <a:pt x="13" y="1145"/>
                </a:cubicBezTo>
                <a:cubicBezTo>
                  <a:pt x="134" y="1019"/>
                  <a:pt x="194" y="833"/>
                  <a:pt x="194" y="588"/>
                </a:cubicBezTo>
                <a:cubicBezTo>
                  <a:pt x="194" y="342"/>
                  <a:pt x="134" y="156"/>
                  <a:pt x="13" y="30"/>
                </a:cubicBezTo>
                <a:cubicBezTo>
                  <a:pt x="5" y="20"/>
                  <a:pt x="1" y="15"/>
                  <a:pt x="0" y="15"/>
                </a:cubicBezTo>
                <a:cubicBezTo>
                  <a:pt x="0" y="8"/>
                  <a:pt x="2" y="4"/>
                  <a:pt x="6" y="2"/>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919" name=""/>
          <p:cNvSpPr txBox="1"/>
          <p:nvPr/>
        </p:nvSpPr>
        <p:spPr>
          <a:xfrm>
            <a:off x="380880" y="1841400"/>
            <a:ext cx="1836360" cy="334080"/>
          </a:xfrm>
          <a:prstGeom prst="rect">
            <a:avLst/>
          </a:prstGeom>
          <a:noFill/>
          <a:ln w="0">
            <a:noFill/>
          </a:ln>
        </p:spPr>
        <p:txBody>
          <a:bodyPr wrap="none" lIns="0" rIns="0" tIns="0" bIns="0" anchor="t">
            <a:spAutoFit/>
          </a:bodyPr>
          <a:p>
            <a:r>
              <a:rPr b="1" lang="zh-CN" sz="2620" strike="noStrike" u="none">
                <a:solidFill>
                  <a:srgbClr val="333333"/>
                </a:solidFill>
                <a:effectLst/>
                <a:uFillTx/>
                <a:latin typeface="NotoSansJP-Thin_"/>
                <a:ea typeface="NotoSansJP-Thin_"/>
              </a:rPr>
              <a:t>ノイズ予測 </a:t>
            </a:r>
            <a:endParaRPr b="0" lang="en-US" sz="2620" strike="noStrike" u="none">
              <a:solidFill>
                <a:srgbClr val="000000"/>
              </a:solidFill>
              <a:effectLst/>
              <a:uFillTx/>
              <a:latin typeface="Times New Roman"/>
            </a:endParaRPr>
          </a:p>
        </p:txBody>
      </p:sp>
      <p:sp>
        <p:nvSpPr>
          <p:cNvPr id="920" name=""/>
          <p:cNvSpPr/>
          <p:nvPr/>
        </p:nvSpPr>
        <p:spPr>
          <a:xfrm>
            <a:off x="438120" y="2771640"/>
            <a:ext cx="133560" cy="133560"/>
          </a:xfrm>
          <a:custGeom>
            <a:avLst/>
            <a:gdLst/>
            <a:ahLst/>
            <a:rect l="0" t="0" r="r" b="b"/>
            <a:pathLst>
              <a:path w="371" h="371">
                <a:moveTo>
                  <a:pt x="371" y="185"/>
                </a:moveTo>
                <a:cubicBezTo>
                  <a:pt x="371" y="197"/>
                  <a:pt x="370" y="209"/>
                  <a:pt x="367" y="221"/>
                </a:cubicBezTo>
                <a:cubicBezTo>
                  <a:pt x="365" y="233"/>
                  <a:pt x="362" y="245"/>
                  <a:pt x="357" y="257"/>
                </a:cubicBezTo>
                <a:cubicBezTo>
                  <a:pt x="352" y="268"/>
                  <a:pt x="347" y="279"/>
                  <a:pt x="340" y="289"/>
                </a:cubicBezTo>
                <a:cubicBezTo>
                  <a:pt x="333" y="299"/>
                  <a:pt x="325" y="308"/>
                  <a:pt x="317" y="317"/>
                </a:cubicBezTo>
                <a:cubicBezTo>
                  <a:pt x="308" y="326"/>
                  <a:pt x="299" y="333"/>
                  <a:pt x="289" y="340"/>
                </a:cubicBezTo>
                <a:cubicBezTo>
                  <a:pt x="279" y="347"/>
                  <a:pt x="268" y="353"/>
                  <a:pt x="257" y="357"/>
                </a:cubicBezTo>
                <a:cubicBezTo>
                  <a:pt x="245" y="362"/>
                  <a:pt x="234" y="365"/>
                  <a:pt x="222" y="368"/>
                </a:cubicBezTo>
                <a:cubicBezTo>
                  <a:pt x="210" y="370"/>
                  <a:pt x="198" y="371"/>
                  <a:pt x="186" y="371"/>
                </a:cubicBezTo>
                <a:cubicBezTo>
                  <a:pt x="174" y="371"/>
                  <a:pt x="162" y="370"/>
                  <a:pt x="150" y="368"/>
                </a:cubicBezTo>
                <a:cubicBezTo>
                  <a:pt x="138" y="365"/>
                  <a:pt x="126" y="362"/>
                  <a:pt x="115" y="357"/>
                </a:cubicBezTo>
                <a:cubicBezTo>
                  <a:pt x="104" y="353"/>
                  <a:pt x="93" y="347"/>
                  <a:pt x="83" y="340"/>
                </a:cubicBezTo>
                <a:cubicBezTo>
                  <a:pt x="72" y="333"/>
                  <a:pt x="62" y="326"/>
                  <a:pt x="54" y="317"/>
                </a:cubicBezTo>
                <a:cubicBezTo>
                  <a:pt x="45" y="308"/>
                  <a:pt x="38" y="299"/>
                  <a:pt x="31" y="289"/>
                </a:cubicBezTo>
                <a:cubicBezTo>
                  <a:pt x="24" y="279"/>
                  <a:pt x="18" y="268"/>
                  <a:pt x="14" y="257"/>
                </a:cubicBezTo>
                <a:cubicBezTo>
                  <a:pt x="9" y="245"/>
                  <a:pt x="6" y="233"/>
                  <a:pt x="3" y="221"/>
                </a:cubicBezTo>
                <a:cubicBezTo>
                  <a:pt x="1" y="209"/>
                  <a:pt x="0" y="197"/>
                  <a:pt x="0" y="185"/>
                </a:cubicBezTo>
                <a:cubicBezTo>
                  <a:pt x="0" y="173"/>
                  <a:pt x="1" y="161"/>
                  <a:pt x="3" y="149"/>
                </a:cubicBezTo>
                <a:cubicBezTo>
                  <a:pt x="6" y="137"/>
                  <a:pt x="9" y="125"/>
                  <a:pt x="14" y="114"/>
                </a:cubicBezTo>
                <a:cubicBezTo>
                  <a:pt x="18" y="103"/>
                  <a:pt x="24" y="92"/>
                  <a:pt x="31" y="82"/>
                </a:cubicBezTo>
                <a:cubicBezTo>
                  <a:pt x="38" y="72"/>
                  <a:pt x="45" y="63"/>
                  <a:pt x="54" y="54"/>
                </a:cubicBezTo>
                <a:cubicBezTo>
                  <a:pt x="62" y="46"/>
                  <a:pt x="72" y="38"/>
                  <a:pt x="83" y="31"/>
                </a:cubicBezTo>
                <a:cubicBezTo>
                  <a:pt x="93" y="24"/>
                  <a:pt x="104" y="19"/>
                  <a:pt x="115" y="14"/>
                </a:cubicBezTo>
                <a:cubicBezTo>
                  <a:pt x="126" y="9"/>
                  <a:pt x="138" y="6"/>
                  <a:pt x="150" y="3"/>
                </a:cubicBezTo>
                <a:cubicBezTo>
                  <a:pt x="162" y="1"/>
                  <a:pt x="174" y="0"/>
                  <a:pt x="186" y="0"/>
                </a:cubicBezTo>
                <a:cubicBezTo>
                  <a:pt x="198" y="0"/>
                  <a:pt x="210" y="1"/>
                  <a:pt x="222" y="3"/>
                </a:cubicBezTo>
                <a:cubicBezTo>
                  <a:pt x="234" y="6"/>
                  <a:pt x="245" y="9"/>
                  <a:pt x="257" y="14"/>
                </a:cubicBezTo>
                <a:cubicBezTo>
                  <a:pt x="268" y="19"/>
                  <a:pt x="279" y="24"/>
                  <a:pt x="289" y="31"/>
                </a:cubicBezTo>
                <a:cubicBezTo>
                  <a:pt x="299" y="38"/>
                  <a:pt x="308" y="46"/>
                  <a:pt x="317" y="54"/>
                </a:cubicBezTo>
                <a:cubicBezTo>
                  <a:pt x="325" y="63"/>
                  <a:pt x="333" y="72"/>
                  <a:pt x="340" y="82"/>
                </a:cubicBezTo>
                <a:cubicBezTo>
                  <a:pt x="347" y="92"/>
                  <a:pt x="352" y="103"/>
                  <a:pt x="357" y="114"/>
                </a:cubicBezTo>
                <a:cubicBezTo>
                  <a:pt x="362" y="125"/>
                  <a:pt x="365" y="137"/>
                  <a:pt x="367" y="149"/>
                </a:cubicBezTo>
                <a:cubicBezTo>
                  <a:pt x="370" y="161"/>
                  <a:pt x="371" y="173"/>
                  <a:pt x="371" y="185"/>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921" name=""/>
          <p:cNvSpPr txBox="1"/>
          <p:nvPr/>
        </p:nvSpPr>
        <p:spPr>
          <a:xfrm>
            <a:off x="3631680" y="1841400"/>
            <a:ext cx="3460680" cy="372240"/>
          </a:xfrm>
          <a:prstGeom prst="rect">
            <a:avLst/>
          </a:prstGeom>
          <a:noFill/>
          <a:ln w="0">
            <a:noFill/>
          </a:ln>
        </p:spPr>
        <p:txBody>
          <a:bodyPr wrap="none" lIns="0" rIns="0" tIns="0" bIns="0" anchor="t">
            <a:spAutoFit/>
          </a:bodyPr>
          <a:p>
            <a:r>
              <a:rPr b="1" lang="en-US" sz="2620" strike="noStrike" u="none">
                <a:solidFill>
                  <a:srgbClr val="333333"/>
                </a:solidFill>
                <a:effectLst/>
                <a:uFillTx/>
                <a:latin typeface="NotoSansJP-Thin_"/>
                <a:ea typeface="NotoSansJP-Thin_"/>
              </a:rPr>
              <a:t> の</a:t>
            </a:r>
            <a:r>
              <a:rPr b="1" lang="en-US" sz="2620" strike="noStrike" u="none">
                <a:solidFill>
                  <a:srgbClr val="333333"/>
                </a:solidFill>
                <a:effectLst/>
                <a:uFillTx/>
                <a:latin typeface="NotoSansJP-Thin_"/>
                <a:ea typeface="NotoSansJP-Thin_"/>
              </a:rPr>
              <a:t>NN</a:t>
            </a:r>
            <a:r>
              <a:rPr b="1" lang="zh-CN" sz="2620" strike="noStrike" u="none">
                <a:solidFill>
                  <a:srgbClr val="333333"/>
                </a:solidFill>
                <a:effectLst/>
                <a:uFillTx/>
                <a:latin typeface="NotoSansJP-Thin_"/>
                <a:ea typeface="NotoSansJP-Thin_"/>
              </a:rPr>
              <a:t>アーキテクチャ</a:t>
            </a:r>
            <a:endParaRPr b="0" lang="en-US" sz="2620" strike="noStrike" u="none">
              <a:solidFill>
                <a:srgbClr val="000000"/>
              </a:solidFill>
              <a:effectLst/>
              <a:uFillTx/>
              <a:latin typeface="Times New Roman"/>
            </a:endParaRPr>
          </a:p>
        </p:txBody>
      </p:sp>
      <p:sp>
        <p:nvSpPr>
          <p:cNvPr id="922" name=""/>
          <p:cNvSpPr/>
          <p:nvPr/>
        </p:nvSpPr>
        <p:spPr>
          <a:xfrm>
            <a:off x="1675440" y="2771640"/>
            <a:ext cx="231840" cy="182160"/>
          </a:xfrm>
          <a:custGeom>
            <a:avLst/>
            <a:gdLst/>
            <a:ahLst/>
            <a:rect l="0" t="0" r="r" b="b"/>
            <a:pathLst>
              <a:path w="644" h="506">
                <a:moveTo>
                  <a:pt x="235" y="506"/>
                </a:moveTo>
                <a:cubicBezTo>
                  <a:pt x="224" y="504"/>
                  <a:pt x="184" y="503"/>
                  <a:pt x="114" y="503"/>
                </a:cubicBezTo>
                <a:cubicBezTo>
                  <a:pt x="52" y="503"/>
                  <a:pt x="17" y="504"/>
                  <a:pt x="8" y="506"/>
                </a:cubicBezTo>
                <a:lnTo>
                  <a:pt x="0" y="506"/>
                </a:lnTo>
                <a:lnTo>
                  <a:pt x="0" y="435"/>
                </a:lnTo>
                <a:lnTo>
                  <a:pt x="109" y="435"/>
                </a:lnTo>
                <a:lnTo>
                  <a:pt x="256" y="264"/>
                </a:lnTo>
                <a:lnTo>
                  <a:pt x="100" y="70"/>
                </a:lnTo>
                <a:lnTo>
                  <a:pt x="6" y="70"/>
                </a:lnTo>
                <a:lnTo>
                  <a:pt x="6" y="0"/>
                </a:lnTo>
                <a:lnTo>
                  <a:pt x="15" y="0"/>
                </a:lnTo>
                <a:cubicBezTo>
                  <a:pt x="26" y="2"/>
                  <a:pt x="67" y="3"/>
                  <a:pt x="139" y="3"/>
                </a:cubicBezTo>
                <a:cubicBezTo>
                  <a:pt x="219" y="3"/>
                  <a:pt x="265" y="2"/>
                  <a:pt x="279" y="0"/>
                </a:cubicBezTo>
                <a:lnTo>
                  <a:pt x="289" y="0"/>
                </a:lnTo>
                <a:lnTo>
                  <a:pt x="289" y="70"/>
                </a:lnTo>
                <a:lnTo>
                  <a:pt x="257" y="70"/>
                </a:lnTo>
                <a:lnTo>
                  <a:pt x="297" y="119"/>
                </a:lnTo>
                <a:cubicBezTo>
                  <a:pt x="323" y="152"/>
                  <a:pt x="336" y="168"/>
                  <a:pt x="337" y="168"/>
                </a:cubicBezTo>
                <a:cubicBezTo>
                  <a:pt x="340" y="168"/>
                  <a:pt x="354" y="151"/>
                  <a:pt x="380" y="117"/>
                </a:cubicBezTo>
                <a:lnTo>
                  <a:pt x="420" y="70"/>
                </a:lnTo>
                <a:lnTo>
                  <a:pt x="378" y="70"/>
                </a:lnTo>
                <a:lnTo>
                  <a:pt x="378" y="0"/>
                </a:lnTo>
                <a:lnTo>
                  <a:pt x="387" y="0"/>
                </a:lnTo>
                <a:cubicBezTo>
                  <a:pt x="398" y="2"/>
                  <a:pt x="438" y="3"/>
                  <a:pt x="507" y="3"/>
                </a:cubicBezTo>
                <a:cubicBezTo>
                  <a:pt x="569" y="3"/>
                  <a:pt x="604" y="2"/>
                  <a:pt x="613" y="0"/>
                </a:cubicBezTo>
                <a:lnTo>
                  <a:pt x="621" y="0"/>
                </a:lnTo>
                <a:lnTo>
                  <a:pt x="621" y="70"/>
                </a:lnTo>
                <a:lnTo>
                  <a:pt x="513" y="70"/>
                </a:lnTo>
                <a:lnTo>
                  <a:pt x="381" y="226"/>
                </a:lnTo>
                <a:lnTo>
                  <a:pt x="550" y="434"/>
                </a:lnTo>
                <a:lnTo>
                  <a:pt x="597" y="435"/>
                </a:lnTo>
                <a:lnTo>
                  <a:pt x="644" y="435"/>
                </a:lnTo>
                <a:lnTo>
                  <a:pt x="644" y="506"/>
                </a:lnTo>
                <a:lnTo>
                  <a:pt x="635" y="506"/>
                </a:lnTo>
                <a:cubicBezTo>
                  <a:pt x="623" y="504"/>
                  <a:pt x="582" y="503"/>
                  <a:pt x="511" y="503"/>
                </a:cubicBezTo>
                <a:cubicBezTo>
                  <a:pt x="432" y="503"/>
                  <a:pt x="385" y="504"/>
                  <a:pt x="372" y="506"/>
                </a:cubicBezTo>
                <a:lnTo>
                  <a:pt x="362" y="506"/>
                </a:lnTo>
                <a:lnTo>
                  <a:pt x="362" y="435"/>
                </a:lnTo>
                <a:lnTo>
                  <a:pt x="393" y="435"/>
                </a:lnTo>
                <a:cubicBezTo>
                  <a:pt x="393" y="435"/>
                  <a:pt x="378" y="416"/>
                  <a:pt x="348" y="379"/>
                </a:cubicBezTo>
                <a:cubicBezTo>
                  <a:pt x="318" y="341"/>
                  <a:pt x="302" y="322"/>
                  <a:pt x="301" y="321"/>
                </a:cubicBezTo>
                <a:lnTo>
                  <a:pt x="202" y="434"/>
                </a:lnTo>
                <a:lnTo>
                  <a:pt x="224" y="435"/>
                </a:lnTo>
                <a:lnTo>
                  <a:pt x="244" y="435"/>
                </a:lnTo>
                <a:lnTo>
                  <a:pt x="244" y="506"/>
                </a:lnTo>
                <a:lnTo>
                  <a:pt x="235" y="506"/>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923" name=""/>
          <p:cNvSpPr/>
          <p:nvPr/>
        </p:nvSpPr>
        <p:spPr>
          <a:xfrm>
            <a:off x="1934280" y="2833560"/>
            <a:ext cx="90720" cy="184680"/>
          </a:xfrm>
          <a:custGeom>
            <a:avLst/>
            <a:gdLst/>
            <a:ahLst/>
            <a:rect l="0" t="0" r="r" b="b"/>
            <a:pathLst>
              <a:path w="252" h="513">
                <a:moveTo>
                  <a:pt x="7" y="195"/>
                </a:moveTo>
                <a:cubicBezTo>
                  <a:pt x="3" y="191"/>
                  <a:pt x="0" y="189"/>
                  <a:pt x="0" y="187"/>
                </a:cubicBezTo>
                <a:cubicBezTo>
                  <a:pt x="0" y="185"/>
                  <a:pt x="1" y="180"/>
                  <a:pt x="4" y="174"/>
                </a:cubicBezTo>
                <a:cubicBezTo>
                  <a:pt x="5" y="168"/>
                  <a:pt x="7" y="164"/>
                  <a:pt x="8" y="163"/>
                </a:cubicBezTo>
                <a:cubicBezTo>
                  <a:pt x="9" y="160"/>
                  <a:pt x="11" y="159"/>
                  <a:pt x="15" y="159"/>
                </a:cubicBezTo>
                <a:cubicBezTo>
                  <a:pt x="19" y="159"/>
                  <a:pt x="33" y="159"/>
                  <a:pt x="56" y="158"/>
                </a:cubicBezTo>
                <a:lnTo>
                  <a:pt x="99" y="158"/>
                </a:lnTo>
                <a:lnTo>
                  <a:pt x="114" y="94"/>
                </a:lnTo>
                <a:cubicBezTo>
                  <a:pt x="116" y="88"/>
                  <a:pt x="118" y="80"/>
                  <a:pt x="120" y="70"/>
                </a:cubicBezTo>
                <a:cubicBezTo>
                  <a:pt x="122" y="60"/>
                  <a:pt x="124" y="53"/>
                  <a:pt x="125" y="48"/>
                </a:cubicBezTo>
                <a:cubicBezTo>
                  <a:pt x="127" y="44"/>
                  <a:pt x="128" y="39"/>
                  <a:pt x="130" y="32"/>
                </a:cubicBezTo>
                <a:cubicBezTo>
                  <a:pt x="132" y="26"/>
                  <a:pt x="134" y="21"/>
                  <a:pt x="137" y="19"/>
                </a:cubicBezTo>
                <a:cubicBezTo>
                  <a:pt x="139" y="16"/>
                  <a:pt x="142" y="13"/>
                  <a:pt x="145" y="9"/>
                </a:cubicBezTo>
                <a:cubicBezTo>
                  <a:pt x="147" y="5"/>
                  <a:pt x="151" y="3"/>
                  <a:pt x="156" y="2"/>
                </a:cubicBezTo>
                <a:cubicBezTo>
                  <a:pt x="161" y="1"/>
                  <a:pt x="165" y="0"/>
                  <a:pt x="170" y="0"/>
                </a:cubicBezTo>
                <a:cubicBezTo>
                  <a:pt x="180" y="1"/>
                  <a:pt x="187" y="4"/>
                  <a:pt x="190" y="9"/>
                </a:cubicBezTo>
                <a:cubicBezTo>
                  <a:pt x="194" y="14"/>
                  <a:pt x="196" y="19"/>
                  <a:pt x="196" y="24"/>
                </a:cubicBezTo>
                <a:cubicBezTo>
                  <a:pt x="196" y="28"/>
                  <a:pt x="194" y="41"/>
                  <a:pt x="189" y="62"/>
                </a:cubicBezTo>
                <a:cubicBezTo>
                  <a:pt x="184" y="85"/>
                  <a:pt x="179" y="106"/>
                  <a:pt x="173" y="127"/>
                </a:cubicBezTo>
                <a:lnTo>
                  <a:pt x="165" y="156"/>
                </a:lnTo>
                <a:cubicBezTo>
                  <a:pt x="165" y="157"/>
                  <a:pt x="178" y="158"/>
                  <a:pt x="205" y="158"/>
                </a:cubicBezTo>
                <a:lnTo>
                  <a:pt x="246" y="158"/>
                </a:lnTo>
                <a:cubicBezTo>
                  <a:pt x="250" y="162"/>
                  <a:pt x="252" y="165"/>
                  <a:pt x="252" y="167"/>
                </a:cubicBezTo>
                <a:cubicBezTo>
                  <a:pt x="252" y="179"/>
                  <a:pt x="248" y="188"/>
                  <a:pt x="241" y="195"/>
                </a:cubicBezTo>
                <a:lnTo>
                  <a:pt x="155" y="195"/>
                </a:lnTo>
                <a:lnTo>
                  <a:pt x="126" y="312"/>
                </a:lnTo>
                <a:cubicBezTo>
                  <a:pt x="105" y="397"/>
                  <a:pt x="95" y="443"/>
                  <a:pt x="95" y="450"/>
                </a:cubicBezTo>
                <a:cubicBezTo>
                  <a:pt x="95" y="472"/>
                  <a:pt x="102" y="484"/>
                  <a:pt x="116" y="484"/>
                </a:cubicBezTo>
                <a:cubicBezTo>
                  <a:pt x="135" y="484"/>
                  <a:pt x="153" y="475"/>
                  <a:pt x="171" y="456"/>
                </a:cubicBezTo>
                <a:cubicBezTo>
                  <a:pt x="189" y="438"/>
                  <a:pt x="203" y="416"/>
                  <a:pt x="214" y="389"/>
                </a:cubicBezTo>
                <a:cubicBezTo>
                  <a:pt x="215" y="386"/>
                  <a:pt x="216" y="384"/>
                  <a:pt x="218" y="383"/>
                </a:cubicBezTo>
                <a:cubicBezTo>
                  <a:pt x="219" y="383"/>
                  <a:pt x="223" y="382"/>
                  <a:pt x="230" y="382"/>
                </a:cubicBezTo>
                <a:lnTo>
                  <a:pt x="233" y="382"/>
                </a:lnTo>
                <a:cubicBezTo>
                  <a:pt x="241" y="382"/>
                  <a:pt x="245" y="384"/>
                  <a:pt x="245" y="388"/>
                </a:cubicBezTo>
                <a:cubicBezTo>
                  <a:pt x="245" y="390"/>
                  <a:pt x="244" y="393"/>
                  <a:pt x="243" y="398"/>
                </a:cubicBezTo>
                <a:cubicBezTo>
                  <a:pt x="240" y="406"/>
                  <a:pt x="235" y="416"/>
                  <a:pt x="228" y="428"/>
                </a:cubicBezTo>
                <a:cubicBezTo>
                  <a:pt x="221" y="440"/>
                  <a:pt x="212" y="453"/>
                  <a:pt x="201" y="466"/>
                </a:cubicBezTo>
                <a:cubicBezTo>
                  <a:pt x="190" y="479"/>
                  <a:pt x="176" y="491"/>
                  <a:pt x="160" y="500"/>
                </a:cubicBezTo>
                <a:cubicBezTo>
                  <a:pt x="144" y="509"/>
                  <a:pt x="127" y="513"/>
                  <a:pt x="111" y="513"/>
                </a:cubicBezTo>
                <a:cubicBezTo>
                  <a:pt x="95" y="513"/>
                  <a:pt x="79" y="509"/>
                  <a:pt x="65" y="501"/>
                </a:cubicBezTo>
                <a:cubicBezTo>
                  <a:pt x="50" y="493"/>
                  <a:pt x="40" y="479"/>
                  <a:pt x="34" y="460"/>
                </a:cubicBezTo>
                <a:cubicBezTo>
                  <a:pt x="33" y="455"/>
                  <a:pt x="32" y="448"/>
                  <a:pt x="32" y="438"/>
                </a:cubicBezTo>
                <a:lnTo>
                  <a:pt x="32" y="423"/>
                </a:lnTo>
                <a:lnTo>
                  <a:pt x="60" y="311"/>
                </a:lnTo>
                <a:cubicBezTo>
                  <a:pt x="79" y="235"/>
                  <a:pt x="89" y="197"/>
                  <a:pt x="89" y="197"/>
                </a:cubicBezTo>
                <a:cubicBezTo>
                  <a:pt x="89" y="195"/>
                  <a:pt x="75" y="195"/>
                  <a:pt x="48" y="195"/>
                </a:cubicBezTo>
                <a:lnTo>
                  <a:pt x="7" y="195"/>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924" name=""/>
          <p:cNvSpPr txBox="1"/>
          <p:nvPr/>
        </p:nvSpPr>
        <p:spPr>
          <a:xfrm>
            <a:off x="762120" y="2660400"/>
            <a:ext cx="1013040" cy="372240"/>
          </a:xfrm>
          <a:prstGeom prst="rect">
            <a:avLst/>
          </a:prstGeom>
          <a:noFill/>
          <a:ln w="0">
            <a:noFill/>
          </a:ln>
        </p:spPr>
        <p:txBody>
          <a:bodyPr wrap="none" lIns="0" rIns="0" tIns="0" bIns="0" anchor="t">
            <a:spAutoFit/>
          </a:bodyPr>
          <a:p>
            <a:r>
              <a:rPr b="0" lang="zh-CN" sz="2620" strike="noStrike" u="none">
                <a:solidFill>
                  <a:srgbClr val="333333"/>
                </a:solidFill>
                <a:effectLst/>
                <a:uFillTx/>
                <a:latin typeface="NotoSansJP-Thin_"/>
                <a:ea typeface="NotoSansJP-Thin_"/>
              </a:rPr>
              <a:t>入力 </a:t>
            </a:r>
            <a:r>
              <a:rPr b="0" lang="en-US" sz="2620" strike="noStrike" u="none">
                <a:solidFill>
                  <a:srgbClr val="333333"/>
                </a:solidFill>
                <a:effectLst/>
                <a:uFillTx/>
                <a:latin typeface="NotoSansJP-Thin_"/>
                <a:ea typeface="NotoSansJP-Thin_"/>
              </a:rPr>
              <a:t>(</a:t>
            </a:r>
            <a:endParaRPr b="0" lang="en-US" sz="2620" strike="noStrike" u="none">
              <a:solidFill>
                <a:srgbClr val="000000"/>
              </a:solidFill>
              <a:effectLst/>
              <a:uFillTx/>
              <a:latin typeface="Times New Roman"/>
            </a:endParaRPr>
          </a:p>
        </p:txBody>
      </p:sp>
      <p:sp>
        <p:nvSpPr>
          <p:cNvPr id="925" name=""/>
          <p:cNvSpPr/>
          <p:nvPr/>
        </p:nvSpPr>
        <p:spPr>
          <a:xfrm>
            <a:off x="3618360" y="2771640"/>
            <a:ext cx="166680" cy="185040"/>
          </a:xfrm>
          <a:custGeom>
            <a:avLst/>
            <a:gdLst/>
            <a:ahLst/>
            <a:rect l="0" t="0" r="r" b="b"/>
            <a:pathLst>
              <a:path w="463" h="514">
                <a:moveTo>
                  <a:pt x="423" y="405"/>
                </a:moveTo>
                <a:cubicBezTo>
                  <a:pt x="429" y="405"/>
                  <a:pt x="434" y="410"/>
                  <a:pt x="439" y="422"/>
                </a:cubicBezTo>
                <a:cubicBezTo>
                  <a:pt x="444" y="433"/>
                  <a:pt x="446" y="444"/>
                  <a:pt x="447" y="454"/>
                </a:cubicBezTo>
                <a:cubicBezTo>
                  <a:pt x="447" y="456"/>
                  <a:pt x="446" y="459"/>
                  <a:pt x="445" y="462"/>
                </a:cubicBezTo>
                <a:cubicBezTo>
                  <a:pt x="443" y="464"/>
                  <a:pt x="438" y="468"/>
                  <a:pt x="429" y="473"/>
                </a:cubicBezTo>
                <a:cubicBezTo>
                  <a:pt x="420" y="478"/>
                  <a:pt x="404" y="485"/>
                  <a:pt x="383" y="493"/>
                </a:cubicBezTo>
                <a:cubicBezTo>
                  <a:pt x="362" y="502"/>
                  <a:pt x="340" y="508"/>
                  <a:pt x="316" y="512"/>
                </a:cubicBezTo>
                <a:cubicBezTo>
                  <a:pt x="308" y="513"/>
                  <a:pt x="292" y="514"/>
                  <a:pt x="270" y="514"/>
                </a:cubicBezTo>
                <a:cubicBezTo>
                  <a:pt x="220" y="514"/>
                  <a:pt x="177" y="507"/>
                  <a:pt x="141" y="495"/>
                </a:cubicBezTo>
                <a:cubicBezTo>
                  <a:pt x="105" y="482"/>
                  <a:pt x="77" y="465"/>
                  <a:pt x="57" y="445"/>
                </a:cubicBezTo>
                <a:cubicBezTo>
                  <a:pt x="37" y="424"/>
                  <a:pt x="23" y="403"/>
                  <a:pt x="14" y="381"/>
                </a:cubicBezTo>
                <a:cubicBezTo>
                  <a:pt x="5" y="359"/>
                  <a:pt x="0" y="337"/>
                  <a:pt x="0" y="316"/>
                </a:cubicBezTo>
                <a:lnTo>
                  <a:pt x="0" y="300"/>
                </a:lnTo>
                <a:cubicBezTo>
                  <a:pt x="0" y="238"/>
                  <a:pt x="19" y="182"/>
                  <a:pt x="57" y="131"/>
                </a:cubicBezTo>
                <a:cubicBezTo>
                  <a:pt x="64" y="120"/>
                  <a:pt x="74" y="109"/>
                  <a:pt x="85" y="99"/>
                </a:cubicBezTo>
                <a:cubicBezTo>
                  <a:pt x="97" y="88"/>
                  <a:pt x="113" y="75"/>
                  <a:pt x="134" y="60"/>
                </a:cubicBezTo>
                <a:cubicBezTo>
                  <a:pt x="155" y="45"/>
                  <a:pt x="183" y="32"/>
                  <a:pt x="216" y="21"/>
                </a:cubicBezTo>
                <a:cubicBezTo>
                  <a:pt x="250" y="11"/>
                  <a:pt x="285" y="4"/>
                  <a:pt x="323" y="1"/>
                </a:cubicBezTo>
                <a:cubicBezTo>
                  <a:pt x="324" y="1"/>
                  <a:pt x="332" y="1"/>
                  <a:pt x="347" y="1"/>
                </a:cubicBezTo>
                <a:cubicBezTo>
                  <a:pt x="362" y="1"/>
                  <a:pt x="375" y="1"/>
                  <a:pt x="387" y="0"/>
                </a:cubicBezTo>
                <a:cubicBezTo>
                  <a:pt x="425" y="0"/>
                  <a:pt x="448" y="2"/>
                  <a:pt x="454" y="7"/>
                </a:cubicBezTo>
                <a:cubicBezTo>
                  <a:pt x="460" y="13"/>
                  <a:pt x="463" y="21"/>
                  <a:pt x="463" y="32"/>
                </a:cubicBezTo>
                <a:cubicBezTo>
                  <a:pt x="460" y="50"/>
                  <a:pt x="450" y="62"/>
                  <a:pt x="433" y="69"/>
                </a:cubicBezTo>
                <a:lnTo>
                  <a:pt x="379" y="70"/>
                </a:lnTo>
                <a:cubicBezTo>
                  <a:pt x="326" y="71"/>
                  <a:pt x="287" y="76"/>
                  <a:pt x="266" y="85"/>
                </a:cubicBezTo>
                <a:cubicBezTo>
                  <a:pt x="230" y="100"/>
                  <a:pt x="203" y="129"/>
                  <a:pt x="187" y="171"/>
                </a:cubicBezTo>
                <a:cubicBezTo>
                  <a:pt x="180" y="186"/>
                  <a:pt x="176" y="196"/>
                  <a:pt x="176" y="200"/>
                </a:cubicBezTo>
                <a:cubicBezTo>
                  <a:pt x="176" y="201"/>
                  <a:pt x="211" y="201"/>
                  <a:pt x="281" y="201"/>
                </a:cubicBezTo>
                <a:cubicBezTo>
                  <a:pt x="292" y="201"/>
                  <a:pt x="304" y="201"/>
                  <a:pt x="320" y="201"/>
                </a:cubicBezTo>
                <a:cubicBezTo>
                  <a:pt x="336" y="201"/>
                  <a:pt x="346" y="201"/>
                  <a:pt x="353" y="200"/>
                </a:cubicBezTo>
                <a:cubicBezTo>
                  <a:pt x="375" y="200"/>
                  <a:pt x="391" y="202"/>
                  <a:pt x="399" y="206"/>
                </a:cubicBezTo>
                <a:cubicBezTo>
                  <a:pt x="407" y="210"/>
                  <a:pt x="412" y="218"/>
                  <a:pt x="413" y="231"/>
                </a:cubicBezTo>
                <a:cubicBezTo>
                  <a:pt x="413" y="251"/>
                  <a:pt x="403" y="266"/>
                  <a:pt x="383" y="272"/>
                </a:cubicBezTo>
                <a:cubicBezTo>
                  <a:pt x="379" y="272"/>
                  <a:pt x="341" y="273"/>
                  <a:pt x="267" y="273"/>
                </a:cubicBezTo>
                <a:cubicBezTo>
                  <a:pt x="195" y="273"/>
                  <a:pt x="158" y="274"/>
                  <a:pt x="158" y="275"/>
                </a:cubicBezTo>
                <a:cubicBezTo>
                  <a:pt x="151" y="296"/>
                  <a:pt x="148" y="319"/>
                  <a:pt x="148" y="347"/>
                </a:cubicBezTo>
                <a:cubicBezTo>
                  <a:pt x="148" y="387"/>
                  <a:pt x="161" y="415"/>
                  <a:pt x="187" y="432"/>
                </a:cubicBezTo>
                <a:cubicBezTo>
                  <a:pt x="212" y="449"/>
                  <a:pt x="244" y="457"/>
                  <a:pt x="282" y="457"/>
                </a:cubicBezTo>
                <a:cubicBezTo>
                  <a:pt x="284" y="457"/>
                  <a:pt x="287" y="457"/>
                  <a:pt x="291" y="457"/>
                </a:cubicBezTo>
                <a:cubicBezTo>
                  <a:pt x="295" y="457"/>
                  <a:pt x="298" y="457"/>
                  <a:pt x="299" y="456"/>
                </a:cubicBezTo>
                <a:cubicBezTo>
                  <a:pt x="323" y="452"/>
                  <a:pt x="348" y="443"/>
                  <a:pt x="374" y="427"/>
                </a:cubicBezTo>
                <a:cubicBezTo>
                  <a:pt x="401" y="412"/>
                  <a:pt x="417" y="405"/>
                  <a:pt x="423" y="405"/>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926" name=""/>
          <p:cNvSpPr txBox="1"/>
          <p:nvPr/>
        </p:nvSpPr>
        <p:spPr>
          <a:xfrm>
            <a:off x="2051280" y="2660400"/>
            <a:ext cx="1791360" cy="372240"/>
          </a:xfrm>
          <a:prstGeom prst="rect">
            <a:avLst/>
          </a:prstGeom>
          <a:noFill/>
          <a:ln w="0">
            <a:noFill/>
          </a:ln>
        </p:spPr>
        <p:txBody>
          <a:bodyPr wrap="none" lIns="0" rIns="0" tIns="0" bIns="0" anchor="t">
            <a:spAutoFit/>
          </a:bodyPr>
          <a:p>
            <a:r>
              <a:rPr b="0" lang="en-US" sz="2620" strike="noStrike" u="none">
                <a:solidFill>
                  <a:srgbClr val="333333"/>
                </a:solidFill>
                <a:effectLst/>
                <a:uFillTx/>
                <a:latin typeface="NotoSansJP-Thin_"/>
                <a:ea typeface="NotoSansJP-Thin_"/>
              </a:rPr>
              <a:t>) </a:t>
            </a:r>
            <a:r>
              <a:rPr b="0" lang="zh-CN" sz="2620" strike="noStrike" u="none">
                <a:solidFill>
                  <a:srgbClr val="333333"/>
                </a:solidFill>
                <a:effectLst/>
                <a:uFillTx/>
                <a:latin typeface="NotoSansJP-Thin_"/>
                <a:ea typeface="NotoSansJP-Thin_"/>
              </a:rPr>
              <a:t>と 出力 </a:t>
            </a:r>
            <a:r>
              <a:rPr b="0" lang="en-US" sz="2620" strike="noStrike" u="none">
                <a:solidFill>
                  <a:srgbClr val="333333"/>
                </a:solidFill>
                <a:effectLst/>
                <a:uFillTx/>
                <a:latin typeface="NotoSansJP-Thin_"/>
                <a:ea typeface="NotoSansJP-Thin_"/>
              </a:rPr>
              <a:t>(</a:t>
            </a:r>
            <a:endParaRPr b="0" lang="en-US" sz="2620" strike="noStrike" u="none">
              <a:solidFill>
                <a:srgbClr val="000000"/>
              </a:solidFill>
              <a:effectLst/>
              <a:uFillTx/>
              <a:latin typeface="Times New Roman"/>
            </a:endParaRPr>
          </a:p>
        </p:txBody>
      </p:sp>
      <p:sp>
        <p:nvSpPr>
          <p:cNvPr id="927" name=""/>
          <p:cNvSpPr/>
          <p:nvPr/>
        </p:nvSpPr>
        <p:spPr>
          <a:xfrm>
            <a:off x="438120" y="3314520"/>
            <a:ext cx="133560" cy="133560"/>
          </a:xfrm>
          <a:custGeom>
            <a:avLst/>
            <a:gdLst/>
            <a:ahLst/>
            <a:rect l="0" t="0" r="r" b="b"/>
            <a:pathLst>
              <a:path w="371" h="371">
                <a:moveTo>
                  <a:pt x="371" y="185"/>
                </a:moveTo>
                <a:cubicBezTo>
                  <a:pt x="371" y="197"/>
                  <a:pt x="370" y="209"/>
                  <a:pt x="367" y="221"/>
                </a:cubicBezTo>
                <a:cubicBezTo>
                  <a:pt x="365" y="234"/>
                  <a:pt x="362" y="246"/>
                  <a:pt x="357" y="257"/>
                </a:cubicBezTo>
                <a:cubicBezTo>
                  <a:pt x="352" y="268"/>
                  <a:pt x="347" y="279"/>
                  <a:pt x="340" y="289"/>
                </a:cubicBezTo>
                <a:cubicBezTo>
                  <a:pt x="333" y="299"/>
                  <a:pt x="325" y="309"/>
                  <a:pt x="317" y="317"/>
                </a:cubicBezTo>
                <a:cubicBezTo>
                  <a:pt x="308" y="326"/>
                  <a:pt x="299" y="333"/>
                  <a:pt x="289" y="340"/>
                </a:cubicBezTo>
                <a:cubicBezTo>
                  <a:pt x="279" y="347"/>
                  <a:pt x="268" y="353"/>
                  <a:pt x="257" y="357"/>
                </a:cubicBezTo>
                <a:cubicBezTo>
                  <a:pt x="245" y="362"/>
                  <a:pt x="234" y="365"/>
                  <a:pt x="222" y="368"/>
                </a:cubicBezTo>
                <a:cubicBezTo>
                  <a:pt x="210" y="370"/>
                  <a:pt x="198" y="371"/>
                  <a:pt x="186" y="371"/>
                </a:cubicBezTo>
                <a:cubicBezTo>
                  <a:pt x="174" y="371"/>
                  <a:pt x="162" y="370"/>
                  <a:pt x="150" y="368"/>
                </a:cubicBezTo>
                <a:cubicBezTo>
                  <a:pt x="138" y="365"/>
                  <a:pt x="126" y="362"/>
                  <a:pt x="115" y="357"/>
                </a:cubicBezTo>
                <a:cubicBezTo>
                  <a:pt x="104" y="353"/>
                  <a:pt x="93" y="347"/>
                  <a:pt x="83" y="340"/>
                </a:cubicBezTo>
                <a:cubicBezTo>
                  <a:pt x="72" y="333"/>
                  <a:pt x="62" y="326"/>
                  <a:pt x="54" y="317"/>
                </a:cubicBezTo>
                <a:cubicBezTo>
                  <a:pt x="45" y="309"/>
                  <a:pt x="38" y="299"/>
                  <a:pt x="31" y="289"/>
                </a:cubicBezTo>
                <a:cubicBezTo>
                  <a:pt x="24" y="279"/>
                  <a:pt x="18" y="268"/>
                  <a:pt x="14" y="257"/>
                </a:cubicBezTo>
                <a:cubicBezTo>
                  <a:pt x="9" y="246"/>
                  <a:pt x="6" y="234"/>
                  <a:pt x="3" y="221"/>
                </a:cubicBezTo>
                <a:cubicBezTo>
                  <a:pt x="1" y="209"/>
                  <a:pt x="0" y="197"/>
                  <a:pt x="0" y="185"/>
                </a:cubicBezTo>
                <a:cubicBezTo>
                  <a:pt x="0" y="173"/>
                  <a:pt x="1" y="161"/>
                  <a:pt x="3" y="149"/>
                </a:cubicBezTo>
                <a:cubicBezTo>
                  <a:pt x="6" y="137"/>
                  <a:pt x="9" y="126"/>
                  <a:pt x="14" y="114"/>
                </a:cubicBezTo>
                <a:cubicBezTo>
                  <a:pt x="18" y="103"/>
                  <a:pt x="24" y="92"/>
                  <a:pt x="31" y="82"/>
                </a:cubicBezTo>
                <a:cubicBezTo>
                  <a:pt x="38" y="72"/>
                  <a:pt x="45" y="63"/>
                  <a:pt x="54" y="54"/>
                </a:cubicBezTo>
                <a:cubicBezTo>
                  <a:pt x="62" y="46"/>
                  <a:pt x="72" y="38"/>
                  <a:pt x="83" y="31"/>
                </a:cubicBezTo>
                <a:cubicBezTo>
                  <a:pt x="93" y="24"/>
                  <a:pt x="104" y="19"/>
                  <a:pt x="115" y="14"/>
                </a:cubicBezTo>
                <a:cubicBezTo>
                  <a:pt x="126" y="9"/>
                  <a:pt x="138" y="6"/>
                  <a:pt x="150" y="4"/>
                </a:cubicBezTo>
                <a:cubicBezTo>
                  <a:pt x="162" y="1"/>
                  <a:pt x="174" y="0"/>
                  <a:pt x="186" y="0"/>
                </a:cubicBezTo>
                <a:cubicBezTo>
                  <a:pt x="198" y="0"/>
                  <a:pt x="210" y="1"/>
                  <a:pt x="222" y="4"/>
                </a:cubicBezTo>
                <a:cubicBezTo>
                  <a:pt x="234" y="6"/>
                  <a:pt x="245" y="9"/>
                  <a:pt x="257" y="14"/>
                </a:cubicBezTo>
                <a:cubicBezTo>
                  <a:pt x="268" y="19"/>
                  <a:pt x="279" y="24"/>
                  <a:pt x="289" y="31"/>
                </a:cubicBezTo>
                <a:cubicBezTo>
                  <a:pt x="299" y="38"/>
                  <a:pt x="308" y="46"/>
                  <a:pt x="317" y="54"/>
                </a:cubicBezTo>
                <a:cubicBezTo>
                  <a:pt x="325" y="63"/>
                  <a:pt x="333" y="72"/>
                  <a:pt x="340" y="82"/>
                </a:cubicBezTo>
                <a:cubicBezTo>
                  <a:pt x="347" y="92"/>
                  <a:pt x="352" y="103"/>
                  <a:pt x="357" y="114"/>
                </a:cubicBezTo>
                <a:cubicBezTo>
                  <a:pt x="362" y="126"/>
                  <a:pt x="365" y="137"/>
                  <a:pt x="367" y="149"/>
                </a:cubicBezTo>
                <a:cubicBezTo>
                  <a:pt x="370" y="161"/>
                  <a:pt x="371" y="173"/>
                  <a:pt x="371" y="185"/>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928" name=""/>
          <p:cNvSpPr txBox="1"/>
          <p:nvPr/>
        </p:nvSpPr>
        <p:spPr>
          <a:xfrm>
            <a:off x="3793680" y="2660400"/>
            <a:ext cx="5618880" cy="372240"/>
          </a:xfrm>
          <a:prstGeom prst="rect">
            <a:avLst/>
          </a:prstGeom>
          <a:noFill/>
          <a:ln w="0">
            <a:noFill/>
          </a:ln>
        </p:spPr>
        <p:txBody>
          <a:bodyPr wrap="none" lIns="0" rIns="0" tIns="0" bIns="0" anchor="t">
            <a:spAutoFit/>
          </a:bodyPr>
          <a:p>
            <a:r>
              <a:rPr b="0" lang="en-US" sz="2620" strike="noStrike" u="none">
                <a:solidFill>
                  <a:srgbClr val="333333"/>
                </a:solidFill>
                <a:effectLst/>
                <a:uFillTx/>
                <a:latin typeface="NotoSansJP-Thin_"/>
                <a:ea typeface="NotoSansJP-Thin_"/>
              </a:rPr>
              <a:t>) </a:t>
            </a:r>
            <a:r>
              <a:rPr b="0" lang="zh-CN" sz="2620" strike="noStrike" u="none">
                <a:solidFill>
                  <a:srgbClr val="333333"/>
                </a:solidFill>
                <a:effectLst/>
                <a:uFillTx/>
                <a:latin typeface="NotoSansJP-Thin_"/>
                <a:ea typeface="NotoSansJP-Thin_"/>
              </a:rPr>
              <a:t>の解像度が同じである必要がある。</a:t>
            </a:r>
            <a:endParaRPr b="0" lang="en-US" sz="2620" strike="noStrike" u="none">
              <a:solidFill>
                <a:srgbClr val="000000"/>
              </a:solidFill>
              <a:effectLst/>
              <a:uFillTx/>
              <a:latin typeface="Times New Roman"/>
            </a:endParaRPr>
          </a:p>
        </p:txBody>
      </p:sp>
      <p:sp>
        <p:nvSpPr>
          <p:cNvPr id="929" name=""/>
          <p:cNvSpPr txBox="1"/>
          <p:nvPr/>
        </p:nvSpPr>
        <p:spPr>
          <a:xfrm>
            <a:off x="762120" y="3203640"/>
            <a:ext cx="9018720" cy="372240"/>
          </a:xfrm>
          <a:prstGeom prst="rect">
            <a:avLst/>
          </a:prstGeom>
          <a:noFill/>
          <a:ln w="0">
            <a:noFill/>
          </a:ln>
        </p:spPr>
        <p:txBody>
          <a:bodyPr wrap="none" lIns="0" rIns="0" tIns="0" bIns="0" anchor="t">
            <a:spAutoFit/>
          </a:bodyPr>
          <a:p>
            <a:r>
              <a:rPr b="0" lang="zh-CN" sz="2620" strike="noStrike" u="none">
                <a:solidFill>
                  <a:srgbClr val="333333"/>
                </a:solidFill>
                <a:effectLst/>
                <a:uFillTx/>
                <a:latin typeface="NotoSansJP-Thin_"/>
                <a:ea typeface="NotoSansJP-Thin_"/>
              </a:rPr>
              <a:t>論文では </a:t>
            </a:r>
            <a:r>
              <a:rPr b="0" lang="en-US" sz="2620" strike="noStrike" u="none">
                <a:solidFill>
                  <a:srgbClr val="333333"/>
                </a:solidFill>
                <a:effectLst/>
                <a:uFillTx/>
                <a:latin typeface="NotoSansJP-Thin_"/>
                <a:ea typeface="NotoSansJP-Thin_"/>
              </a:rPr>
              <a:t>U-Net</a:t>
            </a:r>
            <a:r>
              <a:rPr b="0" lang="zh-CN" sz="2620" strike="noStrike" u="none">
                <a:solidFill>
                  <a:srgbClr val="333333"/>
                </a:solidFill>
                <a:effectLst/>
                <a:uFillTx/>
                <a:latin typeface="NotoSansJP-Thin_"/>
                <a:ea typeface="NotoSansJP-Thin_"/>
              </a:rPr>
              <a:t>（</a:t>
            </a:r>
            <a:r>
              <a:rPr b="0" lang="en-US" sz="2620" strike="noStrike" u="none">
                <a:solidFill>
                  <a:srgbClr val="333333"/>
                </a:solidFill>
                <a:effectLst/>
                <a:uFillTx/>
                <a:latin typeface="NotoSansJP-Thin_"/>
                <a:ea typeface="NotoSansJP-Thin_"/>
              </a:rPr>
              <a:t>ResNet</a:t>
            </a:r>
            <a:r>
              <a:rPr b="0" lang="zh-CN" sz="2620" strike="noStrike" u="none">
                <a:solidFill>
                  <a:srgbClr val="333333"/>
                </a:solidFill>
                <a:effectLst/>
                <a:uFillTx/>
                <a:latin typeface="NotoSansJP-Thin_"/>
                <a:ea typeface="NotoSansJP-Thin_"/>
              </a:rPr>
              <a:t>ブロック </a:t>
            </a:r>
            <a:r>
              <a:rPr b="0" lang="en-US" sz="2620" strike="noStrike" u="none">
                <a:solidFill>
                  <a:srgbClr val="333333"/>
                </a:solidFill>
                <a:effectLst/>
                <a:uFillTx/>
                <a:latin typeface="NotoSansJP-Thin_"/>
                <a:ea typeface="NotoSansJP-Thin_"/>
              </a:rPr>
              <a:t>+ Attention</a:t>
            </a:r>
            <a:r>
              <a:rPr b="0" lang="zh-CN" sz="2620" strike="noStrike" u="none">
                <a:solidFill>
                  <a:srgbClr val="333333"/>
                </a:solidFill>
                <a:effectLst/>
                <a:uFillTx/>
                <a:latin typeface="NotoSansJP-Thin_"/>
                <a:ea typeface="NotoSansJP-Thin_"/>
              </a:rPr>
              <a:t>）を採用。</a:t>
            </a:r>
            <a:endParaRPr b="0" lang="en-US" sz="2620" strike="noStrike" u="none">
              <a:solidFill>
                <a:srgbClr val="000000"/>
              </a:solidFill>
              <a:effectLst/>
              <a:uFillTx/>
              <a:latin typeface="Times New Roman"/>
            </a:endParaRPr>
          </a:p>
        </p:txBody>
      </p:sp>
      <p:sp>
        <p:nvSpPr>
          <p:cNvPr id="930" name=""/>
          <p:cNvSpPr/>
          <p:nvPr/>
        </p:nvSpPr>
        <p:spPr>
          <a:xfrm>
            <a:off x="1170000" y="4028760"/>
            <a:ext cx="131400" cy="269280"/>
          </a:xfrm>
          <a:custGeom>
            <a:avLst/>
            <a:gdLst/>
            <a:ahLst/>
            <a:rect l="0" t="0" r="r" b="b"/>
            <a:pathLst>
              <a:path w="365" h="748">
                <a:moveTo>
                  <a:pt x="8" y="283"/>
                </a:moveTo>
                <a:cubicBezTo>
                  <a:pt x="3" y="277"/>
                  <a:pt x="0" y="273"/>
                  <a:pt x="0" y="271"/>
                </a:cubicBezTo>
                <a:cubicBezTo>
                  <a:pt x="0" y="268"/>
                  <a:pt x="1" y="262"/>
                  <a:pt x="3" y="252"/>
                </a:cubicBezTo>
                <a:cubicBezTo>
                  <a:pt x="6" y="243"/>
                  <a:pt x="8" y="238"/>
                  <a:pt x="9" y="236"/>
                </a:cubicBezTo>
                <a:cubicBezTo>
                  <a:pt x="11" y="232"/>
                  <a:pt x="14" y="230"/>
                  <a:pt x="20" y="230"/>
                </a:cubicBezTo>
                <a:cubicBezTo>
                  <a:pt x="25" y="230"/>
                  <a:pt x="45" y="230"/>
                  <a:pt x="79" y="229"/>
                </a:cubicBezTo>
                <a:lnTo>
                  <a:pt x="142" y="229"/>
                </a:lnTo>
                <a:lnTo>
                  <a:pt x="164" y="135"/>
                </a:lnTo>
                <a:cubicBezTo>
                  <a:pt x="166" y="127"/>
                  <a:pt x="169" y="115"/>
                  <a:pt x="172" y="101"/>
                </a:cubicBezTo>
                <a:cubicBezTo>
                  <a:pt x="175" y="87"/>
                  <a:pt x="178" y="77"/>
                  <a:pt x="180" y="71"/>
                </a:cubicBezTo>
                <a:cubicBezTo>
                  <a:pt x="183" y="64"/>
                  <a:pt x="185" y="57"/>
                  <a:pt x="187" y="47"/>
                </a:cubicBezTo>
                <a:cubicBezTo>
                  <a:pt x="190" y="38"/>
                  <a:pt x="193" y="31"/>
                  <a:pt x="197" y="27"/>
                </a:cubicBezTo>
                <a:cubicBezTo>
                  <a:pt x="201" y="23"/>
                  <a:pt x="205" y="19"/>
                  <a:pt x="209" y="13"/>
                </a:cubicBezTo>
                <a:cubicBezTo>
                  <a:pt x="213" y="8"/>
                  <a:pt x="219" y="4"/>
                  <a:pt x="226" y="3"/>
                </a:cubicBezTo>
                <a:cubicBezTo>
                  <a:pt x="233" y="1"/>
                  <a:pt x="240" y="0"/>
                  <a:pt x="247" y="0"/>
                </a:cubicBezTo>
                <a:cubicBezTo>
                  <a:pt x="261" y="1"/>
                  <a:pt x="271" y="5"/>
                  <a:pt x="276" y="13"/>
                </a:cubicBezTo>
                <a:cubicBezTo>
                  <a:pt x="282" y="21"/>
                  <a:pt x="284" y="29"/>
                  <a:pt x="284" y="36"/>
                </a:cubicBezTo>
                <a:cubicBezTo>
                  <a:pt x="284" y="41"/>
                  <a:pt x="281" y="59"/>
                  <a:pt x="274" y="91"/>
                </a:cubicBezTo>
                <a:cubicBezTo>
                  <a:pt x="267" y="122"/>
                  <a:pt x="259" y="153"/>
                  <a:pt x="250" y="183"/>
                </a:cubicBezTo>
                <a:lnTo>
                  <a:pt x="239" y="227"/>
                </a:lnTo>
                <a:cubicBezTo>
                  <a:pt x="239" y="228"/>
                  <a:pt x="258" y="229"/>
                  <a:pt x="297" y="229"/>
                </a:cubicBezTo>
                <a:lnTo>
                  <a:pt x="357" y="229"/>
                </a:lnTo>
                <a:cubicBezTo>
                  <a:pt x="363" y="234"/>
                  <a:pt x="365" y="239"/>
                  <a:pt x="365" y="242"/>
                </a:cubicBezTo>
                <a:cubicBezTo>
                  <a:pt x="365" y="259"/>
                  <a:pt x="360" y="273"/>
                  <a:pt x="350" y="283"/>
                </a:cubicBezTo>
                <a:lnTo>
                  <a:pt x="225" y="283"/>
                </a:lnTo>
                <a:lnTo>
                  <a:pt x="181" y="454"/>
                </a:lnTo>
                <a:cubicBezTo>
                  <a:pt x="151" y="579"/>
                  <a:pt x="136" y="646"/>
                  <a:pt x="136" y="655"/>
                </a:cubicBezTo>
                <a:cubicBezTo>
                  <a:pt x="136" y="688"/>
                  <a:pt x="146" y="705"/>
                  <a:pt x="167" y="705"/>
                </a:cubicBezTo>
                <a:cubicBezTo>
                  <a:pt x="195" y="705"/>
                  <a:pt x="222" y="691"/>
                  <a:pt x="248" y="665"/>
                </a:cubicBezTo>
                <a:cubicBezTo>
                  <a:pt x="274" y="638"/>
                  <a:pt x="295" y="605"/>
                  <a:pt x="310" y="566"/>
                </a:cubicBezTo>
                <a:cubicBezTo>
                  <a:pt x="312" y="562"/>
                  <a:pt x="314" y="559"/>
                  <a:pt x="316" y="558"/>
                </a:cubicBezTo>
                <a:cubicBezTo>
                  <a:pt x="318" y="557"/>
                  <a:pt x="324" y="557"/>
                  <a:pt x="334" y="556"/>
                </a:cubicBezTo>
                <a:lnTo>
                  <a:pt x="338" y="556"/>
                </a:lnTo>
                <a:cubicBezTo>
                  <a:pt x="350" y="556"/>
                  <a:pt x="356" y="559"/>
                  <a:pt x="356" y="565"/>
                </a:cubicBezTo>
                <a:cubicBezTo>
                  <a:pt x="356" y="567"/>
                  <a:pt x="355" y="572"/>
                  <a:pt x="352" y="579"/>
                </a:cubicBezTo>
                <a:cubicBezTo>
                  <a:pt x="349" y="592"/>
                  <a:pt x="341" y="607"/>
                  <a:pt x="331" y="624"/>
                </a:cubicBezTo>
                <a:cubicBezTo>
                  <a:pt x="321" y="641"/>
                  <a:pt x="308" y="659"/>
                  <a:pt x="291" y="679"/>
                </a:cubicBezTo>
                <a:cubicBezTo>
                  <a:pt x="275" y="698"/>
                  <a:pt x="255" y="715"/>
                  <a:pt x="232" y="728"/>
                </a:cubicBezTo>
                <a:cubicBezTo>
                  <a:pt x="207" y="741"/>
                  <a:pt x="183" y="748"/>
                  <a:pt x="159" y="748"/>
                </a:cubicBezTo>
                <a:cubicBezTo>
                  <a:pt x="136" y="748"/>
                  <a:pt x="113" y="742"/>
                  <a:pt x="92" y="730"/>
                </a:cubicBezTo>
                <a:cubicBezTo>
                  <a:pt x="71" y="719"/>
                  <a:pt x="56" y="698"/>
                  <a:pt x="47" y="669"/>
                </a:cubicBezTo>
                <a:cubicBezTo>
                  <a:pt x="45" y="663"/>
                  <a:pt x="44" y="653"/>
                  <a:pt x="44" y="638"/>
                </a:cubicBezTo>
                <a:lnTo>
                  <a:pt x="44" y="617"/>
                </a:lnTo>
                <a:lnTo>
                  <a:pt x="85" y="453"/>
                </a:lnTo>
                <a:cubicBezTo>
                  <a:pt x="113" y="341"/>
                  <a:pt x="127" y="286"/>
                  <a:pt x="128" y="285"/>
                </a:cubicBezTo>
                <a:cubicBezTo>
                  <a:pt x="128" y="284"/>
                  <a:pt x="108" y="283"/>
                  <a:pt x="68" y="283"/>
                </a:cubicBezTo>
                <a:lnTo>
                  <a:pt x="8" y="283"/>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931" name=""/>
          <p:cNvSpPr txBox="1"/>
          <p:nvPr/>
        </p:nvSpPr>
        <p:spPr>
          <a:xfrm>
            <a:off x="380880" y="3994200"/>
            <a:ext cx="835200" cy="334080"/>
          </a:xfrm>
          <a:prstGeom prst="rect">
            <a:avLst/>
          </a:prstGeom>
          <a:noFill/>
          <a:ln w="0">
            <a:noFill/>
          </a:ln>
        </p:spPr>
        <p:txBody>
          <a:bodyPr wrap="none" lIns="0" rIns="0" tIns="0" bIns="0" anchor="t">
            <a:spAutoFit/>
          </a:bodyPr>
          <a:p>
            <a:r>
              <a:rPr b="1" lang="zh-CN" sz="2620" strike="noStrike" u="none">
                <a:solidFill>
                  <a:srgbClr val="333333"/>
                </a:solidFill>
                <a:effectLst/>
                <a:uFillTx/>
                <a:latin typeface="NotoSansJP-Thin_"/>
                <a:ea typeface="NotoSansJP-Thin_"/>
              </a:rPr>
              <a:t>時刻 </a:t>
            </a:r>
            <a:endParaRPr b="0" lang="en-US" sz="2620" strike="noStrike" u="none">
              <a:solidFill>
                <a:srgbClr val="000000"/>
              </a:solidFill>
              <a:effectLst/>
              <a:uFillTx/>
              <a:latin typeface="Times New Roman"/>
            </a:endParaRPr>
          </a:p>
        </p:txBody>
      </p:sp>
      <p:sp>
        <p:nvSpPr>
          <p:cNvPr id="932" name=""/>
          <p:cNvSpPr/>
          <p:nvPr/>
        </p:nvSpPr>
        <p:spPr>
          <a:xfrm>
            <a:off x="438120" y="4886280"/>
            <a:ext cx="133560" cy="133560"/>
          </a:xfrm>
          <a:custGeom>
            <a:avLst/>
            <a:gdLst/>
            <a:ahLst/>
            <a:rect l="0" t="0" r="r" b="b"/>
            <a:pathLst>
              <a:path w="371" h="371">
                <a:moveTo>
                  <a:pt x="371" y="185"/>
                </a:moveTo>
                <a:cubicBezTo>
                  <a:pt x="371" y="197"/>
                  <a:pt x="370" y="209"/>
                  <a:pt x="367" y="221"/>
                </a:cubicBezTo>
                <a:cubicBezTo>
                  <a:pt x="365" y="233"/>
                  <a:pt x="362" y="244"/>
                  <a:pt x="357" y="256"/>
                </a:cubicBezTo>
                <a:cubicBezTo>
                  <a:pt x="352" y="267"/>
                  <a:pt x="347" y="278"/>
                  <a:pt x="340" y="288"/>
                </a:cubicBezTo>
                <a:cubicBezTo>
                  <a:pt x="333" y="298"/>
                  <a:pt x="325" y="308"/>
                  <a:pt x="317" y="317"/>
                </a:cubicBezTo>
                <a:cubicBezTo>
                  <a:pt x="308" y="325"/>
                  <a:pt x="299" y="333"/>
                  <a:pt x="289" y="340"/>
                </a:cubicBezTo>
                <a:cubicBezTo>
                  <a:pt x="279" y="347"/>
                  <a:pt x="268" y="352"/>
                  <a:pt x="257" y="357"/>
                </a:cubicBezTo>
                <a:cubicBezTo>
                  <a:pt x="245" y="362"/>
                  <a:pt x="234" y="365"/>
                  <a:pt x="222" y="367"/>
                </a:cubicBezTo>
                <a:cubicBezTo>
                  <a:pt x="210" y="370"/>
                  <a:pt x="198" y="371"/>
                  <a:pt x="186" y="371"/>
                </a:cubicBezTo>
                <a:cubicBezTo>
                  <a:pt x="174" y="371"/>
                  <a:pt x="162" y="370"/>
                  <a:pt x="150" y="367"/>
                </a:cubicBezTo>
                <a:cubicBezTo>
                  <a:pt x="138" y="365"/>
                  <a:pt x="126" y="362"/>
                  <a:pt x="115" y="357"/>
                </a:cubicBezTo>
                <a:cubicBezTo>
                  <a:pt x="104" y="352"/>
                  <a:pt x="93" y="347"/>
                  <a:pt x="83" y="340"/>
                </a:cubicBezTo>
                <a:cubicBezTo>
                  <a:pt x="72" y="333"/>
                  <a:pt x="62" y="325"/>
                  <a:pt x="54" y="317"/>
                </a:cubicBezTo>
                <a:cubicBezTo>
                  <a:pt x="45" y="308"/>
                  <a:pt x="38" y="298"/>
                  <a:pt x="31" y="288"/>
                </a:cubicBezTo>
                <a:cubicBezTo>
                  <a:pt x="24" y="278"/>
                  <a:pt x="18" y="267"/>
                  <a:pt x="14" y="256"/>
                </a:cubicBezTo>
                <a:cubicBezTo>
                  <a:pt x="9" y="244"/>
                  <a:pt x="6" y="233"/>
                  <a:pt x="3" y="221"/>
                </a:cubicBezTo>
                <a:cubicBezTo>
                  <a:pt x="1" y="209"/>
                  <a:pt x="0" y="197"/>
                  <a:pt x="0" y="185"/>
                </a:cubicBezTo>
                <a:cubicBezTo>
                  <a:pt x="0" y="173"/>
                  <a:pt x="1" y="161"/>
                  <a:pt x="3" y="149"/>
                </a:cubicBezTo>
                <a:cubicBezTo>
                  <a:pt x="6" y="137"/>
                  <a:pt x="9" y="125"/>
                  <a:pt x="14" y="114"/>
                </a:cubicBezTo>
                <a:cubicBezTo>
                  <a:pt x="18" y="103"/>
                  <a:pt x="24" y="92"/>
                  <a:pt x="31" y="82"/>
                </a:cubicBezTo>
                <a:cubicBezTo>
                  <a:pt x="38" y="72"/>
                  <a:pt x="45" y="62"/>
                  <a:pt x="54" y="54"/>
                </a:cubicBezTo>
                <a:cubicBezTo>
                  <a:pt x="62" y="45"/>
                  <a:pt x="72" y="38"/>
                  <a:pt x="83" y="31"/>
                </a:cubicBezTo>
                <a:cubicBezTo>
                  <a:pt x="93" y="24"/>
                  <a:pt x="104" y="18"/>
                  <a:pt x="115" y="14"/>
                </a:cubicBezTo>
                <a:cubicBezTo>
                  <a:pt x="126" y="9"/>
                  <a:pt x="138" y="6"/>
                  <a:pt x="150" y="3"/>
                </a:cubicBezTo>
                <a:cubicBezTo>
                  <a:pt x="162" y="1"/>
                  <a:pt x="174" y="0"/>
                  <a:pt x="186" y="0"/>
                </a:cubicBezTo>
                <a:cubicBezTo>
                  <a:pt x="198" y="0"/>
                  <a:pt x="210" y="1"/>
                  <a:pt x="222" y="3"/>
                </a:cubicBezTo>
                <a:cubicBezTo>
                  <a:pt x="234" y="6"/>
                  <a:pt x="245" y="9"/>
                  <a:pt x="257" y="14"/>
                </a:cubicBezTo>
                <a:cubicBezTo>
                  <a:pt x="268" y="18"/>
                  <a:pt x="279" y="24"/>
                  <a:pt x="289" y="31"/>
                </a:cubicBezTo>
                <a:cubicBezTo>
                  <a:pt x="299" y="38"/>
                  <a:pt x="308" y="45"/>
                  <a:pt x="317" y="54"/>
                </a:cubicBezTo>
                <a:cubicBezTo>
                  <a:pt x="325" y="62"/>
                  <a:pt x="333" y="72"/>
                  <a:pt x="340" y="82"/>
                </a:cubicBezTo>
                <a:cubicBezTo>
                  <a:pt x="347" y="92"/>
                  <a:pt x="352" y="103"/>
                  <a:pt x="357" y="114"/>
                </a:cubicBezTo>
                <a:cubicBezTo>
                  <a:pt x="362" y="125"/>
                  <a:pt x="365" y="137"/>
                  <a:pt x="367" y="149"/>
                </a:cubicBezTo>
                <a:cubicBezTo>
                  <a:pt x="370" y="161"/>
                  <a:pt x="371" y="173"/>
                  <a:pt x="371" y="185"/>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933" name=""/>
          <p:cNvSpPr/>
          <p:nvPr/>
        </p:nvSpPr>
        <p:spPr>
          <a:xfrm>
            <a:off x="769680" y="4819320"/>
            <a:ext cx="127800" cy="261360"/>
          </a:xfrm>
          <a:custGeom>
            <a:avLst/>
            <a:gdLst/>
            <a:ahLst/>
            <a:rect l="0" t="0" r="r" b="b"/>
            <a:pathLst>
              <a:path w="355" h="726">
                <a:moveTo>
                  <a:pt x="8" y="276"/>
                </a:moveTo>
                <a:cubicBezTo>
                  <a:pt x="3" y="270"/>
                  <a:pt x="0" y="266"/>
                  <a:pt x="0" y="264"/>
                </a:cubicBezTo>
                <a:cubicBezTo>
                  <a:pt x="0" y="261"/>
                  <a:pt x="1" y="255"/>
                  <a:pt x="3" y="246"/>
                </a:cubicBezTo>
                <a:cubicBezTo>
                  <a:pt x="6" y="237"/>
                  <a:pt x="7" y="232"/>
                  <a:pt x="9" y="230"/>
                </a:cubicBezTo>
                <a:cubicBezTo>
                  <a:pt x="11" y="226"/>
                  <a:pt x="14" y="224"/>
                  <a:pt x="19" y="224"/>
                </a:cubicBezTo>
                <a:cubicBezTo>
                  <a:pt x="25" y="224"/>
                  <a:pt x="44" y="224"/>
                  <a:pt x="77" y="223"/>
                </a:cubicBezTo>
                <a:lnTo>
                  <a:pt x="138" y="223"/>
                </a:lnTo>
                <a:lnTo>
                  <a:pt x="160" y="132"/>
                </a:lnTo>
                <a:cubicBezTo>
                  <a:pt x="162" y="124"/>
                  <a:pt x="165" y="113"/>
                  <a:pt x="168" y="99"/>
                </a:cubicBezTo>
                <a:cubicBezTo>
                  <a:pt x="171" y="86"/>
                  <a:pt x="174" y="76"/>
                  <a:pt x="176" y="70"/>
                </a:cubicBezTo>
                <a:cubicBezTo>
                  <a:pt x="178" y="64"/>
                  <a:pt x="181" y="56"/>
                  <a:pt x="183" y="47"/>
                </a:cubicBezTo>
                <a:cubicBezTo>
                  <a:pt x="185" y="38"/>
                  <a:pt x="188" y="31"/>
                  <a:pt x="192" y="28"/>
                </a:cubicBezTo>
                <a:cubicBezTo>
                  <a:pt x="196" y="24"/>
                  <a:pt x="200" y="19"/>
                  <a:pt x="203" y="14"/>
                </a:cubicBezTo>
                <a:cubicBezTo>
                  <a:pt x="207" y="9"/>
                  <a:pt x="213" y="4"/>
                  <a:pt x="219" y="3"/>
                </a:cubicBezTo>
                <a:cubicBezTo>
                  <a:pt x="226" y="1"/>
                  <a:pt x="233" y="0"/>
                  <a:pt x="240" y="0"/>
                </a:cubicBezTo>
                <a:cubicBezTo>
                  <a:pt x="253" y="1"/>
                  <a:pt x="263" y="5"/>
                  <a:pt x="268" y="14"/>
                </a:cubicBezTo>
                <a:cubicBezTo>
                  <a:pt x="274" y="22"/>
                  <a:pt x="276" y="29"/>
                  <a:pt x="276" y="36"/>
                </a:cubicBezTo>
                <a:cubicBezTo>
                  <a:pt x="276" y="41"/>
                  <a:pt x="273" y="59"/>
                  <a:pt x="266" y="89"/>
                </a:cubicBezTo>
                <a:cubicBezTo>
                  <a:pt x="259" y="119"/>
                  <a:pt x="252" y="149"/>
                  <a:pt x="243" y="179"/>
                </a:cubicBezTo>
                <a:lnTo>
                  <a:pt x="232" y="221"/>
                </a:lnTo>
                <a:cubicBezTo>
                  <a:pt x="232" y="223"/>
                  <a:pt x="251" y="223"/>
                  <a:pt x="289" y="223"/>
                </a:cubicBezTo>
                <a:lnTo>
                  <a:pt x="347" y="223"/>
                </a:lnTo>
                <a:cubicBezTo>
                  <a:pt x="352" y="229"/>
                  <a:pt x="355" y="233"/>
                  <a:pt x="355" y="236"/>
                </a:cubicBezTo>
                <a:cubicBezTo>
                  <a:pt x="355" y="252"/>
                  <a:pt x="350" y="266"/>
                  <a:pt x="340" y="276"/>
                </a:cubicBezTo>
                <a:lnTo>
                  <a:pt x="218" y="276"/>
                </a:lnTo>
                <a:lnTo>
                  <a:pt x="177" y="441"/>
                </a:lnTo>
                <a:cubicBezTo>
                  <a:pt x="147" y="562"/>
                  <a:pt x="132" y="627"/>
                  <a:pt x="132" y="636"/>
                </a:cubicBezTo>
                <a:cubicBezTo>
                  <a:pt x="132" y="668"/>
                  <a:pt x="142" y="684"/>
                  <a:pt x="164" y="684"/>
                </a:cubicBezTo>
                <a:cubicBezTo>
                  <a:pt x="190" y="684"/>
                  <a:pt x="216" y="671"/>
                  <a:pt x="241" y="645"/>
                </a:cubicBezTo>
                <a:cubicBezTo>
                  <a:pt x="266" y="620"/>
                  <a:pt x="286" y="588"/>
                  <a:pt x="301" y="550"/>
                </a:cubicBezTo>
                <a:cubicBezTo>
                  <a:pt x="303" y="545"/>
                  <a:pt x="305" y="543"/>
                  <a:pt x="307" y="542"/>
                </a:cubicBezTo>
                <a:cubicBezTo>
                  <a:pt x="309" y="541"/>
                  <a:pt x="315" y="540"/>
                  <a:pt x="324" y="540"/>
                </a:cubicBezTo>
                <a:lnTo>
                  <a:pt x="329" y="540"/>
                </a:lnTo>
                <a:cubicBezTo>
                  <a:pt x="340" y="540"/>
                  <a:pt x="346" y="543"/>
                  <a:pt x="346" y="549"/>
                </a:cubicBezTo>
                <a:cubicBezTo>
                  <a:pt x="346" y="551"/>
                  <a:pt x="344" y="555"/>
                  <a:pt x="342" y="562"/>
                </a:cubicBezTo>
                <a:cubicBezTo>
                  <a:pt x="338" y="574"/>
                  <a:pt x="332" y="589"/>
                  <a:pt x="322" y="606"/>
                </a:cubicBezTo>
                <a:cubicBezTo>
                  <a:pt x="312" y="622"/>
                  <a:pt x="299" y="640"/>
                  <a:pt x="283" y="659"/>
                </a:cubicBezTo>
                <a:cubicBezTo>
                  <a:pt x="267" y="678"/>
                  <a:pt x="248" y="694"/>
                  <a:pt x="225" y="707"/>
                </a:cubicBezTo>
                <a:cubicBezTo>
                  <a:pt x="202" y="720"/>
                  <a:pt x="179" y="726"/>
                  <a:pt x="155" y="726"/>
                </a:cubicBezTo>
                <a:cubicBezTo>
                  <a:pt x="132" y="726"/>
                  <a:pt x="110" y="720"/>
                  <a:pt x="90" y="709"/>
                </a:cubicBezTo>
                <a:cubicBezTo>
                  <a:pt x="69" y="698"/>
                  <a:pt x="55" y="678"/>
                  <a:pt x="45" y="650"/>
                </a:cubicBezTo>
                <a:cubicBezTo>
                  <a:pt x="44" y="644"/>
                  <a:pt x="43" y="634"/>
                  <a:pt x="43" y="619"/>
                </a:cubicBezTo>
                <a:lnTo>
                  <a:pt x="43" y="599"/>
                </a:lnTo>
                <a:lnTo>
                  <a:pt x="83" y="439"/>
                </a:lnTo>
                <a:cubicBezTo>
                  <a:pt x="109" y="332"/>
                  <a:pt x="123" y="279"/>
                  <a:pt x="124" y="278"/>
                </a:cubicBezTo>
                <a:cubicBezTo>
                  <a:pt x="124" y="276"/>
                  <a:pt x="105" y="276"/>
                  <a:pt x="66" y="276"/>
                </a:cubicBezTo>
                <a:lnTo>
                  <a:pt x="8" y="276"/>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934" name=""/>
          <p:cNvSpPr txBox="1"/>
          <p:nvPr/>
        </p:nvSpPr>
        <p:spPr>
          <a:xfrm>
            <a:off x="1311480" y="3994200"/>
            <a:ext cx="4980960" cy="372240"/>
          </a:xfrm>
          <a:prstGeom prst="rect">
            <a:avLst/>
          </a:prstGeom>
          <a:noFill/>
          <a:ln w="0">
            <a:noFill/>
          </a:ln>
        </p:spPr>
        <p:txBody>
          <a:bodyPr wrap="none" lIns="0" rIns="0" tIns="0" bIns="0" anchor="t">
            <a:spAutoFit/>
          </a:bodyPr>
          <a:p>
            <a:r>
              <a:rPr b="1" lang="en-US" sz="2620" strike="noStrike" u="none">
                <a:solidFill>
                  <a:srgbClr val="333333"/>
                </a:solidFill>
                <a:effectLst/>
                <a:uFillTx/>
                <a:latin typeface="NotoSansJP-Thin_"/>
                <a:ea typeface="NotoSansJP-Thin_"/>
              </a:rPr>
              <a:t> の入力方法 </a:t>
            </a:r>
            <a:r>
              <a:rPr b="1" lang="en-US" sz="2620" strike="noStrike" u="none">
                <a:solidFill>
                  <a:srgbClr val="333333"/>
                </a:solidFill>
                <a:effectLst/>
                <a:uFillTx/>
                <a:latin typeface="NotoSansJP-Thin_"/>
                <a:ea typeface="NotoSansJP-Thin_"/>
              </a:rPr>
              <a:t>(Time Embedding)</a:t>
            </a:r>
            <a:endParaRPr b="0" lang="en-US" sz="2620" strike="noStrike" u="none">
              <a:solidFill>
                <a:srgbClr val="000000"/>
              </a:solidFill>
              <a:effectLst/>
              <a:uFillTx/>
              <a:latin typeface="Times New Roman"/>
            </a:endParaRPr>
          </a:p>
        </p:txBody>
      </p:sp>
      <p:sp>
        <p:nvSpPr>
          <p:cNvPr id="935" name=""/>
          <p:cNvSpPr/>
          <p:nvPr/>
        </p:nvSpPr>
        <p:spPr>
          <a:xfrm>
            <a:off x="438120" y="5438520"/>
            <a:ext cx="133560" cy="133920"/>
          </a:xfrm>
          <a:custGeom>
            <a:avLst/>
            <a:gdLst/>
            <a:ahLst/>
            <a:rect l="0" t="0" r="r" b="b"/>
            <a:pathLst>
              <a:path w="371" h="372">
                <a:moveTo>
                  <a:pt x="371" y="185"/>
                </a:moveTo>
                <a:cubicBezTo>
                  <a:pt x="371" y="198"/>
                  <a:pt x="370" y="210"/>
                  <a:pt x="367" y="222"/>
                </a:cubicBezTo>
                <a:cubicBezTo>
                  <a:pt x="365" y="233"/>
                  <a:pt x="362" y="245"/>
                  <a:pt x="357" y="257"/>
                </a:cubicBezTo>
                <a:cubicBezTo>
                  <a:pt x="352" y="269"/>
                  <a:pt x="347" y="279"/>
                  <a:pt x="340" y="289"/>
                </a:cubicBezTo>
                <a:cubicBezTo>
                  <a:pt x="333" y="299"/>
                  <a:pt x="325" y="309"/>
                  <a:pt x="317" y="317"/>
                </a:cubicBezTo>
                <a:cubicBezTo>
                  <a:pt x="308" y="326"/>
                  <a:pt x="299" y="334"/>
                  <a:pt x="289" y="340"/>
                </a:cubicBezTo>
                <a:cubicBezTo>
                  <a:pt x="279" y="347"/>
                  <a:pt x="268" y="353"/>
                  <a:pt x="257" y="358"/>
                </a:cubicBezTo>
                <a:cubicBezTo>
                  <a:pt x="245" y="362"/>
                  <a:pt x="234" y="366"/>
                  <a:pt x="222" y="368"/>
                </a:cubicBezTo>
                <a:cubicBezTo>
                  <a:pt x="210" y="370"/>
                  <a:pt x="198" y="372"/>
                  <a:pt x="186" y="372"/>
                </a:cubicBezTo>
                <a:cubicBezTo>
                  <a:pt x="174" y="372"/>
                  <a:pt x="162" y="370"/>
                  <a:pt x="150" y="368"/>
                </a:cubicBezTo>
                <a:cubicBezTo>
                  <a:pt x="138" y="366"/>
                  <a:pt x="126" y="362"/>
                  <a:pt x="115" y="358"/>
                </a:cubicBezTo>
                <a:cubicBezTo>
                  <a:pt x="104" y="353"/>
                  <a:pt x="93" y="347"/>
                  <a:pt x="83" y="340"/>
                </a:cubicBezTo>
                <a:cubicBezTo>
                  <a:pt x="72" y="334"/>
                  <a:pt x="62" y="326"/>
                  <a:pt x="54" y="317"/>
                </a:cubicBezTo>
                <a:cubicBezTo>
                  <a:pt x="45" y="309"/>
                  <a:pt x="38" y="299"/>
                  <a:pt x="31" y="289"/>
                </a:cubicBezTo>
                <a:cubicBezTo>
                  <a:pt x="24" y="279"/>
                  <a:pt x="18" y="269"/>
                  <a:pt x="14" y="257"/>
                </a:cubicBezTo>
                <a:cubicBezTo>
                  <a:pt x="9" y="245"/>
                  <a:pt x="6" y="233"/>
                  <a:pt x="3" y="222"/>
                </a:cubicBezTo>
                <a:cubicBezTo>
                  <a:pt x="1" y="210"/>
                  <a:pt x="0" y="198"/>
                  <a:pt x="0" y="185"/>
                </a:cubicBezTo>
                <a:cubicBezTo>
                  <a:pt x="0" y="173"/>
                  <a:pt x="1" y="161"/>
                  <a:pt x="3" y="149"/>
                </a:cubicBezTo>
                <a:cubicBezTo>
                  <a:pt x="6" y="137"/>
                  <a:pt x="9" y="126"/>
                  <a:pt x="14" y="115"/>
                </a:cubicBezTo>
                <a:cubicBezTo>
                  <a:pt x="18" y="103"/>
                  <a:pt x="24" y="93"/>
                  <a:pt x="31" y="83"/>
                </a:cubicBezTo>
                <a:cubicBezTo>
                  <a:pt x="38" y="72"/>
                  <a:pt x="45" y="63"/>
                  <a:pt x="54" y="54"/>
                </a:cubicBezTo>
                <a:cubicBezTo>
                  <a:pt x="62" y="46"/>
                  <a:pt x="72" y="38"/>
                  <a:pt x="83" y="31"/>
                </a:cubicBezTo>
                <a:cubicBezTo>
                  <a:pt x="93" y="25"/>
                  <a:pt x="104" y="19"/>
                  <a:pt x="115" y="14"/>
                </a:cubicBezTo>
                <a:cubicBezTo>
                  <a:pt x="126" y="10"/>
                  <a:pt x="138" y="6"/>
                  <a:pt x="150" y="4"/>
                </a:cubicBezTo>
                <a:cubicBezTo>
                  <a:pt x="162" y="1"/>
                  <a:pt x="174" y="0"/>
                  <a:pt x="186" y="0"/>
                </a:cubicBezTo>
                <a:cubicBezTo>
                  <a:pt x="198" y="0"/>
                  <a:pt x="210" y="1"/>
                  <a:pt x="222" y="4"/>
                </a:cubicBezTo>
                <a:cubicBezTo>
                  <a:pt x="234" y="6"/>
                  <a:pt x="245" y="10"/>
                  <a:pt x="257" y="14"/>
                </a:cubicBezTo>
                <a:cubicBezTo>
                  <a:pt x="268" y="19"/>
                  <a:pt x="279" y="25"/>
                  <a:pt x="289" y="31"/>
                </a:cubicBezTo>
                <a:cubicBezTo>
                  <a:pt x="299" y="38"/>
                  <a:pt x="308" y="46"/>
                  <a:pt x="317" y="54"/>
                </a:cubicBezTo>
                <a:cubicBezTo>
                  <a:pt x="325" y="63"/>
                  <a:pt x="333" y="72"/>
                  <a:pt x="340" y="83"/>
                </a:cubicBezTo>
                <a:cubicBezTo>
                  <a:pt x="347" y="93"/>
                  <a:pt x="352" y="103"/>
                  <a:pt x="357" y="115"/>
                </a:cubicBezTo>
                <a:cubicBezTo>
                  <a:pt x="362" y="126"/>
                  <a:pt x="365" y="137"/>
                  <a:pt x="367" y="149"/>
                </a:cubicBezTo>
                <a:cubicBezTo>
                  <a:pt x="370" y="161"/>
                  <a:pt x="371" y="173"/>
                  <a:pt x="371" y="185"/>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936" name=""/>
          <p:cNvSpPr txBox="1"/>
          <p:nvPr/>
        </p:nvSpPr>
        <p:spPr>
          <a:xfrm>
            <a:off x="910080" y="4775040"/>
            <a:ext cx="6798240" cy="372240"/>
          </a:xfrm>
          <a:prstGeom prst="rect">
            <a:avLst/>
          </a:prstGeom>
          <a:noFill/>
          <a:ln w="0">
            <a:noFill/>
          </a:ln>
        </p:spPr>
        <p:txBody>
          <a:bodyPr wrap="none" lIns="0" rIns="0" tIns="0" bIns="0" anchor="t">
            <a:spAutoFit/>
          </a:bodyPr>
          <a:p>
            <a:r>
              <a:rPr b="0" lang="en-US" sz="2620" strike="noStrike" u="none">
                <a:solidFill>
                  <a:srgbClr val="333333"/>
                </a:solidFill>
                <a:effectLst/>
                <a:uFillTx/>
                <a:latin typeface="NotoSansJP-Thin_"/>
                <a:ea typeface="NotoSansJP-Thin_"/>
              </a:rPr>
              <a:t> は離散値だが、そのまま</a:t>
            </a:r>
            <a:r>
              <a:rPr b="0" lang="en-US" sz="2620" strike="noStrike" u="none">
                <a:solidFill>
                  <a:srgbClr val="333333"/>
                </a:solidFill>
                <a:effectLst/>
                <a:uFillTx/>
                <a:latin typeface="NotoSansJP-Thin_"/>
                <a:ea typeface="NotoSansJP-Thin_"/>
              </a:rPr>
              <a:t>NN</a:t>
            </a:r>
            <a:r>
              <a:rPr b="0" lang="zh-CN" sz="2620" strike="noStrike" u="none">
                <a:solidFill>
                  <a:srgbClr val="333333"/>
                </a:solidFill>
                <a:effectLst/>
                <a:uFillTx/>
                <a:latin typeface="NotoSansJP-Thin_"/>
                <a:ea typeface="NotoSansJP-Thin_"/>
              </a:rPr>
              <a:t>に入力しない。</a:t>
            </a:r>
            <a:endParaRPr b="0" lang="en-US" sz="2620" strike="noStrike" u="none">
              <a:solidFill>
                <a:srgbClr val="000000"/>
              </a:solidFill>
              <a:effectLst/>
              <a:uFillTx/>
              <a:latin typeface="Times New Roman"/>
            </a:endParaRPr>
          </a:p>
        </p:txBody>
      </p:sp>
      <p:sp>
        <p:nvSpPr>
          <p:cNvPr id="937" name=""/>
          <p:cNvSpPr txBox="1"/>
          <p:nvPr/>
        </p:nvSpPr>
        <p:spPr>
          <a:xfrm>
            <a:off x="762120" y="5327640"/>
            <a:ext cx="10304640" cy="372240"/>
          </a:xfrm>
          <a:prstGeom prst="rect">
            <a:avLst/>
          </a:prstGeom>
          <a:noFill/>
          <a:ln w="0">
            <a:noFill/>
          </a:ln>
        </p:spPr>
        <p:txBody>
          <a:bodyPr wrap="none" lIns="0" rIns="0" tIns="0" bIns="0" anchor="t">
            <a:spAutoFit/>
          </a:bodyPr>
          <a:p>
            <a:r>
              <a:rPr b="0" lang="en-US" sz="2620" strike="noStrike" u="none">
                <a:solidFill>
                  <a:srgbClr val="333333"/>
                </a:solidFill>
                <a:effectLst/>
                <a:uFillTx/>
                <a:latin typeface="NotoSansJP-Thin_"/>
                <a:ea typeface="NotoSansJP-Thin_"/>
              </a:rPr>
              <a:t>Transformer</a:t>
            </a:r>
            <a:r>
              <a:rPr b="0" lang="zh-CN" sz="2620" strike="noStrike" u="none">
                <a:solidFill>
                  <a:srgbClr val="333333"/>
                </a:solidFill>
                <a:effectLst/>
                <a:uFillTx/>
                <a:latin typeface="NotoSansJP-Thin_"/>
                <a:ea typeface="NotoSansJP-Thin_"/>
              </a:rPr>
              <a:t>の</a:t>
            </a:r>
            <a:r>
              <a:rPr b="0" lang="en-US" sz="2620" strike="noStrike" u="none">
                <a:solidFill>
                  <a:srgbClr val="333333"/>
                </a:solidFill>
                <a:effectLst/>
                <a:uFillTx/>
                <a:latin typeface="NotoSansJP-Thin_"/>
                <a:ea typeface="NotoSansJP-Thin_"/>
              </a:rPr>
              <a:t>Positional Encoding</a:t>
            </a:r>
            <a:r>
              <a:rPr b="0" lang="zh-CN" sz="2620" strike="noStrike" u="none">
                <a:solidFill>
                  <a:srgbClr val="333333"/>
                </a:solidFill>
                <a:effectLst/>
                <a:uFillTx/>
                <a:latin typeface="NotoSansJP-Thin_"/>
                <a:ea typeface="NotoSansJP-Thin_"/>
              </a:rPr>
              <a:t>と同様の手法で高次元ベクトルに</a:t>
            </a:r>
            <a:endParaRPr b="0" lang="en-US" sz="2620" strike="noStrike" u="none">
              <a:solidFill>
                <a:srgbClr val="000000"/>
              </a:solidFill>
              <a:effectLst/>
              <a:uFillTx/>
              <a:latin typeface="Times New Roman"/>
            </a:endParaRPr>
          </a:p>
        </p:txBody>
      </p:sp>
      <p:sp>
        <p:nvSpPr>
          <p:cNvPr id="938" name=""/>
          <p:cNvSpPr/>
          <p:nvPr/>
        </p:nvSpPr>
        <p:spPr>
          <a:xfrm>
            <a:off x="438120" y="6438600"/>
            <a:ext cx="133560" cy="133920"/>
          </a:xfrm>
          <a:custGeom>
            <a:avLst/>
            <a:gdLst/>
            <a:ahLst/>
            <a:rect l="0" t="0" r="r" b="b"/>
            <a:pathLst>
              <a:path w="371" h="372">
                <a:moveTo>
                  <a:pt x="371" y="187"/>
                </a:moveTo>
                <a:cubicBezTo>
                  <a:pt x="371" y="199"/>
                  <a:pt x="370" y="211"/>
                  <a:pt x="367" y="223"/>
                </a:cubicBezTo>
                <a:cubicBezTo>
                  <a:pt x="365" y="235"/>
                  <a:pt x="362" y="246"/>
                  <a:pt x="357" y="257"/>
                </a:cubicBezTo>
                <a:cubicBezTo>
                  <a:pt x="352" y="269"/>
                  <a:pt x="347" y="279"/>
                  <a:pt x="340" y="289"/>
                </a:cubicBezTo>
                <a:cubicBezTo>
                  <a:pt x="333" y="300"/>
                  <a:pt x="325" y="309"/>
                  <a:pt x="317" y="318"/>
                </a:cubicBezTo>
                <a:cubicBezTo>
                  <a:pt x="308" y="326"/>
                  <a:pt x="299" y="334"/>
                  <a:pt x="289" y="341"/>
                </a:cubicBezTo>
                <a:cubicBezTo>
                  <a:pt x="279" y="347"/>
                  <a:pt x="268" y="353"/>
                  <a:pt x="257" y="358"/>
                </a:cubicBezTo>
                <a:cubicBezTo>
                  <a:pt x="245" y="362"/>
                  <a:pt x="234" y="366"/>
                  <a:pt x="222" y="368"/>
                </a:cubicBezTo>
                <a:cubicBezTo>
                  <a:pt x="210" y="371"/>
                  <a:pt x="198" y="372"/>
                  <a:pt x="186" y="372"/>
                </a:cubicBezTo>
                <a:cubicBezTo>
                  <a:pt x="174" y="372"/>
                  <a:pt x="162" y="371"/>
                  <a:pt x="150" y="368"/>
                </a:cubicBezTo>
                <a:cubicBezTo>
                  <a:pt x="138" y="366"/>
                  <a:pt x="126" y="362"/>
                  <a:pt x="115" y="358"/>
                </a:cubicBezTo>
                <a:cubicBezTo>
                  <a:pt x="104" y="353"/>
                  <a:pt x="93" y="347"/>
                  <a:pt x="83" y="341"/>
                </a:cubicBezTo>
                <a:cubicBezTo>
                  <a:pt x="72" y="334"/>
                  <a:pt x="62" y="326"/>
                  <a:pt x="54" y="318"/>
                </a:cubicBezTo>
                <a:cubicBezTo>
                  <a:pt x="45" y="309"/>
                  <a:pt x="38" y="300"/>
                  <a:pt x="31" y="289"/>
                </a:cubicBezTo>
                <a:cubicBezTo>
                  <a:pt x="24" y="279"/>
                  <a:pt x="18" y="269"/>
                  <a:pt x="14" y="257"/>
                </a:cubicBezTo>
                <a:cubicBezTo>
                  <a:pt x="9" y="246"/>
                  <a:pt x="6" y="235"/>
                  <a:pt x="3" y="223"/>
                </a:cubicBezTo>
                <a:cubicBezTo>
                  <a:pt x="1" y="211"/>
                  <a:pt x="0" y="199"/>
                  <a:pt x="0" y="187"/>
                </a:cubicBezTo>
                <a:cubicBezTo>
                  <a:pt x="0" y="174"/>
                  <a:pt x="1" y="162"/>
                  <a:pt x="3" y="150"/>
                </a:cubicBezTo>
                <a:cubicBezTo>
                  <a:pt x="6" y="138"/>
                  <a:pt x="9" y="127"/>
                  <a:pt x="14" y="116"/>
                </a:cubicBezTo>
                <a:cubicBezTo>
                  <a:pt x="18" y="104"/>
                  <a:pt x="24" y="94"/>
                  <a:pt x="31" y="84"/>
                </a:cubicBezTo>
                <a:cubicBezTo>
                  <a:pt x="38" y="74"/>
                  <a:pt x="45" y="64"/>
                  <a:pt x="54" y="55"/>
                </a:cubicBezTo>
                <a:cubicBezTo>
                  <a:pt x="62" y="46"/>
                  <a:pt x="72" y="38"/>
                  <a:pt x="83" y="32"/>
                </a:cubicBezTo>
                <a:cubicBezTo>
                  <a:pt x="93" y="25"/>
                  <a:pt x="104" y="19"/>
                  <a:pt x="115" y="14"/>
                </a:cubicBezTo>
                <a:cubicBezTo>
                  <a:pt x="126" y="10"/>
                  <a:pt x="138" y="6"/>
                  <a:pt x="150" y="4"/>
                </a:cubicBezTo>
                <a:cubicBezTo>
                  <a:pt x="162" y="2"/>
                  <a:pt x="174" y="0"/>
                  <a:pt x="186" y="0"/>
                </a:cubicBezTo>
                <a:cubicBezTo>
                  <a:pt x="198" y="0"/>
                  <a:pt x="210" y="2"/>
                  <a:pt x="222" y="4"/>
                </a:cubicBezTo>
                <a:cubicBezTo>
                  <a:pt x="234" y="6"/>
                  <a:pt x="245" y="10"/>
                  <a:pt x="257" y="14"/>
                </a:cubicBezTo>
                <a:cubicBezTo>
                  <a:pt x="268" y="19"/>
                  <a:pt x="279" y="25"/>
                  <a:pt x="289" y="32"/>
                </a:cubicBezTo>
                <a:cubicBezTo>
                  <a:pt x="299" y="38"/>
                  <a:pt x="308" y="46"/>
                  <a:pt x="317" y="55"/>
                </a:cubicBezTo>
                <a:cubicBezTo>
                  <a:pt x="325" y="64"/>
                  <a:pt x="333" y="74"/>
                  <a:pt x="340" y="84"/>
                </a:cubicBezTo>
                <a:cubicBezTo>
                  <a:pt x="347" y="94"/>
                  <a:pt x="352" y="104"/>
                  <a:pt x="357" y="116"/>
                </a:cubicBezTo>
                <a:cubicBezTo>
                  <a:pt x="362" y="127"/>
                  <a:pt x="365" y="138"/>
                  <a:pt x="367" y="150"/>
                </a:cubicBezTo>
                <a:cubicBezTo>
                  <a:pt x="370" y="162"/>
                  <a:pt x="371" y="174"/>
                  <a:pt x="371" y="187"/>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939" name=""/>
          <p:cNvSpPr txBox="1"/>
          <p:nvPr/>
        </p:nvSpPr>
        <p:spPr>
          <a:xfrm>
            <a:off x="762120" y="5775120"/>
            <a:ext cx="1335600" cy="334080"/>
          </a:xfrm>
          <a:prstGeom prst="rect">
            <a:avLst/>
          </a:prstGeom>
          <a:noFill/>
          <a:ln w="0">
            <a:noFill/>
          </a:ln>
        </p:spPr>
        <p:txBody>
          <a:bodyPr wrap="none" lIns="0" rIns="0" tIns="0" bIns="0" anchor="t">
            <a:spAutoFit/>
          </a:bodyPr>
          <a:p>
            <a:r>
              <a:rPr b="0" lang="zh-CN" sz="2620" strike="noStrike" u="none">
                <a:solidFill>
                  <a:srgbClr val="333333"/>
                </a:solidFill>
                <a:effectLst/>
                <a:uFillTx/>
                <a:latin typeface="NotoSansJP-Thin_"/>
                <a:ea typeface="NotoSansJP-Thin_"/>
              </a:rPr>
              <a:t>変換し、</a:t>
            </a:r>
            <a:endParaRPr b="0" lang="en-US" sz="2620" strike="noStrike" u="none">
              <a:solidFill>
                <a:srgbClr val="000000"/>
              </a:solidFill>
              <a:effectLst/>
              <a:uFillTx/>
              <a:latin typeface="Times New Roman"/>
            </a:endParaRPr>
          </a:p>
        </p:txBody>
      </p:sp>
      <p:sp>
        <p:nvSpPr>
          <p:cNvPr id="940" name=""/>
          <p:cNvSpPr/>
          <p:nvPr/>
        </p:nvSpPr>
        <p:spPr>
          <a:xfrm>
            <a:off x="0" y="0"/>
            <a:ext cx="12192120" cy="667080"/>
          </a:xfrm>
          <a:custGeom>
            <a:avLst/>
            <a:gdLst/>
            <a:ahLst/>
            <a:rect l="0" t="0" r="r" b="b"/>
            <a:pathLst>
              <a:path w="33867" h="1853">
                <a:moveTo>
                  <a:pt x="0" y="0"/>
                </a:moveTo>
                <a:lnTo>
                  <a:pt x="33867" y="0"/>
                </a:lnTo>
                <a:lnTo>
                  <a:pt x="33867" y="1853"/>
                </a:lnTo>
                <a:lnTo>
                  <a:pt x="0" y="1853"/>
                </a:lnTo>
                <a:lnTo>
                  <a:pt x="0" y="0"/>
                </a:lnTo>
                <a:close/>
              </a:path>
            </a:pathLst>
          </a:custGeom>
          <a:solidFill>
            <a:srgbClr val="800000"/>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941" name=""/>
          <p:cNvSpPr txBox="1"/>
          <p:nvPr/>
        </p:nvSpPr>
        <p:spPr>
          <a:xfrm>
            <a:off x="762120" y="6327720"/>
            <a:ext cx="6204960" cy="372240"/>
          </a:xfrm>
          <a:prstGeom prst="rect">
            <a:avLst/>
          </a:prstGeom>
          <a:noFill/>
          <a:ln w="0">
            <a:noFill/>
          </a:ln>
        </p:spPr>
        <p:txBody>
          <a:bodyPr wrap="none" lIns="0" rIns="0" tIns="0" bIns="0" anchor="t">
            <a:spAutoFit/>
          </a:bodyPr>
          <a:p>
            <a:r>
              <a:rPr b="0" lang="en-US" sz="2620" strike="noStrike" u="none">
                <a:solidFill>
                  <a:srgbClr val="333333"/>
                </a:solidFill>
                <a:effectLst/>
                <a:uFillTx/>
                <a:latin typeface="NotoSansJP-Thin_"/>
                <a:ea typeface="NotoSansJP-Thin_"/>
              </a:rPr>
              <a:t>U-Net</a:t>
            </a:r>
            <a:r>
              <a:rPr b="0" lang="zh-CN" sz="2620" strike="noStrike" u="none">
                <a:solidFill>
                  <a:srgbClr val="333333"/>
                </a:solidFill>
                <a:effectLst/>
                <a:uFillTx/>
                <a:latin typeface="NotoSansJP-Thin_"/>
                <a:ea typeface="NotoSansJP-Thin_"/>
              </a:rPr>
              <a:t>の各</a:t>
            </a:r>
            <a:r>
              <a:rPr b="0" lang="en-US" sz="2620" strike="noStrike" u="none">
                <a:solidFill>
                  <a:srgbClr val="333333"/>
                </a:solidFill>
                <a:effectLst/>
                <a:uFillTx/>
                <a:latin typeface="NotoSansJP-Thin_"/>
                <a:ea typeface="NotoSansJP-Thin_"/>
              </a:rPr>
              <a:t>ResNet</a:t>
            </a:r>
            <a:r>
              <a:rPr b="0" lang="zh-CN" sz="2620" strike="noStrike" u="none">
                <a:solidFill>
                  <a:srgbClr val="333333"/>
                </a:solidFill>
                <a:effectLst/>
                <a:uFillTx/>
                <a:latin typeface="NotoSansJP-Thin_"/>
                <a:ea typeface="NotoSansJP-Thin_"/>
              </a:rPr>
              <a:t>ブロックに加算する。</a:t>
            </a:r>
            <a:endParaRPr b="0" lang="en-US" sz="2620" strike="noStrike" u="none">
              <a:solidFill>
                <a:srgbClr val="000000"/>
              </a:solidFill>
              <a:effectLst/>
              <a:uFillTx/>
              <a:latin typeface="Times New Roman"/>
            </a:endParaRPr>
          </a:p>
        </p:txBody>
      </p:sp>
      <p:sp>
        <p:nvSpPr>
          <p:cNvPr id="942" name=""/>
          <p:cNvSpPr txBox="1"/>
          <p:nvPr/>
        </p:nvSpPr>
        <p:spPr>
          <a:xfrm>
            <a:off x="237960" y="174600"/>
            <a:ext cx="4406400" cy="372240"/>
          </a:xfrm>
          <a:prstGeom prst="rect">
            <a:avLst/>
          </a:prstGeom>
          <a:noFill/>
          <a:ln w="0">
            <a:noFill/>
          </a:ln>
        </p:spPr>
        <p:txBody>
          <a:bodyPr wrap="none" lIns="0" rIns="0" tIns="0" bIns="0" anchor="t">
            <a:spAutoFit/>
          </a:bodyPr>
          <a:p>
            <a:r>
              <a:rPr b="1" lang="en-US" sz="2620" strike="noStrike" u="none">
                <a:solidFill>
                  <a:srgbClr val="ffffff"/>
                </a:solidFill>
                <a:effectLst/>
                <a:uFillTx/>
                <a:latin typeface="NotoSansJP-Thin_"/>
                <a:ea typeface="NotoSansJP-Thin_"/>
              </a:rPr>
              <a:t>4.1. </a:t>
            </a:r>
            <a:r>
              <a:rPr b="1" lang="zh-CN" sz="2620" strike="noStrike" u="none">
                <a:solidFill>
                  <a:srgbClr val="ffffff"/>
                </a:solidFill>
                <a:effectLst/>
                <a:uFillTx/>
                <a:latin typeface="NotoSansJP-Thin_"/>
                <a:ea typeface="NotoSansJP-Thin_"/>
              </a:rPr>
              <a:t>アーキテクチャ </a:t>
            </a:r>
            <a:r>
              <a:rPr b="1" lang="en-US" sz="2620" strike="noStrike" u="none">
                <a:solidFill>
                  <a:srgbClr val="ffffff"/>
                </a:solidFill>
                <a:effectLst/>
                <a:uFillTx/>
                <a:latin typeface="NotoSansJP-Thin_"/>
                <a:ea typeface="NotoSansJP-Thin_"/>
              </a:rPr>
              <a:t>(U-Net)</a:t>
            </a:r>
            <a:endParaRPr b="0" lang="en-US" sz="2620" strike="noStrike" u="none">
              <a:solidFill>
                <a:srgbClr val="000000"/>
              </a:solidFill>
              <a:effectLst/>
              <a:uFillTx/>
              <a:latin typeface="Times New Roman"/>
            </a:endParaRPr>
          </a:p>
        </p:txBody>
      </p:sp>
      <p:sp>
        <p:nvSpPr>
          <p:cNvPr id="943" name=""/>
          <p:cNvSpPr txBox="1"/>
          <p:nvPr/>
        </p:nvSpPr>
        <p:spPr>
          <a:xfrm>
            <a:off x="11161800" y="6397560"/>
            <a:ext cx="668160" cy="297720"/>
          </a:xfrm>
          <a:prstGeom prst="rect">
            <a:avLst/>
          </a:prstGeom>
          <a:noFill/>
          <a:ln w="0">
            <a:noFill/>
          </a:ln>
        </p:spPr>
        <p:txBody>
          <a:bodyPr wrap="none" lIns="0" rIns="0" tIns="0" bIns="0" anchor="t">
            <a:spAutoFit/>
          </a:bodyPr>
          <a:p>
            <a:r>
              <a:rPr b="1" lang="en-US" sz="2100" strike="noStrike" u="none">
                <a:solidFill>
                  <a:srgbClr val="333333"/>
                </a:solidFill>
                <a:effectLst/>
                <a:uFillTx/>
                <a:latin typeface="NotoSansJP-Thin_"/>
                <a:ea typeface="NotoSansJP-Thin_"/>
              </a:rPr>
              <a:t>17/24</a:t>
            </a:r>
            <a:endParaRPr b="0" lang="en-US" sz="2100" strike="noStrike" u="non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44"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945"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946"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947" name=""/>
          <p:cNvSpPr/>
          <p:nvPr/>
        </p:nvSpPr>
        <p:spPr>
          <a:xfrm>
            <a:off x="5527440" y="1047600"/>
            <a:ext cx="219960" cy="261360"/>
          </a:xfrm>
          <a:custGeom>
            <a:avLst/>
            <a:gdLst/>
            <a:ahLst/>
            <a:rect l="0" t="0" r="r" b="b"/>
            <a:pathLst>
              <a:path w="611" h="726">
                <a:moveTo>
                  <a:pt x="70" y="177"/>
                </a:moveTo>
                <a:cubicBezTo>
                  <a:pt x="71" y="175"/>
                  <a:pt x="72" y="172"/>
                  <a:pt x="73" y="168"/>
                </a:cubicBezTo>
                <a:cubicBezTo>
                  <a:pt x="73" y="164"/>
                  <a:pt x="75" y="156"/>
                  <a:pt x="78" y="143"/>
                </a:cubicBezTo>
                <a:cubicBezTo>
                  <a:pt x="81" y="130"/>
                  <a:pt x="85" y="119"/>
                  <a:pt x="90" y="108"/>
                </a:cubicBezTo>
                <a:cubicBezTo>
                  <a:pt x="94" y="97"/>
                  <a:pt x="100" y="85"/>
                  <a:pt x="107" y="70"/>
                </a:cubicBezTo>
                <a:cubicBezTo>
                  <a:pt x="114" y="56"/>
                  <a:pt x="121" y="45"/>
                  <a:pt x="130" y="36"/>
                </a:cubicBezTo>
                <a:cubicBezTo>
                  <a:pt x="138" y="28"/>
                  <a:pt x="148" y="20"/>
                  <a:pt x="159" y="11"/>
                </a:cubicBezTo>
                <a:cubicBezTo>
                  <a:pt x="171" y="3"/>
                  <a:pt x="184" y="-1"/>
                  <a:pt x="198" y="1"/>
                </a:cubicBezTo>
                <a:cubicBezTo>
                  <a:pt x="255" y="1"/>
                  <a:pt x="291" y="25"/>
                  <a:pt x="307" y="74"/>
                </a:cubicBezTo>
                <a:lnTo>
                  <a:pt x="318" y="64"/>
                </a:lnTo>
                <a:cubicBezTo>
                  <a:pt x="365" y="22"/>
                  <a:pt x="410" y="1"/>
                  <a:pt x="453" y="1"/>
                </a:cubicBezTo>
                <a:cubicBezTo>
                  <a:pt x="502" y="1"/>
                  <a:pt x="541" y="19"/>
                  <a:pt x="569" y="54"/>
                </a:cubicBezTo>
                <a:cubicBezTo>
                  <a:pt x="597" y="90"/>
                  <a:pt x="611" y="133"/>
                  <a:pt x="611" y="184"/>
                </a:cubicBezTo>
                <a:cubicBezTo>
                  <a:pt x="611" y="266"/>
                  <a:pt x="582" y="342"/>
                  <a:pt x="524" y="412"/>
                </a:cubicBezTo>
                <a:cubicBezTo>
                  <a:pt x="467" y="481"/>
                  <a:pt x="401" y="516"/>
                  <a:pt x="329" y="516"/>
                </a:cubicBezTo>
                <a:cubicBezTo>
                  <a:pt x="312" y="516"/>
                  <a:pt x="297" y="514"/>
                  <a:pt x="284" y="510"/>
                </a:cubicBezTo>
                <a:cubicBezTo>
                  <a:pt x="276" y="506"/>
                  <a:pt x="267" y="500"/>
                  <a:pt x="258" y="492"/>
                </a:cubicBezTo>
                <a:cubicBezTo>
                  <a:pt x="249" y="485"/>
                  <a:pt x="242" y="478"/>
                  <a:pt x="236" y="473"/>
                </a:cubicBezTo>
                <a:lnTo>
                  <a:pt x="228" y="464"/>
                </a:lnTo>
                <a:cubicBezTo>
                  <a:pt x="228" y="465"/>
                  <a:pt x="219" y="498"/>
                  <a:pt x="203" y="563"/>
                </a:cubicBezTo>
                <a:cubicBezTo>
                  <a:pt x="188" y="628"/>
                  <a:pt x="180" y="661"/>
                  <a:pt x="180" y="662"/>
                </a:cubicBezTo>
                <a:cubicBezTo>
                  <a:pt x="180" y="667"/>
                  <a:pt x="183" y="669"/>
                  <a:pt x="189" y="670"/>
                </a:cubicBezTo>
                <a:cubicBezTo>
                  <a:pt x="195" y="671"/>
                  <a:pt x="209" y="672"/>
                  <a:pt x="231" y="673"/>
                </a:cubicBezTo>
                <a:lnTo>
                  <a:pt x="259" y="673"/>
                </a:lnTo>
                <a:cubicBezTo>
                  <a:pt x="264" y="679"/>
                  <a:pt x="266" y="682"/>
                  <a:pt x="266" y="684"/>
                </a:cubicBezTo>
                <a:cubicBezTo>
                  <a:pt x="266" y="685"/>
                  <a:pt x="265" y="692"/>
                  <a:pt x="263" y="704"/>
                </a:cubicBezTo>
                <a:cubicBezTo>
                  <a:pt x="260" y="713"/>
                  <a:pt x="258" y="719"/>
                  <a:pt x="256" y="721"/>
                </a:cubicBezTo>
                <a:cubicBezTo>
                  <a:pt x="254" y="723"/>
                  <a:pt x="249" y="725"/>
                  <a:pt x="241" y="726"/>
                </a:cubicBezTo>
                <a:cubicBezTo>
                  <a:pt x="239" y="726"/>
                  <a:pt x="235" y="726"/>
                  <a:pt x="228" y="726"/>
                </a:cubicBezTo>
                <a:cubicBezTo>
                  <a:pt x="222" y="726"/>
                  <a:pt x="209" y="725"/>
                  <a:pt x="190" y="725"/>
                </a:cubicBezTo>
                <a:cubicBezTo>
                  <a:pt x="170" y="724"/>
                  <a:pt x="146" y="723"/>
                  <a:pt x="118" y="723"/>
                </a:cubicBezTo>
                <a:cubicBezTo>
                  <a:pt x="65" y="723"/>
                  <a:pt x="31" y="724"/>
                  <a:pt x="17" y="726"/>
                </a:cubicBezTo>
                <a:lnTo>
                  <a:pt x="8" y="726"/>
                </a:lnTo>
                <a:cubicBezTo>
                  <a:pt x="3" y="720"/>
                  <a:pt x="0" y="716"/>
                  <a:pt x="0" y="713"/>
                </a:cubicBezTo>
                <a:cubicBezTo>
                  <a:pt x="1" y="693"/>
                  <a:pt x="6" y="679"/>
                  <a:pt x="15" y="673"/>
                </a:cubicBezTo>
                <a:lnTo>
                  <a:pt x="37" y="673"/>
                </a:lnTo>
                <a:cubicBezTo>
                  <a:pt x="63" y="673"/>
                  <a:pt x="78" y="668"/>
                  <a:pt x="82" y="660"/>
                </a:cubicBezTo>
                <a:cubicBezTo>
                  <a:pt x="84" y="655"/>
                  <a:pt x="107" y="565"/>
                  <a:pt x="151" y="388"/>
                </a:cubicBezTo>
                <a:cubicBezTo>
                  <a:pt x="196" y="210"/>
                  <a:pt x="219" y="116"/>
                  <a:pt x="222" y="106"/>
                </a:cubicBezTo>
                <a:cubicBezTo>
                  <a:pt x="222" y="102"/>
                  <a:pt x="223" y="97"/>
                  <a:pt x="223" y="90"/>
                </a:cubicBezTo>
                <a:cubicBezTo>
                  <a:pt x="223" y="59"/>
                  <a:pt x="213" y="43"/>
                  <a:pt x="194" y="43"/>
                </a:cubicBezTo>
                <a:cubicBezTo>
                  <a:pt x="178" y="43"/>
                  <a:pt x="163" y="54"/>
                  <a:pt x="151" y="75"/>
                </a:cubicBezTo>
                <a:cubicBezTo>
                  <a:pt x="140" y="96"/>
                  <a:pt x="131" y="119"/>
                  <a:pt x="125" y="144"/>
                </a:cubicBezTo>
                <a:cubicBezTo>
                  <a:pt x="119" y="169"/>
                  <a:pt x="114" y="183"/>
                  <a:pt x="111" y="185"/>
                </a:cubicBezTo>
                <a:cubicBezTo>
                  <a:pt x="110" y="187"/>
                  <a:pt x="104" y="188"/>
                  <a:pt x="93" y="188"/>
                </a:cubicBezTo>
                <a:lnTo>
                  <a:pt x="77" y="188"/>
                </a:lnTo>
                <a:cubicBezTo>
                  <a:pt x="73" y="183"/>
                  <a:pt x="70" y="180"/>
                  <a:pt x="70" y="177"/>
                </a:cubicBezTo>
                <a:moveTo>
                  <a:pt x="248" y="389"/>
                </a:moveTo>
                <a:cubicBezTo>
                  <a:pt x="265" y="447"/>
                  <a:pt x="293" y="475"/>
                  <a:pt x="332" y="475"/>
                </a:cubicBezTo>
                <a:cubicBezTo>
                  <a:pt x="355" y="475"/>
                  <a:pt x="377" y="467"/>
                  <a:pt x="398" y="449"/>
                </a:cubicBezTo>
                <a:cubicBezTo>
                  <a:pt x="419" y="432"/>
                  <a:pt x="437" y="410"/>
                  <a:pt x="450" y="383"/>
                </a:cubicBezTo>
                <a:cubicBezTo>
                  <a:pt x="464" y="357"/>
                  <a:pt x="478" y="315"/>
                  <a:pt x="491" y="259"/>
                </a:cubicBezTo>
                <a:cubicBezTo>
                  <a:pt x="505" y="203"/>
                  <a:pt x="512" y="161"/>
                  <a:pt x="513" y="134"/>
                </a:cubicBezTo>
                <a:lnTo>
                  <a:pt x="513" y="127"/>
                </a:lnTo>
                <a:cubicBezTo>
                  <a:pt x="513" y="71"/>
                  <a:pt x="490" y="43"/>
                  <a:pt x="444" y="43"/>
                </a:cubicBezTo>
                <a:cubicBezTo>
                  <a:pt x="435" y="43"/>
                  <a:pt x="427" y="44"/>
                  <a:pt x="419" y="46"/>
                </a:cubicBezTo>
                <a:cubicBezTo>
                  <a:pt x="410" y="49"/>
                  <a:pt x="402" y="52"/>
                  <a:pt x="393" y="57"/>
                </a:cubicBezTo>
                <a:cubicBezTo>
                  <a:pt x="385" y="61"/>
                  <a:pt x="378" y="66"/>
                  <a:pt x="371" y="72"/>
                </a:cubicBezTo>
                <a:cubicBezTo>
                  <a:pt x="364" y="77"/>
                  <a:pt x="357" y="83"/>
                  <a:pt x="351" y="89"/>
                </a:cubicBezTo>
                <a:cubicBezTo>
                  <a:pt x="345" y="95"/>
                  <a:pt x="340" y="100"/>
                  <a:pt x="334" y="106"/>
                </a:cubicBezTo>
                <a:cubicBezTo>
                  <a:pt x="329" y="111"/>
                  <a:pt x="325" y="116"/>
                  <a:pt x="322" y="122"/>
                </a:cubicBezTo>
                <a:cubicBezTo>
                  <a:pt x="319" y="127"/>
                  <a:pt x="316" y="131"/>
                  <a:pt x="313" y="133"/>
                </a:cubicBezTo>
                <a:lnTo>
                  <a:pt x="309" y="138"/>
                </a:lnTo>
                <a:cubicBezTo>
                  <a:pt x="309" y="138"/>
                  <a:pt x="308" y="144"/>
                  <a:pt x="306" y="153"/>
                </a:cubicBezTo>
                <a:cubicBezTo>
                  <a:pt x="304" y="163"/>
                  <a:pt x="299" y="180"/>
                  <a:pt x="293" y="204"/>
                </a:cubicBezTo>
                <a:cubicBezTo>
                  <a:pt x="287" y="227"/>
                  <a:pt x="282" y="247"/>
                  <a:pt x="277" y="263"/>
                </a:cubicBezTo>
                <a:cubicBezTo>
                  <a:pt x="258" y="343"/>
                  <a:pt x="248" y="386"/>
                  <a:pt x="248" y="389"/>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948" name=""/>
          <p:cNvSpPr/>
          <p:nvPr/>
        </p:nvSpPr>
        <p:spPr>
          <a:xfrm>
            <a:off x="5772960" y="1085760"/>
            <a:ext cx="124200" cy="207720"/>
          </a:xfrm>
          <a:custGeom>
            <a:avLst/>
            <a:gdLst/>
            <a:ahLst/>
            <a:rect l="0" t="0" r="r" b="b"/>
            <a:pathLst>
              <a:path w="345" h="577">
                <a:moveTo>
                  <a:pt x="0" y="408"/>
                </a:moveTo>
                <a:cubicBezTo>
                  <a:pt x="0" y="353"/>
                  <a:pt x="11" y="295"/>
                  <a:pt x="32" y="235"/>
                </a:cubicBezTo>
                <a:cubicBezTo>
                  <a:pt x="53" y="174"/>
                  <a:pt x="81" y="121"/>
                  <a:pt x="117" y="77"/>
                </a:cubicBezTo>
                <a:cubicBezTo>
                  <a:pt x="153" y="33"/>
                  <a:pt x="190" y="8"/>
                  <a:pt x="229" y="1"/>
                </a:cubicBezTo>
                <a:cubicBezTo>
                  <a:pt x="229" y="1"/>
                  <a:pt x="232" y="1"/>
                  <a:pt x="235" y="1"/>
                </a:cubicBezTo>
                <a:cubicBezTo>
                  <a:pt x="239" y="1"/>
                  <a:pt x="242" y="1"/>
                  <a:pt x="245" y="0"/>
                </a:cubicBezTo>
                <a:cubicBezTo>
                  <a:pt x="275" y="3"/>
                  <a:pt x="298" y="16"/>
                  <a:pt x="314" y="40"/>
                </a:cubicBezTo>
                <a:cubicBezTo>
                  <a:pt x="335" y="72"/>
                  <a:pt x="345" y="115"/>
                  <a:pt x="345" y="170"/>
                </a:cubicBezTo>
                <a:cubicBezTo>
                  <a:pt x="345" y="232"/>
                  <a:pt x="333" y="295"/>
                  <a:pt x="309" y="359"/>
                </a:cubicBezTo>
                <a:cubicBezTo>
                  <a:pt x="285" y="423"/>
                  <a:pt x="253" y="475"/>
                  <a:pt x="215" y="516"/>
                </a:cubicBezTo>
                <a:cubicBezTo>
                  <a:pt x="178" y="556"/>
                  <a:pt x="142" y="577"/>
                  <a:pt x="107" y="577"/>
                </a:cubicBezTo>
                <a:lnTo>
                  <a:pt x="102" y="577"/>
                </a:lnTo>
                <a:cubicBezTo>
                  <a:pt x="82" y="577"/>
                  <a:pt x="66" y="571"/>
                  <a:pt x="52" y="561"/>
                </a:cubicBezTo>
                <a:cubicBezTo>
                  <a:pt x="38" y="550"/>
                  <a:pt x="27" y="536"/>
                  <a:pt x="21" y="518"/>
                </a:cubicBezTo>
                <a:cubicBezTo>
                  <a:pt x="14" y="500"/>
                  <a:pt x="8" y="482"/>
                  <a:pt x="5" y="464"/>
                </a:cubicBezTo>
                <a:cubicBezTo>
                  <a:pt x="2" y="446"/>
                  <a:pt x="0" y="427"/>
                  <a:pt x="0" y="408"/>
                </a:cubicBezTo>
                <a:moveTo>
                  <a:pt x="281" y="112"/>
                </a:moveTo>
                <a:cubicBezTo>
                  <a:pt x="281" y="58"/>
                  <a:pt x="267" y="30"/>
                  <a:pt x="238" y="30"/>
                </a:cubicBezTo>
                <a:cubicBezTo>
                  <a:pt x="218" y="30"/>
                  <a:pt x="200" y="42"/>
                  <a:pt x="181" y="66"/>
                </a:cubicBezTo>
                <a:cubicBezTo>
                  <a:pt x="163" y="91"/>
                  <a:pt x="148" y="118"/>
                  <a:pt x="136" y="149"/>
                </a:cubicBezTo>
                <a:cubicBezTo>
                  <a:pt x="125" y="180"/>
                  <a:pt x="115" y="207"/>
                  <a:pt x="109" y="230"/>
                </a:cubicBezTo>
                <a:cubicBezTo>
                  <a:pt x="103" y="253"/>
                  <a:pt x="99" y="266"/>
                  <a:pt x="99" y="270"/>
                </a:cubicBezTo>
                <a:cubicBezTo>
                  <a:pt x="125" y="271"/>
                  <a:pt x="151" y="271"/>
                  <a:pt x="177" y="271"/>
                </a:cubicBezTo>
                <a:lnTo>
                  <a:pt x="255" y="270"/>
                </a:lnTo>
                <a:cubicBezTo>
                  <a:pt x="255" y="270"/>
                  <a:pt x="258" y="261"/>
                  <a:pt x="262" y="244"/>
                </a:cubicBezTo>
                <a:cubicBezTo>
                  <a:pt x="266" y="226"/>
                  <a:pt x="270" y="205"/>
                  <a:pt x="275" y="179"/>
                </a:cubicBezTo>
                <a:cubicBezTo>
                  <a:pt x="280" y="154"/>
                  <a:pt x="282" y="131"/>
                  <a:pt x="281" y="112"/>
                </a:cubicBezTo>
                <a:moveTo>
                  <a:pt x="63" y="462"/>
                </a:moveTo>
                <a:cubicBezTo>
                  <a:pt x="63" y="519"/>
                  <a:pt x="77" y="548"/>
                  <a:pt x="106" y="548"/>
                </a:cubicBezTo>
                <a:cubicBezTo>
                  <a:pt x="114" y="548"/>
                  <a:pt x="122" y="545"/>
                  <a:pt x="132" y="540"/>
                </a:cubicBezTo>
                <a:cubicBezTo>
                  <a:pt x="141" y="534"/>
                  <a:pt x="152" y="524"/>
                  <a:pt x="165" y="509"/>
                </a:cubicBezTo>
                <a:cubicBezTo>
                  <a:pt x="177" y="494"/>
                  <a:pt x="190" y="471"/>
                  <a:pt x="203" y="439"/>
                </a:cubicBezTo>
                <a:cubicBezTo>
                  <a:pt x="216" y="407"/>
                  <a:pt x="229" y="368"/>
                  <a:pt x="242" y="322"/>
                </a:cubicBezTo>
                <a:lnTo>
                  <a:pt x="246" y="308"/>
                </a:lnTo>
                <a:lnTo>
                  <a:pt x="89" y="308"/>
                </a:lnTo>
                <a:cubicBezTo>
                  <a:pt x="89" y="310"/>
                  <a:pt x="87" y="320"/>
                  <a:pt x="82" y="339"/>
                </a:cubicBezTo>
                <a:cubicBezTo>
                  <a:pt x="77" y="357"/>
                  <a:pt x="73" y="378"/>
                  <a:pt x="69" y="401"/>
                </a:cubicBezTo>
                <a:cubicBezTo>
                  <a:pt x="65" y="424"/>
                  <a:pt x="63" y="445"/>
                  <a:pt x="63" y="462"/>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949" name=""/>
          <p:cNvSpPr txBox="1"/>
          <p:nvPr/>
        </p:nvSpPr>
        <p:spPr>
          <a:xfrm>
            <a:off x="380880" y="927000"/>
            <a:ext cx="5037480" cy="372240"/>
          </a:xfrm>
          <a:prstGeom prst="rect">
            <a:avLst/>
          </a:prstGeom>
          <a:noFill/>
          <a:ln w="0">
            <a:noFill/>
          </a:ln>
        </p:spPr>
        <p:txBody>
          <a:bodyPr wrap="none" lIns="0" rIns="0" tIns="0" bIns="0" anchor="t">
            <a:spAutoFit/>
          </a:bodyPr>
          <a:p>
            <a:r>
              <a:rPr b="0" lang="zh-CN" sz="2620" strike="noStrike" u="none">
                <a:solidFill>
                  <a:srgbClr val="333333"/>
                </a:solidFill>
                <a:effectLst/>
                <a:uFillTx/>
                <a:latin typeface="NotoSansJP-Thin_"/>
                <a:ea typeface="NotoSansJP-Thin_"/>
              </a:rPr>
              <a:t>学習とは逆に、</a:t>
            </a:r>
            <a:r>
              <a:rPr b="0" lang="en-US" sz="2620" strike="noStrike" u="none">
                <a:solidFill>
                  <a:srgbClr val="333333"/>
                </a:solidFill>
                <a:effectLst/>
                <a:uFillTx/>
                <a:latin typeface="NotoSansJP-Thin_"/>
                <a:ea typeface="NotoSansJP-Thin_"/>
              </a:rPr>
              <a:t>Reverse Process </a:t>
            </a:r>
            <a:endParaRPr b="0" lang="en-US" sz="2620" strike="noStrike" u="none">
              <a:solidFill>
                <a:srgbClr val="000000"/>
              </a:solidFill>
              <a:effectLst/>
              <a:uFillTx/>
              <a:latin typeface="Times New Roman"/>
            </a:endParaRPr>
          </a:p>
        </p:txBody>
      </p:sp>
      <p:sp>
        <p:nvSpPr>
          <p:cNvPr id="950" name=""/>
          <p:cNvSpPr/>
          <p:nvPr/>
        </p:nvSpPr>
        <p:spPr>
          <a:xfrm>
            <a:off x="6437880" y="952200"/>
            <a:ext cx="280080" cy="277920"/>
          </a:xfrm>
          <a:custGeom>
            <a:avLst/>
            <a:gdLst/>
            <a:ahLst/>
            <a:rect l="0" t="0" r="r" b="b"/>
            <a:pathLst>
              <a:path w="778" h="772">
                <a:moveTo>
                  <a:pt x="21" y="275"/>
                </a:moveTo>
                <a:cubicBezTo>
                  <a:pt x="7" y="275"/>
                  <a:pt x="0" y="271"/>
                  <a:pt x="0" y="265"/>
                </a:cubicBezTo>
                <a:cubicBezTo>
                  <a:pt x="0" y="262"/>
                  <a:pt x="6" y="240"/>
                  <a:pt x="18" y="202"/>
                </a:cubicBezTo>
                <a:cubicBezTo>
                  <a:pt x="30" y="163"/>
                  <a:pt x="43" y="125"/>
                  <a:pt x="57" y="87"/>
                </a:cubicBezTo>
                <a:lnTo>
                  <a:pt x="76" y="30"/>
                </a:lnTo>
                <a:cubicBezTo>
                  <a:pt x="80" y="16"/>
                  <a:pt x="85" y="6"/>
                  <a:pt x="91" y="0"/>
                </a:cubicBezTo>
                <a:lnTo>
                  <a:pt x="624" y="0"/>
                </a:lnTo>
                <a:lnTo>
                  <a:pt x="727" y="0"/>
                </a:lnTo>
                <a:cubicBezTo>
                  <a:pt x="751" y="0"/>
                  <a:pt x="766" y="1"/>
                  <a:pt x="770" y="2"/>
                </a:cubicBezTo>
                <a:cubicBezTo>
                  <a:pt x="775" y="2"/>
                  <a:pt x="777" y="6"/>
                  <a:pt x="778" y="12"/>
                </a:cubicBezTo>
                <a:cubicBezTo>
                  <a:pt x="778" y="16"/>
                  <a:pt x="772" y="61"/>
                  <a:pt x="759" y="143"/>
                </a:cubicBezTo>
                <a:cubicBezTo>
                  <a:pt x="746" y="224"/>
                  <a:pt x="739" y="266"/>
                  <a:pt x="737" y="267"/>
                </a:cubicBezTo>
                <a:cubicBezTo>
                  <a:pt x="737" y="272"/>
                  <a:pt x="730" y="275"/>
                  <a:pt x="715" y="275"/>
                </a:cubicBezTo>
                <a:cubicBezTo>
                  <a:pt x="709" y="275"/>
                  <a:pt x="704" y="275"/>
                  <a:pt x="702" y="275"/>
                </a:cubicBezTo>
                <a:cubicBezTo>
                  <a:pt x="700" y="275"/>
                  <a:pt x="697" y="273"/>
                  <a:pt x="695" y="269"/>
                </a:cubicBezTo>
                <a:lnTo>
                  <a:pt x="693" y="265"/>
                </a:lnTo>
                <a:cubicBezTo>
                  <a:pt x="693" y="261"/>
                  <a:pt x="695" y="244"/>
                  <a:pt x="700" y="214"/>
                </a:cubicBezTo>
                <a:cubicBezTo>
                  <a:pt x="704" y="185"/>
                  <a:pt x="706" y="161"/>
                  <a:pt x="706" y="145"/>
                </a:cubicBezTo>
                <a:cubicBezTo>
                  <a:pt x="706" y="118"/>
                  <a:pt x="701" y="98"/>
                  <a:pt x="692" y="84"/>
                </a:cubicBezTo>
                <a:cubicBezTo>
                  <a:pt x="682" y="71"/>
                  <a:pt x="661" y="61"/>
                  <a:pt x="629" y="56"/>
                </a:cubicBezTo>
                <a:cubicBezTo>
                  <a:pt x="625" y="55"/>
                  <a:pt x="603" y="55"/>
                  <a:pt x="563" y="54"/>
                </a:cubicBezTo>
                <a:cubicBezTo>
                  <a:pt x="528" y="54"/>
                  <a:pt x="506" y="54"/>
                  <a:pt x="497" y="55"/>
                </a:cubicBezTo>
                <a:cubicBezTo>
                  <a:pt x="488" y="56"/>
                  <a:pt x="481" y="59"/>
                  <a:pt x="476" y="64"/>
                </a:cubicBezTo>
                <a:cubicBezTo>
                  <a:pt x="476" y="65"/>
                  <a:pt x="449" y="171"/>
                  <a:pt x="396" y="382"/>
                </a:cubicBezTo>
                <a:cubicBezTo>
                  <a:pt x="342" y="592"/>
                  <a:pt x="315" y="700"/>
                  <a:pt x="315" y="704"/>
                </a:cubicBezTo>
                <a:cubicBezTo>
                  <a:pt x="315" y="713"/>
                  <a:pt x="348" y="718"/>
                  <a:pt x="416" y="720"/>
                </a:cubicBezTo>
                <a:cubicBezTo>
                  <a:pt x="440" y="720"/>
                  <a:pt x="456" y="720"/>
                  <a:pt x="463" y="721"/>
                </a:cubicBezTo>
                <a:cubicBezTo>
                  <a:pt x="470" y="721"/>
                  <a:pt x="473" y="725"/>
                  <a:pt x="473" y="731"/>
                </a:cubicBezTo>
                <a:cubicBezTo>
                  <a:pt x="473" y="735"/>
                  <a:pt x="472" y="740"/>
                  <a:pt x="470" y="747"/>
                </a:cubicBezTo>
                <a:cubicBezTo>
                  <a:pt x="467" y="760"/>
                  <a:pt x="463" y="768"/>
                  <a:pt x="459" y="771"/>
                </a:cubicBezTo>
                <a:lnTo>
                  <a:pt x="457" y="772"/>
                </a:lnTo>
                <a:cubicBezTo>
                  <a:pt x="455" y="772"/>
                  <a:pt x="452" y="772"/>
                  <a:pt x="449" y="772"/>
                </a:cubicBezTo>
                <a:cubicBezTo>
                  <a:pt x="445" y="772"/>
                  <a:pt x="426" y="771"/>
                  <a:pt x="390" y="771"/>
                </a:cubicBezTo>
                <a:cubicBezTo>
                  <a:pt x="353" y="770"/>
                  <a:pt x="302" y="770"/>
                  <a:pt x="235" y="770"/>
                </a:cubicBezTo>
                <a:cubicBezTo>
                  <a:pt x="137" y="770"/>
                  <a:pt x="75" y="770"/>
                  <a:pt x="49" y="772"/>
                </a:cubicBezTo>
                <a:lnTo>
                  <a:pt x="32" y="772"/>
                </a:lnTo>
                <a:cubicBezTo>
                  <a:pt x="27" y="767"/>
                  <a:pt x="25" y="764"/>
                  <a:pt x="25" y="762"/>
                </a:cubicBezTo>
                <a:cubicBezTo>
                  <a:pt x="25" y="759"/>
                  <a:pt x="26" y="753"/>
                  <a:pt x="27" y="741"/>
                </a:cubicBezTo>
                <a:cubicBezTo>
                  <a:pt x="30" y="731"/>
                  <a:pt x="34" y="724"/>
                  <a:pt x="38" y="720"/>
                </a:cubicBezTo>
                <a:lnTo>
                  <a:pt x="70" y="720"/>
                </a:lnTo>
                <a:lnTo>
                  <a:pt x="83" y="720"/>
                </a:lnTo>
                <a:cubicBezTo>
                  <a:pt x="144" y="720"/>
                  <a:pt x="180" y="716"/>
                  <a:pt x="191" y="709"/>
                </a:cubicBezTo>
                <a:cubicBezTo>
                  <a:pt x="192" y="709"/>
                  <a:pt x="192" y="708"/>
                  <a:pt x="193" y="708"/>
                </a:cubicBezTo>
                <a:cubicBezTo>
                  <a:pt x="197" y="706"/>
                  <a:pt x="201" y="698"/>
                  <a:pt x="205" y="685"/>
                </a:cubicBezTo>
                <a:cubicBezTo>
                  <a:pt x="208" y="672"/>
                  <a:pt x="224" y="613"/>
                  <a:pt x="250" y="507"/>
                </a:cubicBezTo>
                <a:cubicBezTo>
                  <a:pt x="263" y="455"/>
                  <a:pt x="274" y="413"/>
                  <a:pt x="282" y="380"/>
                </a:cubicBezTo>
                <a:cubicBezTo>
                  <a:pt x="335" y="172"/>
                  <a:pt x="362" y="65"/>
                  <a:pt x="362" y="61"/>
                </a:cubicBezTo>
                <a:cubicBezTo>
                  <a:pt x="362" y="57"/>
                  <a:pt x="351" y="55"/>
                  <a:pt x="329" y="55"/>
                </a:cubicBezTo>
                <a:lnTo>
                  <a:pt x="293" y="55"/>
                </a:lnTo>
                <a:cubicBezTo>
                  <a:pt x="243" y="55"/>
                  <a:pt x="209" y="57"/>
                  <a:pt x="193" y="62"/>
                </a:cubicBezTo>
                <a:cubicBezTo>
                  <a:pt x="159" y="69"/>
                  <a:pt x="133" y="85"/>
                  <a:pt x="114" y="108"/>
                </a:cubicBezTo>
                <a:cubicBezTo>
                  <a:pt x="95" y="132"/>
                  <a:pt x="74" y="176"/>
                  <a:pt x="52" y="240"/>
                </a:cubicBezTo>
                <a:cubicBezTo>
                  <a:pt x="47" y="257"/>
                  <a:pt x="43" y="267"/>
                  <a:pt x="41" y="270"/>
                </a:cubicBezTo>
                <a:cubicBezTo>
                  <a:pt x="38" y="273"/>
                  <a:pt x="33" y="275"/>
                  <a:pt x="25" y="275"/>
                </a:cubicBezTo>
                <a:lnTo>
                  <a:pt x="21" y="275"/>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951" name=""/>
          <p:cNvSpPr txBox="1"/>
          <p:nvPr/>
        </p:nvSpPr>
        <p:spPr>
          <a:xfrm>
            <a:off x="5915160" y="927000"/>
            <a:ext cx="668160" cy="334080"/>
          </a:xfrm>
          <a:prstGeom prst="rect">
            <a:avLst/>
          </a:prstGeom>
          <a:noFill/>
          <a:ln w="0">
            <a:noFill/>
          </a:ln>
        </p:spPr>
        <p:txBody>
          <a:bodyPr wrap="none" lIns="0" rIns="0" tIns="0" bIns="0" anchor="t">
            <a:spAutoFit/>
          </a:bodyPr>
          <a:p>
            <a:r>
              <a:rPr b="0" lang="en-US" sz="2620" strike="noStrike" u="none">
                <a:solidFill>
                  <a:srgbClr val="333333"/>
                </a:solidFill>
                <a:effectLst/>
                <a:uFillTx/>
                <a:latin typeface="NotoSansJP-Thin_"/>
                <a:ea typeface="NotoSansJP-Thin_"/>
              </a:rPr>
              <a:t> を </a:t>
            </a:r>
            <a:endParaRPr b="0" lang="en-US" sz="2620" strike="noStrike" u="none">
              <a:solidFill>
                <a:srgbClr val="000000"/>
              </a:solidFill>
              <a:effectLst/>
              <a:uFillTx/>
              <a:latin typeface="Times New Roman"/>
            </a:endParaRPr>
          </a:p>
        </p:txBody>
      </p:sp>
      <p:sp>
        <p:nvSpPr>
          <p:cNvPr id="952" name=""/>
          <p:cNvSpPr txBox="1"/>
          <p:nvPr/>
        </p:nvSpPr>
        <p:spPr>
          <a:xfrm>
            <a:off x="6721560" y="927000"/>
            <a:ext cx="3171240" cy="334080"/>
          </a:xfrm>
          <a:prstGeom prst="rect">
            <a:avLst/>
          </a:prstGeom>
          <a:noFill/>
          <a:ln w="0">
            <a:noFill/>
          </a:ln>
        </p:spPr>
        <p:txBody>
          <a:bodyPr wrap="none" lIns="0" rIns="0" tIns="0" bIns="0" anchor="t">
            <a:spAutoFit/>
          </a:bodyPr>
          <a:p>
            <a:r>
              <a:rPr b="0" lang="en-US" sz="2620" strike="noStrike" u="none">
                <a:solidFill>
                  <a:srgbClr val="333333"/>
                </a:solidFill>
                <a:effectLst/>
                <a:uFillTx/>
                <a:latin typeface="NotoSansJP-Thin_"/>
                <a:ea typeface="NotoSansJP-Thin_"/>
              </a:rPr>
              <a:t> ステップ実行する。</a:t>
            </a:r>
            <a:endParaRPr b="0" lang="en-US" sz="2620" strike="noStrike" u="none">
              <a:solidFill>
                <a:srgbClr val="000000"/>
              </a:solidFill>
              <a:effectLst/>
              <a:uFillTx/>
              <a:latin typeface="Times New Roman"/>
            </a:endParaRPr>
          </a:p>
        </p:txBody>
      </p:sp>
      <p:sp>
        <p:nvSpPr>
          <p:cNvPr id="953" name=""/>
          <p:cNvSpPr/>
          <p:nvPr/>
        </p:nvSpPr>
        <p:spPr>
          <a:xfrm>
            <a:off x="770400" y="1827000"/>
            <a:ext cx="231840" cy="182520"/>
          </a:xfrm>
          <a:custGeom>
            <a:avLst/>
            <a:gdLst/>
            <a:ahLst/>
            <a:rect l="0" t="0" r="r" b="b"/>
            <a:pathLst>
              <a:path w="644" h="507">
                <a:moveTo>
                  <a:pt x="236" y="507"/>
                </a:moveTo>
                <a:cubicBezTo>
                  <a:pt x="224" y="505"/>
                  <a:pt x="184" y="503"/>
                  <a:pt x="115" y="503"/>
                </a:cubicBezTo>
                <a:cubicBezTo>
                  <a:pt x="53" y="503"/>
                  <a:pt x="17" y="505"/>
                  <a:pt x="8" y="507"/>
                </a:cubicBezTo>
                <a:lnTo>
                  <a:pt x="0" y="507"/>
                </a:lnTo>
                <a:lnTo>
                  <a:pt x="0" y="436"/>
                </a:lnTo>
                <a:lnTo>
                  <a:pt x="110" y="436"/>
                </a:lnTo>
                <a:lnTo>
                  <a:pt x="256" y="264"/>
                </a:lnTo>
                <a:lnTo>
                  <a:pt x="100" y="71"/>
                </a:lnTo>
                <a:lnTo>
                  <a:pt x="6" y="71"/>
                </a:lnTo>
                <a:lnTo>
                  <a:pt x="6" y="0"/>
                </a:lnTo>
                <a:lnTo>
                  <a:pt x="15" y="0"/>
                </a:lnTo>
                <a:cubicBezTo>
                  <a:pt x="26" y="3"/>
                  <a:pt x="68" y="4"/>
                  <a:pt x="140" y="4"/>
                </a:cubicBezTo>
                <a:cubicBezTo>
                  <a:pt x="219" y="4"/>
                  <a:pt x="265" y="3"/>
                  <a:pt x="279" y="0"/>
                </a:cubicBezTo>
                <a:lnTo>
                  <a:pt x="289" y="0"/>
                </a:lnTo>
                <a:lnTo>
                  <a:pt x="289" y="71"/>
                </a:lnTo>
                <a:lnTo>
                  <a:pt x="257" y="71"/>
                </a:lnTo>
                <a:lnTo>
                  <a:pt x="297" y="120"/>
                </a:lnTo>
                <a:cubicBezTo>
                  <a:pt x="323" y="152"/>
                  <a:pt x="336" y="168"/>
                  <a:pt x="337" y="168"/>
                </a:cubicBezTo>
                <a:cubicBezTo>
                  <a:pt x="340" y="168"/>
                  <a:pt x="355" y="151"/>
                  <a:pt x="380" y="118"/>
                </a:cubicBezTo>
                <a:lnTo>
                  <a:pt x="420" y="71"/>
                </a:lnTo>
                <a:lnTo>
                  <a:pt x="378" y="71"/>
                </a:lnTo>
                <a:lnTo>
                  <a:pt x="378" y="0"/>
                </a:lnTo>
                <a:lnTo>
                  <a:pt x="387" y="0"/>
                </a:lnTo>
                <a:cubicBezTo>
                  <a:pt x="399" y="3"/>
                  <a:pt x="439" y="4"/>
                  <a:pt x="508" y="4"/>
                </a:cubicBezTo>
                <a:cubicBezTo>
                  <a:pt x="569" y="4"/>
                  <a:pt x="605" y="3"/>
                  <a:pt x="614" y="0"/>
                </a:cubicBezTo>
                <a:lnTo>
                  <a:pt x="622" y="0"/>
                </a:lnTo>
                <a:lnTo>
                  <a:pt x="622" y="71"/>
                </a:lnTo>
                <a:lnTo>
                  <a:pt x="514" y="71"/>
                </a:lnTo>
                <a:lnTo>
                  <a:pt x="381" y="226"/>
                </a:lnTo>
                <a:lnTo>
                  <a:pt x="551" y="435"/>
                </a:lnTo>
                <a:lnTo>
                  <a:pt x="598" y="436"/>
                </a:lnTo>
                <a:lnTo>
                  <a:pt x="644" y="436"/>
                </a:lnTo>
                <a:lnTo>
                  <a:pt x="644" y="507"/>
                </a:lnTo>
                <a:lnTo>
                  <a:pt x="635" y="507"/>
                </a:lnTo>
                <a:cubicBezTo>
                  <a:pt x="624" y="505"/>
                  <a:pt x="583" y="503"/>
                  <a:pt x="511" y="503"/>
                </a:cubicBezTo>
                <a:cubicBezTo>
                  <a:pt x="432" y="503"/>
                  <a:pt x="386" y="505"/>
                  <a:pt x="372" y="507"/>
                </a:cubicBezTo>
                <a:lnTo>
                  <a:pt x="362" y="507"/>
                </a:lnTo>
                <a:lnTo>
                  <a:pt x="362" y="436"/>
                </a:lnTo>
                <a:lnTo>
                  <a:pt x="394" y="436"/>
                </a:lnTo>
                <a:cubicBezTo>
                  <a:pt x="394" y="435"/>
                  <a:pt x="379" y="416"/>
                  <a:pt x="348" y="379"/>
                </a:cubicBezTo>
                <a:cubicBezTo>
                  <a:pt x="318" y="342"/>
                  <a:pt x="303" y="323"/>
                  <a:pt x="302" y="321"/>
                </a:cubicBezTo>
                <a:lnTo>
                  <a:pt x="203" y="435"/>
                </a:lnTo>
                <a:lnTo>
                  <a:pt x="224" y="436"/>
                </a:lnTo>
                <a:lnTo>
                  <a:pt x="245" y="436"/>
                </a:lnTo>
                <a:lnTo>
                  <a:pt x="245" y="507"/>
                </a:lnTo>
                <a:lnTo>
                  <a:pt x="236" y="507"/>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954" name=""/>
          <p:cNvSpPr/>
          <p:nvPr/>
        </p:nvSpPr>
        <p:spPr>
          <a:xfrm>
            <a:off x="1030320" y="1874520"/>
            <a:ext cx="198000" cy="196560"/>
          </a:xfrm>
          <a:custGeom>
            <a:avLst/>
            <a:gdLst/>
            <a:ahLst/>
            <a:rect l="0" t="0" r="r" b="b"/>
            <a:pathLst>
              <a:path w="550" h="546">
                <a:moveTo>
                  <a:pt x="15" y="193"/>
                </a:moveTo>
                <a:cubicBezTo>
                  <a:pt x="5" y="193"/>
                  <a:pt x="0" y="191"/>
                  <a:pt x="0" y="186"/>
                </a:cubicBezTo>
                <a:cubicBezTo>
                  <a:pt x="0" y="184"/>
                  <a:pt x="4" y="169"/>
                  <a:pt x="13" y="141"/>
                </a:cubicBezTo>
                <a:cubicBezTo>
                  <a:pt x="21" y="114"/>
                  <a:pt x="30" y="87"/>
                  <a:pt x="40" y="60"/>
                </a:cubicBezTo>
                <a:lnTo>
                  <a:pt x="54" y="21"/>
                </a:lnTo>
                <a:cubicBezTo>
                  <a:pt x="56" y="11"/>
                  <a:pt x="60" y="4"/>
                  <a:pt x="64" y="0"/>
                </a:cubicBezTo>
                <a:lnTo>
                  <a:pt x="442" y="0"/>
                </a:lnTo>
                <a:lnTo>
                  <a:pt x="514" y="0"/>
                </a:lnTo>
                <a:cubicBezTo>
                  <a:pt x="531" y="0"/>
                  <a:pt x="542" y="0"/>
                  <a:pt x="545" y="0"/>
                </a:cubicBezTo>
                <a:cubicBezTo>
                  <a:pt x="548" y="1"/>
                  <a:pt x="550" y="3"/>
                  <a:pt x="550" y="8"/>
                </a:cubicBezTo>
                <a:cubicBezTo>
                  <a:pt x="550" y="11"/>
                  <a:pt x="546" y="42"/>
                  <a:pt x="537" y="99"/>
                </a:cubicBezTo>
                <a:cubicBezTo>
                  <a:pt x="528" y="157"/>
                  <a:pt x="523" y="187"/>
                  <a:pt x="522" y="187"/>
                </a:cubicBezTo>
                <a:cubicBezTo>
                  <a:pt x="522" y="191"/>
                  <a:pt x="516" y="193"/>
                  <a:pt x="506" y="193"/>
                </a:cubicBezTo>
                <a:cubicBezTo>
                  <a:pt x="501" y="193"/>
                  <a:pt x="498" y="193"/>
                  <a:pt x="497" y="193"/>
                </a:cubicBezTo>
                <a:cubicBezTo>
                  <a:pt x="495" y="193"/>
                  <a:pt x="493" y="192"/>
                  <a:pt x="492" y="189"/>
                </a:cubicBezTo>
                <a:lnTo>
                  <a:pt x="490" y="186"/>
                </a:lnTo>
                <a:cubicBezTo>
                  <a:pt x="490" y="183"/>
                  <a:pt x="492" y="171"/>
                  <a:pt x="495" y="150"/>
                </a:cubicBezTo>
                <a:cubicBezTo>
                  <a:pt x="498" y="129"/>
                  <a:pt x="500" y="113"/>
                  <a:pt x="500" y="101"/>
                </a:cubicBezTo>
                <a:cubicBezTo>
                  <a:pt x="500" y="82"/>
                  <a:pt x="496" y="68"/>
                  <a:pt x="489" y="58"/>
                </a:cubicBezTo>
                <a:cubicBezTo>
                  <a:pt x="482" y="49"/>
                  <a:pt x="468" y="42"/>
                  <a:pt x="445" y="38"/>
                </a:cubicBezTo>
                <a:cubicBezTo>
                  <a:pt x="442" y="38"/>
                  <a:pt x="427" y="37"/>
                  <a:pt x="398" y="37"/>
                </a:cubicBezTo>
                <a:cubicBezTo>
                  <a:pt x="374" y="37"/>
                  <a:pt x="358" y="37"/>
                  <a:pt x="352" y="38"/>
                </a:cubicBezTo>
                <a:cubicBezTo>
                  <a:pt x="345" y="38"/>
                  <a:pt x="340" y="40"/>
                  <a:pt x="337" y="44"/>
                </a:cubicBezTo>
                <a:cubicBezTo>
                  <a:pt x="337" y="44"/>
                  <a:pt x="318" y="119"/>
                  <a:pt x="280" y="269"/>
                </a:cubicBezTo>
                <a:cubicBezTo>
                  <a:pt x="243" y="418"/>
                  <a:pt x="224" y="494"/>
                  <a:pt x="224" y="496"/>
                </a:cubicBezTo>
                <a:cubicBezTo>
                  <a:pt x="224" y="503"/>
                  <a:pt x="247" y="507"/>
                  <a:pt x="295" y="509"/>
                </a:cubicBezTo>
                <a:cubicBezTo>
                  <a:pt x="312" y="509"/>
                  <a:pt x="323" y="509"/>
                  <a:pt x="328" y="509"/>
                </a:cubicBezTo>
                <a:cubicBezTo>
                  <a:pt x="332" y="510"/>
                  <a:pt x="335" y="512"/>
                  <a:pt x="335" y="517"/>
                </a:cubicBezTo>
                <a:cubicBezTo>
                  <a:pt x="335" y="519"/>
                  <a:pt x="334" y="523"/>
                  <a:pt x="332" y="528"/>
                </a:cubicBezTo>
                <a:cubicBezTo>
                  <a:pt x="330" y="538"/>
                  <a:pt x="328" y="543"/>
                  <a:pt x="325" y="545"/>
                </a:cubicBezTo>
                <a:lnTo>
                  <a:pt x="324" y="546"/>
                </a:lnTo>
                <a:cubicBezTo>
                  <a:pt x="322" y="546"/>
                  <a:pt x="320" y="546"/>
                  <a:pt x="318" y="546"/>
                </a:cubicBezTo>
                <a:cubicBezTo>
                  <a:pt x="315" y="546"/>
                  <a:pt x="301" y="545"/>
                  <a:pt x="276" y="545"/>
                </a:cubicBezTo>
                <a:cubicBezTo>
                  <a:pt x="251" y="544"/>
                  <a:pt x="215" y="544"/>
                  <a:pt x="167" y="544"/>
                </a:cubicBezTo>
                <a:cubicBezTo>
                  <a:pt x="97" y="544"/>
                  <a:pt x="53" y="544"/>
                  <a:pt x="34" y="546"/>
                </a:cubicBezTo>
                <a:lnTo>
                  <a:pt x="22" y="546"/>
                </a:lnTo>
                <a:cubicBezTo>
                  <a:pt x="19" y="542"/>
                  <a:pt x="17" y="540"/>
                  <a:pt x="17" y="538"/>
                </a:cubicBezTo>
                <a:cubicBezTo>
                  <a:pt x="17" y="537"/>
                  <a:pt x="18" y="532"/>
                  <a:pt x="19" y="524"/>
                </a:cubicBezTo>
                <a:cubicBezTo>
                  <a:pt x="21" y="517"/>
                  <a:pt x="24" y="512"/>
                  <a:pt x="27" y="509"/>
                </a:cubicBezTo>
                <a:lnTo>
                  <a:pt x="50" y="509"/>
                </a:lnTo>
                <a:lnTo>
                  <a:pt x="59" y="509"/>
                </a:lnTo>
                <a:cubicBezTo>
                  <a:pt x="101" y="509"/>
                  <a:pt x="127" y="506"/>
                  <a:pt x="135" y="500"/>
                </a:cubicBezTo>
                <a:cubicBezTo>
                  <a:pt x="136" y="500"/>
                  <a:pt x="136" y="499"/>
                  <a:pt x="137" y="499"/>
                </a:cubicBezTo>
                <a:cubicBezTo>
                  <a:pt x="139" y="498"/>
                  <a:pt x="142" y="493"/>
                  <a:pt x="145" y="483"/>
                </a:cubicBezTo>
                <a:cubicBezTo>
                  <a:pt x="147" y="474"/>
                  <a:pt x="159" y="432"/>
                  <a:pt x="178" y="357"/>
                </a:cubicBezTo>
                <a:cubicBezTo>
                  <a:pt x="187" y="321"/>
                  <a:pt x="194" y="291"/>
                  <a:pt x="200" y="268"/>
                </a:cubicBezTo>
                <a:cubicBezTo>
                  <a:pt x="238" y="120"/>
                  <a:pt x="257" y="45"/>
                  <a:pt x="257" y="42"/>
                </a:cubicBezTo>
                <a:cubicBezTo>
                  <a:pt x="257" y="39"/>
                  <a:pt x="249" y="38"/>
                  <a:pt x="233" y="38"/>
                </a:cubicBezTo>
                <a:lnTo>
                  <a:pt x="208" y="38"/>
                </a:lnTo>
                <a:cubicBezTo>
                  <a:pt x="172" y="38"/>
                  <a:pt x="148" y="39"/>
                  <a:pt x="137" y="42"/>
                </a:cubicBezTo>
                <a:cubicBezTo>
                  <a:pt x="112" y="48"/>
                  <a:pt x="94" y="59"/>
                  <a:pt x="80" y="75"/>
                </a:cubicBezTo>
                <a:cubicBezTo>
                  <a:pt x="67" y="92"/>
                  <a:pt x="52" y="123"/>
                  <a:pt x="37" y="169"/>
                </a:cubicBezTo>
                <a:cubicBezTo>
                  <a:pt x="33" y="181"/>
                  <a:pt x="30" y="187"/>
                  <a:pt x="29" y="190"/>
                </a:cubicBezTo>
                <a:cubicBezTo>
                  <a:pt x="27" y="192"/>
                  <a:pt x="23" y="193"/>
                  <a:pt x="17" y="193"/>
                </a:cubicBezTo>
                <a:lnTo>
                  <a:pt x="15" y="193"/>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955" name=""/>
          <p:cNvSpPr/>
          <p:nvPr/>
        </p:nvSpPr>
        <p:spPr>
          <a:xfrm>
            <a:off x="1384920" y="1858680"/>
            <a:ext cx="273960" cy="96120"/>
          </a:xfrm>
          <a:custGeom>
            <a:avLst/>
            <a:gdLst/>
            <a:ahLst/>
            <a:rect l="0" t="0" r="r" b="b"/>
            <a:pathLst>
              <a:path w="761" h="267">
                <a:moveTo>
                  <a:pt x="0" y="230"/>
                </a:moveTo>
                <a:cubicBezTo>
                  <a:pt x="0" y="173"/>
                  <a:pt x="18" y="121"/>
                  <a:pt x="53" y="73"/>
                </a:cubicBezTo>
                <a:cubicBezTo>
                  <a:pt x="88" y="24"/>
                  <a:pt x="134" y="0"/>
                  <a:pt x="190" y="0"/>
                </a:cubicBezTo>
                <a:cubicBezTo>
                  <a:pt x="219" y="0"/>
                  <a:pt x="247" y="7"/>
                  <a:pt x="275" y="21"/>
                </a:cubicBezTo>
                <a:cubicBezTo>
                  <a:pt x="302" y="35"/>
                  <a:pt x="327" y="52"/>
                  <a:pt x="351" y="73"/>
                </a:cubicBezTo>
                <a:cubicBezTo>
                  <a:pt x="374" y="93"/>
                  <a:pt x="396" y="113"/>
                  <a:pt x="418" y="132"/>
                </a:cubicBezTo>
                <a:cubicBezTo>
                  <a:pt x="440" y="151"/>
                  <a:pt x="464" y="168"/>
                  <a:pt x="490" y="182"/>
                </a:cubicBezTo>
                <a:cubicBezTo>
                  <a:pt x="516" y="196"/>
                  <a:pt x="542" y="204"/>
                  <a:pt x="569" y="204"/>
                </a:cubicBezTo>
                <a:cubicBezTo>
                  <a:pt x="616" y="204"/>
                  <a:pt x="655" y="186"/>
                  <a:pt x="684" y="150"/>
                </a:cubicBezTo>
                <a:cubicBezTo>
                  <a:pt x="714" y="114"/>
                  <a:pt x="729" y="76"/>
                  <a:pt x="729" y="34"/>
                </a:cubicBezTo>
                <a:cubicBezTo>
                  <a:pt x="729" y="24"/>
                  <a:pt x="730" y="16"/>
                  <a:pt x="733" y="10"/>
                </a:cubicBezTo>
                <a:cubicBezTo>
                  <a:pt x="736" y="4"/>
                  <a:pt x="740" y="1"/>
                  <a:pt x="745" y="0"/>
                </a:cubicBezTo>
                <a:cubicBezTo>
                  <a:pt x="755" y="0"/>
                  <a:pt x="761" y="13"/>
                  <a:pt x="761" y="39"/>
                </a:cubicBezTo>
                <a:cubicBezTo>
                  <a:pt x="761" y="95"/>
                  <a:pt x="744" y="147"/>
                  <a:pt x="709" y="195"/>
                </a:cubicBezTo>
                <a:cubicBezTo>
                  <a:pt x="675" y="242"/>
                  <a:pt x="632" y="266"/>
                  <a:pt x="578" y="266"/>
                </a:cubicBezTo>
                <a:lnTo>
                  <a:pt x="569" y="266"/>
                </a:lnTo>
                <a:cubicBezTo>
                  <a:pt x="541" y="266"/>
                  <a:pt x="514" y="259"/>
                  <a:pt x="486" y="246"/>
                </a:cubicBezTo>
                <a:cubicBezTo>
                  <a:pt x="459" y="232"/>
                  <a:pt x="434" y="215"/>
                  <a:pt x="410" y="196"/>
                </a:cubicBezTo>
                <a:cubicBezTo>
                  <a:pt x="386" y="176"/>
                  <a:pt x="364" y="156"/>
                  <a:pt x="343" y="136"/>
                </a:cubicBezTo>
                <a:cubicBezTo>
                  <a:pt x="321" y="117"/>
                  <a:pt x="297" y="100"/>
                  <a:pt x="270" y="85"/>
                </a:cubicBezTo>
                <a:cubicBezTo>
                  <a:pt x="244" y="71"/>
                  <a:pt x="217" y="64"/>
                  <a:pt x="192" y="65"/>
                </a:cubicBezTo>
                <a:cubicBezTo>
                  <a:pt x="158" y="65"/>
                  <a:pt x="129" y="74"/>
                  <a:pt x="103" y="93"/>
                </a:cubicBezTo>
                <a:cubicBezTo>
                  <a:pt x="75" y="115"/>
                  <a:pt x="57" y="141"/>
                  <a:pt x="47" y="171"/>
                </a:cubicBezTo>
                <a:cubicBezTo>
                  <a:pt x="37" y="200"/>
                  <a:pt x="31" y="224"/>
                  <a:pt x="29" y="241"/>
                </a:cubicBezTo>
                <a:cubicBezTo>
                  <a:pt x="27" y="259"/>
                  <a:pt x="22" y="267"/>
                  <a:pt x="16" y="267"/>
                </a:cubicBezTo>
                <a:cubicBezTo>
                  <a:pt x="6" y="267"/>
                  <a:pt x="0" y="255"/>
                  <a:pt x="0" y="230"/>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956" name=""/>
          <p:cNvSpPr/>
          <p:nvPr/>
        </p:nvSpPr>
        <p:spPr>
          <a:xfrm>
            <a:off x="1784160" y="1685880"/>
            <a:ext cx="412560" cy="344160"/>
          </a:xfrm>
          <a:custGeom>
            <a:avLst/>
            <a:gdLst/>
            <a:ahLst/>
            <a:rect l="0" t="0" r="r" b="b"/>
            <a:pathLst>
              <a:path w="1146" h="956">
                <a:moveTo>
                  <a:pt x="422" y="95"/>
                </a:moveTo>
                <a:cubicBezTo>
                  <a:pt x="433" y="95"/>
                  <a:pt x="439" y="98"/>
                  <a:pt x="439" y="103"/>
                </a:cubicBezTo>
                <a:cubicBezTo>
                  <a:pt x="441" y="105"/>
                  <a:pt x="445" y="120"/>
                  <a:pt x="453" y="149"/>
                </a:cubicBezTo>
                <a:cubicBezTo>
                  <a:pt x="460" y="178"/>
                  <a:pt x="476" y="228"/>
                  <a:pt x="499" y="301"/>
                </a:cubicBezTo>
                <a:cubicBezTo>
                  <a:pt x="523" y="374"/>
                  <a:pt x="551" y="452"/>
                  <a:pt x="583" y="535"/>
                </a:cubicBezTo>
                <a:cubicBezTo>
                  <a:pt x="622" y="646"/>
                  <a:pt x="662" y="736"/>
                  <a:pt x="703" y="805"/>
                </a:cubicBezTo>
                <a:lnTo>
                  <a:pt x="709" y="816"/>
                </a:lnTo>
                <a:lnTo>
                  <a:pt x="732" y="726"/>
                </a:lnTo>
                <a:cubicBezTo>
                  <a:pt x="755" y="633"/>
                  <a:pt x="781" y="535"/>
                  <a:pt x="809" y="434"/>
                </a:cubicBezTo>
                <a:cubicBezTo>
                  <a:pt x="844" y="310"/>
                  <a:pt x="870" y="223"/>
                  <a:pt x="888" y="173"/>
                </a:cubicBezTo>
                <a:cubicBezTo>
                  <a:pt x="905" y="123"/>
                  <a:pt x="923" y="88"/>
                  <a:pt x="941" y="70"/>
                </a:cubicBezTo>
                <a:cubicBezTo>
                  <a:pt x="981" y="30"/>
                  <a:pt x="1034" y="7"/>
                  <a:pt x="1098" y="1"/>
                </a:cubicBezTo>
                <a:cubicBezTo>
                  <a:pt x="1100" y="1"/>
                  <a:pt x="1104" y="1"/>
                  <a:pt x="1110" y="1"/>
                </a:cubicBezTo>
                <a:cubicBezTo>
                  <a:pt x="1116" y="1"/>
                  <a:pt x="1120" y="0"/>
                  <a:pt x="1122" y="0"/>
                </a:cubicBezTo>
                <a:lnTo>
                  <a:pt x="1127" y="0"/>
                </a:lnTo>
                <a:cubicBezTo>
                  <a:pt x="1140" y="0"/>
                  <a:pt x="1146" y="9"/>
                  <a:pt x="1146" y="27"/>
                </a:cubicBezTo>
                <a:cubicBezTo>
                  <a:pt x="1146" y="60"/>
                  <a:pt x="1135" y="87"/>
                  <a:pt x="1114" y="110"/>
                </a:cubicBezTo>
                <a:cubicBezTo>
                  <a:pt x="1107" y="117"/>
                  <a:pt x="1097" y="120"/>
                  <a:pt x="1083" y="120"/>
                </a:cubicBezTo>
                <a:cubicBezTo>
                  <a:pt x="1056" y="122"/>
                  <a:pt x="1031" y="126"/>
                  <a:pt x="1009" y="133"/>
                </a:cubicBezTo>
                <a:cubicBezTo>
                  <a:pt x="987" y="140"/>
                  <a:pt x="972" y="146"/>
                  <a:pt x="963" y="153"/>
                </a:cubicBezTo>
                <a:cubicBezTo>
                  <a:pt x="954" y="160"/>
                  <a:pt x="948" y="166"/>
                  <a:pt x="946" y="170"/>
                </a:cubicBezTo>
                <a:cubicBezTo>
                  <a:pt x="931" y="194"/>
                  <a:pt x="895" y="314"/>
                  <a:pt x="838" y="531"/>
                </a:cubicBezTo>
                <a:cubicBezTo>
                  <a:pt x="780" y="749"/>
                  <a:pt x="751" y="866"/>
                  <a:pt x="750" y="882"/>
                </a:cubicBezTo>
                <a:lnTo>
                  <a:pt x="749" y="882"/>
                </a:lnTo>
                <a:cubicBezTo>
                  <a:pt x="749" y="880"/>
                  <a:pt x="748" y="880"/>
                  <a:pt x="748" y="882"/>
                </a:cubicBezTo>
                <a:cubicBezTo>
                  <a:pt x="747" y="882"/>
                  <a:pt x="747" y="884"/>
                  <a:pt x="747" y="885"/>
                </a:cubicBezTo>
                <a:cubicBezTo>
                  <a:pt x="741" y="897"/>
                  <a:pt x="731" y="908"/>
                  <a:pt x="716" y="918"/>
                </a:cubicBezTo>
                <a:cubicBezTo>
                  <a:pt x="701" y="928"/>
                  <a:pt x="685" y="933"/>
                  <a:pt x="669" y="934"/>
                </a:cubicBezTo>
                <a:cubicBezTo>
                  <a:pt x="662" y="934"/>
                  <a:pt x="656" y="933"/>
                  <a:pt x="653" y="931"/>
                </a:cubicBezTo>
                <a:cubicBezTo>
                  <a:pt x="650" y="928"/>
                  <a:pt x="644" y="920"/>
                  <a:pt x="635" y="907"/>
                </a:cubicBezTo>
                <a:cubicBezTo>
                  <a:pt x="600" y="851"/>
                  <a:pt x="573" y="801"/>
                  <a:pt x="553" y="759"/>
                </a:cubicBezTo>
                <a:cubicBezTo>
                  <a:pt x="533" y="716"/>
                  <a:pt x="511" y="660"/>
                  <a:pt x="485" y="589"/>
                </a:cubicBezTo>
                <a:cubicBezTo>
                  <a:pt x="450" y="497"/>
                  <a:pt x="418" y="405"/>
                  <a:pt x="389" y="313"/>
                </a:cubicBezTo>
                <a:lnTo>
                  <a:pt x="380" y="289"/>
                </a:lnTo>
                <a:lnTo>
                  <a:pt x="380" y="290"/>
                </a:lnTo>
                <a:cubicBezTo>
                  <a:pt x="380" y="291"/>
                  <a:pt x="376" y="308"/>
                  <a:pt x="369" y="342"/>
                </a:cubicBezTo>
                <a:cubicBezTo>
                  <a:pt x="361" y="376"/>
                  <a:pt x="352" y="418"/>
                  <a:pt x="341" y="466"/>
                </a:cubicBezTo>
                <a:cubicBezTo>
                  <a:pt x="331" y="515"/>
                  <a:pt x="316" y="568"/>
                  <a:pt x="298" y="627"/>
                </a:cubicBezTo>
                <a:cubicBezTo>
                  <a:pt x="280" y="684"/>
                  <a:pt x="261" y="737"/>
                  <a:pt x="242" y="785"/>
                </a:cubicBezTo>
                <a:cubicBezTo>
                  <a:pt x="223" y="833"/>
                  <a:pt x="201" y="873"/>
                  <a:pt x="175" y="907"/>
                </a:cubicBezTo>
                <a:cubicBezTo>
                  <a:pt x="150" y="940"/>
                  <a:pt x="125" y="956"/>
                  <a:pt x="100" y="956"/>
                </a:cubicBezTo>
                <a:cubicBezTo>
                  <a:pt x="80" y="956"/>
                  <a:pt x="58" y="950"/>
                  <a:pt x="35" y="938"/>
                </a:cubicBezTo>
                <a:cubicBezTo>
                  <a:pt x="12" y="925"/>
                  <a:pt x="1" y="909"/>
                  <a:pt x="0" y="890"/>
                </a:cubicBezTo>
                <a:cubicBezTo>
                  <a:pt x="0" y="871"/>
                  <a:pt x="6" y="851"/>
                  <a:pt x="17" y="829"/>
                </a:cubicBezTo>
                <a:cubicBezTo>
                  <a:pt x="28" y="808"/>
                  <a:pt x="40" y="797"/>
                  <a:pt x="51" y="796"/>
                </a:cubicBezTo>
                <a:cubicBezTo>
                  <a:pt x="53" y="796"/>
                  <a:pt x="60" y="801"/>
                  <a:pt x="72" y="811"/>
                </a:cubicBezTo>
                <a:cubicBezTo>
                  <a:pt x="83" y="821"/>
                  <a:pt x="102" y="829"/>
                  <a:pt x="130" y="834"/>
                </a:cubicBezTo>
                <a:lnTo>
                  <a:pt x="135" y="834"/>
                </a:lnTo>
                <a:cubicBezTo>
                  <a:pt x="148" y="834"/>
                  <a:pt x="160" y="826"/>
                  <a:pt x="171" y="810"/>
                </a:cubicBezTo>
                <a:cubicBezTo>
                  <a:pt x="181" y="794"/>
                  <a:pt x="196" y="758"/>
                  <a:pt x="216" y="702"/>
                </a:cubicBezTo>
                <a:cubicBezTo>
                  <a:pt x="249" y="606"/>
                  <a:pt x="276" y="513"/>
                  <a:pt x="296" y="423"/>
                </a:cubicBezTo>
                <a:cubicBezTo>
                  <a:pt x="315" y="334"/>
                  <a:pt x="328" y="264"/>
                  <a:pt x="333" y="216"/>
                </a:cubicBezTo>
                <a:cubicBezTo>
                  <a:pt x="339" y="167"/>
                  <a:pt x="343" y="142"/>
                  <a:pt x="346" y="139"/>
                </a:cubicBezTo>
                <a:cubicBezTo>
                  <a:pt x="352" y="128"/>
                  <a:pt x="363" y="118"/>
                  <a:pt x="378" y="109"/>
                </a:cubicBezTo>
                <a:cubicBezTo>
                  <a:pt x="393" y="100"/>
                  <a:pt x="408" y="95"/>
                  <a:pt x="422" y="95"/>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957" name=""/>
          <p:cNvSpPr/>
          <p:nvPr/>
        </p:nvSpPr>
        <p:spPr>
          <a:xfrm>
            <a:off x="2234880" y="1701720"/>
            <a:ext cx="98280" cy="410040"/>
          </a:xfrm>
          <a:custGeom>
            <a:avLst/>
            <a:gdLst/>
            <a:ahLst/>
            <a:rect l="0" t="0" r="r" b="b"/>
            <a:pathLst>
              <a:path w="273" h="1139">
                <a:moveTo>
                  <a:pt x="0" y="570"/>
                </a:moveTo>
                <a:cubicBezTo>
                  <a:pt x="0" y="518"/>
                  <a:pt x="4" y="468"/>
                  <a:pt x="11" y="421"/>
                </a:cubicBezTo>
                <a:cubicBezTo>
                  <a:pt x="19" y="373"/>
                  <a:pt x="28" y="332"/>
                  <a:pt x="38" y="298"/>
                </a:cubicBezTo>
                <a:cubicBezTo>
                  <a:pt x="48" y="264"/>
                  <a:pt x="62" y="231"/>
                  <a:pt x="80" y="198"/>
                </a:cubicBezTo>
                <a:cubicBezTo>
                  <a:pt x="98" y="165"/>
                  <a:pt x="112" y="140"/>
                  <a:pt x="123" y="122"/>
                </a:cubicBezTo>
                <a:cubicBezTo>
                  <a:pt x="134" y="104"/>
                  <a:pt x="150" y="84"/>
                  <a:pt x="171" y="63"/>
                </a:cubicBezTo>
                <a:cubicBezTo>
                  <a:pt x="193" y="41"/>
                  <a:pt x="206" y="28"/>
                  <a:pt x="209" y="24"/>
                </a:cubicBezTo>
                <a:cubicBezTo>
                  <a:pt x="213" y="19"/>
                  <a:pt x="223" y="11"/>
                  <a:pt x="238" y="0"/>
                </a:cubicBezTo>
                <a:lnTo>
                  <a:pt x="253" y="0"/>
                </a:lnTo>
                <a:lnTo>
                  <a:pt x="257" y="0"/>
                </a:lnTo>
                <a:cubicBezTo>
                  <a:pt x="268" y="0"/>
                  <a:pt x="273" y="3"/>
                  <a:pt x="273" y="10"/>
                </a:cubicBezTo>
                <a:cubicBezTo>
                  <a:pt x="273" y="13"/>
                  <a:pt x="267" y="21"/>
                  <a:pt x="254" y="34"/>
                </a:cubicBezTo>
                <a:cubicBezTo>
                  <a:pt x="241" y="48"/>
                  <a:pt x="225" y="68"/>
                  <a:pt x="207" y="95"/>
                </a:cubicBezTo>
                <a:cubicBezTo>
                  <a:pt x="189" y="121"/>
                  <a:pt x="169" y="154"/>
                  <a:pt x="150" y="192"/>
                </a:cubicBezTo>
                <a:cubicBezTo>
                  <a:pt x="131" y="231"/>
                  <a:pt x="115" y="283"/>
                  <a:pt x="103" y="350"/>
                </a:cubicBezTo>
                <a:cubicBezTo>
                  <a:pt x="90" y="417"/>
                  <a:pt x="83" y="490"/>
                  <a:pt x="83" y="570"/>
                </a:cubicBezTo>
                <a:cubicBezTo>
                  <a:pt x="83" y="651"/>
                  <a:pt x="90" y="724"/>
                  <a:pt x="103" y="789"/>
                </a:cubicBezTo>
                <a:cubicBezTo>
                  <a:pt x="115" y="854"/>
                  <a:pt x="131" y="907"/>
                  <a:pt x="149" y="947"/>
                </a:cubicBezTo>
                <a:cubicBezTo>
                  <a:pt x="167" y="987"/>
                  <a:pt x="187" y="1020"/>
                  <a:pt x="206" y="1045"/>
                </a:cubicBezTo>
                <a:cubicBezTo>
                  <a:pt x="225" y="1070"/>
                  <a:pt x="241" y="1090"/>
                  <a:pt x="254" y="1105"/>
                </a:cubicBezTo>
                <a:cubicBezTo>
                  <a:pt x="267" y="1120"/>
                  <a:pt x="273" y="1128"/>
                  <a:pt x="273" y="1129"/>
                </a:cubicBezTo>
                <a:cubicBezTo>
                  <a:pt x="273" y="1136"/>
                  <a:pt x="267" y="1139"/>
                  <a:pt x="256" y="1139"/>
                </a:cubicBezTo>
                <a:lnTo>
                  <a:pt x="253" y="1139"/>
                </a:lnTo>
                <a:lnTo>
                  <a:pt x="238" y="1139"/>
                </a:lnTo>
                <a:lnTo>
                  <a:pt x="206" y="1112"/>
                </a:lnTo>
                <a:cubicBezTo>
                  <a:pt x="134" y="1048"/>
                  <a:pt x="82" y="967"/>
                  <a:pt x="49" y="871"/>
                </a:cubicBezTo>
                <a:cubicBezTo>
                  <a:pt x="16" y="774"/>
                  <a:pt x="0" y="674"/>
                  <a:pt x="0" y="570"/>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958" name=""/>
          <p:cNvSpPr/>
          <p:nvPr/>
        </p:nvSpPr>
        <p:spPr>
          <a:xfrm>
            <a:off x="2374200" y="1740960"/>
            <a:ext cx="198720" cy="272520"/>
          </a:xfrm>
          <a:custGeom>
            <a:avLst/>
            <a:gdLst/>
            <a:ahLst/>
            <a:rect l="0" t="0" r="r" b="b"/>
            <a:pathLst>
              <a:path w="552" h="757">
                <a:moveTo>
                  <a:pt x="252" y="0"/>
                </a:moveTo>
                <a:lnTo>
                  <a:pt x="268" y="0"/>
                </a:lnTo>
                <a:lnTo>
                  <a:pt x="270" y="0"/>
                </a:lnTo>
                <a:cubicBezTo>
                  <a:pt x="436" y="0"/>
                  <a:pt x="528" y="91"/>
                  <a:pt x="546" y="270"/>
                </a:cubicBezTo>
                <a:cubicBezTo>
                  <a:pt x="550" y="306"/>
                  <a:pt x="552" y="344"/>
                  <a:pt x="552" y="382"/>
                </a:cubicBezTo>
                <a:cubicBezTo>
                  <a:pt x="552" y="530"/>
                  <a:pt x="524" y="631"/>
                  <a:pt x="469" y="687"/>
                </a:cubicBezTo>
                <a:cubicBezTo>
                  <a:pt x="424" y="734"/>
                  <a:pt x="360" y="757"/>
                  <a:pt x="276" y="757"/>
                </a:cubicBezTo>
                <a:cubicBezTo>
                  <a:pt x="141" y="757"/>
                  <a:pt x="56" y="695"/>
                  <a:pt x="21" y="570"/>
                </a:cubicBezTo>
                <a:cubicBezTo>
                  <a:pt x="7" y="526"/>
                  <a:pt x="0" y="465"/>
                  <a:pt x="0" y="386"/>
                </a:cubicBezTo>
                <a:cubicBezTo>
                  <a:pt x="0" y="243"/>
                  <a:pt x="26" y="141"/>
                  <a:pt x="78" y="80"/>
                </a:cubicBezTo>
                <a:cubicBezTo>
                  <a:pt x="98" y="54"/>
                  <a:pt x="125" y="34"/>
                  <a:pt x="160" y="21"/>
                </a:cubicBezTo>
                <a:cubicBezTo>
                  <a:pt x="194" y="7"/>
                  <a:pt x="224" y="0"/>
                  <a:pt x="252" y="0"/>
                </a:cubicBezTo>
                <a:moveTo>
                  <a:pt x="376" y="122"/>
                </a:moveTo>
                <a:cubicBezTo>
                  <a:pt x="355" y="79"/>
                  <a:pt x="322" y="57"/>
                  <a:pt x="274" y="57"/>
                </a:cubicBezTo>
                <a:cubicBezTo>
                  <a:pt x="245" y="57"/>
                  <a:pt x="219" y="68"/>
                  <a:pt x="197" y="91"/>
                </a:cubicBezTo>
                <a:cubicBezTo>
                  <a:pt x="181" y="109"/>
                  <a:pt x="172" y="133"/>
                  <a:pt x="169" y="164"/>
                </a:cubicBezTo>
                <a:cubicBezTo>
                  <a:pt x="166" y="195"/>
                  <a:pt x="164" y="271"/>
                  <a:pt x="163" y="392"/>
                </a:cubicBezTo>
                <a:cubicBezTo>
                  <a:pt x="163" y="507"/>
                  <a:pt x="166" y="581"/>
                  <a:pt x="172" y="614"/>
                </a:cubicBezTo>
                <a:cubicBezTo>
                  <a:pt x="177" y="636"/>
                  <a:pt x="188" y="655"/>
                  <a:pt x="205" y="673"/>
                </a:cubicBezTo>
                <a:cubicBezTo>
                  <a:pt x="223" y="690"/>
                  <a:pt x="246" y="699"/>
                  <a:pt x="276" y="699"/>
                </a:cubicBezTo>
                <a:cubicBezTo>
                  <a:pt x="316" y="699"/>
                  <a:pt x="346" y="682"/>
                  <a:pt x="368" y="647"/>
                </a:cubicBezTo>
                <a:cubicBezTo>
                  <a:pt x="377" y="632"/>
                  <a:pt x="383" y="607"/>
                  <a:pt x="385" y="573"/>
                </a:cubicBezTo>
                <a:cubicBezTo>
                  <a:pt x="387" y="539"/>
                  <a:pt x="389" y="471"/>
                  <a:pt x="389" y="371"/>
                </a:cubicBezTo>
                <a:cubicBezTo>
                  <a:pt x="389" y="228"/>
                  <a:pt x="385" y="145"/>
                  <a:pt x="376" y="122"/>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959" name=""/>
          <p:cNvSpPr/>
          <p:nvPr/>
        </p:nvSpPr>
        <p:spPr>
          <a:xfrm>
            <a:off x="2623320" y="1959480"/>
            <a:ext cx="54720" cy="129600"/>
          </a:xfrm>
          <a:custGeom>
            <a:avLst/>
            <a:gdLst/>
            <a:ahLst/>
            <a:rect l="0" t="0" r="r" b="b"/>
            <a:pathLst>
              <a:path w="152" h="360">
                <a:moveTo>
                  <a:pt x="0" y="98"/>
                </a:moveTo>
                <a:cubicBezTo>
                  <a:pt x="0" y="98"/>
                  <a:pt x="0" y="88"/>
                  <a:pt x="0" y="69"/>
                </a:cubicBezTo>
                <a:cubicBezTo>
                  <a:pt x="0" y="51"/>
                  <a:pt x="6" y="34"/>
                  <a:pt x="18" y="21"/>
                </a:cubicBezTo>
                <a:cubicBezTo>
                  <a:pt x="31" y="7"/>
                  <a:pt x="47" y="0"/>
                  <a:pt x="67" y="0"/>
                </a:cubicBezTo>
                <a:cubicBezTo>
                  <a:pt x="89" y="0"/>
                  <a:pt x="108" y="10"/>
                  <a:pt x="124" y="29"/>
                </a:cubicBezTo>
                <a:cubicBezTo>
                  <a:pt x="142" y="47"/>
                  <a:pt x="151" y="81"/>
                  <a:pt x="152" y="130"/>
                </a:cubicBezTo>
                <a:cubicBezTo>
                  <a:pt x="152" y="156"/>
                  <a:pt x="148" y="182"/>
                  <a:pt x="141" y="207"/>
                </a:cubicBezTo>
                <a:cubicBezTo>
                  <a:pt x="133" y="232"/>
                  <a:pt x="126" y="254"/>
                  <a:pt x="116" y="272"/>
                </a:cubicBezTo>
                <a:cubicBezTo>
                  <a:pt x="107" y="290"/>
                  <a:pt x="97" y="306"/>
                  <a:pt x="87" y="319"/>
                </a:cubicBezTo>
                <a:cubicBezTo>
                  <a:pt x="76" y="332"/>
                  <a:pt x="67" y="342"/>
                  <a:pt x="59" y="349"/>
                </a:cubicBezTo>
                <a:cubicBezTo>
                  <a:pt x="52" y="357"/>
                  <a:pt x="47" y="360"/>
                  <a:pt x="45" y="360"/>
                </a:cubicBezTo>
                <a:cubicBezTo>
                  <a:pt x="42" y="360"/>
                  <a:pt x="37" y="356"/>
                  <a:pt x="30" y="349"/>
                </a:cubicBezTo>
                <a:cubicBezTo>
                  <a:pt x="23" y="343"/>
                  <a:pt x="20" y="338"/>
                  <a:pt x="20" y="335"/>
                </a:cubicBezTo>
                <a:cubicBezTo>
                  <a:pt x="20" y="332"/>
                  <a:pt x="24" y="325"/>
                  <a:pt x="32" y="316"/>
                </a:cubicBezTo>
                <a:cubicBezTo>
                  <a:pt x="41" y="307"/>
                  <a:pt x="50" y="296"/>
                  <a:pt x="61" y="282"/>
                </a:cubicBezTo>
                <a:cubicBezTo>
                  <a:pt x="71" y="269"/>
                  <a:pt x="81" y="250"/>
                  <a:pt x="90" y="225"/>
                </a:cubicBezTo>
                <a:cubicBezTo>
                  <a:pt x="99" y="201"/>
                  <a:pt x="105" y="173"/>
                  <a:pt x="108" y="142"/>
                </a:cubicBezTo>
                <a:lnTo>
                  <a:pt x="108" y="129"/>
                </a:lnTo>
                <a:lnTo>
                  <a:pt x="107" y="130"/>
                </a:lnTo>
                <a:cubicBezTo>
                  <a:pt x="106" y="130"/>
                  <a:pt x="104" y="131"/>
                  <a:pt x="102" y="132"/>
                </a:cubicBezTo>
                <a:cubicBezTo>
                  <a:pt x="99" y="133"/>
                  <a:pt x="97" y="134"/>
                  <a:pt x="95" y="135"/>
                </a:cubicBezTo>
                <a:cubicBezTo>
                  <a:pt x="92" y="137"/>
                  <a:pt x="89" y="138"/>
                  <a:pt x="85" y="138"/>
                </a:cubicBezTo>
                <a:cubicBezTo>
                  <a:pt x="80" y="138"/>
                  <a:pt x="75" y="138"/>
                  <a:pt x="71" y="139"/>
                </a:cubicBezTo>
                <a:cubicBezTo>
                  <a:pt x="50" y="139"/>
                  <a:pt x="34" y="132"/>
                  <a:pt x="21" y="119"/>
                </a:cubicBezTo>
                <a:lnTo>
                  <a:pt x="0" y="98"/>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960" name=""/>
          <p:cNvSpPr/>
          <p:nvPr/>
        </p:nvSpPr>
        <p:spPr>
          <a:xfrm>
            <a:off x="2783880" y="1728000"/>
            <a:ext cx="158040" cy="281520"/>
          </a:xfrm>
          <a:custGeom>
            <a:avLst/>
            <a:gdLst/>
            <a:ahLst/>
            <a:rect l="0" t="0" r="r" b="b"/>
            <a:pathLst>
              <a:path w="439" h="782">
                <a:moveTo>
                  <a:pt x="425" y="782"/>
                </a:moveTo>
                <a:cubicBezTo>
                  <a:pt x="404" y="780"/>
                  <a:pt x="335" y="778"/>
                  <a:pt x="220" y="778"/>
                </a:cubicBezTo>
                <a:cubicBezTo>
                  <a:pt x="104" y="778"/>
                  <a:pt x="35" y="780"/>
                  <a:pt x="15" y="782"/>
                </a:cubicBezTo>
                <a:lnTo>
                  <a:pt x="0" y="782"/>
                </a:lnTo>
                <a:lnTo>
                  <a:pt x="0" y="711"/>
                </a:lnTo>
                <a:lnTo>
                  <a:pt x="130" y="711"/>
                </a:lnTo>
                <a:lnTo>
                  <a:pt x="130" y="70"/>
                </a:lnTo>
                <a:lnTo>
                  <a:pt x="0" y="70"/>
                </a:lnTo>
                <a:lnTo>
                  <a:pt x="0" y="0"/>
                </a:lnTo>
                <a:lnTo>
                  <a:pt x="15" y="0"/>
                </a:lnTo>
                <a:cubicBezTo>
                  <a:pt x="35" y="2"/>
                  <a:pt x="104" y="3"/>
                  <a:pt x="220" y="3"/>
                </a:cubicBezTo>
                <a:cubicBezTo>
                  <a:pt x="335" y="3"/>
                  <a:pt x="404" y="2"/>
                  <a:pt x="425" y="0"/>
                </a:cubicBezTo>
                <a:lnTo>
                  <a:pt x="439" y="0"/>
                </a:lnTo>
                <a:lnTo>
                  <a:pt x="439" y="70"/>
                </a:lnTo>
                <a:lnTo>
                  <a:pt x="309" y="70"/>
                </a:lnTo>
                <a:lnTo>
                  <a:pt x="309" y="711"/>
                </a:lnTo>
                <a:lnTo>
                  <a:pt x="439" y="711"/>
                </a:lnTo>
                <a:lnTo>
                  <a:pt x="439" y="782"/>
                </a:lnTo>
                <a:lnTo>
                  <a:pt x="425" y="782"/>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961" name=""/>
          <p:cNvSpPr/>
          <p:nvPr/>
        </p:nvSpPr>
        <p:spPr>
          <a:xfrm>
            <a:off x="2975040" y="1701720"/>
            <a:ext cx="98280" cy="410040"/>
          </a:xfrm>
          <a:custGeom>
            <a:avLst/>
            <a:gdLst/>
            <a:ahLst/>
            <a:rect l="0" t="0" r="r" b="b"/>
            <a:pathLst>
              <a:path w="273" h="1139">
                <a:moveTo>
                  <a:pt x="5" y="1"/>
                </a:moveTo>
                <a:lnTo>
                  <a:pt x="10" y="0"/>
                </a:lnTo>
                <a:cubicBezTo>
                  <a:pt x="14" y="0"/>
                  <a:pt x="17" y="0"/>
                  <a:pt x="21" y="0"/>
                </a:cubicBezTo>
                <a:lnTo>
                  <a:pt x="36" y="0"/>
                </a:lnTo>
                <a:lnTo>
                  <a:pt x="68" y="27"/>
                </a:lnTo>
                <a:cubicBezTo>
                  <a:pt x="139" y="92"/>
                  <a:pt x="191" y="172"/>
                  <a:pt x="224" y="269"/>
                </a:cubicBezTo>
                <a:cubicBezTo>
                  <a:pt x="256" y="365"/>
                  <a:pt x="273" y="466"/>
                  <a:pt x="273" y="570"/>
                </a:cubicBezTo>
                <a:cubicBezTo>
                  <a:pt x="273" y="622"/>
                  <a:pt x="269" y="672"/>
                  <a:pt x="261" y="719"/>
                </a:cubicBezTo>
                <a:cubicBezTo>
                  <a:pt x="254" y="767"/>
                  <a:pt x="245" y="808"/>
                  <a:pt x="235" y="841"/>
                </a:cubicBezTo>
                <a:cubicBezTo>
                  <a:pt x="225" y="875"/>
                  <a:pt x="211" y="908"/>
                  <a:pt x="193" y="941"/>
                </a:cubicBezTo>
                <a:cubicBezTo>
                  <a:pt x="175" y="975"/>
                  <a:pt x="160" y="1000"/>
                  <a:pt x="150" y="1018"/>
                </a:cubicBezTo>
                <a:cubicBezTo>
                  <a:pt x="139" y="1035"/>
                  <a:pt x="123" y="1054"/>
                  <a:pt x="103" y="1076"/>
                </a:cubicBezTo>
                <a:cubicBezTo>
                  <a:pt x="83" y="1097"/>
                  <a:pt x="70" y="1109"/>
                  <a:pt x="67" y="1113"/>
                </a:cubicBezTo>
                <a:cubicBezTo>
                  <a:pt x="63" y="1117"/>
                  <a:pt x="54" y="1124"/>
                  <a:pt x="40" y="1135"/>
                </a:cubicBezTo>
                <a:cubicBezTo>
                  <a:pt x="38" y="1137"/>
                  <a:pt x="37" y="1139"/>
                  <a:pt x="36" y="1139"/>
                </a:cubicBezTo>
                <a:lnTo>
                  <a:pt x="21" y="1139"/>
                </a:lnTo>
                <a:cubicBezTo>
                  <a:pt x="15" y="1139"/>
                  <a:pt x="11" y="1139"/>
                  <a:pt x="9" y="1139"/>
                </a:cubicBezTo>
                <a:cubicBezTo>
                  <a:pt x="6" y="1139"/>
                  <a:pt x="4" y="1138"/>
                  <a:pt x="3" y="1136"/>
                </a:cubicBezTo>
                <a:cubicBezTo>
                  <a:pt x="1" y="1134"/>
                  <a:pt x="0" y="1130"/>
                  <a:pt x="0" y="1126"/>
                </a:cubicBezTo>
                <a:cubicBezTo>
                  <a:pt x="0" y="1125"/>
                  <a:pt x="4" y="1120"/>
                  <a:pt x="12" y="1111"/>
                </a:cubicBezTo>
                <a:cubicBezTo>
                  <a:pt x="131" y="989"/>
                  <a:pt x="190" y="809"/>
                  <a:pt x="190" y="570"/>
                </a:cubicBezTo>
                <a:cubicBezTo>
                  <a:pt x="190" y="331"/>
                  <a:pt x="131" y="151"/>
                  <a:pt x="12" y="28"/>
                </a:cubicBezTo>
                <a:cubicBezTo>
                  <a:pt x="4" y="19"/>
                  <a:pt x="0" y="14"/>
                  <a:pt x="0" y="14"/>
                </a:cubicBezTo>
                <a:cubicBezTo>
                  <a:pt x="0" y="8"/>
                  <a:pt x="1" y="3"/>
                  <a:pt x="5" y="1"/>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962" name=""/>
          <p:cNvSpPr txBox="1"/>
          <p:nvPr/>
        </p:nvSpPr>
        <p:spPr>
          <a:xfrm>
            <a:off x="374040" y="1708200"/>
            <a:ext cx="371880" cy="372240"/>
          </a:xfrm>
          <a:prstGeom prst="rect">
            <a:avLst/>
          </a:prstGeom>
          <a:noFill/>
          <a:ln w="0">
            <a:noFill/>
          </a:ln>
        </p:spPr>
        <p:txBody>
          <a:bodyPr wrap="none" lIns="0" rIns="0" tIns="0" bIns="0" anchor="t">
            <a:spAutoFit/>
          </a:bodyPr>
          <a:p>
            <a:r>
              <a:rPr b="0" lang="en-US" sz="2620" strike="noStrike" u="none">
                <a:solidFill>
                  <a:srgbClr val="333333"/>
                </a:solidFill>
                <a:effectLst/>
                <a:uFillTx/>
                <a:latin typeface="NotoSansJP-Thin_"/>
                <a:ea typeface="NotoSansJP-Thin_"/>
              </a:rPr>
              <a:t>1. </a:t>
            </a:r>
            <a:endParaRPr b="0" lang="en-US" sz="2620" strike="noStrike" u="none">
              <a:solidFill>
                <a:srgbClr val="000000"/>
              </a:solidFill>
              <a:effectLst/>
              <a:uFillTx/>
              <a:latin typeface="Times New Roman"/>
            </a:endParaRPr>
          </a:p>
        </p:txBody>
      </p:sp>
      <p:sp>
        <p:nvSpPr>
          <p:cNvPr id="963" name=""/>
          <p:cNvSpPr txBox="1"/>
          <p:nvPr/>
        </p:nvSpPr>
        <p:spPr>
          <a:xfrm>
            <a:off x="3111840" y="1708200"/>
            <a:ext cx="4840200" cy="334080"/>
          </a:xfrm>
          <a:prstGeom prst="rect">
            <a:avLst/>
          </a:prstGeom>
          <a:noFill/>
          <a:ln w="0">
            <a:noFill/>
          </a:ln>
        </p:spPr>
        <p:txBody>
          <a:bodyPr wrap="none" lIns="0" rIns="0" tIns="0" bIns="0" anchor="t">
            <a:spAutoFit/>
          </a:bodyPr>
          <a:p>
            <a:r>
              <a:rPr b="0" lang="en-US" sz="2620" strike="noStrike" u="none">
                <a:solidFill>
                  <a:srgbClr val="333333"/>
                </a:solidFill>
                <a:effectLst/>
                <a:uFillTx/>
                <a:latin typeface="NotoSansJP-Thin_"/>
                <a:ea typeface="NotoSansJP-Thin_"/>
              </a:rPr>
              <a:t> （ガウスノイズ）からスタート</a:t>
            </a:r>
            <a:endParaRPr b="0" lang="en-US" sz="2620" strike="noStrike" u="none">
              <a:solidFill>
                <a:srgbClr val="000000"/>
              </a:solidFill>
              <a:effectLst/>
              <a:uFillTx/>
              <a:latin typeface="Times New Roman"/>
            </a:endParaRPr>
          </a:p>
        </p:txBody>
      </p:sp>
      <p:sp>
        <p:nvSpPr>
          <p:cNvPr id="964" name=""/>
          <p:cNvSpPr/>
          <p:nvPr/>
        </p:nvSpPr>
        <p:spPr>
          <a:xfrm>
            <a:off x="769680" y="2325960"/>
            <a:ext cx="127800" cy="261360"/>
          </a:xfrm>
          <a:custGeom>
            <a:avLst/>
            <a:gdLst/>
            <a:ahLst/>
            <a:rect l="0" t="0" r="r" b="b"/>
            <a:pathLst>
              <a:path w="355" h="726">
                <a:moveTo>
                  <a:pt x="8" y="274"/>
                </a:moveTo>
                <a:cubicBezTo>
                  <a:pt x="2" y="269"/>
                  <a:pt x="0" y="265"/>
                  <a:pt x="0" y="263"/>
                </a:cubicBezTo>
                <a:cubicBezTo>
                  <a:pt x="0" y="260"/>
                  <a:pt x="1" y="253"/>
                  <a:pt x="3" y="244"/>
                </a:cubicBezTo>
                <a:cubicBezTo>
                  <a:pt x="5" y="235"/>
                  <a:pt x="7" y="230"/>
                  <a:pt x="9" y="228"/>
                </a:cubicBezTo>
                <a:cubicBezTo>
                  <a:pt x="10" y="225"/>
                  <a:pt x="14" y="223"/>
                  <a:pt x="19" y="223"/>
                </a:cubicBezTo>
                <a:cubicBezTo>
                  <a:pt x="24" y="223"/>
                  <a:pt x="44" y="222"/>
                  <a:pt x="77" y="222"/>
                </a:cubicBezTo>
                <a:lnTo>
                  <a:pt x="138" y="222"/>
                </a:lnTo>
                <a:lnTo>
                  <a:pt x="159" y="131"/>
                </a:lnTo>
                <a:cubicBezTo>
                  <a:pt x="161" y="122"/>
                  <a:pt x="165" y="111"/>
                  <a:pt x="168" y="97"/>
                </a:cubicBezTo>
                <a:cubicBezTo>
                  <a:pt x="171" y="84"/>
                  <a:pt x="174" y="74"/>
                  <a:pt x="176" y="68"/>
                </a:cubicBezTo>
                <a:cubicBezTo>
                  <a:pt x="178" y="62"/>
                  <a:pt x="181" y="54"/>
                  <a:pt x="183" y="45"/>
                </a:cubicBezTo>
                <a:cubicBezTo>
                  <a:pt x="185" y="36"/>
                  <a:pt x="188" y="30"/>
                  <a:pt x="192" y="26"/>
                </a:cubicBezTo>
                <a:cubicBezTo>
                  <a:pt x="196" y="22"/>
                  <a:pt x="200" y="17"/>
                  <a:pt x="203" y="12"/>
                </a:cubicBezTo>
                <a:cubicBezTo>
                  <a:pt x="207" y="7"/>
                  <a:pt x="213" y="3"/>
                  <a:pt x="219" y="2"/>
                </a:cubicBezTo>
                <a:cubicBezTo>
                  <a:pt x="226" y="0"/>
                  <a:pt x="233" y="0"/>
                  <a:pt x="240" y="0"/>
                </a:cubicBezTo>
                <a:cubicBezTo>
                  <a:pt x="254" y="0"/>
                  <a:pt x="263" y="5"/>
                  <a:pt x="268" y="12"/>
                </a:cubicBezTo>
                <a:cubicBezTo>
                  <a:pt x="274" y="20"/>
                  <a:pt x="276" y="27"/>
                  <a:pt x="276" y="34"/>
                </a:cubicBezTo>
                <a:cubicBezTo>
                  <a:pt x="276" y="39"/>
                  <a:pt x="273" y="57"/>
                  <a:pt x="266" y="87"/>
                </a:cubicBezTo>
                <a:cubicBezTo>
                  <a:pt x="259" y="118"/>
                  <a:pt x="252" y="148"/>
                  <a:pt x="243" y="177"/>
                </a:cubicBezTo>
                <a:lnTo>
                  <a:pt x="232" y="219"/>
                </a:lnTo>
                <a:cubicBezTo>
                  <a:pt x="232" y="221"/>
                  <a:pt x="251" y="222"/>
                  <a:pt x="289" y="222"/>
                </a:cubicBezTo>
                <a:lnTo>
                  <a:pt x="347" y="222"/>
                </a:lnTo>
                <a:cubicBezTo>
                  <a:pt x="352" y="227"/>
                  <a:pt x="355" y="231"/>
                  <a:pt x="355" y="234"/>
                </a:cubicBezTo>
                <a:cubicBezTo>
                  <a:pt x="355" y="251"/>
                  <a:pt x="350" y="264"/>
                  <a:pt x="340" y="274"/>
                </a:cubicBezTo>
                <a:lnTo>
                  <a:pt x="218" y="274"/>
                </a:lnTo>
                <a:lnTo>
                  <a:pt x="177" y="440"/>
                </a:lnTo>
                <a:cubicBezTo>
                  <a:pt x="147" y="561"/>
                  <a:pt x="132" y="627"/>
                  <a:pt x="132" y="636"/>
                </a:cubicBezTo>
                <a:cubicBezTo>
                  <a:pt x="132" y="668"/>
                  <a:pt x="142" y="684"/>
                  <a:pt x="164" y="684"/>
                </a:cubicBezTo>
                <a:cubicBezTo>
                  <a:pt x="190" y="684"/>
                  <a:pt x="216" y="671"/>
                  <a:pt x="241" y="645"/>
                </a:cubicBezTo>
                <a:cubicBezTo>
                  <a:pt x="266" y="619"/>
                  <a:pt x="286" y="587"/>
                  <a:pt x="301" y="549"/>
                </a:cubicBezTo>
                <a:cubicBezTo>
                  <a:pt x="303" y="545"/>
                  <a:pt x="305" y="542"/>
                  <a:pt x="307" y="541"/>
                </a:cubicBezTo>
                <a:cubicBezTo>
                  <a:pt x="309" y="541"/>
                  <a:pt x="315" y="540"/>
                  <a:pt x="324" y="539"/>
                </a:cubicBezTo>
                <a:lnTo>
                  <a:pt x="329" y="539"/>
                </a:lnTo>
                <a:cubicBezTo>
                  <a:pt x="340" y="539"/>
                  <a:pt x="346" y="542"/>
                  <a:pt x="346" y="548"/>
                </a:cubicBezTo>
                <a:cubicBezTo>
                  <a:pt x="346" y="550"/>
                  <a:pt x="345" y="555"/>
                  <a:pt x="342" y="562"/>
                </a:cubicBezTo>
                <a:cubicBezTo>
                  <a:pt x="339" y="574"/>
                  <a:pt x="332" y="588"/>
                  <a:pt x="322" y="605"/>
                </a:cubicBezTo>
                <a:cubicBezTo>
                  <a:pt x="312" y="622"/>
                  <a:pt x="299" y="640"/>
                  <a:pt x="283" y="659"/>
                </a:cubicBezTo>
                <a:cubicBezTo>
                  <a:pt x="267" y="678"/>
                  <a:pt x="248" y="693"/>
                  <a:pt x="225" y="706"/>
                </a:cubicBezTo>
                <a:cubicBezTo>
                  <a:pt x="202" y="719"/>
                  <a:pt x="179" y="726"/>
                  <a:pt x="155" y="726"/>
                </a:cubicBezTo>
                <a:cubicBezTo>
                  <a:pt x="132" y="726"/>
                  <a:pt x="110" y="720"/>
                  <a:pt x="90" y="709"/>
                </a:cubicBezTo>
                <a:cubicBezTo>
                  <a:pt x="69" y="697"/>
                  <a:pt x="54" y="678"/>
                  <a:pt x="45" y="649"/>
                </a:cubicBezTo>
                <a:cubicBezTo>
                  <a:pt x="44" y="643"/>
                  <a:pt x="43" y="633"/>
                  <a:pt x="43" y="619"/>
                </a:cubicBezTo>
                <a:lnTo>
                  <a:pt x="43" y="598"/>
                </a:lnTo>
                <a:lnTo>
                  <a:pt x="83" y="439"/>
                </a:lnTo>
                <a:cubicBezTo>
                  <a:pt x="109" y="331"/>
                  <a:pt x="123" y="277"/>
                  <a:pt x="124" y="276"/>
                </a:cubicBezTo>
                <a:cubicBezTo>
                  <a:pt x="124" y="275"/>
                  <a:pt x="105" y="274"/>
                  <a:pt x="66" y="274"/>
                </a:cubicBezTo>
                <a:lnTo>
                  <a:pt x="8" y="274"/>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965" name=""/>
          <p:cNvSpPr/>
          <p:nvPr/>
        </p:nvSpPr>
        <p:spPr>
          <a:xfrm>
            <a:off x="1046520" y="2431800"/>
            <a:ext cx="273240" cy="96480"/>
          </a:xfrm>
          <a:custGeom>
            <a:avLst/>
            <a:gdLst/>
            <a:ahLst/>
            <a:rect l="0" t="0" r="r" b="b"/>
            <a:pathLst>
              <a:path w="759" h="268">
                <a:moveTo>
                  <a:pt x="0" y="23"/>
                </a:moveTo>
                <a:cubicBezTo>
                  <a:pt x="0" y="13"/>
                  <a:pt x="5" y="6"/>
                  <a:pt x="16" y="0"/>
                </a:cubicBezTo>
                <a:lnTo>
                  <a:pt x="742" y="0"/>
                </a:lnTo>
                <a:cubicBezTo>
                  <a:pt x="754" y="7"/>
                  <a:pt x="759" y="14"/>
                  <a:pt x="759" y="23"/>
                </a:cubicBezTo>
                <a:cubicBezTo>
                  <a:pt x="759" y="33"/>
                  <a:pt x="754" y="40"/>
                  <a:pt x="743" y="46"/>
                </a:cubicBezTo>
                <a:lnTo>
                  <a:pt x="380" y="47"/>
                </a:lnTo>
                <a:lnTo>
                  <a:pt x="18" y="47"/>
                </a:lnTo>
                <a:cubicBezTo>
                  <a:pt x="6" y="43"/>
                  <a:pt x="0" y="36"/>
                  <a:pt x="0" y="23"/>
                </a:cubicBezTo>
                <a:moveTo>
                  <a:pt x="0" y="245"/>
                </a:moveTo>
                <a:cubicBezTo>
                  <a:pt x="0" y="234"/>
                  <a:pt x="6" y="226"/>
                  <a:pt x="18" y="222"/>
                </a:cubicBezTo>
                <a:lnTo>
                  <a:pt x="743" y="222"/>
                </a:lnTo>
                <a:cubicBezTo>
                  <a:pt x="754" y="230"/>
                  <a:pt x="759" y="237"/>
                  <a:pt x="759" y="245"/>
                </a:cubicBezTo>
                <a:cubicBezTo>
                  <a:pt x="759" y="255"/>
                  <a:pt x="754" y="263"/>
                  <a:pt x="742" y="268"/>
                </a:cubicBezTo>
                <a:lnTo>
                  <a:pt x="16" y="268"/>
                </a:lnTo>
                <a:cubicBezTo>
                  <a:pt x="5" y="263"/>
                  <a:pt x="0" y="255"/>
                  <a:pt x="0" y="245"/>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966" name=""/>
          <p:cNvSpPr/>
          <p:nvPr/>
        </p:nvSpPr>
        <p:spPr>
          <a:xfrm>
            <a:off x="1464840" y="2305080"/>
            <a:ext cx="280440" cy="277560"/>
          </a:xfrm>
          <a:custGeom>
            <a:avLst/>
            <a:gdLst/>
            <a:ahLst/>
            <a:rect l="0" t="0" r="r" b="b"/>
            <a:pathLst>
              <a:path w="779" h="771">
                <a:moveTo>
                  <a:pt x="22" y="274"/>
                </a:moveTo>
                <a:cubicBezTo>
                  <a:pt x="7" y="274"/>
                  <a:pt x="0" y="271"/>
                  <a:pt x="0" y="265"/>
                </a:cubicBezTo>
                <a:cubicBezTo>
                  <a:pt x="0" y="261"/>
                  <a:pt x="6" y="240"/>
                  <a:pt x="18" y="201"/>
                </a:cubicBezTo>
                <a:cubicBezTo>
                  <a:pt x="31" y="162"/>
                  <a:pt x="43" y="123"/>
                  <a:pt x="57" y="85"/>
                </a:cubicBezTo>
                <a:lnTo>
                  <a:pt x="76" y="29"/>
                </a:lnTo>
                <a:cubicBezTo>
                  <a:pt x="80" y="15"/>
                  <a:pt x="85" y="6"/>
                  <a:pt x="91" y="0"/>
                </a:cubicBezTo>
                <a:lnTo>
                  <a:pt x="625" y="0"/>
                </a:lnTo>
                <a:lnTo>
                  <a:pt x="728" y="0"/>
                </a:lnTo>
                <a:cubicBezTo>
                  <a:pt x="752" y="0"/>
                  <a:pt x="766" y="0"/>
                  <a:pt x="771" y="1"/>
                </a:cubicBezTo>
                <a:cubicBezTo>
                  <a:pt x="775" y="1"/>
                  <a:pt x="778" y="5"/>
                  <a:pt x="779" y="11"/>
                </a:cubicBezTo>
                <a:cubicBezTo>
                  <a:pt x="779" y="15"/>
                  <a:pt x="772" y="59"/>
                  <a:pt x="759" y="141"/>
                </a:cubicBezTo>
                <a:cubicBezTo>
                  <a:pt x="746" y="224"/>
                  <a:pt x="739" y="265"/>
                  <a:pt x="738" y="266"/>
                </a:cubicBezTo>
                <a:cubicBezTo>
                  <a:pt x="738" y="271"/>
                  <a:pt x="731" y="274"/>
                  <a:pt x="716" y="274"/>
                </a:cubicBezTo>
                <a:cubicBezTo>
                  <a:pt x="709" y="274"/>
                  <a:pt x="705" y="274"/>
                  <a:pt x="702" y="274"/>
                </a:cubicBezTo>
                <a:cubicBezTo>
                  <a:pt x="700" y="274"/>
                  <a:pt x="698" y="272"/>
                  <a:pt x="696" y="268"/>
                </a:cubicBezTo>
                <a:lnTo>
                  <a:pt x="693" y="265"/>
                </a:lnTo>
                <a:cubicBezTo>
                  <a:pt x="693" y="260"/>
                  <a:pt x="696" y="243"/>
                  <a:pt x="700" y="213"/>
                </a:cubicBezTo>
                <a:cubicBezTo>
                  <a:pt x="705" y="184"/>
                  <a:pt x="707" y="161"/>
                  <a:pt x="707" y="144"/>
                </a:cubicBezTo>
                <a:cubicBezTo>
                  <a:pt x="707" y="116"/>
                  <a:pt x="702" y="96"/>
                  <a:pt x="692" y="83"/>
                </a:cubicBezTo>
                <a:cubicBezTo>
                  <a:pt x="682" y="69"/>
                  <a:pt x="661" y="59"/>
                  <a:pt x="630" y="54"/>
                </a:cubicBezTo>
                <a:cubicBezTo>
                  <a:pt x="626" y="53"/>
                  <a:pt x="604" y="53"/>
                  <a:pt x="564" y="52"/>
                </a:cubicBezTo>
                <a:cubicBezTo>
                  <a:pt x="529" y="52"/>
                  <a:pt x="507" y="52"/>
                  <a:pt x="498" y="53"/>
                </a:cubicBezTo>
                <a:cubicBezTo>
                  <a:pt x="488" y="54"/>
                  <a:pt x="482" y="57"/>
                  <a:pt x="477" y="62"/>
                </a:cubicBezTo>
                <a:cubicBezTo>
                  <a:pt x="476" y="63"/>
                  <a:pt x="449" y="170"/>
                  <a:pt x="396" y="381"/>
                </a:cubicBezTo>
                <a:cubicBezTo>
                  <a:pt x="343" y="592"/>
                  <a:pt x="317" y="699"/>
                  <a:pt x="317" y="703"/>
                </a:cubicBezTo>
                <a:cubicBezTo>
                  <a:pt x="317" y="712"/>
                  <a:pt x="350" y="717"/>
                  <a:pt x="417" y="719"/>
                </a:cubicBezTo>
                <a:cubicBezTo>
                  <a:pt x="441" y="719"/>
                  <a:pt x="457" y="719"/>
                  <a:pt x="463" y="720"/>
                </a:cubicBezTo>
                <a:cubicBezTo>
                  <a:pt x="470" y="721"/>
                  <a:pt x="474" y="724"/>
                  <a:pt x="474" y="730"/>
                </a:cubicBezTo>
                <a:cubicBezTo>
                  <a:pt x="474" y="734"/>
                  <a:pt x="473" y="739"/>
                  <a:pt x="470" y="746"/>
                </a:cubicBezTo>
                <a:cubicBezTo>
                  <a:pt x="467" y="760"/>
                  <a:pt x="464" y="768"/>
                  <a:pt x="460" y="770"/>
                </a:cubicBezTo>
                <a:lnTo>
                  <a:pt x="458" y="771"/>
                </a:lnTo>
                <a:cubicBezTo>
                  <a:pt x="455" y="771"/>
                  <a:pt x="453" y="771"/>
                  <a:pt x="450" y="771"/>
                </a:cubicBezTo>
                <a:cubicBezTo>
                  <a:pt x="446" y="771"/>
                  <a:pt x="426" y="771"/>
                  <a:pt x="391" y="770"/>
                </a:cubicBezTo>
                <a:cubicBezTo>
                  <a:pt x="355" y="769"/>
                  <a:pt x="304" y="769"/>
                  <a:pt x="237" y="769"/>
                </a:cubicBezTo>
                <a:cubicBezTo>
                  <a:pt x="138" y="769"/>
                  <a:pt x="76" y="770"/>
                  <a:pt x="49" y="771"/>
                </a:cubicBezTo>
                <a:lnTo>
                  <a:pt x="32" y="771"/>
                </a:lnTo>
                <a:cubicBezTo>
                  <a:pt x="28" y="767"/>
                  <a:pt x="25" y="763"/>
                  <a:pt x="25" y="761"/>
                </a:cubicBezTo>
                <a:cubicBezTo>
                  <a:pt x="25" y="759"/>
                  <a:pt x="26" y="752"/>
                  <a:pt x="28" y="740"/>
                </a:cubicBezTo>
                <a:cubicBezTo>
                  <a:pt x="31" y="731"/>
                  <a:pt x="34" y="723"/>
                  <a:pt x="39" y="719"/>
                </a:cubicBezTo>
                <a:lnTo>
                  <a:pt x="71" y="719"/>
                </a:lnTo>
                <a:lnTo>
                  <a:pt x="83" y="719"/>
                </a:lnTo>
                <a:cubicBezTo>
                  <a:pt x="144" y="719"/>
                  <a:pt x="180" y="715"/>
                  <a:pt x="191" y="709"/>
                </a:cubicBezTo>
                <a:cubicBezTo>
                  <a:pt x="192" y="708"/>
                  <a:pt x="193" y="707"/>
                  <a:pt x="194" y="707"/>
                </a:cubicBezTo>
                <a:cubicBezTo>
                  <a:pt x="198" y="705"/>
                  <a:pt x="201" y="698"/>
                  <a:pt x="206" y="685"/>
                </a:cubicBezTo>
                <a:cubicBezTo>
                  <a:pt x="210" y="672"/>
                  <a:pt x="225" y="612"/>
                  <a:pt x="252" y="506"/>
                </a:cubicBezTo>
                <a:cubicBezTo>
                  <a:pt x="265" y="454"/>
                  <a:pt x="275" y="412"/>
                  <a:pt x="284" y="380"/>
                </a:cubicBezTo>
                <a:cubicBezTo>
                  <a:pt x="337" y="171"/>
                  <a:pt x="363" y="63"/>
                  <a:pt x="363" y="59"/>
                </a:cubicBezTo>
                <a:cubicBezTo>
                  <a:pt x="363" y="55"/>
                  <a:pt x="352" y="53"/>
                  <a:pt x="330" y="53"/>
                </a:cubicBezTo>
                <a:lnTo>
                  <a:pt x="295" y="53"/>
                </a:lnTo>
                <a:cubicBezTo>
                  <a:pt x="244" y="53"/>
                  <a:pt x="211" y="55"/>
                  <a:pt x="194" y="60"/>
                </a:cubicBezTo>
                <a:cubicBezTo>
                  <a:pt x="160" y="67"/>
                  <a:pt x="133" y="83"/>
                  <a:pt x="114" y="107"/>
                </a:cubicBezTo>
                <a:cubicBezTo>
                  <a:pt x="95" y="130"/>
                  <a:pt x="75" y="175"/>
                  <a:pt x="53" y="240"/>
                </a:cubicBezTo>
                <a:cubicBezTo>
                  <a:pt x="47" y="256"/>
                  <a:pt x="43" y="266"/>
                  <a:pt x="41" y="269"/>
                </a:cubicBezTo>
                <a:cubicBezTo>
                  <a:pt x="39" y="272"/>
                  <a:pt x="34" y="274"/>
                  <a:pt x="25" y="274"/>
                </a:cubicBezTo>
                <a:lnTo>
                  <a:pt x="22" y="274"/>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967" name=""/>
          <p:cNvSpPr/>
          <p:nvPr/>
        </p:nvSpPr>
        <p:spPr>
          <a:xfrm>
            <a:off x="1776960" y="2532600"/>
            <a:ext cx="54360" cy="129600"/>
          </a:xfrm>
          <a:custGeom>
            <a:avLst/>
            <a:gdLst/>
            <a:ahLst/>
            <a:rect l="0" t="0" r="r" b="b"/>
            <a:pathLst>
              <a:path w="151" h="360">
                <a:moveTo>
                  <a:pt x="0" y="98"/>
                </a:moveTo>
                <a:cubicBezTo>
                  <a:pt x="0" y="98"/>
                  <a:pt x="0" y="89"/>
                  <a:pt x="0" y="70"/>
                </a:cubicBezTo>
                <a:cubicBezTo>
                  <a:pt x="0" y="51"/>
                  <a:pt x="6" y="35"/>
                  <a:pt x="18" y="21"/>
                </a:cubicBezTo>
                <a:cubicBezTo>
                  <a:pt x="30" y="7"/>
                  <a:pt x="46" y="0"/>
                  <a:pt x="67" y="0"/>
                </a:cubicBezTo>
                <a:cubicBezTo>
                  <a:pt x="88" y="0"/>
                  <a:pt x="108" y="10"/>
                  <a:pt x="125" y="29"/>
                </a:cubicBezTo>
                <a:cubicBezTo>
                  <a:pt x="141" y="48"/>
                  <a:pt x="150" y="81"/>
                  <a:pt x="151" y="129"/>
                </a:cubicBezTo>
                <a:cubicBezTo>
                  <a:pt x="151" y="156"/>
                  <a:pt x="147" y="181"/>
                  <a:pt x="141" y="207"/>
                </a:cubicBezTo>
                <a:cubicBezTo>
                  <a:pt x="134" y="232"/>
                  <a:pt x="126" y="253"/>
                  <a:pt x="117" y="271"/>
                </a:cubicBezTo>
                <a:cubicBezTo>
                  <a:pt x="108" y="290"/>
                  <a:pt x="98" y="306"/>
                  <a:pt x="86" y="319"/>
                </a:cubicBezTo>
                <a:cubicBezTo>
                  <a:pt x="75" y="332"/>
                  <a:pt x="66" y="342"/>
                  <a:pt x="59" y="350"/>
                </a:cubicBezTo>
                <a:cubicBezTo>
                  <a:pt x="51" y="357"/>
                  <a:pt x="46" y="361"/>
                  <a:pt x="44" y="360"/>
                </a:cubicBezTo>
                <a:cubicBezTo>
                  <a:pt x="41" y="360"/>
                  <a:pt x="36" y="357"/>
                  <a:pt x="29" y="350"/>
                </a:cubicBezTo>
                <a:cubicBezTo>
                  <a:pt x="22" y="343"/>
                  <a:pt x="19" y="338"/>
                  <a:pt x="19" y="335"/>
                </a:cubicBezTo>
                <a:cubicBezTo>
                  <a:pt x="19" y="332"/>
                  <a:pt x="23" y="326"/>
                  <a:pt x="31" y="317"/>
                </a:cubicBezTo>
                <a:cubicBezTo>
                  <a:pt x="40" y="308"/>
                  <a:pt x="49" y="295"/>
                  <a:pt x="60" y="282"/>
                </a:cubicBezTo>
                <a:cubicBezTo>
                  <a:pt x="70" y="268"/>
                  <a:pt x="80" y="249"/>
                  <a:pt x="90" y="225"/>
                </a:cubicBezTo>
                <a:cubicBezTo>
                  <a:pt x="100" y="200"/>
                  <a:pt x="106" y="173"/>
                  <a:pt x="109" y="142"/>
                </a:cubicBezTo>
                <a:lnTo>
                  <a:pt x="109" y="128"/>
                </a:lnTo>
                <a:lnTo>
                  <a:pt x="108" y="129"/>
                </a:lnTo>
                <a:cubicBezTo>
                  <a:pt x="106" y="130"/>
                  <a:pt x="104" y="131"/>
                  <a:pt x="102" y="131"/>
                </a:cubicBezTo>
                <a:cubicBezTo>
                  <a:pt x="100" y="132"/>
                  <a:pt x="97" y="133"/>
                  <a:pt x="95" y="135"/>
                </a:cubicBezTo>
                <a:cubicBezTo>
                  <a:pt x="93" y="136"/>
                  <a:pt x="88" y="137"/>
                  <a:pt x="84" y="137"/>
                </a:cubicBezTo>
                <a:cubicBezTo>
                  <a:pt x="79" y="137"/>
                  <a:pt x="75" y="137"/>
                  <a:pt x="70" y="138"/>
                </a:cubicBezTo>
                <a:cubicBezTo>
                  <a:pt x="50" y="138"/>
                  <a:pt x="33" y="132"/>
                  <a:pt x="20" y="119"/>
                </a:cubicBezTo>
                <a:lnTo>
                  <a:pt x="0" y="98"/>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968" name=""/>
          <p:cNvSpPr/>
          <p:nvPr/>
        </p:nvSpPr>
        <p:spPr>
          <a:xfrm>
            <a:off x="1959120" y="2533320"/>
            <a:ext cx="416160" cy="49320"/>
          </a:xfrm>
          <a:custGeom>
            <a:avLst/>
            <a:gdLst/>
            <a:ahLst/>
            <a:rect l="0" t="0" r="r" b="b"/>
            <a:pathLst>
              <a:path w="1156" h="137">
                <a:moveTo>
                  <a:pt x="0" y="68"/>
                </a:moveTo>
                <a:cubicBezTo>
                  <a:pt x="0" y="50"/>
                  <a:pt x="6" y="34"/>
                  <a:pt x="19" y="20"/>
                </a:cubicBezTo>
                <a:cubicBezTo>
                  <a:pt x="32" y="6"/>
                  <a:pt x="48" y="0"/>
                  <a:pt x="68" y="0"/>
                </a:cubicBezTo>
                <a:cubicBezTo>
                  <a:pt x="86" y="0"/>
                  <a:pt x="102" y="6"/>
                  <a:pt x="116" y="18"/>
                </a:cubicBezTo>
                <a:cubicBezTo>
                  <a:pt x="129" y="30"/>
                  <a:pt x="137" y="46"/>
                  <a:pt x="137" y="67"/>
                </a:cubicBezTo>
                <a:cubicBezTo>
                  <a:pt x="137" y="86"/>
                  <a:pt x="131" y="102"/>
                  <a:pt x="118" y="117"/>
                </a:cubicBezTo>
                <a:cubicBezTo>
                  <a:pt x="105" y="130"/>
                  <a:pt x="89" y="137"/>
                  <a:pt x="69" y="137"/>
                </a:cubicBezTo>
                <a:cubicBezTo>
                  <a:pt x="49" y="137"/>
                  <a:pt x="33" y="131"/>
                  <a:pt x="20" y="118"/>
                </a:cubicBezTo>
                <a:cubicBezTo>
                  <a:pt x="7" y="105"/>
                  <a:pt x="0" y="88"/>
                  <a:pt x="0" y="68"/>
                </a:cubicBezTo>
                <a:moveTo>
                  <a:pt x="509" y="68"/>
                </a:moveTo>
                <a:cubicBezTo>
                  <a:pt x="509" y="50"/>
                  <a:pt x="515" y="34"/>
                  <a:pt x="528" y="20"/>
                </a:cubicBezTo>
                <a:cubicBezTo>
                  <a:pt x="541" y="6"/>
                  <a:pt x="557" y="0"/>
                  <a:pt x="577" y="0"/>
                </a:cubicBezTo>
                <a:cubicBezTo>
                  <a:pt x="595" y="0"/>
                  <a:pt x="611" y="6"/>
                  <a:pt x="625" y="18"/>
                </a:cubicBezTo>
                <a:cubicBezTo>
                  <a:pt x="638" y="30"/>
                  <a:pt x="646" y="46"/>
                  <a:pt x="646" y="67"/>
                </a:cubicBezTo>
                <a:cubicBezTo>
                  <a:pt x="646" y="86"/>
                  <a:pt x="640" y="102"/>
                  <a:pt x="627" y="117"/>
                </a:cubicBezTo>
                <a:cubicBezTo>
                  <a:pt x="614" y="130"/>
                  <a:pt x="598" y="137"/>
                  <a:pt x="578" y="137"/>
                </a:cubicBezTo>
                <a:cubicBezTo>
                  <a:pt x="558" y="137"/>
                  <a:pt x="542" y="131"/>
                  <a:pt x="529" y="118"/>
                </a:cubicBezTo>
                <a:cubicBezTo>
                  <a:pt x="516" y="105"/>
                  <a:pt x="509" y="88"/>
                  <a:pt x="509" y="68"/>
                </a:cubicBezTo>
                <a:moveTo>
                  <a:pt x="1018" y="68"/>
                </a:moveTo>
                <a:cubicBezTo>
                  <a:pt x="1018" y="50"/>
                  <a:pt x="1025" y="34"/>
                  <a:pt x="1038" y="20"/>
                </a:cubicBezTo>
                <a:cubicBezTo>
                  <a:pt x="1051" y="6"/>
                  <a:pt x="1067" y="0"/>
                  <a:pt x="1087" y="0"/>
                </a:cubicBezTo>
                <a:cubicBezTo>
                  <a:pt x="1105" y="0"/>
                  <a:pt x="1121" y="6"/>
                  <a:pt x="1135" y="18"/>
                </a:cubicBezTo>
                <a:cubicBezTo>
                  <a:pt x="1148" y="30"/>
                  <a:pt x="1155" y="46"/>
                  <a:pt x="1156" y="67"/>
                </a:cubicBezTo>
                <a:cubicBezTo>
                  <a:pt x="1156" y="86"/>
                  <a:pt x="1150" y="102"/>
                  <a:pt x="1137" y="117"/>
                </a:cubicBezTo>
                <a:cubicBezTo>
                  <a:pt x="1124" y="130"/>
                  <a:pt x="1108" y="137"/>
                  <a:pt x="1088" y="137"/>
                </a:cubicBezTo>
                <a:cubicBezTo>
                  <a:pt x="1068" y="137"/>
                  <a:pt x="1052" y="131"/>
                  <a:pt x="1039" y="118"/>
                </a:cubicBezTo>
                <a:cubicBezTo>
                  <a:pt x="1026" y="105"/>
                  <a:pt x="1019" y="88"/>
                  <a:pt x="1018" y="68"/>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969" name=""/>
          <p:cNvSpPr/>
          <p:nvPr/>
        </p:nvSpPr>
        <p:spPr>
          <a:xfrm>
            <a:off x="2507760" y="2532600"/>
            <a:ext cx="54360" cy="129600"/>
          </a:xfrm>
          <a:custGeom>
            <a:avLst/>
            <a:gdLst/>
            <a:ahLst/>
            <a:rect l="0" t="0" r="r" b="b"/>
            <a:pathLst>
              <a:path w="151" h="360">
                <a:moveTo>
                  <a:pt x="0" y="98"/>
                </a:moveTo>
                <a:cubicBezTo>
                  <a:pt x="0" y="98"/>
                  <a:pt x="0" y="89"/>
                  <a:pt x="0" y="70"/>
                </a:cubicBezTo>
                <a:cubicBezTo>
                  <a:pt x="0" y="51"/>
                  <a:pt x="6" y="35"/>
                  <a:pt x="19" y="21"/>
                </a:cubicBezTo>
                <a:cubicBezTo>
                  <a:pt x="31" y="7"/>
                  <a:pt x="47" y="0"/>
                  <a:pt x="68" y="0"/>
                </a:cubicBezTo>
                <a:cubicBezTo>
                  <a:pt x="89" y="0"/>
                  <a:pt x="108" y="10"/>
                  <a:pt x="125" y="29"/>
                </a:cubicBezTo>
                <a:cubicBezTo>
                  <a:pt x="141" y="48"/>
                  <a:pt x="150" y="81"/>
                  <a:pt x="151" y="129"/>
                </a:cubicBezTo>
                <a:cubicBezTo>
                  <a:pt x="151" y="156"/>
                  <a:pt x="147" y="181"/>
                  <a:pt x="141" y="207"/>
                </a:cubicBezTo>
                <a:cubicBezTo>
                  <a:pt x="134" y="232"/>
                  <a:pt x="126" y="253"/>
                  <a:pt x="117" y="271"/>
                </a:cubicBezTo>
                <a:cubicBezTo>
                  <a:pt x="108" y="290"/>
                  <a:pt x="98" y="306"/>
                  <a:pt x="87" y="319"/>
                </a:cubicBezTo>
                <a:cubicBezTo>
                  <a:pt x="77" y="332"/>
                  <a:pt x="67" y="342"/>
                  <a:pt x="60" y="350"/>
                </a:cubicBezTo>
                <a:cubicBezTo>
                  <a:pt x="52" y="357"/>
                  <a:pt x="47" y="361"/>
                  <a:pt x="45" y="360"/>
                </a:cubicBezTo>
                <a:cubicBezTo>
                  <a:pt x="42" y="360"/>
                  <a:pt x="37" y="357"/>
                  <a:pt x="30" y="350"/>
                </a:cubicBezTo>
                <a:cubicBezTo>
                  <a:pt x="23" y="343"/>
                  <a:pt x="20" y="338"/>
                  <a:pt x="20" y="335"/>
                </a:cubicBezTo>
                <a:cubicBezTo>
                  <a:pt x="20" y="332"/>
                  <a:pt x="24" y="326"/>
                  <a:pt x="33" y="317"/>
                </a:cubicBezTo>
                <a:cubicBezTo>
                  <a:pt x="41" y="308"/>
                  <a:pt x="50" y="295"/>
                  <a:pt x="61" y="282"/>
                </a:cubicBezTo>
                <a:cubicBezTo>
                  <a:pt x="72" y="268"/>
                  <a:pt x="81" y="249"/>
                  <a:pt x="91" y="225"/>
                </a:cubicBezTo>
                <a:cubicBezTo>
                  <a:pt x="100" y="200"/>
                  <a:pt x="106" y="173"/>
                  <a:pt x="109" y="142"/>
                </a:cubicBezTo>
                <a:lnTo>
                  <a:pt x="109" y="128"/>
                </a:lnTo>
                <a:lnTo>
                  <a:pt x="108" y="129"/>
                </a:lnTo>
                <a:cubicBezTo>
                  <a:pt x="106" y="130"/>
                  <a:pt x="104" y="131"/>
                  <a:pt x="102" y="131"/>
                </a:cubicBezTo>
                <a:cubicBezTo>
                  <a:pt x="100" y="132"/>
                  <a:pt x="97" y="133"/>
                  <a:pt x="95" y="135"/>
                </a:cubicBezTo>
                <a:cubicBezTo>
                  <a:pt x="93" y="136"/>
                  <a:pt x="89" y="137"/>
                  <a:pt x="85" y="137"/>
                </a:cubicBezTo>
                <a:cubicBezTo>
                  <a:pt x="80" y="137"/>
                  <a:pt x="76" y="137"/>
                  <a:pt x="71" y="138"/>
                </a:cubicBezTo>
                <a:cubicBezTo>
                  <a:pt x="51" y="138"/>
                  <a:pt x="34" y="132"/>
                  <a:pt x="21" y="119"/>
                </a:cubicBezTo>
                <a:lnTo>
                  <a:pt x="0" y="98"/>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970" name=""/>
          <p:cNvSpPr/>
          <p:nvPr/>
        </p:nvSpPr>
        <p:spPr>
          <a:xfrm>
            <a:off x="2692080" y="2309400"/>
            <a:ext cx="141120" cy="273240"/>
          </a:xfrm>
          <a:custGeom>
            <a:avLst/>
            <a:gdLst/>
            <a:ahLst/>
            <a:rect l="0" t="0" r="r" b="b"/>
            <a:pathLst>
              <a:path w="392" h="759">
                <a:moveTo>
                  <a:pt x="149" y="101"/>
                </a:moveTo>
                <a:lnTo>
                  <a:pt x="133" y="107"/>
                </a:lnTo>
                <a:cubicBezTo>
                  <a:pt x="122" y="111"/>
                  <a:pt x="107" y="115"/>
                  <a:pt x="87" y="118"/>
                </a:cubicBezTo>
                <a:cubicBezTo>
                  <a:pt x="68" y="122"/>
                  <a:pt x="45" y="125"/>
                  <a:pt x="21" y="126"/>
                </a:cubicBezTo>
                <a:lnTo>
                  <a:pt x="0" y="126"/>
                </a:lnTo>
                <a:lnTo>
                  <a:pt x="0" y="74"/>
                </a:lnTo>
                <a:lnTo>
                  <a:pt x="21" y="74"/>
                </a:lnTo>
                <a:cubicBezTo>
                  <a:pt x="57" y="72"/>
                  <a:pt x="90" y="67"/>
                  <a:pt x="120" y="57"/>
                </a:cubicBezTo>
                <a:cubicBezTo>
                  <a:pt x="152" y="47"/>
                  <a:pt x="173" y="38"/>
                  <a:pt x="185" y="30"/>
                </a:cubicBezTo>
                <a:cubicBezTo>
                  <a:pt x="197" y="20"/>
                  <a:pt x="208" y="12"/>
                  <a:pt x="217" y="3"/>
                </a:cubicBezTo>
                <a:cubicBezTo>
                  <a:pt x="218" y="1"/>
                  <a:pt x="223" y="0"/>
                  <a:pt x="231" y="0"/>
                </a:cubicBezTo>
                <a:cubicBezTo>
                  <a:pt x="237" y="0"/>
                  <a:pt x="244" y="2"/>
                  <a:pt x="250" y="7"/>
                </a:cubicBezTo>
                <a:lnTo>
                  <a:pt x="250" y="348"/>
                </a:lnTo>
                <a:lnTo>
                  <a:pt x="251" y="690"/>
                </a:lnTo>
                <a:cubicBezTo>
                  <a:pt x="256" y="695"/>
                  <a:pt x="261" y="699"/>
                  <a:pt x="265" y="700"/>
                </a:cubicBezTo>
                <a:cubicBezTo>
                  <a:pt x="268" y="702"/>
                  <a:pt x="278" y="703"/>
                  <a:pt x="292" y="705"/>
                </a:cubicBezTo>
                <a:cubicBezTo>
                  <a:pt x="306" y="706"/>
                  <a:pt x="330" y="707"/>
                  <a:pt x="363" y="707"/>
                </a:cubicBezTo>
                <a:lnTo>
                  <a:pt x="392" y="707"/>
                </a:lnTo>
                <a:lnTo>
                  <a:pt x="392" y="759"/>
                </a:lnTo>
                <a:lnTo>
                  <a:pt x="380" y="759"/>
                </a:lnTo>
                <a:cubicBezTo>
                  <a:pt x="364" y="757"/>
                  <a:pt x="303" y="756"/>
                  <a:pt x="199" y="756"/>
                </a:cubicBezTo>
                <a:cubicBezTo>
                  <a:pt x="94" y="756"/>
                  <a:pt x="35" y="757"/>
                  <a:pt x="19" y="759"/>
                </a:cubicBezTo>
                <a:lnTo>
                  <a:pt x="5" y="759"/>
                </a:lnTo>
                <a:lnTo>
                  <a:pt x="5" y="707"/>
                </a:lnTo>
                <a:lnTo>
                  <a:pt x="35" y="707"/>
                </a:lnTo>
                <a:cubicBezTo>
                  <a:pt x="52" y="707"/>
                  <a:pt x="66" y="707"/>
                  <a:pt x="78" y="707"/>
                </a:cubicBezTo>
                <a:cubicBezTo>
                  <a:pt x="90" y="707"/>
                  <a:pt x="100" y="706"/>
                  <a:pt x="107" y="706"/>
                </a:cubicBezTo>
                <a:cubicBezTo>
                  <a:pt x="113" y="705"/>
                  <a:pt x="119" y="704"/>
                  <a:pt x="125" y="702"/>
                </a:cubicBezTo>
                <a:cubicBezTo>
                  <a:pt x="130" y="701"/>
                  <a:pt x="133" y="700"/>
                  <a:pt x="134" y="700"/>
                </a:cubicBezTo>
                <a:cubicBezTo>
                  <a:pt x="135" y="700"/>
                  <a:pt x="137" y="698"/>
                  <a:pt x="141" y="694"/>
                </a:cubicBezTo>
                <a:cubicBezTo>
                  <a:pt x="145" y="691"/>
                  <a:pt x="148" y="689"/>
                  <a:pt x="149" y="690"/>
                </a:cubicBezTo>
                <a:lnTo>
                  <a:pt x="149" y="101"/>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971" name=""/>
          <p:cNvSpPr txBox="1"/>
          <p:nvPr/>
        </p:nvSpPr>
        <p:spPr>
          <a:xfrm>
            <a:off x="374040" y="2289240"/>
            <a:ext cx="371880" cy="372240"/>
          </a:xfrm>
          <a:prstGeom prst="rect">
            <a:avLst/>
          </a:prstGeom>
          <a:noFill/>
          <a:ln w="0">
            <a:noFill/>
          </a:ln>
        </p:spPr>
        <p:txBody>
          <a:bodyPr wrap="none" lIns="0" rIns="0" tIns="0" bIns="0" anchor="t">
            <a:spAutoFit/>
          </a:bodyPr>
          <a:p>
            <a:r>
              <a:rPr b="0" lang="en-US" sz="2620" strike="noStrike" u="none">
                <a:solidFill>
                  <a:srgbClr val="333333"/>
                </a:solidFill>
                <a:effectLst/>
                <a:uFillTx/>
                <a:latin typeface="NotoSansJP-Thin_"/>
                <a:ea typeface="NotoSansJP-Thin_"/>
              </a:rPr>
              <a:t>2. </a:t>
            </a:r>
            <a:endParaRPr b="0" lang="en-US" sz="2620" strike="noStrike" u="none">
              <a:solidFill>
                <a:srgbClr val="000000"/>
              </a:solidFill>
              <a:effectLst/>
              <a:uFillTx/>
              <a:latin typeface="Times New Roman"/>
            </a:endParaRPr>
          </a:p>
        </p:txBody>
      </p:sp>
      <p:sp>
        <p:nvSpPr>
          <p:cNvPr id="972" name=""/>
          <p:cNvSpPr/>
          <p:nvPr/>
        </p:nvSpPr>
        <p:spPr>
          <a:xfrm>
            <a:off x="819000" y="2943000"/>
            <a:ext cx="133560" cy="133920"/>
          </a:xfrm>
          <a:custGeom>
            <a:avLst/>
            <a:gdLst/>
            <a:ahLst/>
            <a:rect l="0" t="0" r="r" b="b"/>
            <a:pathLst>
              <a:path w="371" h="372">
                <a:moveTo>
                  <a:pt x="371" y="186"/>
                </a:moveTo>
                <a:cubicBezTo>
                  <a:pt x="371" y="198"/>
                  <a:pt x="370" y="211"/>
                  <a:pt x="368" y="222"/>
                </a:cubicBezTo>
                <a:cubicBezTo>
                  <a:pt x="365" y="234"/>
                  <a:pt x="362" y="246"/>
                  <a:pt x="357" y="257"/>
                </a:cubicBezTo>
                <a:cubicBezTo>
                  <a:pt x="353" y="268"/>
                  <a:pt x="347" y="279"/>
                  <a:pt x="340" y="289"/>
                </a:cubicBezTo>
                <a:cubicBezTo>
                  <a:pt x="333" y="299"/>
                  <a:pt x="326" y="309"/>
                  <a:pt x="317" y="317"/>
                </a:cubicBezTo>
                <a:cubicBezTo>
                  <a:pt x="308" y="326"/>
                  <a:pt x="299" y="334"/>
                  <a:pt x="289" y="340"/>
                </a:cubicBezTo>
                <a:cubicBezTo>
                  <a:pt x="279" y="347"/>
                  <a:pt x="268" y="353"/>
                  <a:pt x="257" y="357"/>
                </a:cubicBezTo>
                <a:cubicBezTo>
                  <a:pt x="246" y="362"/>
                  <a:pt x="234" y="366"/>
                  <a:pt x="222" y="368"/>
                </a:cubicBezTo>
                <a:cubicBezTo>
                  <a:pt x="210" y="370"/>
                  <a:pt x="198" y="372"/>
                  <a:pt x="186" y="372"/>
                </a:cubicBezTo>
                <a:cubicBezTo>
                  <a:pt x="174" y="372"/>
                  <a:pt x="162" y="370"/>
                  <a:pt x="150" y="368"/>
                </a:cubicBezTo>
                <a:cubicBezTo>
                  <a:pt x="138" y="366"/>
                  <a:pt x="125" y="362"/>
                  <a:pt x="114" y="357"/>
                </a:cubicBezTo>
                <a:cubicBezTo>
                  <a:pt x="103" y="353"/>
                  <a:pt x="92" y="347"/>
                  <a:pt x="82" y="340"/>
                </a:cubicBezTo>
                <a:cubicBezTo>
                  <a:pt x="72" y="334"/>
                  <a:pt x="63" y="326"/>
                  <a:pt x="54" y="317"/>
                </a:cubicBezTo>
                <a:cubicBezTo>
                  <a:pt x="46" y="309"/>
                  <a:pt x="38" y="299"/>
                  <a:pt x="31" y="289"/>
                </a:cubicBezTo>
                <a:cubicBezTo>
                  <a:pt x="24" y="279"/>
                  <a:pt x="19" y="268"/>
                  <a:pt x="14" y="257"/>
                </a:cubicBezTo>
                <a:cubicBezTo>
                  <a:pt x="9" y="246"/>
                  <a:pt x="6" y="234"/>
                  <a:pt x="3" y="222"/>
                </a:cubicBezTo>
                <a:cubicBezTo>
                  <a:pt x="1" y="211"/>
                  <a:pt x="0" y="198"/>
                  <a:pt x="0" y="186"/>
                </a:cubicBezTo>
                <a:cubicBezTo>
                  <a:pt x="0" y="174"/>
                  <a:pt x="1" y="162"/>
                  <a:pt x="3" y="149"/>
                </a:cubicBezTo>
                <a:cubicBezTo>
                  <a:pt x="6" y="137"/>
                  <a:pt x="9" y="126"/>
                  <a:pt x="14" y="114"/>
                </a:cubicBezTo>
                <a:cubicBezTo>
                  <a:pt x="19" y="103"/>
                  <a:pt x="24" y="93"/>
                  <a:pt x="31" y="82"/>
                </a:cubicBezTo>
                <a:cubicBezTo>
                  <a:pt x="38" y="72"/>
                  <a:pt x="46" y="63"/>
                  <a:pt x="54" y="54"/>
                </a:cubicBezTo>
                <a:cubicBezTo>
                  <a:pt x="63" y="46"/>
                  <a:pt x="72" y="38"/>
                  <a:pt x="82" y="31"/>
                </a:cubicBezTo>
                <a:cubicBezTo>
                  <a:pt x="92" y="25"/>
                  <a:pt x="103" y="19"/>
                  <a:pt x="114" y="14"/>
                </a:cubicBezTo>
                <a:cubicBezTo>
                  <a:pt x="125" y="10"/>
                  <a:pt x="138" y="6"/>
                  <a:pt x="150" y="4"/>
                </a:cubicBezTo>
                <a:cubicBezTo>
                  <a:pt x="162" y="1"/>
                  <a:pt x="174" y="0"/>
                  <a:pt x="186" y="0"/>
                </a:cubicBezTo>
                <a:cubicBezTo>
                  <a:pt x="198" y="0"/>
                  <a:pt x="210" y="1"/>
                  <a:pt x="222" y="4"/>
                </a:cubicBezTo>
                <a:cubicBezTo>
                  <a:pt x="234" y="6"/>
                  <a:pt x="246" y="10"/>
                  <a:pt x="257" y="14"/>
                </a:cubicBezTo>
                <a:cubicBezTo>
                  <a:pt x="268" y="19"/>
                  <a:pt x="279" y="25"/>
                  <a:pt x="289" y="31"/>
                </a:cubicBezTo>
                <a:cubicBezTo>
                  <a:pt x="299" y="38"/>
                  <a:pt x="308" y="46"/>
                  <a:pt x="317" y="54"/>
                </a:cubicBezTo>
                <a:cubicBezTo>
                  <a:pt x="326" y="63"/>
                  <a:pt x="333" y="72"/>
                  <a:pt x="340" y="82"/>
                </a:cubicBezTo>
                <a:cubicBezTo>
                  <a:pt x="347" y="93"/>
                  <a:pt x="353" y="103"/>
                  <a:pt x="357" y="114"/>
                </a:cubicBezTo>
                <a:cubicBezTo>
                  <a:pt x="362" y="126"/>
                  <a:pt x="365" y="137"/>
                  <a:pt x="368" y="149"/>
                </a:cubicBezTo>
                <a:cubicBezTo>
                  <a:pt x="370" y="162"/>
                  <a:pt x="371" y="174"/>
                  <a:pt x="371" y="186"/>
                </a:cubicBezTo>
                <a:close/>
              </a:path>
            </a:pathLst>
          </a:custGeom>
          <a:noFill/>
          <a:ln w="9360">
            <a:solidFill>
              <a:srgbClr val="333333"/>
            </a:solidFill>
            <a:miter/>
          </a:ln>
        </p:spPr>
        <p:txBody>
          <a:bodyPr lIns="4680" rIns="4680" tIns="4680" bIns="4680" anchor="t">
            <a:noAutofit/>
          </a:bodyPr>
          <a:p>
            <a:endParaRPr b="0" lang="en-US" sz="2400" strike="noStrike" u="none">
              <a:solidFill>
                <a:srgbClr val="000000"/>
              </a:solidFill>
              <a:effectLst/>
              <a:uFillTx/>
              <a:latin typeface="Times New Roman"/>
            </a:endParaRPr>
          </a:p>
        </p:txBody>
      </p:sp>
      <p:sp>
        <p:nvSpPr>
          <p:cNvPr id="973" name=""/>
          <p:cNvSpPr/>
          <p:nvPr/>
        </p:nvSpPr>
        <p:spPr>
          <a:xfrm>
            <a:off x="1155960" y="2950560"/>
            <a:ext cx="176760" cy="182880"/>
          </a:xfrm>
          <a:custGeom>
            <a:avLst/>
            <a:gdLst/>
            <a:ahLst/>
            <a:rect l="0" t="0" r="r" b="b"/>
            <a:pathLst>
              <a:path w="491" h="508">
                <a:moveTo>
                  <a:pt x="18" y="210"/>
                </a:moveTo>
                <a:cubicBezTo>
                  <a:pt x="18" y="208"/>
                  <a:pt x="21" y="175"/>
                  <a:pt x="25" y="110"/>
                </a:cubicBezTo>
                <a:cubicBezTo>
                  <a:pt x="30" y="45"/>
                  <a:pt x="32" y="12"/>
                  <a:pt x="32" y="11"/>
                </a:cubicBezTo>
                <a:lnTo>
                  <a:pt x="32" y="1"/>
                </a:lnTo>
                <a:lnTo>
                  <a:pt x="250" y="1"/>
                </a:lnTo>
                <a:cubicBezTo>
                  <a:pt x="279" y="1"/>
                  <a:pt x="310" y="1"/>
                  <a:pt x="346" y="1"/>
                </a:cubicBezTo>
                <a:cubicBezTo>
                  <a:pt x="382" y="1"/>
                  <a:pt x="404" y="1"/>
                  <a:pt x="412" y="0"/>
                </a:cubicBezTo>
                <a:cubicBezTo>
                  <a:pt x="448" y="0"/>
                  <a:pt x="470" y="2"/>
                  <a:pt x="477" y="5"/>
                </a:cubicBezTo>
                <a:cubicBezTo>
                  <a:pt x="484" y="8"/>
                  <a:pt x="487" y="17"/>
                  <a:pt x="487" y="31"/>
                </a:cubicBezTo>
                <a:cubicBezTo>
                  <a:pt x="487" y="40"/>
                  <a:pt x="487" y="45"/>
                  <a:pt x="486" y="47"/>
                </a:cubicBezTo>
                <a:cubicBezTo>
                  <a:pt x="484" y="51"/>
                  <a:pt x="434" y="117"/>
                  <a:pt x="336" y="247"/>
                </a:cubicBezTo>
                <a:cubicBezTo>
                  <a:pt x="238" y="376"/>
                  <a:pt x="187" y="442"/>
                  <a:pt x="184" y="445"/>
                </a:cubicBezTo>
                <a:lnTo>
                  <a:pt x="233" y="445"/>
                </a:lnTo>
                <a:cubicBezTo>
                  <a:pt x="251" y="445"/>
                  <a:pt x="263" y="444"/>
                  <a:pt x="269" y="444"/>
                </a:cubicBezTo>
                <a:cubicBezTo>
                  <a:pt x="275" y="444"/>
                  <a:pt x="286" y="443"/>
                  <a:pt x="302" y="442"/>
                </a:cubicBezTo>
                <a:cubicBezTo>
                  <a:pt x="318" y="440"/>
                  <a:pt x="328" y="438"/>
                  <a:pt x="334" y="434"/>
                </a:cubicBezTo>
                <a:cubicBezTo>
                  <a:pt x="339" y="430"/>
                  <a:pt x="348" y="426"/>
                  <a:pt x="360" y="420"/>
                </a:cubicBezTo>
                <a:cubicBezTo>
                  <a:pt x="372" y="415"/>
                  <a:pt x="380" y="407"/>
                  <a:pt x="385" y="396"/>
                </a:cubicBezTo>
                <a:cubicBezTo>
                  <a:pt x="389" y="386"/>
                  <a:pt x="395" y="374"/>
                  <a:pt x="401" y="362"/>
                </a:cubicBezTo>
                <a:cubicBezTo>
                  <a:pt x="407" y="350"/>
                  <a:pt x="411" y="334"/>
                  <a:pt x="413" y="314"/>
                </a:cubicBezTo>
                <a:cubicBezTo>
                  <a:pt x="417" y="294"/>
                  <a:pt x="419" y="276"/>
                  <a:pt x="419" y="262"/>
                </a:cubicBezTo>
                <a:cubicBezTo>
                  <a:pt x="419" y="261"/>
                  <a:pt x="431" y="261"/>
                  <a:pt x="454" y="261"/>
                </a:cubicBezTo>
                <a:lnTo>
                  <a:pt x="491" y="261"/>
                </a:lnTo>
                <a:lnTo>
                  <a:pt x="491" y="268"/>
                </a:lnTo>
                <a:cubicBezTo>
                  <a:pt x="490" y="270"/>
                  <a:pt x="486" y="309"/>
                  <a:pt x="480" y="385"/>
                </a:cubicBezTo>
                <a:cubicBezTo>
                  <a:pt x="474" y="461"/>
                  <a:pt x="471" y="500"/>
                  <a:pt x="470" y="501"/>
                </a:cubicBezTo>
                <a:lnTo>
                  <a:pt x="470" y="508"/>
                </a:lnTo>
                <a:lnTo>
                  <a:pt x="242" y="508"/>
                </a:lnTo>
                <a:cubicBezTo>
                  <a:pt x="91" y="508"/>
                  <a:pt x="15" y="507"/>
                  <a:pt x="13" y="506"/>
                </a:cubicBezTo>
                <a:cubicBezTo>
                  <a:pt x="4" y="502"/>
                  <a:pt x="0" y="492"/>
                  <a:pt x="0" y="476"/>
                </a:cubicBezTo>
                <a:lnTo>
                  <a:pt x="0" y="470"/>
                </a:lnTo>
                <a:cubicBezTo>
                  <a:pt x="0" y="464"/>
                  <a:pt x="3" y="457"/>
                  <a:pt x="9" y="449"/>
                </a:cubicBezTo>
                <a:cubicBezTo>
                  <a:pt x="15" y="440"/>
                  <a:pt x="32" y="418"/>
                  <a:pt x="59" y="380"/>
                </a:cubicBezTo>
                <a:cubicBezTo>
                  <a:pt x="93" y="336"/>
                  <a:pt x="124" y="297"/>
                  <a:pt x="150" y="261"/>
                </a:cubicBezTo>
                <a:lnTo>
                  <a:pt x="303" y="60"/>
                </a:lnTo>
                <a:lnTo>
                  <a:pt x="255" y="60"/>
                </a:lnTo>
                <a:cubicBezTo>
                  <a:pt x="204" y="60"/>
                  <a:pt x="170" y="65"/>
                  <a:pt x="151" y="74"/>
                </a:cubicBezTo>
                <a:cubicBezTo>
                  <a:pt x="120" y="89"/>
                  <a:pt x="101" y="119"/>
                  <a:pt x="95" y="163"/>
                </a:cubicBezTo>
                <a:cubicBezTo>
                  <a:pt x="91" y="180"/>
                  <a:pt x="89" y="198"/>
                  <a:pt x="89" y="216"/>
                </a:cubicBezTo>
                <a:cubicBezTo>
                  <a:pt x="89" y="218"/>
                  <a:pt x="77" y="219"/>
                  <a:pt x="54" y="219"/>
                </a:cubicBezTo>
                <a:lnTo>
                  <a:pt x="18" y="219"/>
                </a:lnTo>
                <a:lnTo>
                  <a:pt x="18" y="210"/>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974" name=""/>
          <p:cNvSpPr/>
          <p:nvPr/>
        </p:nvSpPr>
        <p:spPr>
          <a:xfrm>
            <a:off x="1488600" y="2982600"/>
            <a:ext cx="273600" cy="96120"/>
          </a:xfrm>
          <a:custGeom>
            <a:avLst/>
            <a:gdLst/>
            <a:ahLst/>
            <a:rect l="0" t="0" r="r" b="b"/>
            <a:pathLst>
              <a:path w="760" h="267">
                <a:moveTo>
                  <a:pt x="0" y="230"/>
                </a:moveTo>
                <a:cubicBezTo>
                  <a:pt x="0" y="173"/>
                  <a:pt x="18" y="121"/>
                  <a:pt x="54" y="72"/>
                </a:cubicBezTo>
                <a:cubicBezTo>
                  <a:pt x="88" y="24"/>
                  <a:pt x="134" y="0"/>
                  <a:pt x="191" y="0"/>
                </a:cubicBezTo>
                <a:cubicBezTo>
                  <a:pt x="220" y="0"/>
                  <a:pt x="248" y="7"/>
                  <a:pt x="275" y="21"/>
                </a:cubicBezTo>
                <a:cubicBezTo>
                  <a:pt x="303" y="34"/>
                  <a:pt x="328" y="51"/>
                  <a:pt x="351" y="72"/>
                </a:cubicBezTo>
                <a:cubicBezTo>
                  <a:pt x="373" y="92"/>
                  <a:pt x="396" y="113"/>
                  <a:pt x="418" y="132"/>
                </a:cubicBezTo>
                <a:cubicBezTo>
                  <a:pt x="440" y="151"/>
                  <a:pt x="464" y="168"/>
                  <a:pt x="490" y="182"/>
                </a:cubicBezTo>
                <a:cubicBezTo>
                  <a:pt x="515" y="197"/>
                  <a:pt x="542" y="204"/>
                  <a:pt x="569" y="204"/>
                </a:cubicBezTo>
                <a:cubicBezTo>
                  <a:pt x="616" y="204"/>
                  <a:pt x="655" y="186"/>
                  <a:pt x="684" y="150"/>
                </a:cubicBezTo>
                <a:cubicBezTo>
                  <a:pt x="714" y="115"/>
                  <a:pt x="729" y="75"/>
                  <a:pt x="729" y="33"/>
                </a:cubicBezTo>
                <a:cubicBezTo>
                  <a:pt x="729" y="24"/>
                  <a:pt x="730" y="16"/>
                  <a:pt x="733" y="10"/>
                </a:cubicBezTo>
                <a:cubicBezTo>
                  <a:pt x="736" y="4"/>
                  <a:pt x="740" y="1"/>
                  <a:pt x="745" y="0"/>
                </a:cubicBezTo>
                <a:cubicBezTo>
                  <a:pt x="755" y="0"/>
                  <a:pt x="760" y="13"/>
                  <a:pt x="760" y="38"/>
                </a:cubicBezTo>
                <a:cubicBezTo>
                  <a:pt x="760" y="95"/>
                  <a:pt x="743" y="147"/>
                  <a:pt x="709" y="195"/>
                </a:cubicBezTo>
                <a:cubicBezTo>
                  <a:pt x="675" y="242"/>
                  <a:pt x="631" y="266"/>
                  <a:pt x="578" y="266"/>
                </a:cubicBezTo>
                <a:lnTo>
                  <a:pt x="569" y="266"/>
                </a:lnTo>
                <a:cubicBezTo>
                  <a:pt x="541" y="266"/>
                  <a:pt x="513" y="260"/>
                  <a:pt x="486" y="246"/>
                </a:cubicBezTo>
                <a:cubicBezTo>
                  <a:pt x="459" y="232"/>
                  <a:pt x="433" y="215"/>
                  <a:pt x="410" y="196"/>
                </a:cubicBezTo>
                <a:cubicBezTo>
                  <a:pt x="386" y="176"/>
                  <a:pt x="364" y="156"/>
                  <a:pt x="343" y="137"/>
                </a:cubicBezTo>
                <a:cubicBezTo>
                  <a:pt x="321" y="117"/>
                  <a:pt x="298" y="100"/>
                  <a:pt x="271" y="84"/>
                </a:cubicBezTo>
                <a:cubicBezTo>
                  <a:pt x="244" y="70"/>
                  <a:pt x="218" y="63"/>
                  <a:pt x="192" y="64"/>
                </a:cubicBezTo>
                <a:cubicBezTo>
                  <a:pt x="159" y="64"/>
                  <a:pt x="129" y="73"/>
                  <a:pt x="104" y="92"/>
                </a:cubicBezTo>
                <a:cubicBezTo>
                  <a:pt x="76" y="115"/>
                  <a:pt x="58" y="141"/>
                  <a:pt x="48" y="171"/>
                </a:cubicBezTo>
                <a:cubicBezTo>
                  <a:pt x="37" y="200"/>
                  <a:pt x="31" y="224"/>
                  <a:pt x="29" y="241"/>
                </a:cubicBezTo>
                <a:cubicBezTo>
                  <a:pt x="26" y="259"/>
                  <a:pt x="22" y="267"/>
                  <a:pt x="16" y="267"/>
                </a:cubicBezTo>
                <a:cubicBezTo>
                  <a:pt x="5" y="267"/>
                  <a:pt x="0" y="255"/>
                  <a:pt x="0" y="230"/>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975" name=""/>
          <p:cNvSpPr/>
          <p:nvPr/>
        </p:nvSpPr>
        <p:spPr>
          <a:xfrm>
            <a:off x="1887840" y="2809800"/>
            <a:ext cx="412560" cy="344160"/>
          </a:xfrm>
          <a:custGeom>
            <a:avLst/>
            <a:gdLst/>
            <a:ahLst/>
            <a:rect l="0" t="0" r="r" b="b"/>
            <a:pathLst>
              <a:path w="1146" h="956">
                <a:moveTo>
                  <a:pt x="421" y="95"/>
                </a:moveTo>
                <a:cubicBezTo>
                  <a:pt x="432" y="95"/>
                  <a:pt x="438" y="98"/>
                  <a:pt x="438" y="103"/>
                </a:cubicBezTo>
                <a:cubicBezTo>
                  <a:pt x="439" y="105"/>
                  <a:pt x="444" y="120"/>
                  <a:pt x="452" y="149"/>
                </a:cubicBezTo>
                <a:cubicBezTo>
                  <a:pt x="459" y="178"/>
                  <a:pt x="475" y="229"/>
                  <a:pt x="498" y="301"/>
                </a:cubicBezTo>
                <a:cubicBezTo>
                  <a:pt x="522" y="375"/>
                  <a:pt x="550" y="453"/>
                  <a:pt x="581" y="536"/>
                </a:cubicBezTo>
                <a:cubicBezTo>
                  <a:pt x="621" y="646"/>
                  <a:pt x="661" y="736"/>
                  <a:pt x="702" y="806"/>
                </a:cubicBezTo>
                <a:lnTo>
                  <a:pt x="708" y="816"/>
                </a:lnTo>
                <a:lnTo>
                  <a:pt x="731" y="726"/>
                </a:lnTo>
                <a:cubicBezTo>
                  <a:pt x="754" y="633"/>
                  <a:pt x="780" y="537"/>
                  <a:pt x="808" y="436"/>
                </a:cubicBezTo>
                <a:cubicBezTo>
                  <a:pt x="843" y="310"/>
                  <a:pt x="869" y="223"/>
                  <a:pt x="886" y="173"/>
                </a:cubicBezTo>
                <a:cubicBezTo>
                  <a:pt x="904" y="123"/>
                  <a:pt x="922" y="89"/>
                  <a:pt x="940" y="70"/>
                </a:cubicBezTo>
                <a:cubicBezTo>
                  <a:pt x="980" y="30"/>
                  <a:pt x="1033" y="7"/>
                  <a:pt x="1098" y="1"/>
                </a:cubicBezTo>
                <a:cubicBezTo>
                  <a:pt x="1100" y="1"/>
                  <a:pt x="1103" y="1"/>
                  <a:pt x="1109" y="1"/>
                </a:cubicBezTo>
                <a:cubicBezTo>
                  <a:pt x="1116" y="1"/>
                  <a:pt x="1120" y="0"/>
                  <a:pt x="1122" y="0"/>
                </a:cubicBezTo>
                <a:lnTo>
                  <a:pt x="1127" y="0"/>
                </a:lnTo>
                <a:cubicBezTo>
                  <a:pt x="1139" y="0"/>
                  <a:pt x="1146" y="9"/>
                  <a:pt x="1146" y="27"/>
                </a:cubicBezTo>
                <a:cubicBezTo>
                  <a:pt x="1146" y="60"/>
                  <a:pt x="1135" y="87"/>
                  <a:pt x="1114" y="110"/>
                </a:cubicBezTo>
                <a:cubicBezTo>
                  <a:pt x="1107" y="117"/>
                  <a:pt x="1097" y="120"/>
                  <a:pt x="1083" y="120"/>
                </a:cubicBezTo>
                <a:cubicBezTo>
                  <a:pt x="1056" y="122"/>
                  <a:pt x="1030" y="126"/>
                  <a:pt x="1008" y="133"/>
                </a:cubicBezTo>
                <a:cubicBezTo>
                  <a:pt x="986" y="140"/>
                  <a:pt x="971" y="147"/>
                  <a:pt x="962" y="153"/>
                </a:cubicBezTo>
                <a:cubicBezTo>
                  <a:pt x="953" y="160"/>
                  <a:pt x="947" y="166"/>
                  <a:pt x="945" y="170"/>
                </a:cubicBezTo>
                <a:cubicBezTo>
                  <a:pt x="930" y="194"/>
                  <a:pt x="894" y="315"/>
                  <a:pt x="836" y="532"/>
                </a:cubicBezTo>
                <a:cubicBezTo>
                  <a:pt x="779" y="749"/>
                  <a:pt x="750" y="866"/>
                  <a:pt x="749" y="882"/>
                </a:cubicBezTo>
                <a:cubicBezTo>
                  <a:pt x="749" y="883"/>
                  <a:pt x="748" y="883"/>
                  <a:pt x="748" y="882"/>
                </a:cubicBezTo>
                <a:cubicBezTo>
                  <a:pt x="748" y="880"/>
                  <a:pt x="747" y="880"/>
                  <a:pt x="746" y="882"/>
                </a:cubicBezTo>
                <a:cubicBezTo>
                  <a:pt x="746" y="883"/>
                  <a:pt x="745" y="884"/>
                  <a:pt x="745" y="885"/>
                </a:cubicBezTo>
                <a:cubicBezTo>
                  <a:pt x="740" y="897"/>
                  <a:pt x="730" y="908"/>
                  <a:pt x="715" y="918"/>
                </a:cubicBezTo>
                <a:cubicBezTo>
                  <a:pt x="699" y="928"/>
                  <a:pt x="684" y="933"/>
                  <a:pt x="668" y="934"/>
                </a:cubicBezTo>
                <a:cubicBezTo>
                  <a:pt x="660" y="934"/>
                  <a:pt x="655" y="933"/>
                  <a:pt x="652" y="931"/>
                </a:cubicBezTo>
                <a:cubicBezTo>
                  <a:pt x="649" y="928"/>
                  <a:pt x="643" y="921"/>
                  <a:pt x="634" y="907"/>
                </a:cubicBezTo>
                <a:cubicBezTo>
                  <a:pt x="599" y="851"/>
                  <a:pt x="572" y="801"/>
                  <a:pt x="552" y="759"/>
                </a:cubicBezTo>
                <a:cubicBezTo>
                  <a:pt x="532" y="716"/>
                  <a:pt x="509" y="660"/>
                  <a:pt x="484" y="589"/>
                </a:cubicBezTo>
                <a:cubicBezTo>
                  <a:pt x="449" y="498"/>
                  <a:pt x="417" y="406"/>
                  <a:pt x="388" y="314"/>
                </a:cubicBezTo>
                <a:lnTo>
                  <a:pt x="379" y="289"/>
                </a:lnTo>
                <a:lnTo>
                  <a:pt x="379" y="290"/>
                </a:lnTo>
                <a:cubicBezTo>
                  <a:pt x="379" y="291"/>
                  <a:pt x="375" y="308"/>
                  <a:pt x="367" y="343"/>
                </a:cubicBezTo>
                <a:cubicBezTo>
                  <a:pt x="360" y="378"/>
                  <a:pt x="351" y="419"/>
                  <a:pt x="340" y="467"/>
                </a:cubicBezTo>
                <a:cubicBezTo>
                  <a:pt x="329" y="516"/>
                  <a:pt x="315" y="569"/>
                  <a:pt x="297" y="627"/>
                </a:cubicBezTo>
                <a:cubicBezTo>
                  <a:pt x="279" y="684"/>
                  <a:pt x="260" y="737"/>
                  <a:pt x="241" y="785"/>
                </a:cubicBezTo>
                <a:cubicBezTo>
                  <a:pt x="222" y="833"/>
                  <a:pt x="200" y="873"/>
                  <a:pt x="175" y="907"/>
                </a:cubicBezTo>
                <a:cubicBezTo>
                  <a:pt x="150" y="940"/>
                  <a:pt x="125" y="957"/>
                  <a:pt x="100" y="956"/>
                </a:cubicBezTo>
                <a:cubicBezTo>
                  <a:pt x="79" y="956"/>
                  <a:pt x="58" y="950"/>
                  <a:pt x="35" y="938"/>
                </a:cubicBezTo>
                <a:cubicBezTo>
                  <a:pt x="12" y="925"/>
                  <a:pt x="0" y="910"/>
                  <a:pt x="0" y="890"/>
                </a:cubicBezTo>
                <a:cubicBezTo>
                  <a:pt x="0" y="871"/>
                  <a:pt x="5" y="851"/>
                  <a:pt x="17" y="829"/>
                </a:cubicBezTo>
                <a:cubicBezTo>
                  <a:pt x="28" y="808"/>
                  <a:pt x="40" y="797"/>
                  <a:pt x="51" y="796"/>
                </a:cubicBezTo>
                <a:cubicBezTo>
                  <a:pt x="53" y="796"/>
                  <a:pt x="60" y="801"/>
                  <a:pt x="71" y="811"/>
                </a:cubicBezTo>
                <a:cubicBezTo>
                  <a:pt x="83" y="821"/>
                  <a:pt x="102" y="829"/>
                  <a:pt x="129" y="834"/>
                </a:cubicBezTo>
                <a:lnTo>
                  <a:pt x="135" y="834"/>
                </a:lnTo>
                <a:cubicBezTo>
                  <a:pt x="148" y="834"/>
                  <a:pt x="160" y="826"/>
                  <a:pt x="170" y="810"/>
                </a:cubicBezTo>
                <a:cubicBezTo>
                  <a:pt x="181" y="794"/>
                  <a:pt x="196" y="758"/>
                  <a:pt x="215" y="702"/>
                </a:cubicBezTo>
                <a:cubicBezTo>
                  <a:pt x="248" y="606"/>
                  <a:pt x="275" y="514"/>
                  <a:pt x="295" y="424"/>
                </a:cubicBezTo>
                <a:cubicBezTo>
                  <a:pt x="314" y="335"/>
                  <a:pt x="327" y="265"/>
                  <a:pt x="332" y="216"/>
                </a:cubicBezTo>
                <a:cubicBezTo>
                  <a:pt x="337" y="167"/>
                  <a:pt x="342" y="142"/>
                  <a:pt x="345" y="139"/>
                </a:cubicBezTo>
                <a:cubicBezTo>
                  <a:pt x="351" y="128"/>
                  <a:pt x="361" y="118"/>
                  <a:pt x="377" y="109"/>
                </a:cubicBezTo>
                <a:cubicBezTo>
                  <a:pt x="392" y="100"/>
                  <a:pt x="406" y="95"/>
                  <a:pt x="421" y="95"/>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976" name=""/>
          <p:cNvSpPr/>
          <p:nvPr/>
        </p:nvSpPr>
        <p:spPr>
          <a:xfrm>
            <a:off x="2338560" y="2825640"/>
            <a:ext cx="98280" cy="410040"/>
          </a:xfrm>
          <a:custGeom>
            <a:avLst/>
            <a:gdLst/>
            <a:ahLst/>
            <a:rect l="0" t="0" r="r" b="b"/>
            <a:pathLst>
              <a:path w="273" h="1139">
                <a:moveTo>
                  <a:pt x="0" y="569"/>
                </a:moveTo>
                <a:cubicBezTo>
                  <a:pt x="0" y="517"/>
                  <a:pt x="4" y="467"/>
                  <a:pt x="11" y="420"/>
                </a:cubicBezTo>
                <a:cubicBezTo>
                  <a:pt x="19" y="373"/>
                  <a:pt x="28" y="333"/>
                  <a:pt x="37" y="298"/>
                </a:cubicBezTo>
                <a:cubicBezTo>
                  <a:pt x="47" y="264"/>
                  <a:pt x="61" y="231"/>
                  <a:pt x="80" y="198"/>
                </a:cubicBezTo>
                <a:cubicBezTo>
                  <a:pt x="98" y="166"/>
                  <a:pt x="112" y="140"/>
                  <a:pt x="123" y="122"/>
                </a:cubicBezTo>
                <a:cubicBezTo>
                  <a:pt x="133" y="104"/>
                  <a:pt x="149" y="84"/>
                  <a:pt x="172" y="63"/>
                </a:cubicBezTo>
                <a:cubicBezTo>
                  <a:pt x="193" y="41"/>
                  <a:pt x="205" y="29"/>
                  <a:pt x="209" y="24"/>
                </a:cubicBezTo>
                <a:cubicBezTo>
                  <a:pt x="213" y="19"/>
                  <a:pt x="223" y="11"/>
                  <a:pt x="238" y="0"/>
                </a:cubicBezTo>
                <a:lnTo>
                  <a:pt x="252" y="0"/>
                </a:lnTo>
                <a:lnTo>
                  <a:pt x="257" y="0"/>
                </a:lnTo>
                <a:cubicBezTo>
                  <a:pt x="268" y="0"/>
                  <a:pt x="273" y="4"/>
                  <a:pt x="273" y="10"/>
                </a:cubicBezTo>
                <a:cubicBezTo>
                  <a:pt x="273" y="13"/>
                  <a:pt x="267" y="21"/>
                  <a:pt x="254" y="34"/>
                </a:cubicBezTo>
                <a:cubicBezTo>
                  <a:pt x="241" y="48"/>
                  <a:pt x="225" y="68"/>
                  <a:pt x="207" y="95"/>
                </a:cubicBezTo>
                <a:cubicBezTo>
                  <a:pt x="189" y="121"/>
                  <a:pt x="170" y="154"/>
                  <a:pt x="150" y="192"/>
                </a:cubicBezTo>
                <a:cubicBezTo>
                  <a:pt x="131" y="231"/>
                  <a:pt x="115" y="284"/>
                  <a:pt x="102" y="350"/>
                </a:cubicBezTo>
                <a:cubicBezTo>
                  <a:pt x="89" y="416"/>
                  <a:pt x="83" y="489"/>
                  <a:pt x="83" y="569"/>
                </a:cubicBezTo>
                <a:cubicBezTo>
                  <a:pt x="83" y="650"/>
                  <a:pt x="89" y="724"/>
                  <a:pt x="102" y="789"/>
                </a:cubicBezTo>
                <a:cubicBezTo>
                  <a:pt x="115" y="854"/>
                  <a:pt x="131" y="907"/>
                  <a:pt x="149" y="947"/>
                </a:cubicBezTo>
                <a:cubicBezTo>
                  <a:pt x="167" y="987"/>
                  <a:pt x="187" y="1020"/>
                  <a:pt x="206" y="1045"/>
                </a:cubicBezTo>
                <a:cubicBezTo>
                  <a:pt x="225" y="1070"/>
                  <a:pt x="241" y="1090"/>
                  <a:pt x="254" y="1105"/>
                </a:cubicBezTo>
                <a:cubicBezTo>
                  <a:pt x="267" y="1121"/>
                  <a:pt x="273" y="1128"/>
                  <a:pt x="273" y="1129"/>
                </a:cubicBezTo>
                <a:cubicBezTo>
                  <a:pt x="273" y="1136"/>
                  <a:pt x="267" y="1139"/>
                  <a:pt x="256" y="1139"/>
                </a:cubicBezTo>
                <a:lnTo>
                  <a:pt x="252" y="1139"/>
                </a:lnTo>
                <a:lnTo>
                  <a:pt x="238" y="1139"/>
                </a:lnTo>
                <a:lnTo>
                  <a:pt x="206" y="1112"/>
                </a:lnTo>
                <a:cubicBezTo>
                  <a:pt x="133" y="1048"/>
                  <a:pt x="81" y="967"/>
                  <a:pt x="49" y="871"/>
                </a:cubicBezTo>
                <a:cubicBezTo>
                  <a:pt x="16" y="774"/>
                  <a:pt x="0" y="673"/>
                  <a:pt x="0" y="569"/>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977" name=""/>
          <p:cNvSpPr/>
          <p:nvPr/>
        </p:nvSpPr>
        <p:spPr>
          <a:xfrm>
            <a:off x="2477880" y="2864880"/>
            <a:ext cx="198720" cy="272520"/>
          </a:xfrm>
          <a:custGeom>
            <a:avLst/>
            <a:gdLst/>
            <a:ahLst/>
            <a:rect l="0" t="0" r="r" b="b"/>
            <a:pathLst>
              <a:path w="552" h="757">
                <a:moveTo>
                  <a:pt x="252" y="0"/>
                </a:moveTo>
                <a:lnTo>
                  <a:pt x="267" y="0"/>
                </a:lnTo>
                <a:lnTo>
                  <a:pt x="270" y="0"/>
                </a:lnTo>
                <a:cubicBezTo>
                  <a:pt x="435" y="0"/>
                  <a:pt x="527" y="90"/>
                  <a:pt x="546" y="269"/>
                </a:cubicBezTo>
                <a:cubicBezTo>
                  <a:pt x="550" y="305"/>
                  <a:pt x="552" y="343"/>
                  <a:pt x="552" y="381"/>
                </a:cubicBezTo>
                <a:cubicBezTo>
                  <a:pt x="552" y="529"/>
                  <a:pt x="523" y="630"/>
                  <a:pt x="468" y="686"/>
                </a:cubicBezTo>
                <a:cubicBezTo>
                  <a:pt x="423" y="734"/>
                  <a:pt x="359" y="757"/>
                  <a:pt x="275" y="757"/>
                </a:cubicBezTo>
                <a:cubicBezTo>
                  <a:pt x="141" y="757"/>
                  <a:pt x="56" y="694"/>
                  <a:pt x="20" y="570"/>
                </a:cubicBezTo>
                <a:cubicBezTo>
                  <a:pt x="7" y="526"/>
                  <a:pt x="0" y="464"/>
                  <a:pt x="0" y="385"/>
                </a:cubicBezTo>
                <a:cubicBezTo>
                  <a:pt x="0" y="242"/>
                  <a:pt x="26" y="140"/>
                  <a:pt x="77" y="79"/>
                </a:cubicBezTo>
                <a:cubicBezTo>
                  <a:pt x="98" y="54"/>
                  <a:pt x="125" y="35"/>
                  <a:pt x="159" y="21"/>
                </a:cubicBezTo>
                <a:cubicBezTo>
                  <a:pt x="193" y="7"/>
                  <a:pt x="224" y="0"/>
                  <a:pt x="252" y="0"/>
                </a:cubicBezTo>
                <a:moveTo>
                  <a:pt x="374" y="121"/>
                </a:moveTo>
                <a:cubicBezTo>
                  <a:pt x="354" y="79"/>
                  <a:pt x="321" y="57"/>
                  <a:pt x="274" y="57"/>
                </a:cubicBezTo>
                <a:cubicBezTo>
                  <a:pt x="245" y="57"/>
                  <a:pt x="219" y="68"/>
                  <a:pt x="197" y="90"/>
                </a:cubicBezTo>
                <a:cubicBezTo>
                  <a:pt x="181" y="108"/>
                  <a:pt x="171" y="132"/>
                  <a:pt x="168" y="163"/>
                </a:cubicBezTo>
                <a:cubicBezTo>
                  <a:pt x="165" y="194"/>
                  <a:pt x="164" y="270"/>
                  <a:pt x="163" y="391"/>
                </a:cubicBezTo>
                <a:cubicBezTo>
                  <a:pt x="163" y="506"/>
                  <a:pt x="166" y="580"/>
                  <a:pt x="172" y="613"/>
                </a:cubicBezTo>
                <a:cubicBezTo>
                  <a:pt x="176" y="635"/>
                  <a:pt x="187" y="655"/>
                  <a:pt x="205" y="672"/>
                </a:cubicBezTo>
                <a:cubicBezTo>
                  <a:pt x="222" y="689"/>
                  <a:pt x="246" y="698"/>
                  <a:pt x="275" y="698"/>
                </a:cubicBezTo>
                <a:cubicBezTo>
                  <a:pt x="315" y="698"/>
                  <a:pt x="345" y="681"/>
                  <a:pt x="367" y="646"/>
                </a:cubicBezTo>
                <a:cubicBezTo>
                  <a:pt x="376" y="631"/>
                  <a:pt x="381" y="606"/>
                  <a:pt x="384" y="572"/>
                </a:cubicBezTo>
                <a:cubicBezTo>
                  <a:pt x="386" y="538"/>
                  <a:pt x="387" y="471"/>
                  <a:pt x="388" y="370"/>
                </a:cubicBezTo>
                <a:cubicBezTo>
                  <a:pt x="388" y="227"/>
                  <a:pt x="384" y="144"/>
                  <a:pt x="374" y="121"/>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978" name=""/>
          <p:cNvSpPr/>
          <p:nvPr/>
        </p:nvSpPr>
        <p:spPr>
          <a:xfrm>
            <a:off x="2727000" y="3083400"/>
            <a:ext cx="54360" cy="129600"/>
          </a:xfrm>
          <a:custGeom>
            <a:avLst/>
            <a:gdLst/>
            <a:ahLst/>
            <a:rect l="0" t="0" r="r" b="b"/>
            <a:pathLst>
              <a:path w="151" h="360">
                <a:moveTo>
                  <a:pt x="0" y="98"/>
                </a:moveTo>
                <a:cubicBezTo>
                  <a:pt x="0" y="98"/>
                  <a:pt x="0" y="89"/>
                  <a:pt x="0" y="70"/>
                </a:cubicBezTo>
                <a:cubicBezTo>
                  <a:pt x="0" y="51"/>
                  <a:pt x="7" y="34"/>
                  <a:pt x="19" y="21"/>
                </a:cubicBezTo>
                <a:cubicBezTo>
                  <a:pt x="31" y="7"/>
                  <a:pt x="48" y="0"/>
                  <a:pt x="68" y="0"/>
                </a:cubicBezTo>
                <a:cubicBezTo>
                  <a:pt x="90" y="0"/>
                  <a:pt x="108" y="10"/>
                  <a:pt x="125" y="29"/>
                </a:cubicBezTo>
                <a:cubicBezTo>
                  <a:pt x="142" y="48"/>
                  <a:pt x="151" y="81"/>
                  <a:pt x="151" y="129"/>
                </a:cubicBezTo>
                <a:cubicBezTo>
                  <a:pt x="151" y="155"/>
                  <a:pt x="148" y="181"/>
                  <a:pt x="141" y="207"/>
                </a:cubicBezTo>
                <a:cubicBezTo>
                  <a:pt x="134" y="232"/>
                  <a:pt x="126" y="254"/>
                  <a:pt x="117" y="272"/>
                </a:cubicBezTo>
                <a:cubicBezTo>
                  <a:pt x="108" y="290"/>
                  <a:pt x="98" y="306"/>
                  <a:pt x="88" y="319"/>
                </a:cubicBezTo>
                <a:cubicBezTo>
                  <a:pt x="77" y="332"/>
                  <a:pt x="68" y="342"/>
                  <a:pt x="60" y="349"/>
                </a:cubicBezTo>
                <a:cubicBezTo>
                  <a:pt x="53" y="357"/>
                  <a:pt x="48" y="360"/>
                  <a:pt x="45" y="360"/>
                </a:cubicBezTo>
                <a:cubicBezTo>
                  <a:pt x="42" y="360"/>
                  <a:pt x="38" y="356"/>
                  <a:pt x="31" y="349"/>
                </a:cubicBezTo>
                <a:cubicBezTo>
                  <a:pt x="24" y="343"/>
                  <a:pt x="20" y="338"/>
                  <a:pt x="20" y="335"/>
                </a:cubicBezTo>
                <a:cubicBezTo>
                  <a:pt x="20" y="332"/>
                  <a:pt x="25" y="326"/>
                  <a:pt x="33" y="316"/>
                </a:cubicBezTo>
                <a:cubicBezTo>
                  <a:pt x="41" y="307"/>
                  <a:pt x="51" y="296"/>
                  <a:pt x="61" y="282"/>
                </a:cubicBezTo>
                <a:cubicBezTo>
                  <a:pt x="72" y="269"/>
                  <a:pt x="82" y="250"/>
                  <a:pt x="91" y="225"/>
                </a:cubicBezTo>
                <a:cubicBezTo>
                  <a:pt x="100" y="200"/>
                  <a:pt x="106" y="172"/>
                  <a:pt x="109" y="141"/>
                </a:cubicBezTo>
                <a:lnTo>
                  <a:pt x="109" y="128"/>
                </a:lnTo>
                <a:lnTo>
                  <a:pt x="108" y="129"/>
                </a:lnTo>
                <a:cubicBezTo>
                  <a:pt x="107" y="130"/>
                  <a:pt x="105" y="130"/>
                  <a:pt x="102" y="131"/>
                </a:cubicBezTo>
                <a:cubicBezTo>
                  <a:pt x="100" y="132"/>
                  <a:pt x="98" y="133"/>
                  <a:pt x="96" y="134"/>
                </a:cubicBezTo>
                <a:cubicBezTo>
                  <a:pt x="93" y="136"/>
                  <a:pt x="90" y="137"/>
                  <a:pt x="85" y="137"/>
                </a:cubicBezTo>
                <a:cubicBezTo>
                  <a:pt x="81" y="137"/>
                  <a:pt x="76" y="137"/>
                  <a:pt x="72" y="138"/>
                </a:cubicBezTo>
                <a:cubicBezTo>
                  <a:pt x="51" y="138"/>
                  <a:pt x="34" y="131"/>
                  <a:pt x="22" y="119"/>
                </a:cubicBezTo>
                <a:lnTo>
                  <a:pt x="0" y="98"/>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979" name=""/>
          <p:cNvSpPr/>
          <p:nvPr/>
        </p:nvSpPr>
        <p:spPr>
          <a:xfrm>
            <a:off x="2887560" y="2851920"/>
            <a:ext cx="158040" cy="281520"/>
          </a:xfrm>
          <a:custGeom>
            <a:avLst/>
            <a:gdLst/>
            <a:ahLst/>
            <a:rect l="0" t="0" r="r" b="b"/>
            <a:pathLst>
              <a:path w="439" h="782">
                <a:moveTo>
                  <a:pt x="424" y="782"/>
                </a:moveTo>
                <a:cubicBezTo>
                  <a:pt x="404" y="780"/>
                  <a:pt x="336" y="778"/>
                  <a:pt x="221" y="778"/>
                </a:cubicBezTo>
                <a:cubicBezTo>
                  <a:pt x="104" y="778"/>
                  <a:pt x="35" y="780"/>
                  <a:pt x="15" y="782"/>
                </a:cubicBezTo>
                <a:lnTo>
                  <a:pt x="0" y="782"/>
                </a:lnTo>
                <a:lnTo>
                  <a:pt x="0" y="711"/>
                </a:lnTo>
                <a:lnTo>
                  <a:pt x="131" y="711"/>
                </a:lnTo>
                <a:lnTo>
                  <a:pt x="131" y="71"/>
                </a:lnTo>
                <a:lnTo>
                  <a:pt x="0" y="71"/>
                </a:lnTo>
                <a:lnTo>
                  <a:pt x="0" y="0"/>
                </a:lnTo>
                <a:lnTo>
                  <a:pt x="15" y="0"/>
                </a:lnTo>
                <a:cubicBezTo>
                  <a:pt x="35" y="2"/>
                  <a:pt x="104" y="3"/>
                  <a:pt x="221" y="3"/>
                </a:cubicBezTo>
                <a:cubicBezTo>
                  <a:pt x="336" y="3"/>
                  <a:pt x="404" y="2"/>
                  <a:pt x="424" y="0"/>
                </a:cubicBezTo>
                <a:lnTo>
                  <a:pt x="439" y="0"/>
                </a:lnTo>
                <a:lnTo>
                  <a:pt x="439" y="71"/>
                </a:lnTo>
                <a:lnTo>
                  <a:pt x="309" y="71"/>
                </a:lnTo>
                <a:lnTo>
                  <a:pt x="309" y="711"/>
                </a:lnTo>
                <a:lnTo>
                  <a:pt x="439" y="711"/>
                </a:lnTo>
                <a:lnTo>
                  <a:pt x="439" y="782"/>
                </a:lnTo>
                <a:lnTo>
                  <a:pt x="424" y="782"/>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980" name=""/>
          <p:cNvSpPr/>
          <p:nvPr/>
        </p:nvSpPr>
        <p:spPr>
          <a:xfrm>
            <a:off x="3078360" y="2825640"/>
            <a:ext cx="98280" cy="410040"/>
          </a:xfrm>
          <a:custGeom>
            <a:avLst/>
            <a:gdLst/>
            <a:ahLst/>
            <a:rect l="0" t="0" r="r" b="b"/>
            <a:pathLst>
              <a:path w="273" h="1139">
                <a:moveTo>
                  <a:pt x="6" y="1"/>
                </a:moveTo>
                <a:lnTo>
                  <a:pt x="11" y="0"/>
                </a:lnTo>
                <a:cubicBezTo>
                  <a:pt x="14" y="0"/>
                  <a:pt x="19" y="0"/>
                  <a:pt x="23" y="0"/>
                </a:cubicBezTo>
                <a:lnTo>
                  <a:pt x="37" y="0"/>
                </a:lnTo>
                <a:lnTo>
                  <a:pt x="69" y="27"/>
                </a:lnTo>
                <a:cubicBezTo>
                  <a:pt x="140" y="92"/>
                  <a:pt x="192" y="172"/>
                  <a:pt x="224" y="269"/>
                </a:cubicBezTo>
                <a:cubicBezTo>
                  <a:pt x="257" y="365"/>
                  <a:pt x="273" y="465"/>
                  <a:pt x="273" y="569"/>
                </a:cubicBezTo>
                <a:cubicBezTo>
                  <a:pt x="273" y="621"/>
                  <a:pt x="270" y="671"/>
                  <a:pt x="262" y="719"/>
                </a:cubicBezTo>
                <a:cubicBezTo>
                  <a:pt x="254" y="767"/>
                  <a:pt x="246" y="808"/>
                  <a:pt x="236" y="841"/>
                </a:cubicBezTo>
                <a:cubicBezTo>
                  <a:pt x="226" y="875"/>
                  <a:pt x="212" y="908"/>
                  <a:pt x="194" y="941"/>
                </a:cubicBezTo>
                <a:cubicBezTo>
                  <a:pt x="176" y="975"/>
                  <a:pt x="161" y="1000"/>
                  <a:pt x="150" y="1018"/>
                </a:cubicBezTo>
                <a:cubicBezTo>
                  <a:pt x="140" y="1035"/>
                  <a:pt x="124" y="1054"/>
                  <a:pt x="104" y="1076"/>
                </a:cubicBezTo>
                <a:cubicBezTo>
                  <a:pt x="83" y="1097"/>
                  <a:pt x="71" y="1110"/>
                  <a:pt x="67" y="1113"/>
                </a:cubicBezTo>
                <a:cubicBezTo>
                  <a:pt x="64" y="1117"/>
                  <a:pt x="55" y="1124"/>
                  <a:pt x="41" y="1135"/>
                </a:cubicBezTo>
                <a:cubicBezTo>
                  <a:pt x="39" y="1137"/>
                  <a:pt x="37" y="1139"/>
                  <a:pt x="37" y="1139"/>
                </a:cubicBezTo>
                <a:lnTo>
                  <a:pt x="23" y="1139"/>
                </a:lnTo>
                <a:cubicBezTo>
                  <a:pt x="16" y="1139"/>
                  <a:pt x="12" y="1139"/>
                  <a:pt x="9" y="1139"/>
                </a:cubicBezTo>
                <a:cubicBezTo>
                  <a:pt x="7" y="1139"/>
                  <a:pt x="5" y="1138"/>
                  <a:pt x="4" y="1136"/>
                </a:cubicBezTo>
                <a:cubicBezTo>
                  <a:pt x="2" y="1134"/>
                  <a:pt x="1" y="1130"/>
                  <a:pt x="0" y="1126"/>
                </a:cubicBezTo>
                <a:cubicBezTo>
                  <a:pt x="1" y="1125"/>
                  <a:pt x="5" y="1120"/>
                  <a:pt x="13" y="1111"/>
                </a:cubicBezTo>
                <a:cubicBezTo>
                  <a:pt x="132" y="989"/>
                  <a:pt x="190" y="809"/>
                  <a:pt x="190" y="569"/>
                </a:cubicBezTo>
                <a:cubicBezTo>
                  <a:pt x="190" y="331"/>
                  <a:pt x="132" y="151"/>
                  <a:pt x="13" y="29"/>
                </a:cubicBezTo>
                <a:cubicBezTo>
                  <a:pt x="5" y="19"/>
                  <a:pt x="1" y="15"/>
                  <a:pt x="0" y="14"/>
                </a:cubicBezTo>
                <a:cubicBezTo>
                  <a:pt x="0" y="8"/>
                  <a:pt x="2" y="4"/>
                  <a:pt x="6" y="1"/>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981" name=""/>
          <p:cNvSpPr txBox="1"/>
          <p:nvPr/>
        </p:nvSpPr>
        <p:spPr>
          <a:xfrm>
            <a:off x="2863080" y="2289240"/>
            <a:ext cx="3505320" cy="334080"/>
          </a:xfrm>
          <a:prstGeom prst="rect">
            <a:avLst/>
          </a:prstGeom>
          <a:noFill/>
          <a:ln w="0">
            <a:noFill/>
          </a:ln>
        </p:spPr>
        <p:txBody>
          <a:bodyPr wrap="none" lIns="0" rIns="0" tIns="0" bIns="0" anchor="t">
            <a:spAutoFit/>
          </a:bodyPr>
          <a:p>
            <a:r>
              <a:rPr b="0" lang="en-US" sz="2620" strike="noStrike" u="none">
                <a:solidFill>
                  <a:srgbClr val="333333"/>
                </a:solidFill>
                <a:effectLst/>
                <a:uFillTx/>
                <a:latin typeface="NotoSansJP-Thin_"/>
                <a:ea typeface="NotoSansJP-Thin_"/>
              </a:rPr>
              <a:t> について以下を反復：</a:t>
            </a:r>
            <a:endParaRPr b="0" lang="en-US" sz="2620" strike="noStrike" u="none">
              <a:solidFill>
                <a:srgbClr val="000000"/>
              </a:solidFill>
              <a:effectLst/>
              <a:uFillTx/>
              <a:latin typeface="Times New Roman"/>
            </a:endParaRPr>
          </a:p>
        </p:txBody>
      </p:sp>
      <p:sp>
        <p:nvSpPr>
          <p:cNvPr id="982" name=""/>
          <p:cNvSpPr/>
          <p:nvPr/>
        </p:nvSpPr>
        <p:spPr>
          <a:xfrm>
            <a:off x="3617640" y="2883240"/>
            <a:ext cx="127800" cy="261360"/>
          </a:xfrm>
          <a:custGeom>
            <a:avLst/>
            <a:gdLst/>
            <a:ahLst/>
            <a:rect l="0" t="0" r="r" b="b"/>
            <a:pathLst>
              <a:path w="355" h="726">
                <a:moveTo>
                  <a:pt x="8" y="274"/>
                </a:moveTo>
                <a:cubicBezTo>
                  <a:pt x="3" y="269"/>
                  <a:pt x="0" y="265"/>
                  <a:pt x="0" y="263"/>
                </a:cubicBezTo>
                <a:cubicBezTo>
                  <a:pt x="0" y="260"/>
                  <a:pt x="2" y="254"/>
                  <a:pt x="4" y="245"/>
                </a:cubicBezTo>
                <a:cubicBezTo>
                  <a:pt x="6" y="235"/>
                  <a:pt x="8" y="230"/>
                  <a:pt x="10" y="229"/>
                </a:cubicBezTo>
                <a:cubicBezTo>
                  <a:pt x="11" y="225"/>
                  <a:pt x="16" y="223"/>
                  <a:pt x="21" y="223"/>
                </a:cubicBezTo>
                <a:cubicBezTo>
                  <a:pt x="26" y="223"/>
                  <a:pt x="45" y="223"/>
                  <a:pt x="79" y="222"/>
                </a:cubicBezTo>
                <a:lnTo>
                  <a:pt x="139" y="222"/>
                </a:lnTo>
                <a:lnTo>
                  <a:pt x="161" y="131"/>
                </a:lnTo>
                <a:cubicBezTo>
                  <a:pt x="163" y="122"/>
                  <a:pt x="166" y="111"/>
                  <a:pt x="169" y="98"/>
                </a:cubicBezTo>
                <a:cubicBezTo>
                  <a:pt x="172" y="84"/>
                  <a:pt x="174" y="74"/>
                  <a:pt x="177" y="68"/>
                </a:cubicBezTo>
                <a:cubicBezTo>
                  <a:pt x="179" y="62"/>
                  <a:pt x="181" y="55"/>
                  <a:pt x="184" y="45"/>
                </a:cubicBezTo>
                <a:cubicBezTo>
                  <a:pt x="186" y="36"/>
                  <a:pt x="189" y="30"/>
                  <a:pt x="193" y="26"/>
                </a:cubicBezTo>
                <a:cubicBezTo>
                  <a:pt x="196" y="22"/>
                  <a:pt x="200" y="18"/>
                  <a:pt x="204" y="12"/>
                </a:cubicBezTo>
                <a:cubicBezTo>
                  <a:pt x="208" y="7"/>
                  <a:pt x="213" y="4"/>
                  <a:pt x="220" y="2"/>
                </a:cubicBezTo>
                <a:cubicBezTo>
                  <a:pt x="227" y="1"/>
                  <a:pt x="234" y="0"/>
                  <a:pt x="240" y="0"/>
                </a:cubicBezTo>
                <a:cubicBezTo>
                  <a:pt x="254" y="1"/>
                  <a:pt x="264" y="5"/>
                  <a:pt x="269" y="12"/>
                </a:cubicBezTo>
                <a:cubicBezTo>
                  <a:pt x="274" y="20"/>
                  <a:pt x="277" y="27"/>
                  <a:pt x="277" y="34"/>
                </a:cubicBezTo>
                <a:cubicBezTo>
                  <a:pt x="277" y="39"/>
                  <a:pt x="273" y="57"/>
                  <a:pt x="267" y="88"/>
                </a:cubicBezTo>
                <a:cubicBezTo>
                  <a:pt x="260" y="118"/>
                  <a:pt x="252" y="148"/>
                  <a:pt x="244" y="177"/>
                </a:cubicBezTo>
                <a:lnTo>
                  <a:pt x="232" y="220"/>
                </a:lnTo>
                <a:cubicBezTo>
                  <a:pt x="232" y="221"/>
                  <a:pt x="251" y="222"/>
                  <a:pt x="289" y="222"/>
                </a:cubicBezTo>
                <a:lnTo>
                  <a:pt x="347" y="222"/>
                </a:lnTo>
                <a:cubicBezTo>
                  <a:pt x="353" y="227"/>
                  <a:pt x="355" y="231"/>
                  <a:pt x="355" y="234"/>
                </a:cubicBezTo>
                <a:cubicBezTo>
                  <a:pt x="355" y="251"/>
                  <a:pt x="350" y="264"/>
                  <a:pt x="341" y="274"/>
                </a:cubicBezTo>
                <a:lnTo>
                  <a:pt x="219" y="274"/>
                </a:lnTo>
                <a:lnTo>
                  <a:pt x="178" y="440"/>
                </a:lnTo>
                <a:cubicBezTo>
                  <a:pt x="148" y="562"/>
                  <a:pt x="133" y="627"/>
                  <a:pt x="133" y="636"/>
                </a:cubicBezTo>
                <a:cubicBezTo>
                  <a:pt x="133" y="668"/>
                  <a:pt x="144" y="684"/>
                  <a:pt x="164" y="684"/>
                </a:cubicBezTo>
                <a:cubicBezTo>
                  <a:pt x="191" y="684"/>
                  <a:pt x="217" y="671"/>
                  <a:pt x="242" y="645"/>
                </a:cubicBezTo>
                <a:cubicBezTo>
                  <a:pt x="267" y="619"/>
                  <a:pt x="287" y="587"/>
                  <a:pt x="302" y="549"/>
                </a:cubicBezTo>
                <a:cubicBezTo>
                  <a:pt x="303" y="545"/>
                  <a:pt x="305" y="542"/>
                  <a:pt x="308" y="541"/>
                </a:cubicBezTo>
                <a:cubicBezTo>
                  <a:pt x="310" y="541"/>
                  <a:pt x="316" y="540"/>
                  <a:pt x="325" y="539"/>
                </a:cubicBezTo>
                <a:lnTo>
                  <a:pt x="329" y="539"/>
                </a:lnTo>
                <a:cubicBezTo>
                  <a:pt x="341" y="539"/>
                  <a:pt x="346" y="542"/>
                  <a:pt x="346" y="548"/>
                </a:cubicBezTo>
                <a:cubicBezTo>
                  <a:pt x="346" y="551"/>
                  <a:pt x="345" y="555"/>
                  <a:pt x="343" y="562"/>
                </a:cubicBezTo>
                <a:cubicBezTo>
                  <a:pt x="339" y="574"/>
                  <a:pt x="332" y="588"/>
                  <a:pt x="322" y="605"/>
                </a:cubicBezTo>
                <a:cubicBezTo>
                  <a:pt x="312" y="622"/>
                  <a:pt x="300" y="640"/>
                  <a:pt x="284" y="659"/>
                </a:cubicBezTo>
                <a:cubicBezTo>
                  <a:pt x="268" y="678"/>
                  <a:pt x="248" y="693"/>
                  <a:pt x="226" y="706"/>
                </a:cubicBezTo>
                <a:cubicBezTo>
                  <a:pt x="203" y="719"/>
                  <a:pt x="180" y="726"/>
                  <a:pt x="156" y="726"/>
                </a:cubicBezTo>
                <a:cubicBezTo>
                  <a:pt x="133" y="726"/>
                  <a:pt x="112" y="720"/>
                  <a:pt x="91" y="709"/>
                </a:cubicBezTo>
                <a:cubicBezTo>
                  <a:pt x="71" y="697"/>
                  <a:pt x="56" y="678"/>
                  <a:pt x="47" y="649"/>
                </a:cubicBezTo>
                <a:cubicBezTo>
                  <a:pt x="45" y="643"/>
                  <a:pt x="45" y="633"/>
                  <a:pt x="45" y="619"/>
                </a:cubicBezTo>
                <a:lnTo>
                  <a:pt x="45" y="598"/>
                </a:lnTo>
                <a:lnTo>
                  <a:pt x="85" y="439"/>
                </a:lnTo>
                <a:cubicBezTo>
                  <a:pt x="111" y="332"/>
                  <a:pt x="125" y="277"/>
                  <a:pt x="126" y="276"/>
                </a:cubicBezTo>
                <a:cubicBezTo>
                  <a:pt x="126" y="275"/>
                  <a:pt x="106" y="274"/>
                  <a:pt x="67" y="274"/>
                </a:cubicBezTo>
                <a:lnTo>
                  <a:pt x="8" y="274"/>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983" name=""/>
          <p:cNvSpPr/>
          <p:nvPr/>
        </p:nvSpPr>
        <p:spPr>
          <a:xfrm>
            <a:off x="3905640" y="2918520"/>
            <a:ext cx="250560" cy="237960"/>
          </a:xfrm>
          <a:custGeom>
            <a:avLst/>
            <a:gdLst/>
            <a:ahLst/>
            <a:rect l="0" t="0" r="r" b="b"/>
            <a:pathLst>
              <a:path w="696" h="661">
                <a:moveTo>
                  <a:pt x="1" y="23"/>
                </a:moveTo>
                <a:cubicBezTo>
                  <a:pt x="1" y="17"/>
                  <a:pt x="3" y="12"/>
                  <a:pt x="6" y="8"/>
                </a:cubicBezTo>
                <a:cubicBezTo>
                  <a:pt x="9" y="4"/>
                  <a:pt x="12" y="2"/>
                  <a:pt x="15" y="1"/>
                </a:cubicBezTo>
                <a:lnTo>
                  <a:pt x="18" y="0"/>
                </a:lnTo>
                <a:cubicBezTo>
                  <a:pt x="24" y="0"/>
                  <a:pt x="82" y="26"/>
                  <a:pt x="194" y="78"/>
                </a:cubicBezTo>
                <a:cubicBezTo>
                  <a:pt x="305" y="132"/>
                  <a:pt x="415" y="184"/>
                  <a:pt x="525" y="235"/>
                </a:cubicBezTo>
                <a:lnTo>
                  <a:pt x="688" y="314"/>
                </a:lnTo>
                <a:cubicBezTo>
                  <a:pt x="694" y="317"/>
                  <a:pt x="696" y="323"/>
                  <a:pt x="696" y="331"/>
                </a:cubicBezTo>
                <a:cubicBezTo>
                  <a:pt x="696" y="338"/>
                  <a:pt x="694" y="344"/>
                  <a:pt x="688" y="348"/>
                </a:cubicBezTo>
                <a:cubicBezTo>
                  <a:pt x="687" y="349"/>
                  <a:pt x="575" y="402"/>
                  <a:pt x="355" y="506"/>
                </a:cubicBezTo>
                <a:lnTo>
                  <a:pt x="27" y="661"/>
                </a:lnTo>
                <a:lnTo>
                  <a:pt x="21" y="661"/>
                </a:lnTo>
                <a:cubicBezTo>
                  <a:pt x="7" y="659"/>
                  <a:pt x="0" y="652"/>
                  <a:pt x="0" y="638"/>
                </a:cubicBezTo>
                <a:cubicBezTo>
                  <a:pt x="0" y="637"/>
                  <a:pt x="0" y="636"/>
                  <a:pt x="0" y="635"/>
                </a:cubicBezTo>
                <a:cubicBezTo>
                  <a:pt x="-1" y="629"/>
                  <a:pt x="5" y="623"/>
                  <a:pt x="17" y="616"/>
                </a:cubicBezTo>
                <a:cubicBezTo>
                  <a:pt x="32" y="609"/>
                  <a:pt x="88" y="581"/>
                  <a:pt x="188" y="534"/>
                </a:cubicBezTo>
                <a:cubicBezTo>
                  <a:pt x="247" y="506"/>
                  <a:pt x="296" y="483"/>
                  <a:pt x="336" y="465"/>
                </a:cubicBezTo>
                <a:lnTo>
                  <a:pt x="618" y="331"/>
                </a:lnTo>
                <a:lnTo>
                  <a:pt x="336" y="197"/>
                </a:lnTo>
                <a:cubicBezTo>
                  <a:pt x="117" y="92"/>
                  <a:pt x="7" y="39"/>
                  <a:pt x="4" y="35"/>
                </a:cubicBezTo>
                <a:cubicBezTo>
                  <a:pt x="2" y="32"/>
                  <a:pt x="1" y="28"/>
                  <a:pt x="1" y="23"/>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984" name=""/>
          <p:cNvSpPr/>
          <p:nvPr/>
        </p:nvSpPr>
        <p:spPr>
          <a:xfrm>
            <a:off x="4338000" y="2866680"/>
            <a:ext cx="141480" cy="273240"/>
          </a:xfrm>
          <a:custGeom>
            <a:avLst/>
            <a:gdLst/>
            <a:ahLst/>
            <a:rect l="0" t="0" r="r" b="b"/>
            <a:pathLst>
              <a:path w="393" h="759">
                <a:moveTo>
                  <a:pt x="148" y="101"/>
                </a:moveTo>
                <a:lnTo>
                  <a:pt x="133" y="106"/>
                </a:lnTo>
                <a:cubicBezTo>
                  <a:pt x="123" y="110"/>
                  <a:pt x="108" y="114"/>
                  <a:pt x="88" y="118"/>
                </a:cubicBezTo>
                <a:cubicBezTo>
                  <a:pt x="68" y="121"/>
                  <a:pt x="46" y="124"/>
                  <a:pt x="22" y="126"/>
                </a:cubicBezTo>
                <a:lnTo>
                  <a:pt x="0" y="126"/>
                </a:lnTo>
                <a:lnTo>
                  <a:pt x="0" y="73"/>
                </a:lnTo>
                <a:lnTo>
                  <a:pt x="22" y="73"/>
                </a:lnTo>
                <a:cubicBezTo>
                  <a:pt x="58" y="72"/>
                  <a:pt x="91" y="66"/>
                  <a:pt x="121" y="56"/>
                </a:cubicBezTo>
                <a:cubicBezTo>
                  <a:pt x="151" y="46"/>
                  <a:pt x="173" y="37"/>
                  <a:pt x="185" y="29"/>
                </a:cubicBezTo>
                <a:cubicBezTo>
                  <a:pt x="197" y="21"/>
                  <a:pt x="207" y="12"/>
                  <a:pt x="217" y="4"/>
                </a:cubicBezTo>
                <a:cubicBezTo>
                  <a:pt x="218" y="2"/>
                  <a:pt x="223" y="0"/>
                  <a:pt x="230" y="0"/>
                </a:cubicBezTo>
                <a:cubicBezTo>
                  <a:pt x="237" y="0"/>
                  <a:pt x="243" y="3"/>
                  <a:pt x="250" y="7"/>
                </a:cubicBezTo>
                <a:lnTo>
                  <a:pt x="250" y="347"/>
                </a:lnTo>
                <a:lnTo>
                  <a:pt x="251" y="689"/>
                </a:lnTo>
                <a:cubicBezTo>
                  <a:pt x="256" y="694"/>
                  <a:pt x="261" y="698"/>
                  <a:pt x="264" y="699"/>
                </a:cubicBezTo>
                <a:cubicBezTo>
                  <a:pt x="269" y="701"/>
                  <a:pt x="278" y="702"/>
                  <a:pt x="293" y="704"/>
                </a:cubicBezTo>
                <a:cubicBezTo>
                  <a:pt x="307" y="705"/>
                  <a:pt x="331" y="706"/>
                  <a:pt x="363" y="706"/>
                </a:cubicBezTo>
                <a:lnTo>
                  <a:pt x="393" y="706"/>
                </a:lnTo>
                <a:lnTo>
                  <a:pt x="393" y="759"/>
                </a:lnTo>
                <a:lnTo>
                  <a:pt x="380" y="759"/>
                </a:lnTo>
                <a:cubicBezTo>
                  <a:pt x="364" y="757"/>
                  <a:pt x="304" y="756"/>
                  <a:pt x="198" y="756"/>
                </a:cubicBezTo>
                <a:cubicBezTo>
                  <a:pt x="95" y="756"/>
                  <a:pt x="36" y="757"/>
                  <a:pt x="20" y="759"/>
                </a:cubicBezTo>
                <a:lnTo>
                  <a:pt x="6" y="759"/>
                </a:lnTo>
                <a:lnTo>
                  <a:pt x="6" y="706"/>
                </a:lnTo>
                <a:lnTo>
                  <a:pt x="36" y="706"/>
                </a:lnTo>
                <a:cubicBezTo>
                  <a:pt x="52" y="706"/>
                  <a:pt x="67" y="706"/>
                  <a:pt x="79" y="706"/>
                </a:cubicBezTo>
                <a:cubicBezTo>
                  <a:pt x="91" y="706"/>
                  <a:pt x="100" y="705"/>
                  <a:pt x="107" y="705"/>
                </a:cubicBezTo>
                <a:cubicBezTo>
                  <a:pt x="114" y="704"/>
                  <a:pt x="120" y="703"/>
                  <a:pt x="126" y="701"/>
                </a:cubicBezTo>
                <a:cubicBezTo>
                  <a:pt x="131" y="700"/>
                  <a:pt x="134" y="699"/>
                  <a:pt x="135" y="699"/>
                </a:cubicBezTo>
                <a:cubicBezTo>
                  <a:pt x="135" y="699"/>
                  <a:pt x="138" y="697"/>
                  <a:pt x="141" y="693"/>
                </a:cubicBezTo>
                <a:cubicBezTo>
                  <a:pt x="145" y="690"/>
                  <a:pt x="147" y="688"/>
                  <a:pt x="148" y="689"/>
                </a:cubicBezTo>
                <a:lnTo>
                  <a:pt x="148" y="101"/>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985" name=""/>
          <p:cNvSpPr txBox="1"/>
          <p:nvPr/>
        </p:nvSpPr>
        <p:spPr>
          <a:xfrm>
            <a:off x="3215520" y="2832120"/>
            <a:ext cx="353160" cy="372240"/>
          </a:xfrm>
          <a:prstGeom prst="rect">
            <a:avLst/>
          </a:prstGeom>
          <a:noFill/>
          <a:ln w="0">
            <a:noFill/>
          </a:ln>
        </p:spPr>
        <p:txBody>
          <a:bodyPr wrap="none" lIns="0" rIns="0" tIns="0" bIns="0" anchor="t">
            <a:spAutoFit/>
          </a:bodyPr>
          <a:p>
            <a:r>
              <a:rPr b="0" lang="en-US" sz="2620" strike="noStrike" u="none">
                <a:solidFill>
                  <a:srgbClr val="333333"/>
                </a:solidFill>
                <a:effectLst/>
                <a:uFillTx/>
                <a:latin typeface="NotoSansJP-Thin_"/>
                <a:ea typeface="NotoSansJP-Thin_"/>
              </a:rPr>
              <a:t> if </a:t>
            </a:r>
            <a:endParaRPr b="0" lang="en-US" sz="2620" strike="noStrike" u="none">
              <a:solidFill>
                <a:srgbClr val="000000"/>
              </a:solidFill>
              <a:effectLst/>
              <a:uFillTx/>
              <a:latin typeface="Times New Roman"/>
            </a:endParaRPr>
          </a:p>
        </p:txBody>
      </p:sp>
      <p:sp>
        <p:nvSpPr>
          <p:cNvPr id="986" name=""/>
          <p:cNvSpPr/>
          <p:nvPr/>
        </p:nvSpPr>
        <p:spPr>
          <a:xfrm>
            <a:off x="5470920" y="2952360"/>
            <a:ext cx="176400" cy="182880"/>
          </a:xfrm>
          <a:custGeom>
            <a:avLst/>
            <a:gdLst/>
            <a:ahLst/>
            <a:rect l="0" t="0" r="r" b="b"/>
            <a:pathLst>
              <a:path w="490" h="508">
                <a:moveTo>
                  <a:pt x="18" y="210"/>
                </a:moveTo>
                <a:cubicBezTo>
                  <a:pt x="18" y="208"/>
                  <a:pt x="20" y="175"/>
                  <a:pt x="25" y="110"/>
                </a:cubicBezTo>
                <a:cubicBezTo>
                  <a:pt x="29" y="45"/>
                  <a:pt x="32" y="12"/>
                  <a:pt x="32" y="11"/>
                </a:cubicBezTo>
                <a:lnTo>
                  <a:pt x="32" y="1"/>
                </a:lnTo>
                <a:lnTo>
                  <a:pt x="251" y="1"/>
                </a:lnTo>
                <a:cubicBezTo>
                  <a:pt x="279" y="1"/>
                  <a:pt x="311" y="1"/>
                  <a:pt x="347" y="1"/>
                </a:cubicBezTo>
                <a:cubicBezTo>
                  <a:pt x="382" y="1"/>
                  <a:pt x="404" y="1"/>
                  <a:pt x="413" y="0"/>
                </a:cubicBezTo>
                <a:cubicBezTo>
                  <a:pt x="448" y="0"/>
                  <a:pt x="470" y="2"/>
                  <a:pt x="477" y="5"/>
                </a:cubicBezTo>
                <a:cubicBezTo>
                  <a:pt x="483" y="8"/>
                  <a:pt x="487" y="17"/>
                  <a:pt x="487" y="31"/>
                </a:cubicBezTo>
                <a:cubicBezTo>
                  <a:pt x="487" y="40"/>
                  <a:pt x="486" y="45"/>
                  <a:pt x="486" y="47"/>
                </a:cubicBezTo>
                <a:cubicBezTo>
                  <a:pt x="484" y="51"/>
                  <a:pt x="434" y="117"/>
                  <a:pt x="337" y="247"/>
                </a:cubicBezTo>
                <a:cubicBezTo>
                  <a:pt x="239" y="376"/>
                  <a:pt x="187" y="442"/>
                  <a:pt x="184" y="445"/>
                </a:cubicBezTo>
                <a:lnTo>
                  <a:pt x="234" y="445"/>
                </a:lnTo>
                <a:cubicBezTo>
                  <a:pt x="252" y="444"/>
                  <a:pt x="263" y="444"/>
                  <a:pt x="269" y="444"/>
                </a:cubicBezTo>
                <a:cubicBezTo>
                  <a:pt x="275" y="444"/>
                  <a:pt x="286" y="443"/>
                  <a:pt x="302" y="442"/>
                </a:cubicBezTo>
                <a:cubicBezTo>
                  <a:pt x="318" y="440"/>
                  <a:pt x="329" y="438"/>
                  <a:pt x="334" y="434"/>
                </a:cubicBezTo>
                <a:cubicBezTo>
                  <a:pt x="340" y="430"/>
                  <a:pt x="348" y="425"/>
                  <a:pt x="360" y="420"/>
                </a:cubicBezTo>
                <a:cubicBezTo>
                  <a:pt x="373" y="415"/>
                  <a:pt x="381" y="407"/>
                  <a:pt x="386" y="396"/>
                </a:cubicBezTo>
                <a:cubicBezTo>
                  <a:pt x="390" y="386"/>
                  <a:pt x="395" y="374"/>
                  <a:pt x="401" y="362"/>
                </a:cubicBezTo>
                <a:cubicBezTo>
                  <a:pt x="408" y="350"/>
                  <a:pt x="412" y="334"/>
                  <a:pt x="414" y="314"/>
                </a:cubicBezTo>
                <a:cubicBezTo>
                  <a:pt x="418" y="294"/>
                  <a:pt x="420" y="276"/>
                  <a:pt x="420" y="262"/>
                </a:cubicBezTo>
                <a:cubicBezTo>
                  <a:pt x="420" y="261"/>
                  <a:pt x="431" y="261"/>
                  <a:pt x="455" y="261"/>
                </a:cubicBezTo>
                <a:lnTo>
                  <a:pt x="490" y="261"/>
                </a:lnTo>
                <a:lnTo>
                  <a:pt x="490" y="268"/>
                </a:lnTo>
                <a:cubicBezTo>
                  <a:pt x="489" y="270"/>
                  <a:pt x="486" y="309"/>
                  <a:pt x="480" y="385"/>
                </a:cubicBezTo>
                <a:cubicBezTo>
                  <a:pt x="474" y="461"/>
                  <a:pt x="470" y="499"/>
                  <a:pt x="470" y="501"/>
                </a:cubicBezTo>
                <a:lnTo>
                  <a:pt x="470" y="508"/>
                </a:lnTo>
                <a:lnTo>
                  <a:pt x="243" y="508"/>
                </a:lnTo>
                <a:cubicBezTo>
                  <a:pt x="91" y="508"/>
                  <a:pt x="15" y="507"/>
                  <a:pt x="12" y="505"/>
                </a:cubicBezTo>
                <a:cubicBezTo>
                  <a:pt x="4" y="502"/>
                  <a:pt x="0" y="492"/>
                  <a:pt x="0" y="476"/>
                </a:cubicBezTo>
                <a:lnTo>
                  <a:pt x="0" y="470"/>
                </a:lnTo>
                <a:cubicBezTo>
                  <a:pt x="0" y="464"/>
                  <a:pt x="3" y="457"/>
                  <a:pt x="9" y="449"/>
                </a:cubicBezTo>
                <a:cubicBezTo>
                  <a:pt x="15" y="440"/>
                  <a:pt x="32" y="417"/>
                  <a:pt x="59" y="380"/>
                </a:cubicBezTo>
                <a:cubicBezTo>
                  <a:pt x="93" y="336"/>
                  <a:pt x="124" y="296"/>
                  <a:pt x="150" y="261"/>
                </a:cubicBezTo>
                <a:lnTo>
                  <a:pt x="304" y="59"/>
                </a:lnTo>
                <a:lnTo>
                  <a:pt x="256" y="59"/>
                </a:lnTo>
                <a:cubicBezTo>
                  <a:pt x="204" y="60"/>
                  <a:pt x="169" y="65"/>
                  <a:pt x="151" y="74"/>
                </a:cubicBezTo>
                <a:cubicBezTo>
                  <a:pt x="120" y="89"/>
                  <a:pt x="101" y="119"/>
                  <a:pt x="94" y="163"/>
                </a:cubicBezTo>
                <a:cubicBezTo>
                  <a:pt x="91" y="180"/>
                  <a:pt x="89" y="198"/>
                  <a:pt x="89" y="216"/>
                </a:cubicBezTo>
                <a:cubicBezTo>
                  <a:pt x="89" y="218"/>
                  <a:pt x="77" y="219"/>
                  <a:pt x="53" y="219"/>
                </a:cubicBezTo>
                <a:lnTo>
                  <a:pt x="18" y="219"/>
                </a:lnTo>
                <a:lnTo>
                  <a:pt x="18" y="210"/>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987" name=""/>
          <p:cNvSpPr/>
          <p:nvPr/>
        </p:nvSpPr>
        <p:spPr>
          <a:xfrm>
            <a:off x="5803920" y="2984400"/>
            <a:ext cx="273240" cy="96120"/>
          </a:xfrm>
          <a:custGeom>
            <a:avLst/>
            <a:gdLst/>
            <a:ahLst/>
            <a:rect l="0" t="0" r="r" b="b"/>
            <a:pathLst>
              <a:path w="759" h="267">
                <a:moveTo>
                  <a:pt x="0" y="23"/>
                </a:moveTo>
                <a:cubicBezTo>
                  <a:pt x="0" y="13"/>
                  <a:pt x="5" y="5"/>
                  <a:pt x="16" y="0"/>
                </a:cubicBezTo>
                <a:lnTo>
                  <a:pt x="742" y="0"/>
                </a:lnTo>
                <a:cubicBezTo>
                  <a:pt x="753" y="6"/>
                  <a:pt x="759" y="14"/>
                  <a:pt x="759" y="23"/>
                </a:cubicBezTo>
                <a:cubicBezTo>
                  <a:pt x="759" y="31"/>
                  <a:pt x="753" y="38"/>
                  <a:pt x="743" y="44"/>
                </a:cubicBezTo>
                <a:lnTo>
                  <a:pt x="381" y="46"/>
                </a:lnTo>
                <a:lnTo>
                  <a:pt x="18" y="46"/>
                </a:lnTo>
                <a:cubicBezTo>
                  <a:pt x="6" y="42"/>
                  <a:pt x="0" y="34"/>
                  <a:pt x="0" y="23"/>
                </a:cubicBezTo>
                <a:moveTo>
                  <a:pt x="0" y="245"/>
                </a:moveTo>
                <a:cubicBezTo>
                  <a:pt x="0" y="233"/>
                  <a:pt x="6" y="226"/>
                  <a:pt x="18" y="222"/>
                </a:cubicBezTo>
                <a:lnTo>
                  <a:pt x="743" y="222"/>
                </a:lnTo>
                <a:cubicBezTo>
                  <a:pt x="753" y="229"/>
                  <a:pt x="759" y="237"/>
                  <a:pt x="759" y="245"/>
                </a:cubicBezTo>
                <a:cubicBezTo>
                  <a:pt x="759" y="254"/>
                  <a:pt x="753" y="262"/>
                  <a:pt x="742" y="267"/>
                </a:cubicBezTo>
                <a:lnTo>
                  <a:pt x="16" y="267"/>
                </a:lnTo>
                <a:cubicBezTo>
                  <a:pt x="5" y="262"/>
                  <a:pt x="0" y="254"/>
                  <a:pt x="0" y="245"/>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988" name=""/>
          <p:cNvSpPr/>
          <p:nvPr/>
        </p:nvSpPr>
        <p:spPr>
          <a:xfrm>
            <a:off x="6231960" y="2866680"/>
            <a:ext cx="198720" cy="272520"/>
          </a:xfrm>
          <a:custGeom>
            <a:avLst/>
            <a:gdLst/>
            <a:ahLst/>
            <a:rect l="0" t="0" r="r" b="b"/>
            <a:pathLst>
              <a:path w="552" h="757">
                <a:moveTo>
                  <a:pt x="252" y="0"/>
                </a:moveTo>
                <a:lnTo>
                  <a:pt x="268" y="0"/>
                </a:lnTo>
                <a:lnTo>
                  <a:pt x="271" y="0"/>
                </a:lnTo>
                <a:cubicBezTo>
                  <a:pt x="436" y="0"/>
                  <a:pt x="528" y="90"/>
                  <a:pt x="546" y="269"/>
                </a:cubicBezTo>
                <a:cubicBezTo>
                  <a:pt x="550" y="305"/>
                  <a:pt x="552" y="343"/>
                  <a:pt x="552" y="381"/>
                </a:cubicBezTo>
                <a:cubicBezTo>
                  <a:pt x="552" y="528"/>
                  <a:pt x="524" y="630"/>
                  <a:pt x="469" y="686"/>
                </a:cubicBezTo>
                <a:cubicBezTo>
                  <a:pt x="424" y="734"/>
                  <a:pt x="360" y="757"/>
                  <a:pt x="276" y="757"/>
                </a:cubicBezTo>
                <a:cubicBezTo>
                  <a:pt x="142" y="757"/>
                  <a:pt x="57" y="694"/>
                  <a:pt x="21" y="569"/>
                </a:cubicBezTo>
                <a:cubicBezTo>
                  <a:pt x="7" y="525"/>
                  <a:pt x="0" y="464"/>
                  <a:pt x="0" y="385"/>
                </a:cubicBezTo>
                <a:cubicBezTo>
                  <a:pt x="0" y="242"/>
                  <a:pt x="27" y="140"/>
                  <a:pt x="78" y="79"/>
                </a:cubicBezTo>
                <a:cubicBezTo>
                  <a:pt x="99" y="54"/>
                  <a:pt x="126" y="35"/>
                  <a:pt x="160" y="21"/>
                </a:cubicBezTo>
                <a:cubicBezTo>
                  <a:pt x="194" y="7"/>
                  <a:pt x="225" y="0"/>
                  <a:pt x="252" y="0"/>
                </a:cubicBezTo>
                <a:moveTo>
                  <a:pt x="375" y="121"/>
                </a:moveTo>
                <a:cubicBezTo>
                  <a:pt x="355" y="79"/>
                  <a:pt x="321" y="57"/>
                  <a:pt x="275" y="57"/>
                </a:cubicBezTo>
                <a:cubicBezTo>
                  <a:pt x="245" y="57"/>
                  <a:pt x="220" y="68"/>
                  <a:pt x="198" y="90"/>
                </a:cubicBezTo>
                <a:cubicBezTo>
                  <a:pt x="182" y="108"/>
                  <a:pt x="172" y="132"/>
                  <a:pt x="169" y="163"/>
                </a:cubicBezTo>
                <a:cubicBezTo>
                  <a:pt x="166" y="194"/>
                  <a:pt x="164" y="270"/>
                  <a:pt x="164" y="391"/>
                </a:cubicBezTo>
                <a:cubicBezTo>
                  <a:pt x="164" y="506"/>
                  <a:pt x="167" y="580"/>
                  <a:pt x="173" y="613"/>
                </a:cubicBezTo>
                <a:cubicBezTo>
                  <a:pt x="177" y="635"/>
                  <a:pt x="188" y="654"/>
                  <a:pt x="206" y="672"/>
                </a:cubicBezTo>
                <a:cubicBezTo>
                  <a:pt x="223" y="689"/>
                  <a:pt x="247" y="698"/>
                  <a:pt x="276" y="698"/>
                </a:cubicBezTo>
                <a:cubicBezTo>
                  <a:pt x="316" y="698"/>
                  <a:pt x="346" y="681"/>
                  <a:pt x="367" y="646"/>
                </a:cubicBezTo>
                <a:cubicBezTo>
                  <a:pt x="376" y="631"/>
                  <a:pt x="382" y="606"/>
                  <a:pt x="384" y="572"/>
                </a:cubicBezTo>
                <a:cubicBezTo>
                  <a:pt x="387" y="538"/>
                  <a:pt x="388" y="470"/>
                  <a:pt x="389" y="370"/>
                </a:cubicBezTo>
                <a:cubicBezTo>
                  <a:pt x="389" y="227"/>
                  <a:pt x="384" y="144"/>
                  <a:pt x="375" y="121"/>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989" name=""/>
          <p:cNvSpPr/>
          <p:nvPr/>
        </p:nvSpPr>
        <p:spPr>
          <a:xfrm>
            <a:off x="819000" y="3524040"/>
            <a:ext cx="133560" cy="133560"/>
          </a:xfrm>
          <a:custGeom>
            <a:avLst/>
            <a:gdLst/>
            <a:ahLst/>
            <a:rect l="0" t="0" r="r" b="b"/>
            <a:pathLst>
              <a:path w="371" h="371">
                <a:moveTo>
                  <a:pt x="371" y="186"/>
                </a:moveTo>
                <a:cubicBezTo>
                  <a:pt x="371" y="198"/>
                  <a:pt x="370" y="210"/>
                  <a:pt x="368" y="222"/>
                </a:cubicBezTo>
                <a:cubicBezTo>
                  <a:pt x="365" y="234"/>
                  <a:pt x="362" y="246"/>
                  <a:pt x="357" y="257"/>
                </a:cubicBezTo>
                <a:cubicBezTo>
                  <a:pt x="353" y="268"/>
                  <a:pt x="347" y="279"/>
                  <a:pt x="340" y="289"/>
                </a:cubicBezTo>
                <a:cubicBezTo>
                  <a:pt x="333" y="299"/>
                  <a:pt x="326" y="309"/>
                  <a:pt x="317" y="317"/>
                </a:cubicBezTo>
                <a:cubicBezTo>
                  <a:pt x="308" y="326"/>
                  <a:pt x="299" y="334"/>
                  <a:pt x="289" y="340"/>
                </a:cubicBezTo>
                <a:cubicBezTo>
                  <a:pt x="279" y="347"/>
                  <a:pt x="268" y="353"/>
                  <a:pt x="257" y="357"/>
                </a:cubicBezTo>
                <a:cubicBezTo>
                  <a:pt x="246" y="362"/>
                  <a:pt x="234" y="366"/>
                  <a:pt x="222" y="368"/>
                </a:cubicBezTo>
                <a:cubicBezTo>
                  <a:pt x="210" y="370"/>
                  <a:pt x="198" y="371"/>
                  <a:pt x="186" y="371"/>
                </a:cubicBezTo>
                <a:cubicBezTo>
                  <a:pt x="174" y="371"/>
                  <a:pt x="162" y="370"/>
                  <a:pt x="150" y="368"/>
                </a:cubicBezTo>
                <a:cubicBezTo>
                  <a:pt x="138" y="366"/>
                  <a:pt x="125" y="362"/>
                  <a:pt x="114" y="357"/>
                </a:cubicBezTo>
                <a:cubicBezTo>
                  <a:pt x="103" y="353"/>
                  <a:pt x="92" y="347"/>
                  <a:pt x="82" y="340"/>
                </a:cubicBezTo>
                <a:cubicBezTo>
                  <a:pt x="72" y="334"/>
                  <a:pt x="63" y="326"/>
                  <a:pt x="54" y="317"/>
                </a:cubicBezTo>
                <a:cubicBezTo>
                  <a:pt x="46" y="309"/>
                  <a:pt x="38" y="299"/>
                  <a:pt x="31" y="289"/>
                </a:cubicBezTo>
                <a:cubicBezTo>
                  <a:pt x="24" y="279"/>
                  <a:pt x="19" y="268"/>
                  <a:pt x="14" y="257"/>
                </a:cubicBezTo>
                <a:cubicBezTo>
                  <a:pt x="9" y="246"/>
                  <a:pt x="6" y="234"/>
                  <a:pt x="3" y="222"/>
                </a:cubicBezTo>
                <a:cubicBezTo>
                  <a:pt x="1" y="210"/>
                  <a:pt x="0" y="198"/>
                  <a:pt x="0" y="186"/>
                </a:cubicBezTo>
                <a:cubicBezTo>
                  <a:pt x="0" y="174"/>
                  <a:pt x="1" y="162"/>
                  <a:pt x="3" y="150"/>
                </a:cubicBezTo>
                <a:cubicBezTo>
                  <a:pt x="6" y="138"/>
                  <a:pt x="9" y="127"/>
                  <a:pt x="14" y="115"/>
                </a:cubicBezTo>
                <a:cubicBezTo>
                  <a:pt x="19" y="104"/>
                  <a:pt x="24" y="94"/>
                  <a:pt x="31" y="83"/>
                </a:cubicBezTo>
                <a:cubicBezTo>
                  <a:pt x="38" y="73"/>
                  <a:pt x="46" y="64"/>
                  <a:pt x="54" y="55"/>
                </a:cubicBezTo>
                <a:cubicBezTo>
                  <a:pt x="63" y="47"/>
                  <a:pt x="72" y="39"/>
                  <a:pt x="82" y="32"/>
                </a:cubicBezTo>
                <a:cubicBezTo>
                  <a:pt x="92" y="26"/>
                  <a:pt x="103" y="20"/>
                  <a:pt x="114" y="14"/>
                </a:cubicBezTo>
                <a:cubicBezTo>
                  <a:pt x="125" y="10"/>
                  <a:pt x="138" y="6"/>
                  <a:pt x="150" y="4"/>
                </a:cubicBezTo>
                <a:cubicBezTo>
                  <a:pt x="162" y="1"/>
                  <a:pt x="174" y="0"/>
                  <a:pt x="186" y="0"/>
                </a:cubicBezTo>
                <a:cubicBezTo>
                  <a:pt x="198" y="0"/>
                  <a:pt x="210" y="1"/>
                  <a:pt x="222" y="4"/>
                </a:cubicBezTo>
                <a:cubicBezTo>
                  <a:pt x="234" y="6"/>
                  <a:pt x="246" y="10"/>
                  <a:pt x="257" y="14"/>
                </a:cubicBezTo>
                <a:cubicBezTo>
                  <a:pt x="268" y="20"/>
                  <a:pt x="279" y="26"/>
                  <a:pt x="289" y="32"/>
                </a:cubicBezTo>
                <a:cubicBezTo>
                  <a:pt x="299" y="39"/>
                  <a:pt x="308" y="47"/>
                  <a:pt x="317" y="55"/>
                </a:cubicBezTo>
                <a:cubicBezTo>
                  <a:pt x="326" y="64"/>
                  <a:pt x="333" y="73"/>
                  <a:pt x="340" y="83"/>
                </a:cubicBezTo>
                <a:cubicBezTo>
                  <a:pt x="347" y="94"/>
                  <a:pt x="353" y="104"/>
                  <a:pt x="357" y="115"/>
                </a:cubicBezTo>
                <a:cubicBezTo>
                  <a:pt x="362" y="127"/>
                  <a:pt x="365" y="138"/>
                  <a:pt x="368" y="150"/>
                </a:cubicBezTo>
                <a:cubicBezTo>
                  <a:pt x="370" y="162"/>
                  <a:pt x="371" y="174"/>
                  <a:pt x="371" y="186"/>
                </a:cubicBezTo>
                <a:close/>
              </a:path>
            </a:pathLst>
          </a:custGeom>
          <a:noFill/>
          <a:ln w="9360">
            <a:solidFill>
              <a:srgbClr val="333333"/>
            </a:solidFill>
            <a:miter/>
          </a:ln>
        </p:spPr>
        <p:txBody>
          <a:bodyPr lIns="4680" rIns="4680" tIns="4680" bIns="4680" anchor="t">
            <a:noAutofit/>
          </a:bodyPr>
          <a:p>
            <a:endParaRPr b="0" lang="en-US" sz="2400" strike="noStrike" u="none">
              <a:solidFill>
                <a:srgbClr val="000000"/>
              </a:solidFill>
              <a:effectLst/>
              <a:uFillTx/>
              <a:latin typeface="Times New Roman"/>
            </a:endParaRPr>
          </a:p>
        </p:txBody>
      </p:sp>
      <p:sp>
        <p:nvSpPr>
          <p:cNvPr id="990" name=""/>
          <p:cNvSpPr txBox="1"/>
          <p:nvPr/>
        </p:nvSpPr>
        <p:spPr>
          <a:xfrm>
            <a:off x="4511880" y="2832120"/>
            <a:ext cx="891000" cy="372240"/>
          </a:xfrm>
          <a:prstGeom prst="rect">
            <a:avLst/>
          </a:prstGeom>
          <a:noFill/>
          <a:ln w="0">
            <a:noFill/>
          </a:ln>
        </p:spPr>
        <p:txBody>
          <a:bodyPr wrap="none" lIns="0" rIns="0" tIns="0" bIns="0" anchor="t">
            <a:spAutoFit/>
          </a:bodyPr>
          <a:p>
            <a:r>
              <a:rPr b="0" lang="en-US" sz="2620" strike="noStrike" u="none">
                <a:solidFill>
                  <a:srgbClr val="333333"/>
                </a:solidFill>
                <a:effectLst/>
                <a:uFillTx/>
                <a:latin typeface="NotoSansJP-Thin_"/>
                <a:ea typeface="NotoSansJP-Thin_"/>
              </a:rPr>
              <a:t>, else </a:t>
            </a:r>
            <a:endParaRPr b="0" lang="en-US" sz="2620" strike="noStrike" u="none">
              <a:solidFill>
                <a:srgbClr val="000000"/>
              </a:solidFill>
              <a:effectLst/>
              <a:uFillTx/>
              <a:latin typeface="Times New Roman"/>
            </a:endParaRPr>
          </a:p>
        </p:txBody>
      </p:sp>
      <p:sp>
        <p:nvSpPr>
          <p:cNvPr id="991" name=""/>
          <p:cNvSpPr/>
          <p:nvPr/>
        </p:nvSpPr>
        <p:spPr>
          <a:xfrm>
            <a:off x="1751400" y="3533760"/>
            <a:ext cx="166680" cy="185040"/>
          </a:xfrm>
          <a:custGeom>
            <a:avLst/>
            <a:gdLst/>
            <a:ahLst/>
            <a:rect l="0" t="0" r="r" b="b"/>
            <a:pathLst>
              <a:path w="463" h="514">
                <a:moveTo>
                  <a:pt x="422" y="405"/>
                </a:moveTo>
                <a:cubicBezTo>
                  <a:pt x="428" y="405"/>
                  <a:pt x="434" y="410"/>
                  <a:pt x="438" y="422"/>
                </a:cubicBezTo>
                <a:cubicBezTo>
                  <a:pt x="443" y="433"/>
                  <a:pt x="446" y="444"/>
                  <a:pt x="446" y="454"/>
                </a:cubicBezTo>
                <a:cubicBezTo>
                  <a:pt x="446" y="456"/>
                  <a:pt x="446" y="458"/>
                  <a:pt x="444" y="462"/>
                </a:cubicBezTo>
                <a:cubicBezTo>
                  <a:pt x="443" y="464"/>
                  <a:pt x="437" y="468"/>
                  <a:pt x="428" y="473"/>
                </a:cubicBezTo>
                <a:cubicBezTo>
                  <a:pt x="419" y="478"/>
                  <a:pt x="404" y="485"/>
                  <a:pt x="383" y="493"/>
                </a:cubicBezTo>
                <a:cubicBezTo>
                  <a:pt x="361" y="502"/>
                  <a:pt x="339" y="508"/>
                  <a:pt x="317" y="512"/>
                </a:cubicBezTo>
                <a:cubicBezTo>
                  <a:pt x="308" y="513"/>
                  <a:pt x="293" y="514"/>
                  <a:pt x="270" y="514"/>
                </a:cubicBezTo>
                <a:cubicBezTo>
                  <a:pt x="221" y="514"/>
                  <a:pt x="178" y="507"/>
                  <a:pt x="141" y="495"/>
                </a:cubicBezTo>
                <a:cubicBezTo>
                  <a:pt x="105" y="482"/>
                  <a:pt x="77" y="465"/>
                  <a:pt x="57" y="444"/>
                </a:cubicBezTo>
                <a:cubicBezTo>
                  <a:pt x="37" y="424"/>
                  <a:pt x="23" y="403"/>
                  <a:pt x="14" y="381"/>
                </a:cubicBezTo>
                <a:cubicBezTo>
                  <a:pt x="5" y="359"/>
                  <a:pt x="0" y="337"/>
                  <a:pt x="0" y="316"/>
                </a:cubicBezTo>
                <a:lnTo>
                  <a:pt x="0" y="300"/>
                </a:lnTo>
                <a:cubicBezTo>
                  <a:pt x="0" y="238"/>
                  <a:pt x="19" y="181"/>
                  <a:pt x="57" y="130"/>
                </a:cubicBezTo>
                <a:cubicBezTo>
                  <a:pt x="65" y="120"/>
                  <a:pt x="74" y="109"/>
                  <a:pt x="86" y="99"/>
                </a:cubicBezTo>
                <a:cubicBezTo>
                  <a:pt x="97" y="88"/>
                  <a:pt x="113" y="75"/>
                  <a:pt x="134" y="60"/>
                </a:cubicBezTo>
                <a:cubicBezTo>
                  <a:pt x="156" y="45"/>
                  <a:pt x="183" y="32"/>
                  <a:pt x="216" y="21"/>
                </a:cubicBezTo>
                <a:cubicBezTo>
                  <a:pt x="250" y="11"/>
                  <a:pt x="285" y="4"/>
                  <a:pt x="322" y="1"/>
                </a:cubicBezTo>
                <a:cubicBezTo>
                  <a:pt x="323" y="1"/>
                  <a:pt x="331" y="1"/>
                  <a:pt x="346" y="1"/>
                </a:cubicBezTo>
                <a:cubicBezTo>
                  <a:pt x="361" y="1"/>
                  <a:pt x="375" y="0"/>
                  <a:pt x="386" y="0"/>
                </a:cubicBezTo>
                <a:cubicBezTo>
                  <a:pt x="425" y="0"/>
                  <a:pt x="447" y="2"/>
                  <a:pt x="454" y="6"/>
                </a:cubicBezTo>
                <a:cubicBezTo>
                  <a:pt x="460" y="12"/>
                  <a:pt x="463" y="21"/>
                  <a:pt x="463" y="31"/>
                </a:cubicBezTo>
                <a:cubicBezTo>
                  <a:pt x="460" y="50"/>
                  <a:pt x="450" y="62"/>
                  <a:pt x="433" y="69"/>
                </a:cubicBezTo>
                <a:lnTo>
                  <a:pt x="378" y="70"/>
                </a:lnTo>
                <a:cubicBezTo>
                  <a:pt x="325" y="71"/>
                  <a:pt x="288" y="76"/>
                  <a:pt x="266" y="85"/>
                </a:cubicBezTo>
                <a:cubicBezTo>
                  <a:pt x="230" y="100"/>
                  <a:pt x="203" y="129"/>
                  <a:pt x="187" y="170"/>
                </a:cubicBezTo>
                <a:cubicBezTo>
                  <a:pt x="180" y="185"/>
                  <a:pt x="177" y="196"/>
                  <a:pt x="177" y="201"/>
                </a:cubicBezTo>
                <a:cubicBezTo>
                  <a:pt x="177" y="202"/>
                  <a:pt x="211" y="202"/>
                  <a:pt x="281" y="202"/>
                </a:cubicBezTo>
                <a:cubicBezTo>
                  <a:pt x="292" y="202"/>
                  <a:pt x="305" y="202"/>
                  <a:pt x="320" y="202"/>
                </a:cubicBezTo>
                <a:cubicBezTo>
                  <a:pt x="335" y="202"/>
                  <a:pt x="346" y="202"/>
                  <a:pt x="352" y="201"/>
                </a:cubicBezTo>
                <a:cubicBezTo>
                  <a:pt x="375" y="201"/>
                  <a:pt x="390" y="203"/>
                  <a:pt x="399" y="207"/>
                </a:cubicBezTo>
                <a:cubicBezTo>
                  <a:pt x="407" y="210"/>
                  <a:pt x="411" y="219"/>
                  <a:pt x="412" y="232"/>
                </a:cubicBezTo>
                <a:cubicBezTo>
                  <a:pt x="412" y="252"/>
                  <a:pt x="402" y="265"/>
                  <a:pt x="383" y="271"/>
                </a:cubicBezTo>
                <a:cubicBezTo>
                  <a:pt x="379" y="272"/>
                  <a:pt x="340" y="273"/>
                  <a:pt x="268" y="273"/>
                </a:cubicBezTo>
                <a:cubicBezTo>
                  <a:pt x="195" y="273"/>
                  <a:pt x="158" y="273"/>
                  <a:pt x="158" y="275"/>
                </a:cubicBezTo>
                <a:cubicBezTo>
                  <a:pt x="152" y="295"/>
                  <a:pt x="148" y="319"/>
                  <a:pt x="148" y="347"/>
                </a:cubicBezTo>
                <a:cubicBezTo>
                  <a:pt x="148" y="387"/>
                  <a:pt x="161" y="415"/>
                  <a:pt x="187" y="432"/>
                </a:cubicBezTo>
                <a:cubicBezTo>
                  <a:pt x="213" y="449"/>
                  <a:pt x="244" y="457"/>
                  <a:pt x="282" y="457"/>
                </a:cubicBezTo>
                <a:cubicBezTo>
                  <a:pt x="285" y="457"/>
                  <a:pt x="288" y="457"/>
                  <a:pt x="292" y="457"/>
                </a:cubicBezTo>
                <a:cubicBezTo>
                  <a:pt x="295" y="457"/>
                  <a:pt x="298" y="457"/>
                  <a:pt x="299" y="456"/>
                </a:cubicBezTo>
                <a:cubicBezTo>
                  <a:pt x="322" y="452"/>
                  <a:pt x="347" y="443"/>
                  <a:pt x="373" y="427"/>
                </a:cubicBezTo>
                <a:cubicBezTo>
                  <a:pt x="400" y="412"/>
                  <a:pt x="416" y="405"/>
                  <a:pt x="422" y="405"/>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992" name=""/>
          <p:cNvSpPr/>
          <p:nvPr/>
        </p:nvSpPr>
        <p:spPr>
          <a:xfrm>
            <a:off x="1955160" y="3572640"/>
            <a:ext cx="123840" cy="207720"/>
          </a:xfrm>
          <a:custGeom>
            <a:avLst/>
            <a:gdLst/>
            <a:ahLst/>
            <a:rect l="0" t="0" r="r" b="b"/>
            <a:pathLst>
              <a:path w="344" h="577">
                <a:moveTo>
                  <a:pt x="0" y="408"/>
                </a:moveTo>
                <a:cubicBezTo>
                  <a:pt x="0" y="353"/>
                  <a:pt x="10" y="295"/>
                  <a:pt x="31" y="235"/>
                </a:cubicBezTo>
                <a:cubicBezTo>
                  <a:pt x="52" y="174"/>
                  <a:pt x="80" y="121"/>
                  <a:pt x="116" y="77"/>
                </a:cubicBezTo>
                <a:cubicBezTo>
                  <a:pt x="152" y="33"/>
                  <a:pt x="189" y="8"/>
                  <a:pt x="228" y="1"/>
                </a:cubicBezTo>
                <a:cubicBezTo>
                  <a:pt x="230" y="1"/>
                  <a:pt x="232" y="1"/>
                  <a:pt x="236" y="1"/>
                </a:cubicBezTo>
                <a:cubicBezTo>
                  <a:pt x="239" y="1"/>
                  <a:pt x="243" y="1"/>
                  <a:pt x="245" y="0"/>
                </a:cubicBezTo>
                <a:cubicBezTo>
                  <a:pt x="274" y="2"/>
                  <a:pt x="297" y="16"/>
                  <a:pt x="313" y="40"/>
                </a:cubicBezTo>
                <a:cubicBezTo>
                  <a:pt x="334" y="72"/>
                  <a:pt x="344" y="115"/>
                  <a:pt x="344" y="170"/>
                </a:cubicBezTo>
                <a:cubicBezTo>
                  <a:pt x="344" y="232"/>
                  <a:pt x="332" y="295"/>
                  <a:pt x="308" y="359"/>
                </a:cubicBezTo>
                <a:cubicBezTo>
                  <a:pt x="284" y="422"/>
                  <a:pt x="253" y="475"/>
                  <a:pt x="214" y="516"/>
                </a:cubicBezTo>
                <a:cubicBezTo>
                  <a:pt x="177" y="556"/>
                  <a:pt x="141" y="577"/>
                  <a:pt x="107" y="577"/>
                </a:cubicBezTo>
                <a:lnTo>
                  <a:pt x="101" y="577"/>
                </a:lnTo>
                <a:cubicBezTo>
                  <a:pt x="82" y="577"/>
                  <a:pt x="65" y="571"/>
                  <a:pt x="51" y="561"/>
                </a:cubicBezTo>
                <a:cubicBezTo>
                  <a:pt x="37" y="550"/>
                  <a:pt x="27" y="536"/>
                  <a:pt x="20" y="518"/>
                </a:cubicBezTo>
                <a:cubicBezTo>
                  <a:pt x="13" y="500"/>
                  <a:pt x="8" y="482"/>
                  <a:pt x="4" y="464"/>
                </a:cubicBezTo>
                <a:cubicBezTo>
                  <a:pt x="1" y="446"/>
                  <a:pt x="0" y="427"/>
                  <a:pt x="0" y="408"/>
                </a:cubicBezTo>
                <a:moveTo>
                  <a:pt x="281" y="112"/>
                </a:moveTo>
                <a:cubicBezTo>
                  <a:pt x="281" y="57"/>
                  <a:pt x="266" y="30"/>
                  <a:pt x="238" y="30"/>
                </a:cubicBezTo>
                <a:cubicBezTo>
                  <a:pt x="218" y="30"/>
                  <a:pt x="199" y="42"/>
                  <a:pt x="181" y="66"/>
                </a:cubicBezTo>
                <a:cubicBezTo>
                  <a:pt x="162" y="90"/>
                  <a:pt x="147" y="118"/>
                  <a:pt x="136" y="149"/>
                </a:cubicBezTo>
                <a:cubicBezTo>
                  <a:pt x="124" y="180"/>
                  <a:pt x="115" y="207"/>
                  <a:pt x="108" y="230"/>
                </a:cubicBezTo>
                <a:cubicBezTo>
                  <a:pt x="102" y="253"/>
                  <a:pt x="98" y="266"/>
                  <a:pt x="98" y="270"/>
                </a:cubicBezTo>
                <a:cubicBezTo>
                  <a:pt x="124" y="271"/>
                  <a:pt x="150" y="271"/>
                  <a:pt x="176" y="271"/>
                </a:cubicBezTo>
                <a:lnTo>
                  <a:pt x="255" y="270"/>
                </a:lnTo>
                <a:cubicBezTo>
                  <a:pt x="255" y="270"/>
                  <a:pt x="258" y="261"/>
                  <a:pt x="261" y="244"/>
                </a:cubicBezTo>
                <a:cubicBezTo>
                  <a:pt x="265" y="226"/>
                  <a:pt x="269" y="205"/>
                  <a:pt x="274" y="179"/>
                </a:cubicBezTo>
                <a:cubicBezTo>
                  <a:pt x="279" y="153"/>
                  <a:pt x="281" y="130"/>
                  <a:pt x="281" y="112"/>
                </a:cubicBezTo>
                <a:moveTo>
                  <a:pt x="62" y="462"/>
                </a:moveTo>
                <a:cubicBezTo>
                  <a:pt x="62" y="519"/>
                  <a:pt x="77" y="548"/>
                  <a:pt x="105" y="548"/>
                </a:cubicBezTo>
                <a:cubicBezTo>
                  <a:pt x="113" y="548"/>
                  <a:pt x="122" y="545"/>
                  <a:pt x="131" y="540"/>
                </a:cubicBezTo>
                <a:cubicBezTo>
                  <a:pt x="140" y="534"/>
                  <a:pt x="151" y="524"/>
                  <a:pt x="164" y="509"/>
                </a:cubicBezTo>
                <a:cubicBezTo>
                  <a:pt x="177" y="494"/>
                  <a:pt x="189" y="471"/>
                  <a:pt x="202" y="439"/>
                </a:cubicBezTo>
                <a:cubicBezTo>
                  <a:pt x="215" y="407"/>
                  <a:pt x="228" y="368"/>
                  <a:pt x="242" y="322"/>
                </a:cubicBezTo>
                <a:lnTo>
                  <a:pt x="246" y="308"/>
                </a:lnTo>
                <a:lnTo>
                  <a:pt x="88" y="308"/>
                </a:lnTo>
                <a:cubicBezTo>
                  <a:pt x="88" y="310"/>
                  <a:pt x="86" y="320"/>
                  <a:pt x="81" y="339"/>
                </a:cubicBezTo>
                <a:cubicBezTo>
                  <a:pt x="76" y="357"/>
                  <a:pt x="72" y="378"/>
                  <a:pt x="68" y="401"/>
                </a:cubicBezTo>
                <a:cubicBezTo>
                  <a:pt x="64" y="424"/>
                  <a:pt x="62" y="445"/>
                  <a:pt x="62" y="462"/>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993" name=""/>
          <p:cNvSpPr txBox="1"/>
          <p:nvPr/>
        </p:nvSpPr>
        <p:spPr>
          <a:xfrm>
            <a:off x="1143000" y="3413160"/>
            <a:ext cx="575640" cy="372240"/>
          </a:xfrm>
          <a:prstGeom prst="rect">
            <a:avLst/>
          </a:prstGeom>
          <a:noFill/>
          <a:ln w="0">
            <a:noFill/>
          </a:ln>
        </p:spPr>
        <p:txBody>
          <a:bodyPr wrap="none" lIns="0" rIns="0" tIns="0" bIns="0" anchor="t">
            <a:spAutoFit/>
          </a:bodyPr>
          <a:p>
            <a:r>
              <a:rPr b="0" lang="en-US" sz="2620" strike="noStrike" u="none">
                <a:solidFill>
                  <a:srgbClr val="333333"/>
                </a:solidFill>
                <a:effectLst/>
                <a:uFillTx/>
                <a:latin typeface="NotoSansJP-Thin_"/>
                <a:ea typeface="NotoSansJP-Thin_"/>
              </a:rPr>
              <a:t>NN </a:t>
            </a:r>
            <a:endParaRPr b="0" lang="en-US" sz="2620" strike="noStrike" u="none">
              <a:solidFill>
                <a:srgbClr val="000000"/>
              </a:solidFill>
              <a:effectLst/>
              <a:uFillTx/>
              <a:latin typeface="Times New Roman"/>
            </a:endParaRPr>
          </a:p>
        </p:txBody>
      </p:sp>
      <p:sp>
        <p:nvSpPr>
          <p:cNvPr id="994" name=""/>
          <p:cNvSpPr/>
          <p:nvPr/>
        </p:nvSpPr>
        <p:spPr>
          <a:xfrm>
            <a:off x="3652200" y="3524040"/>
            <a:ext cx="266040" cy="272160"/>
          </a:xfrm>
          <a:custGeom>
            <a:avLst/>
            <a:gdLst/>
            <a:ahLst/>
            <a:rect l="0" t="0" r="r" b="b"/>
            <a:pathLst>
              <a:path w="739" h="756">
                <a:moveTo>
                  <a:pt x="296" y="525"/>
                </a:moveTo>
                <a:cubicBezTo>
                  <a:pt x="274" y="525"/>
                  <a:pt x="255" y="523"/>
                  <a:pt x="239" y="521"/>
                </a:cubicBezTo>
                <a:cubicBezTo>
                  <a:pt x="223" y="519"/>
                  <a:pt x="212" y="517"/>
                  <a:pt x="204" y="514"/>
                </a:cubicBezTo>
                <a:cubicBezTo>
                  <a:pt x="197" y="512"/>
                  <a:pt x="192" y="511"/>
                  <a:pt x="190" y="511"/>
                </a:cubicBezTo>
                <a:cubicBezTo>
                  <a:pt x="190" y="511"/>
                  <a:pt x="186" y="525"/>
                  <a:pt x="180" y="552"/>
                </a:cubicBezTo>
                <a:cubicBezTo>
                  <a:pt x="174" y="579"/>
                  <a:pt x="167" y="609"/>
                  <a:pt x="157" y="642"/>
                </a:cubicBezTo>
                <a:cubicBezTo>
                  <a:pt x="148" y="674"/>
                  <a:pt x="142" y="696"/>
                  <a:pt x="138" y="707"/>
                </a:cubicBezTo>
                <a:cubicBezTo>
                  <a:pt x="122" y="739"/>
                  <a:pt x="96" y="756"/>
                  <a:pt x="60" y="756"/>
                </a:cubicBezTo>
                <a:cubicBezTo>
                  <a:pt x="41" y="756"/>
                  <a:pt x="27" y="750"/>
                  <a:pt x="16" y="738"/>
                </a:cubicBezTo>
                <a:cubicBezTo>
                  <a:pt x="6" y="727"/>
                  <a:pt x="0" y="713"/>
                  <a:pt x="0" y="695"/>
                </a:cubicBezTo>
                <a:cubicBezTo>
                  <a:pt x="3" y="685"/>
                  <a:pt x="29" y="578"/>
                  <a:pt x="79" y="374"/>
                </a:cubicBezTo>
                <a:cubicBezTo>
                  <a:pt x="129" y="172"/>
                  <a:pt x="156" y="65"/>
                  <a:pt x="160" y="55"/>
                </a:cubicBezTo>
                <a:cubicBezTo>
                  <a:pt x="166" y="40"/>
                  <a:pt x="176" y="27"/>
                  <a:pt x="190" y="16"/>
                </a:cubicBezTo>
                <a:cubicBezTo>
                  <a:pt x="205" y="5"/>
                  <a:pt x="221" y="0"/>
                  <a:pt x="239" y="0"/>
                </a:cubicBezTo>
                <a:cubicBezTo>
                  <a:pt x="260" y="0"/>
                  <a:pt x="275" y="6"/>
                  <a:pt x="285" y="18"/>
                </a:cubicBezTo>
                <a:cubicBezTo>
                  <a:pt x="295" y="30"/>
                  <a:pt x="300" y="43"/>
                  <a:pt x="301" y="55"/>
                </a:cubicBezTo>
                <a:cubicBezTo>
                  <a:pt x="301" y="64"/>
                  <a:pt x="289" y="115"/>
                  <a:pt x="266" y="208"/>
                </a:cubicBezTo>
                <a:cubicBezTo>
                  <a:pt x="242" y="302"/>
                  <a:pt x="230" y="360"/>
                  <a:pt x="229" y="385"/>
                </a:cubicBezTo>
                <a:cubicBezTo>
                  <a:pt x="229" y="440"/>
                  <a:pt x="256" y="467"/>
                  <a:pt x="309" y="467"/>
                </a:cubicBezTo>
                <a:cubicBezTo>
                  <a:pt x="337" y="467"/>
                  <a:pt x="363" y="457"/>
                  <a:pt x="389" y="438"/>
                </a:cubicBezTo>
                <a:cubicBezTo>
                  <a:pt x="414" y="419"/>
                  <a:pt x="430" y="403"/>
                  <a:pt x="437" y="389"/>
                </a:cubicBezTo>
                <a:cubicBezTo>
                  <a:pt x="439" y="388"/>
                  <a:pt x="453" y="334"/>
                  <a:pt x="480" y="227"/>
                </a:cubicBezTo>
                <a:cubicBezTo>
                  <a:pt x="506" y="120"/>
                  <a:pt x="520" y="65"/>
                  <a:pt x="522" y="63"/>
                </a:cubicBezTo>
                <a:cubicBezTo>
                  <a:pt x="538" y="27"/>
                  <a:pt x="566" y="9"/>
                  <a:pt x="602" y="9"/>
                </a:cubicBezTo>
                <a:cubicBezTo>
                  <a:pt x="621" y="9"/>
                  <a:pt x="636" y="15"/>
                  <a:pt x="647" y="26"/>
                </a:cubicBezTo>
                <a:cubicBezTo>
                  <a:pt x="657" y="38"/>
                  <a:pt x="663" y="50"/>
                  <a:pt x="663" y="63"/>
                </a:cubicBezTo>
                <a:cubicBezTo>
                  <a:pt x="663" y="70"/>
                  <a:pt x="657" y="99"/>
                  <a:pt x="644" y="150"/>
                </a:cubicBezTo>
                <a:cubicBezTo>
                  <a:pt x="632" y="201"/>
                  <a:pt x="619" y="255"/>
                  <a:pt x="603" y="312"/>
                </a:cubicBezTo>
                <a:cubicBezTo>
                  <a:pt x="588" y="369"/>
                  <a:pt x="580" y="402"/>
                  <a:pt x="580" y="410"/>
                </a:cubicBezTo>
                <a:cubicBezTo>
                  <a:pt x="578" y="419"/>
                  <a:pt x="577" y="427"/>
                  <a:pt x="577" y="434"/>
                </a:cubicBezTo>
                <a:cubicBezTo>
                  <a:pt x="577" y="456"/>
                  <a:pt x="584" y="468"/>
                  <a:pt x="598" y="468"/>
                </a:cubicBezTo>
                <a:cubicBezTo>
                  <a:pt x="614" y="468"/>
                  <a:pt x="629" y="455"/>
                  <a:pt x="641" y="430"/>
                </a:cubicBezTo>
                <a:cubicBezTo>
                  <a:pt x="649" y="416"/>
                  <a:pt x="656" y="393"/>
                  <a:pt x="664" y="362"/>
                </a:cubicBezTo>
                <a:cubicBezTo>
                  <a:pt x="668" y="346"/>
                  <a:pt x="671" y="337"/>
                  <a:pt x="673" y="335"/>
                </a:cubicBezTo>
                <a:cubicBezTo>
                  <a:pt x="675" y="332"/>
                  <a:pt x="683" y="331"/>
                  <a:pt x="698" y="330"/>
                </a:cubicBezTo>
                <a:lnTo>
                  <a:pt x="704" y="330"/>
                </a:lnTo>
                <a:lnTo>
                  <a:pt x="716" y="330"/>
                </a:lnTo>
                <a:cubicBezTo>
                  <a:pt x="731" y="330"/>
                  <a:pt x="739" y="335"/>
                  <a:pt x="739" y="346"/>
                </a:cubicBezTo>
                <a:cubicBezTo>
                  <a:pt x="738" y="351"/>
                  <a:pt x="737" y="357"/>
                  <a:pt x="735" y="364"/>
                </a:cubicBezTo>
                <a:cubicBezTo>
                  <a:pt x="734" y="372"/>
                  <a:pt x="729" y="386"/>
                  <a:pt x="720" y="408"/>
                </a:cubicBezTo>
                <a:cubicBezTo>
                  <a:pt x="710" y="430"/>
                  <a:pt x="701" y="448"/>
                  <a:pt x="692" y="462"/>
                </a:cubicBezTo>
                <a:cubicBezTo>
                  <a:pt x="683" y="476"/>
                  <a:pt x="668" y="491"/>
                  <a:pt x="648" y="505"/>
                </a:cubicBezTo>
                <a:cubicBezTo>
                  <a:pt x="627" y="520"/>
                  <a:pt x="607" y="526"/>
                  <a:pt x="586" y="525"/>
                </a:cubicBezTo>
                <a:cubicBezTo>
                  <a:pt x="567" y="525"/>
                  <a:pt x="550" y="523"/>
                  <a:pt x="533" y="519"/>
                </a:cubicBezTo>
                <a:cubicBezTo>
                  <a:pt x="517" y="515"/>
                  <a:pt x="504" y="510"/>
                  <a:pt x="494" y="503"/>
                </a:cubicBezTo>
                <a:cubicBezTo>
                  <a:pt x="484" y="496"/>
                  <a:pt x="476" y="490"/>
                  <a:pt x="469" y="485"/>
                </a:cubicBezTo>
                <a:cubicBezTo>
                  <a:pt x="462" y="479"/>
                  <a:pt x="457" y="474"/>
                  <a:pt x="453" y="470"/>
                </a:cubicBezTo>
                <a:lnTo>
                  <a:pt x="450" y="463"/>
                </a:lnTo>
                <a:cubicBezTo>
                  <a:pt x="403" y="504"/>
                  <a:pt x="352" y="525"/>
                  <a:pt x="296" y="525"/>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995" name=""/>
          <p:cNvSpPr/>
          <p:nvPr/>
        </p:nvSpPr>
        <p:spPr>
          <a:xfrm>
            <a:off x="3952080" y="3566520"/>
            <a:ext cx="124200" cy="207360"/>
          </a:xfrm>
          <a:custGeom>
            <a:avLst/>
            <a:gdLst/>
            <a:ahLst/>
            <a:rect l="0" t="0" r="r" b="b"/>
            <a:pathLst>
              <a:path w="345" h="576">
                <a:moveTo>
                  <a:pt x="0" y="407"/>
                </a:moveTo>
                <a:cubicBezTo>
                  <a:pt x="0" y="353"/>
                  <a:pt x="11" y="295"/>
                  <a:pt x="32" y="234"/>
                </a:cubicBezTo>
                <a:cubicBezTo>
                  <a:pt x="52" y="174"/>
                  <a:pt x="81" y="120"/>
                  <a:pt x="117" y="76"/>
                </a:cubicBezTo>
                <a:cubicBezTo>
                  <a:pt x="153" y="32"/>
                  <a:pt x="191" y="7"/>
                  <a:pt x="230" y="1"/>
                </a:cubicBezTo>
                <a:cubicBezTo>
                  <a:pt x="230" y="1"/>
                  <a:pt x="232" y="1"/>
                  <a:pt x="236" y="1"/>
                </a:cubicBezTo>
                <a:cubicBezTo>
                  <a:pt x="240" y="1"/>
                  <a:pt x="243" y="0"/>
                  <a:pt x="246" y="0"/>
                </a:cubicBezTo>
                <a:cubicBezTo>
                  <a:pt x="275" y="2"/>
                  <a:pt x="297" y="15"/>
                  <a:pt x="313" y="39"/>
                </a:cubicBezTo>
                <a:cubicBezTo>
                  <a:pt x="334" y="72"/>
                  <a:pt x="345" y="115"/>
                  <a:pt x="345" y="170"/>
                </a:cubicBezTo>
                <a:cubicBezTo>
                  <a:pt x="345" y="232"/>
                  <a:pt x="333" y="294"/>
                  <a:pt x="308" y="358"/>
                </a:cubicBezTo>
                <a:cubicBezTo>
                  <a:pt x="284" y="422"/>
                  <a:pt x="254" y="474"/>
                  <a:pt x="216" y="515"/>
                </a:cubicBezTo>
                <a:cubicBezTo>
                  <a:pt x="178" y="556"/>
                  <a:pt x="141" y="576"/>
                  <a:pt x="107" y="576"/>
                </a:cubicBezTo>
                <a:lnTo>
                  <a:pt x="102" y="576"/>
                </a:lnTo>
                <a:cubicBezTo>
                  <a:pt x="82" y="576"/>
                  <a:pt x="66" y="571"/>
                  <a:pt x="52" y="560"/>
                </a:cubicBezTo>
                <a:cubicBezTo>
                  <a:pt x="38" y="549"/>
                  <a:pt x="27" y="535"/>
                  <a:pt x="20" y="517"/>
                </a:cubicBezTo>
                <a:cubicBezTo>
                  <a:pt x="13" y="500"/>
                  <a:pt x="8" y="482"/>
                  <a:pt x="5" y="464"/>
                </a:cubicBezTo>
                <a:cubicBezTo>
                  <a:pt x="2" y="445"/>
                  <a:pt x="0" y="427"/>
                  <a:pt x="0" y="407"/>
                </a:cubicBezTo>
                <a:moveTo>
                  <a:pt x="281" y="112"/>
                </a:moveTo>
                <a:cubicBezTo>
                  <a:pt x="281" y="57"/>
                  <a:pt x="267" y="30"/>
                  <a:pt x="239" y="30"/>
                </a:cubicBezTo>
                <a:cubicBezTo>
                  <a:pt x="219" y="30"/>
                  <a:pt x="200" y="42"/>
                  <a:pt x="182" y="66"/>
                </a:cubicBezTo>
                <a:cubicBezTo>
                  <a:pt x="163" y="90"/>
                  <a:pt x="148" y="117"/>
                  <a:pt x="136" y="148"/>
                </a:cubicBezTo>
                <a:cubicBezTo>
                  <a:pt x="124" y="180"/>
                  <a:pt x="115" y="206"/>
                  <a:pt x="109" y="229"/>
                </a:cubicBezTo>
                <a:cubicBezTo>
                  <a:pt x="102" y="252"/>
                  <a:pt x="99" y="266"/>
                  <a:pt x="98" y="270"/>
                </a:cubicBezTo>
                <a:cubicBezTo>
                  <a:pt x="125" y="270"/>
                  <a:pt x="151" y="270"/>
                  <a:pt x="177" y="270"/>
                </a:cubicBezTo>
                <a:lnTo>
                  <a:pt x="255" y="270"/>
                </a:lnTo>
                <a:cubicBezTo>
                  <a:pt x="256" y="269"/>
                  <a:pt x="258" y="260"/>
                  <a:pt x="262" y="243"/>
                </a:cubicBezTo>
                <a:cubicBezTo>
                  <a:pt x="266" y="226"/>
                  <a:pt x="270" y="204"/>
                  <a:pt x="275" y="179"/>
                </a:cubicBezTo>
                <a:cubicBezTo>
                  <a:pt x="280" y="152"/>
                  <a:pt x="282" y="130"/>
                  <a:pt x="281" y="112"/>
                </a:cubicBezTo>
                <a:moveTo>
                  <a:pt x="63" y="462"/>
                </a:moveTo>
                <a:cubicBezTo>
                  <a:pt x="63" y="519"/>
                  <a:pt x="77" y="547"/>
                  <a:pt x="106" y="547"/>
                </a:cubicBezTo>
                <a:cubicBezTo>
                  <a:pt x="114" y="547"/>
                  <a:pt x="122" y="545"/>
                  <a:pt x="131" y="539"/>
                </a:cubicBezTo>
                <a:cubicBezTo>
                  <a:pt x="140" y="534"/>
                  <a:pt x="151" y="524"/>
                  <a:pt x="164" y="509"/>
                </a:cubicBezTo>
                <a:cubicBezTo>
                  <a:pt x="178" y="494"/>
                  <a:pt x="191" y="470"/>
                  <a:pt x="204" y="439"/>
                </a:cubicBezTo>
                <a:cubicBezTo>
                  <a:pt x="217" y="407"/>
                  <a:pt x="230" y="368"/>
                  <a:pt x="243" y="321"/>
                </a:cubicBezTo>
                <a:lnTo>
                  <a:pt x="247" y="307"/>
                </a:lnTo>
                <a:lnTo>
                  <a:pt x="89" y="307"/>
                </a:lnTo>
                <a:cubicBezTo>
                  <a:pt x="89" y="309"/>
                  <a:pt x="86" y="319"/>
                  <a:pt x="81" y="338"/>
                </a:cubicBezTo>
                <a:cubicBezTo>
                  <a:pt x="77" y="357"/>
                  <a:pt x="72" y="378"/>
                  <a:pt x="69" y="401"/>
                </a:cubicBezTo>
                <a:cubicBezTo>
                  <a:pt x="65" y="424"/>
                  <a:pt x="63" y="444"/>
                  <a:pt x="63" y="462"/>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996" name=""/>
          <p:cNvSpPr txBox="1"/>
          <p:nvPr/>
        </p:nvSpPr>
        <p:spPr>
          <a:xfrm>
            <a:off x="2103120" y="3413160"/>
            <a:ext cx="1669680" cy="334080"/>
          </a:xfrm>
          <a:prstGeom prst="rect">
            <a:avLst/>
          </a:prstGeom>
          <a:noFill/>
          <a:ln w="0">
            <a:noFill/>
          </a:ln>
        </p:spPr>
        <p:txBody>
          <a:bodyPr wrap="none" lIns="0" rIns="0" tIns="0" bIns="0" anchor="t">
            <a:spAutoFit/>
          </a:bodyPr>
          <a:p>
            <a:r>
              <a:rPr b="0" lang="en-US" sz="2620" strike="noStrike" u="none">
                <a:solidFill>
                  <a:srgbClr val="333333"/>
                </a:solidFill>
                <a:effectLst/>
                <a:uFillTx/>
                <a:latin typeface="NotoSansJP-Thin_"/>
                <a:ea typeface="NotoSansJP-Thin_"/>
              </a:rPr>
              <a:t> を使って </a:t>
            </a:r>
            <a:endParaRPr b="0" lang="en-US" sz="2620" strike="noStrike" u="none">
              <a:solidFill>
                <a:srgbClr val="000000"/>
              </a:solidFill>
              <a:effectLst/>
              <a:uFillTx/>
              <a:latin typeface="Times New Roman"/>
            </a:endParaRPr>
          </a:p>
        </p:txBody>
      </p:sp>
      <p:sp>
        <p:nvSpPr>
          <p:cNvPr id="997" name=""/>
          <p:cNvSpPr/>
          <p:nvPr/>
        </p:nvSpPr>
        <p:spPr>
          <a:xfrm>
            <a:off x="819000" y="4076640"/>
            <a:ext cx="133560" cy="133560"/>
          </a:xfrm>
          <a:custGeom>
            <a:avLst/>
            <a:gdLst/>
            <a:ahLst/>
            <a:rect l="0" t="0" r="r" b="b"/>
            <a:pathLst>
              <a:path w="371" h="371">
                <a:moveTo>
                  <a:pt x="371" y="185"/>
                </a:moveTo>
                <a:cubicBezTo>
                  <a:pt x="371" y="197"/>
                  <a:pt x="370" y="209"/>
                  <a:pt x="368" y="221"/>
                </a:cubicBezTo>
                <a:cubicBezTo>
                  <a:pt x="365" y="233"/>
                  <a:pt x="362" y="245"/>
                  <a:pt x="357" y="256"/>
                </a:cubicBezTo>
                <a:cubicBezTo>
                  <a:pt x="353" y="267"/>
                  <a:pt x="347" y="278"/>
                  <a:pt x="340" y="288"/>
                </a:cubicBezTo>
                <a:cubicBezTo>
                  <a:pt x="333" y="298"/>
                  <a:pt x="326" y="307"/>
                  <a:pt x="317" y="316"/>
                </a:cubicBezTo>
                <a:cubicBezTo>
                  <a:pt x="308" y="324"/>
                  <a:pt x="299" y="333"/>
                  <a:pt x="289" y="340"/>
                </a:cubicBezTo>
                <a:cubicBezTo>
                  <a:pt x="279" y="347"/>
                  <a:pt x="268" y="352"/>
                  <a:pt x="257" y="357"/>
                </a:cubicBezTo>
                <a:cubicBezTo>
                  <a:pt x="246" y="362"/>
                  <a:pt x="234" y="365"/>
                  <a:pt x="222" y="368"/>
                </a:cubicBezTo>
                <a:cubicBezTo>
                  <a:pt x="210" y="370"/>
                  <a:pt x="198" y="371"/>
                  <a:pt x="186" y="371"/>
                </a:cubicBezTo>
                <a:cubicBezTo>
                  <a:pt x="174" y="371"/>
                  <a:pt x="162" y="370"/>
                  <a:pt x="150" y="368"/>
                </a:cubicBezTo>
                <a:cubicBezTo>
                  <a:pt x="138" y="365"/>
                  <a:pt x="125" y="362"/>
                  <a:pt x="114" y="357"/>
                </a:cubicBezTo>
                <a:cubicBezTo>
                  <a:pt x="103" y="352"/>
                  <a:pt x="92" y="347"/>
                  <a:pt x="82" y="340"/>
                </a:cubicBezTo>
                <a:cubicBezTo>
                  <a:pt x="72" y="333"/>
                  <a:pt x="63" y="324"/>
                  <a:pt x="54" y="316"/>
                </a:cubicBezTo>
                <a:cubicBezTo>
                  <a:pt x="46" y="307"/>
                  <a:pt x="38" y="298"/>
                  <a:pt x="31" y="288"/>
                </a:cubicBezTo>
                <a:cubicBezTo>
                  <a:pt x="24" y="278"/>
                  <a:pt x="19" y="267"/>
                  <a:pt x="14" y="256"/>
                </a:cubicBezTo>
                <a:cubicBezTo>
                  <a:pt x="9" y="245"/>
                  <a:pt x="6" y="233"/>
                  <a:pt x="3" y="221"/>
                </a:cubicBezTo>
                <a:cubicBezTo>
                  <a:pt x="1" y="209"/>
                  <a:pt x="0" y="197"/>
                  <a:pt x="0" y="185"/>
                </a:cubicBezTo>
                <a:cubicBezTo>
                  <a:pt x="0" y="173"/>
                  <a:pt x="1" y="161"/>
                  <a:pt x="3" y="149"/>
                </a:cubicBezTo>
                <a:cubicBezTo>
                  <a:pt x="6" y="137"/>
                  <a:pt x="9" y="125"/>
                  <a:pt x="14" y="114"/>
                </a:cubicBezTo>
                <a:cubicBezTo>
                  <a:pt x="19" y="103"/>
                  <a:pt x="24" y="92"/>
                  <a:pt x="31" y="82"/>
                </a:cubicBezTo>
                <a:cubicBezTo>
                  <a:pt x="38" y="72"/>
                  <a:pt x="46" y="63"/>
                  <a:pt x="54" y="54"/>
                </a:cubicBezTo>
                <a:cubicBezTo>
                  <a:pt x="63" y="45"/>
                  <a:pt x="72" y="38"/>
                  <a:pt x="82" y="31"/>
                </a:cubicBezTo>
                <a:cubicBezTo>
                  <a:pt x="92" y="24"/>
                  <a:pt x="103" y="18"/>
                  <a:pt x="114" y="14"/>
                </a:cubicBezTo>
                <a:cubicBezTo>
                  <a:pt x="125" y="9"/>
                  <a:pt x="138" y="6"/>
                  <a:pt x="150" y="3"/>
                </a:cubicBezTo>
                <a:cubicBezTo>
                  <a:pt x="162" y="1"/>
                  <a:pt x="174" y="0"/>
                  <a:pt x="186" y="0"/>
                </a:cubicBezTo>
                <a:cubicBezTo>
                  <a:pt x="198" y="0"/>
                  <a:pt x="210" y="1"/>
                  <a:pt x="222" y="3"/>
                </a:cubicBezTo>
                <a:cubicBezTo>
                  <a:pt x="234" y="6"/>
                  <a:pt x="246" y="9"/>
                  <a:pt x="257" y="14"/>
                </a:cubicBezTo>
                <a:cubicBezTo>
                  <a:pt x="268" y="18"/>
                  <a:pt x="279" y="24"/>
                  <a:pt x="289" y="31"/>
                </a:cubicBezTo>
                <a:cubicBezTo>
                  <a:pt x="299" y="38"/>
                  <a:pt x="308" y="45"/>
                  <a:pt x="317" y="54"/>
                </a:cubicBezTo>
                <a:cubicBezTo>
                  <a:pt x="326" y="63"/>
                  <a:pt x="333" y="72"/>
                  <a:pt x="340" y="82"/>
                </a:cubicBezTo>
                <a:cubicBezTo>
                  <a:pt x="347" y="92"/>
                  <a:pt x="353" y="103"/>
                  <a:pt x="357" y="114"/>
                </a:cubicBezTo>
                <a:cubicBezTo>
                  <a:pt x="362" y="125"/>
                  <a:pt x="365" y="137"/>
                  <a:pt x="368" y="149"/>
                </a:cubicBezTo>
                <a:cubicBezTo>
                  <a:pt x="370" y="161"/>
                  <a:pt x="371" y="173"/>
                  <a:pt x="371" y="185"/>
                </a:cubicBezTo>
                <a:close/>
              </a:path>
            </a:pathLst>
          </a:custGeom>
          <a:noFill/>
          <a:ln w="9360">
            <a:solidFill>
              <a:srgbClr val="333333"/>
            </a:solidFill>
            <a:miter/>
          </a:ln>
        </p:spPr>
        <p:txBody>
          <a:bodyPr lIns="4680" rIns="4680" tIns="4680" bIns="4680" anchor="t">
            <a:noAutofit/>
          </a:bodyPr>
          <a:p>
            <a:endParaRPr b="0" lang="en-US" sz="2400" strike="noStrike" u="none">
              <a:solidFill>
                <a:srgbClr val="000000"/>
              </a:solidFill>
              <a:effectLst/>
              <a:uFillTx/>
              <a:latin typeface="Times New Roman"/>
            </a:endParaRPr>
          </a:p>
        </p:txBody>
      </p:sp>
      <p:sp>
        <p:nvSpPr>
          <p:cNvPr id="998" name=""/>
          <p:cNvSpPr/>
          <p:nvPr/>
        </p:nvSpPr>
        <p:spPr>
          <a:xfrm>
            <a:off x="1152000" y="4087440"/>
            <a:ext cx="231840" cy="182520"/>
          </a:xfrm>
          <a:custGeom>
            <a:avLst/>
            <a:gdLst/>
            <a:ahLst/>
            <a:rect l="0" t="0" r="r" b="b"/>
            <a:pathLst>
              <a:path w="644" h="507">
                <a:moveTo>
                  <a:pt x="234" y="507"/>
                </a:moveTo>
                <a:cubicBezTo>
                  <a:pt x="223" y="504"/>
                  <a:pt x="183" y="503"/>
                  <a:pt x="114" y="503"/>
                </a:cubicBezTo>
                <a:cubicBezTo>
                  <a:pt x="52" y="503"/>
                  <a:pt x="17" y="504"/>
                  <a:pt x="8" y="507"/>
                </a:cubicBezTo>
                <a:lnTo>
                  <a:pt x="0" y="507"/>
                </a:lnTo>
                <a:lnTo>
                  <a:pt x="0" y="436"/>
                </a:lnTo>
                <a:lnTo>
                  <a:pt x="109" y="436"/>
                </a:lnTo>
                <a:lnTo>
                  <a:pt x="255" y="264"/>
                </a:lnTo>
                <a:lnTo>
                  <a:pt x="100" y="72"/>
                </a:lnTo>
                <a:lnTo>
                  <a:pt x="6" y="72"/>
                </a:lnTo>
                <a:lnTo>
                  <a:pt x="6" y="0"/>
                </a:lnTo>
                <a:lnTo>
                  <a:pt x="15" y="0"/>
                </a:lnTo>
                <a:cubicBezTo>
                  <a:pt x="26" y="3"/>
                  <a:pt x="67" y="4"/>
                  <a:pt x="139" y="4"/>
                </a:cubicBezTo>
                <a:cubicBezTo>
                  <a:pt x="218" y="4"/>
                  <a:pt x="264" y="3"/>
                  <a:pt x="278" y="0"/>
                </a:cubicBezTo>
                <a:lnTo>
                  <a:pt x="288" y="0"/>
                </a:lnTo>
                <a:lnTo>
                  <a:pt x="288" y="72"/>
                </a:lnTo>
                <a:lnTo>
                  <a:pt x="256" y="72"/>
                </a:lnTo>
                <a:lnTo>
                  <a:pt x="296" y="121"/>
                </a:lnTo>
                <a:cubicBezTo>
                  <a:pt x="322" y="153"/>
                  <a:pt x="335" y="169"/>
                  <a:pt x="336" y="169"/>
                </a:cubicBezTo>
                <a:cubicBezTo>
                  <a:pt x="340" y="169"/>
                  <a:pt x="354" y="152"/>
                  <a:pt x="380" y="119"/>
                </a:cubicBezTo>
                <a:lnTo>
                  <a:pt x="420" y="72"/>
                </a:lnTo>
                <a:lnTo>
                  <a:pt x="378" y="72"/>
                </a:lnTo>
                <a:lnTo>
                  <a:pt x="378" y="0"/>
                </a:lnTo>
                <a:lnTo>
                  <a:pt x="387" y="0"/>
                </a:lnTo>
                <a:cubicBezTo>
                  <a:pt x="398" y="3"/>
                  <a:pt x="438" y="4"/>
                  <a:pt x="507" y="4"/>
                </a:cubicBezTo>
                <a:cubicBezTo>
                  <a:pt x="569" y="4"/>
                  <a:pt x="604" y="3"/>
                  <a:pt x="613" y="0"/>
                </a:cubicBezTo>
                <a:lnTo>
                  <a:pt x="621" y="0"/>
                </a:lnTo>
                <a:lnTo>
                  <a:pt x="621" y="72"/>
                </a:lnTo>
                <a:lnTo>
                  <a:pt x="513" y="72"/>
                </a:lnTo>
                <a:lnTo>
                  <a:pt x="381" y="227"/>
                </a:lnTo>
                <a:lnTo>
                  <a:pt x="551" y="435"/>
                </a:lnTo>
                <a:lnTo>
                  <a:pt x="597" y="436"/>
                </a:lnTo>
                <a:lnTo>
                  <a:pt x="644" y="436"/>
                </a:lnTo>
                <a:lnTo>
                  <a:pt x="644" y="507"/>
                </a:lnTo>
                <a:lnTo>
                  <a:pt x="635" y="507"/>
                </a:lnTo>
                <a:cubicBezTo>
                  <a:pt x="623" y="504"/>
                  <a:pt x="582" y="503"/>
                  <a:pt x="511" y="503"/>
                </a:cubicBezTo>
                <a:cubicBezTo>
                  <a:pt x="432" y="503"/>
                  <a:pt x="386" y="504"/>
                  <a:pt x="372" y="507"/>
                </a:cubicBezTo>
                <a:lnTo>
                  <a:pt x="362" y="507"/>
                </a:lnTo>
                <a:lnTo>
                  <a:pt x="362" y="436"/>
                </a:lnTo>
                <a:lnTo>
                  <a:pt x="394" y="436"/>
                </a:lnTo>
                <a:cubicBezTo>
                  <a:pt x="394" y="435"/>
                  <a:pt x="378" y="416"/>
                  <a:pt x="348" y="379"/>
                </a:cubicBezTo>
                <a:cubicBezTo>
                  <a:pt x="317" y="342"/>
                  <a:pt x="301" y="323"/>
                  <a:pt x="300" y="321"/>
                </a:cubicBezTo>
                <a:lnTo>
                  <a:pt x="201" y="435"/>
                </a:lnTo>
                <a:lnTo>
                  <a:pt x="223" y="436"/>
                </a:lnTo>
                <a:lnTo>
                  <a:pt x="243" y="436"/>
                </a:lnTo>
                <a:lnTo>
                  <a:pt x="243" y="507"/>
                </a:lnTo>
                <a:lnTo>
                  <a:pt x="234" y="507"/>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999" name=""/>
          <p:cNvSpPr/>
          <p:nvPr/>
        </p:nvSpPr>
        <p:spPr>
          <a:xfrm>
            <a:off x="1411200" y="4149720"/>
            <a:ext cx="90360" cy="184680"/>
          </a:xfrm>
          <a:custGeom>
            <a:avLst/>
            <a:gdLst/>
            <a:ahLst/>
            <a:rect l="0" t="0" r="r" b="b"/>
            <a:pathLst>
              <a:path w="251" h="513">
                <a:moveTo>
                  <a:pt x="5" y="194"/>
                </a:moveTo>
                <a:cubicBezTo>
                  <a:pt x="2" y="190"/>
                  <a:pt x="0" y="187"/>
                  <a:pt x="0" y="186"/>
                </a:cubicBezTo>
                <a:cubicBezTo>
                  <a:pt x="0" y="183"/>
                  <a:pt x="1" y="179"/>
                  <a:pt x="2" y="173"/>
                </a:cubicBezTo>
                <a:cubicBezTo>
                  <a:pt x="4" y="166"/>
                  <a:pt x="5" y="163"/>
                  <a:pt x="6" y="161"/>
                </a:cubicBezTo>
                <a:cubicBezTo>
                  <a:pt x="7" y="159"/>
                  <a:pt x="10" y="157"/>
                  <a:pt x="13" y="157"/>
                </a:cubicBezTo>
                <a:cubicBezTo>
                  <a:pt x="17" y="157"/>
                  <a:pt x="31" y="157"/>
                  <a:pt x="54" y="157"/>
                </a:cubicBezTo>
                <a:lnTo>
                  <a:pt x="97" y="157"/>
                </a:lnTo>
                <a:lnTo>
                  <a:pt x="112" y="92"/>
                </a:lnTo>
                <a:cubicBezTo>
                  <a:pt x="114" y="86"/>
                  <a:pt x="116" y="79"/>
                  <a:pt x="118" y="69"/>
                </a:cubicBezTo>
                <a:cubicBezTo>
                  <a:pt x="120" y="59"/>
                  <a:pt x="122" y="52"/>
                  <a:pt x="124" y="48"/>
                </a:cubicBezTo>
                <a:cubicBezTo>
                  <a:pt x="125" y="44"/>
                  <a:pt x="127" y="38"/>
                  <a:pt x="128" y="32"/>
                </a:cubicBezTo>
                <a:cubicBezTo>
                  <a:pt x="130" y="26"/>
                  <a:pt x="132" y="21"/>
                  <a:pt x="135" y="18"/>
                </a:cubicBezTo>
                <a:cubicBezTo>
                  <a:pt x="138" y="16"/>
                  <a:pt x="140" y="12"/>
                  <a:pt x="143" y="9"/>
                </a:cubicBezTo>
                <a:cubicBezTo>
                  <a:pt x="146" y="5"/>
                  <a:pt x="149" y="2"/>
                  <a:pt x="154" y="1"/>
                </a:cubicBezTo>
                <a:cubicBezTo>
                  <a:pt x="159" y="0"/>
                  <a:pt x="164" y="0"/>
                  <a:pt x="169" y="0"/>
                </a:cubicBezTo>
                <a:cubicBezTo>
                  <a:pt x="178" y="0"/>
                  <a:pt x="185" y="3"/>
                  <a:pt x="189" y="9"/>
                </a:cubicBezTo>
                <a:cubicBezTo>
                  <a:pt x="193" y="14"/>
                  <a:pt x="194" y="19"/>
                  <a:pt x="194" y="24"/>
                </a:cubicBezTo>
                <a:cubicBezTo>
                  <a:pt x="194" y="28"/>
                  <a:pt x="192" y="40"/>
                  <a:pt x="187" y="62"/>
                </a:cubicBezTo>
                <a:cubicBezTo>
                  <a:pt x="182" y="83"/>
                  <a:pt x="177" y="104"/>
                  <a:pt x="171" y="125"/>
                </a:cubicBezTo>
                <a:lnTo>
                  <a:pt x="163" y="155"/>
                </a:lnTo>
                <a:cubicBezTo>
                  <a:pt x="163" y="156"/>
                  <a:pt x="176" y="157"/>
                  <a:pt x="203" y="157"/>
                </a:cubicBezTo>
                <a:lnTo>
                  <a:pt x="245" y="157"/>
                </a:lnTo>
                <a:cubicBezTo>
                  <a:pt x="249" y="160"/>
                  <a:pt x="251" y="163"/>
                  <a:pt x="251" y="166"/>
                </a:cubicBezTo>
                <a:cubicBezTo>
                  <a:pt x="251" y="177"/>
                  <a:pt x="247" y="187"/>
                  <a:pt x="240" y="194"/>
                </a:cubicBezTo>
                <a:lnTo>
                  <a:pt x="153" y="194"/>
                </a:lnTo>
                <a:lnTo>
                  <a:pt x="124" y="310"/>
                </a:lnTo>
                <a:cubicBezTo>
                  <a:pt x="104" y="396"/>
                  <a:pt x="93" y="442"/>
                  <a:pt x="93" y="449"/>
                </a:cubicBezTo>
                <a:cubicBezTo>
                  <a:pt x="93" y="471"/>
                  <a:pt x="100" y="483"/>
                  <a:pt x="115" y="483"/>
                </a:cubicBezTo>
                <a:cubicBezTo>
                  <a:pt x="134" y="483"/>
                  <a:pt x="152" y="473"/>
                  <a:pt x="169" y="455"/>
                </a:cubicBezTo>
                <a:cubicBezTo>
                  <a:pt x="187" y="437"/>
                  <a:pt x="201" y="414"/>
                  <a:pt x="213" y="388"/>
                </a:cubicBezTo>
                <a:cubicBezTo>
                  <a:pt x="214" y="384"/>
                  <a:pt x="216" y="383"/>
                  <a:pt x="217" y="382"/>
                </a:cubicBezTo>
                <a:cubicBezTo>
                  <a:pt x="219" y="381"/>
                  <a:pt x="223" y="381"/>
                  <a:pt x="229" y="380"/>
                </a:cubicBezTo>
                <a:lnTo>
                  <a:pt x="232" y="380"/>
                </a:lnTo>
                <a:cubicBezTo>
                  <a:pt x="240" y="380"/>
                  <a:pt x="245" y="383"/>
                  <a:pt x="245" y="387"/>
                </a:cubicBezTo>
                <a:cubicBezTo>
                  <a:pt x="245" y="388"/>
                  <a:pt x="244" y="392"/>
                  <a:pt x="242" y="396"/>
                </a:cubicBezTo>
                <a:cubicBezTo>
                  <a:pt x="239" y="405"/>
                  <a:pt x="235" y="415"/>
                  <a:pt x="228" y="427"/>
                </a:cubicBezTo>
                <a:cubicBezTo>
                  <a:pt x="221" y="439"/>
                  <a:pt x="212" y="451"/>
                  <a:pt x="199" y="465"/>
                </a:cubicBezTo>
                <a:cubicBezTo>
                  <a:pt x="188" y="478"/>
                  <a:pt x="174" y="490"/>
                  <a:pt x="158" y="499"/>
                </a:cubicBezTo>
                <a:cubicBezTo>
                  <a:pt x="142" y="509"/>
                  <a:pt x="126" y="513"/>
                  <a:pt x="109" y="513"/>
                </a:cubicBezTo>
                <a:cubicBezTo>
                  <a:pt x="93" y="513"/>
                  <a:pt x="78" y="509"/>
                  <a:pt x="63" y="500"/>
                </a:cubicBezTo>
                <a:cubicBezTo>
                  <a:pt x="49" y="492"/>
                  <a:pt x="38" y="478"/>
                  <a:pt x="32" y="458"/>
                </a:cubicBezTo>
                <a:cubicBezTo>
                  <a:pt x="31" y="454"/>
                  <a:pt x="30" y="447"/>
                  <a:pt x="30" y="437"/>
                </a:cubicBezTo>
                <a:lnTo>
                  <a:pt x="30" y="422"/>
                </a:lnTo>
                <a:lnTo>
                  <a:pt x="58" y="310"/>
                </a:lnTo>
                <a:cubicBezTo>
                  <a:pt x="77" y="234"/>
                  <a:pt x="87" y="196"/>
                  <a:pt x="87" y="195"/>
                </a:cubicBezTo>
                <a:cubicBezTo>
                  <a:pt x="87" y="194"/>
                  <a:pt x="74" y="194"/>
                  <a:pt x="46" y="194"/>
                </a:cubicBezTo>
                <a:lnTo>
                  <a:pt x="5" y="194"/>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1000" name=""/>
          <p:cNvSpPr/>
          <p:nvPr/>
        </p:nvSpPr>
        <p:spPr>
          <a:xfrm>
            <a:off x="1534320" y="4252680"/>
            <a:ext cx="177120" cy="11880"/>
          </a:xfrm>
          <a:custGeom>
            <a:avLst/>
            <a:gdLst/>
            <a:ahLst/>
            <a:rect l="0" t="0" r="r" b="b"/>
            <a:pathLst>
              <a:path w="492" h="33">
                <a:moveTo>
                  <a:pt x="12" y="0"/>
                </a:moveTo>
                <a:lnTo>
                  <a:pt x="480" y="0"/>
                </a:lnTo>
                <a:cubicBezTo>
                  <a:pt x="488" y="5"/>
                  <a:pt x="492" y="10"/>
                  <a:pt x="492" y="17"/>
                </a:cubicBezTo>
                <a:cubicBezTo>
                  <a:pt x="492" y="24"/>
                  <a:pt x="488" y="29"/>
                  <a:pt x="480" y="33"/>
                </a:cubicBezTo>
                <a:lnTo>
                  <a:pt x="12" y="33"/>
                </a:lnTo>
                <a:cubicBezTo>
                  <a:pt x="4" y="30"/>
                  <a:pt x="0" y="24"/>
                  <a:pt x="0" y="17"/>
                </a:cubicBezTo>
                <a:cubicBezTo>
                  <a:pt x="0" y="9"/>
                  <a:pt x="4" y="4"/>
                  <a:pt x="12" y="0"/>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1001" name=""/>
          <p:cNvSpPr/>
          <p:nvPr/>
        </p:nvSpPr>
        <p:spPr>
          <a:xfrm>
            <a:off x="1759680" y="4138200"/>
            <a:ext cx="100080" cy="192960"/>
          </a:xfrm>
          <a:custGeom>
            <a:avLst/>
            <a:gdLst/>
            <a:ahLst/>
            <a:rect l="0" t="0" r="r" b="b"/>
            <a:pathLst>
              <a:path w="278" h="536">
                <a:moveTo>
                  <a:pt x="104" y="71"/>
                </a:moveTo>
                <a:lnTo>
                  <a:pt x="94" y="75"/>
                </a:lnTo>
                <a:cubicBezTo>
                  <a:pt x="86" y="78"/>
                  <a:pt x="76" y="81"/>
                  <a:pt x="62" y="83"/>
                </a:cubicBezTo>
                <a:cubicBezTo>
                  <a:pt x="48" y="86"/>
                  <a:pt x="32" y="88"/>
                  <a:pt x="15" y="89"/>
                </a:cubicBezTo>
                <a:lnTo>
                  <a:pt x="0" y="89"/>
                </a:lnTo>
                <a:lnTo>
                  <a:pt x="0" y="52"/>
                </a:lnTo>
                <a:lnTo>
                  <a:pt x="15" y="52"/>
                </a:lnTo>
                <a:cubicBezTo>
                  <a:pt x="40" y="51"/>
                  <a:pt x="64" y="47"/>
                  <a:pt x="85" y="40"/>
                </a:cubicBezTo>
                <a:cubicBezTo>
                  <a:pt x="106" y="33"/>
                  <a:pt x="121" y="27"/>
                  <a:pt x="130" y="21"/>
                </a:cubicBezTo>
                <a:cubicBezTo>
                  <a:pt x="139" y="15"/>
                  <a:pt x="146" y="9"/>
                  <a:pt x="153" y="2"/>
                </a:cubicBezTo>
                <a:cubicBezTo>
                  <a:pt x="154" y="0"/>
                  <a:pt x="157" y="0"/>
                  <a:pt x="162" y="0"/>
                </a:cubicBezTo>
                <a:cubicBezTo>
                  <a:pt x="167" y="0"/>
                  <a:pt x="172" y="1"/>
                  <a:pt x="176" y="4"/>
                </a:cubicBezTo>
                <a:lnTo>
                  <a:pt x="176" y="246"/>
                </a:lnTo>
                <a:lnTo>
                  <a:pt x="177" y="487"/>
                </a:lnTo>
                <a:cubicBezTo>
                  <a:pt x="180" y="491"/>
                  <a:pt x="184" y="494"/>
                  <a:pt x="186" y="495"/>
                </a:cubicBezTo>
                <a:cubicBezTo>
                  <a:pt x="189" y="496"/>
                  <a:pt x="196" y="497"/>
                  <a:pt x="206" y="498"/>
                </a:cubicBezTo>
                <a:cubicBezTo>
                  <a:pt x="216" y="499"/>
                  <a:pt x="234" y="499"/>
                  <a:pt x="257" y="499"/>
                </a:cubicBezTo>
                <a:lnTo>
                  <a:pt x="278" y="499"/>
                </a:lnTo>
                <a:lnTo>
                  <a:pt x="278" y="536"/>
                </a:lnTo>
                <a:lnTo>
                  <a:pt x="269" y="536"/>
                </a:lnTo>
                <a:cubicBezTo>
                  <a:pt x="257" y="535"/>
                  <a:pt x="214" y="534"/>
                  <a:pt x="140" y="534"/>
                </a:cubicBezTo>
                <a:cubicBezTo>
                  <a:pt x="67" y="534"/>
                  <a:pt x="25" y="535"/>
                  <a:pt x="13" y="536"/>
                </a:cubicBezTo>
                <a:lnTo>
                  <a:pt x="4" y="536"/>
                </a:lnTo>
                <a:lnTo>
                  <a:pt x="4" y="499"/>
                </a:lnTo>
                <a:lnTo>
                  <a:pt x="25" y="499"/>
                </a:lnTo>
                <a:cubicBezTo>
                  <a:pt x="36" y="499"/>
                  <a:pt x="47" y="499"/>
                  <a:pt x="55" y="499"/>
                </a:cubicBezTo>
                <a:cubicBezTo>
                  <a:pt x="64" y="499"/>
                  <a:pt x="71" y="499"/>
                  <a:pt x="75" y="499"/>
                </a:cubicBezTo>
                <a:cubicBezTo>
                  <a:pt x="80" y="498"/>
                  <a:pt x="84" y="497"/>
                  <a:pt x="88" y="496"/>
                </a:cubicBezTo>
                <a:cubicBezTo>
                  <a:pt x="92" y="495"/>
                  <a:pt x="94" y="495"/>
                  <a:pt x="95" y="495"/>
                </a:cubicBezTo>
                <a:cubicBezTo>
                  <a:pt x="95" y="495"/>
                  <a:pt x="97" y="493"/>
                  <a:pt x="99" y="491"/>
                </a:cubicBezTo>
                <a:cubicBezTo>
                  <a:pt x="102" y="488"/>
                  <a:pt x="104" y="487"/>
                  <a:pt x="104" y="487"/>
                </a:cubicBezTo>
                <a:lnTo>
                  <a:pt x="104" y="71"/>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1002" name=""/>
          <p:cNvSpPr/>
          <p:nvPr/>
        </p:nvSpPr>
        <p:spPr>
          <a:xfrm>
            <a:off x="2037600" y="4119120"/>
            <a:ext cx="273240" cy="96120"/>
          </a:xfrm>
          <a:custGeom>
            <a:avLst/>
            <a:gdLst/>
            <a:ahLst/>
            <a:rect l="0" t="0" r="r" b="b"/>
            <a:pathLst>
              <a:path w="759" h="267">
                <a:moveTo>
                  <a:pt x="0" y="23"/>
                </a:moveTo>
                <a:cubicBezTo>
                  <a:pt x="0" y="13"/>
                  <a:pt x="6" y="5"/>
                  <a:pt x="16" y="0"/>
                </a:cubicBezTo>
                <a:lnTo>
                  <a:pt x="742" y="0"/>
                </a:lnTo>
                <a:cubicBezTo>
                  <a:pt x="753" y="6"/>
                  <a:pt x="759" y="14"/>
                  <a:pt x="759" y="23"/>
                </a:cubicBezTo>
                <a:cubicBezTo>
                  <a:pt x="759" y="31"/>
                  <a:pt x="754" y="38"/>
                  <a:pt x="743" y="44"/>
                </a:cubicBezTo>
                <a:lnTo>
                  <a:pt x="381" y="46"/>
                </a:lnTo>
                <a:lnTo>
                  <a:pt x="19" y="46"/>
                </a:lnTo>
                <a:cubicBezTo>
                  <a:pt x="6" y="42"/>
                  <a:pt x="0" y="34"/>
                  <a:pt x="0" y="23"/>
                </a:cubicBezTo>
                <a:moveTo>
                  <a:pt x="0" y="245"/>
                </a:moveTo>
                <a:cubicBezTo>
                  <a:pt x="0" y="233"/>
                  <a:pt x="6" y="226"/>
                  <a:pt x="19" y="222"/>
                </a:cubicBezTo>
                <a:lnTo>
                  <a:pt x="743" y="222"/>
                </a:lnTo>
                <a:cubicBezTo>
                  <a:pt x="754" y="229"/>
                  <a:pt x="759" y="237"/>
                  <a:pt x="759" y="245"/>
                </a:cubicBezTo>
                <a:cubicBezTo>
                  <a:pt x="759" y="254"/>
                  <a:pt x="753" y="262"/>
                  <a:pt x="742" y="267"/>
                </a:cubicBezTo>
                <a:lnTo>
                  <a:pt x="16" y="267"/>
                </a:lnTo>
                <a:cubicBezTo>
                  <a:pt x="6" y="262"/>
                  <a:pt x="0" y="254"/>
                  <a:pt x="0" y="245"/>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1003" name=""/>
          <p:cNvSpPr/>
          <p:nvPr/>
        </p:nvSpPr>
        <p:spPr>
          <a:xfrm>
            <a:off x="2461320" y="4084200"/>
            <a:ext cx="265680" cy="272160"/>
          </a:xfrm>
          <a:custGeom>
            <a:avLst/>
            <a:gdLst/>
            <a:ahLst/>
            <a:rect l="0" t="0" r="r" b="b"/>
            <a:pathLst>
              <a:path w="738" h="756">
                <a:moveTo>
                  <a:pt x="297" y="525"/>
                </a:moveTo>
                <a:cubicBezTo>
                  <a:pt x="275" y="525"/>
                  <a:pt x="256" y="524"/>
                  <a:pt x="240" y="521"/>
                </a:cubicBezTo>
                <a:cubicBezTo>
                  <a:pt x="224" y="519"/>
                  <a:pt x="212" y="517"/>
                  <a:pt x="205" y="515"/>
                </a:cubicBezTo>
                <a:cubicBezTo>
                  <a:pt x="197" y="512"/>
                  <a:pt x="192" y="511"/>
                  <a:pt x="191" y="511"/>
                </a:cubicBezTo>
                <a:cubicBezTo>
                  <a:pt x="190" y="511"/>
                  <a:pt x="187" y="525"/>
                  <a:pt x="181" y="552"/>
                </a:cubicBezTo>
                <a:cubicBezTo>
                  <a:pt x="175" y="579"/>
                  <a:pt x="167" y="609"/>
                  <a:pt x="157" y="642"/>
                </a:cubicBezTo>
                <a:cubicBezTo>
                  <a:pt x="148" y="675"/>
                  <a:pt x="141" y="696"/>
                  <a:pt x="138" y="707"/>
                </a:cubicBezTo>
                <a:cubicBezTo>
                  <a:pt x="122" y="740"/>
                  <a:pt x="95" y="756"/>
                  <a:pt x="59" y="756"/>
                </a:cubicBezTo>
                <a:cubicBezTo>
                  <a:pt x="41" y="756"/>
                  <a:pt x="26" y="750"/>
                  <a:pt x="16" y="739"/>
                </a:cubicBezTo>
                <a:cubicBezTo>
                  <a:pt x="5" y="727"/>
                  <a:pt x="0" y="713"/>
                  <a:pt x="0" y="696"/>
                </a:cubicBezTo>
                <a:cubicBezTo>
                  <a:pt x="2" y="685"/>
                  <a:pt x="28" y="578"/>
                  <a:pt x="78" y="376"/>
                </a:cubicBezTo>
                <a:cubicBezTo>
                  <a:pt x="128" y="172"/>
                  <a:pt x="155" y="66"/>
                  <a:pt x="159" y="55"/>
                </a:cubicBezTo>
                <a:cubicBezTo>
                  <a:pt x="166" y="40"/>
                  <a:pt x="176" y="27"/>
                  <a:pt x="191" y="16"/>
                </a:cubicBezTo>
                <a:cubicBezTo>
                  <a:pt x="205" y="6"/>
                  <a:pt x="222" y="0"/>
                  <a:pt x="240" y="0"/>
                </a:cubicBezTo>
                <a:cubicBezTo>
                  <a:pt x="260" y="0"/>
                  <a:pt x="275" y="6"/>
                  <a:pt x="285" y="19"/>
                </a:cubicBezTo>
                <a:cubicBezTo>
                  <a:pt x="295" y="31"/>
                  <a:pt x="300" y="43"/>
                  <a:pt x="301" y="55"/>
                </a:cubicBezTo>
                <a:cubicBezTo>
                  <a:pt x="301" y="64"/>
                  <a:pt x="289" y="115"/>
                  <a:pt x="266" y="209"/>
                </a:cubicBezTo>
                <a:cubicBezTo>
                  <a:pt x="242" y="302"/>
                  <a:pt x="230" y="362"/>
                  <a:pt x="230" y="386"/>
                </a:cubicBezTo>
                <a:cubicBezTo>
                  <a:pt x="230" y="440"/>
                  <a:pt x="256" y="467"/>
                  <a:pt x="309" y="467"/>
                </a:cubicBezTo>
                <a:cubicBezTo>
                  <a:pt x="337" y="467"/>
                  <a:pt x="364" y="457"/>
                  <a:pt x="389" y="438"/>
                </a:cubicBezTo>
                <a:cubicBezTo>
                  <a:pt x="414" y="419"/>
                  <a:pt x="430" y="403"/>
                  <a:pt x="438" y="391"/>
                </a:cubicBezTo>
                <a:cubicBezTo>
                  <a:pt x="439" y="389"/>
                  <a:pt x="453" y="334"/>
                  <a:pt x="480" y="227"/>
                </a:cubicBezTo>
                <a:cubicBezTo>
                  <a:pt x="506" y="120"/>
                  <a:pt x="521" y="65"/>
                  <a:pt x="522" y="63"/>
                </a:cubicBezTo>
                <a:cubicBezTo>
                  <a:pt x="539" y="27"/>
                  <a:pt x="565" y="9"/>
                  <a:pt x="602" y="9"/>
                </a:cubicBezTo>
                <a:cubicBezTo>
                  <a:pt x="621" y="9"/>
                  <a:pt x="635" y="15"/>
                  <a:pt x="646" y="27"/>
                </a:cubicBezTo>
                <a:cubicBezTo>
                  <a:pt x="657" y="38"/>
                  <a:pt x="662" y="50"/>
                  <a:pt x="662" y="63"/>
                </a:cubicBezTo>
                <a:cubicBezTo>
                  <a:pt x="662" y="71"/>
                  <a:pt x="656" y="100"/>
                  <a:pt x="644" y="151"/>
                </a:cubicBezTo>
                <a:cubicBezTo>
                  <a:pt x="632" y="201"/>
                  <a:pt x="618" y="255"/>
                  <a:pt x="603" y="312"/>
                </a:cubicBezTo>
                <a:cubicBezTo>
                  <a:pt x="588" y="370"/>
                  <a:pt x="580" y="402"/>
                  <a:pt x="579" y="410"/>
                </a:cubicBezTo>
                <a:cubicBezTo>
                  <a:pt x="577" y="419"/>
                  <a:pt x="577" y="427"/>
                  <a:pt x="577" y="434"/>
                </a:cubicBezTo>
                <a:cubicBezTo>
                  <a:pt x="577" y="457"/>
                  <a:pt x="584" y="468"/>
                  <a:pt x="597" y="468"/>
                </a:cubicBezTo>
                <a:cubicBezTo>
                  <a:pt x="614" y="468"/>
                  <a:pt x="628" y="455"/>
                  <a:pt x="640" y="430"/>
                </a:cubicBezTo>
                <a:cubicBezTo>
                  <a:pt x="648" y="416"/>
                  <a:pt x="656" y="394"/>
                  <a:pt x="663" y="363"/>
                </a:cubicBezTo>
                <a:cubicBezTo>
                  <a:pt x="667" y="347"/>
                  <a:pt x="670" y="337"/>
                  <a:pt x="672" y="335"/>
                </a:cubicBezTo>
                <a:cubicBezTo>
                  <a:pt x="675" y="333"/>
                  <a:pt x="683" y="331"/>
                  <a:pt x="697" y="330"/>
                </a:cubicBezTo>
                <a:lnTo>
                  <a:pt x="703" y="330"/>
                </a:lnTo>
                <a:lnTo>
                  <a:pt x="716" y="330"/>
                </a:lnTo>
                <a:cubicBezTo>
                  <a:pt x="731" y="330"/>
                  <a:pt x="738" y="336"/>
                  <a:pt x="738" y="347"/>
                </a:cubicBezTo>
                <a:cubicBezTo>
                  <a:pt x="738" y="352"/>
                  <a:pt x="736" y="358"/>
                  <a:pt x="735" y="366"/>
                </a:cubicBezTo>
                <a:cubicBezTo>
                  <a:pt x="733" y="373"/>
                  <a:pt x="728" y="388"/>
                  <a:pt x="719" y="409"/>
                </a:cubicBezTo>
                <a:cubicBezTo>
                  <a:pt x="710" y="430"/>
                  <a:pt x="701" y="448"/>
                  <a:pt x="692" y="462"/>
                </a:cubicBezTo>
                <a:cubicBezTo>
                  <a:pt x="683" y="477"/>
                  <a:pt x="668" y="491"/>
                  <a:pt x="647" y="506"/>
                </a:cubicBezTo>
                <a:cubicBezTo>
                  <a:pt x="627" y="520"/>
                  <a:pt x="606" y="526"/>
                  <a:pt x="586" y="525"/>
                </a:cubicBezTo>
                <a:cubicBezTo>
                  <a:pt x="567" y="525"/>
                  <a:pt x="549" y="523"/>
                  <a:pt x="533" y="519"/>
                </a:cubicBezTo>
                <a:cubicBezTo>
                  <a:pt x="517" y="515"/>
                  <a:pt x="505" y="510"/>
                  <a:pt x="495" y="503"/>
                </a:cubicBezTo>
                <a:cubicBezTo>
                  <a:pt x="485" y="496"/>
                  <a:pt x="477" y="490"/>
                  <a:pt x="470" y="485"/>
                </a:cubicBezTo>
                <a:cubicBezTo>
                  <a:pt x="463" y="480"/>
                  <a:pt x="458" y="475"/>
                  <a:pt x="454" y="470"/>
                </a:cubicBezTo>
                <a:lnTo>
                  <a:pt x="450" y="463"/>
                </a:lnTo>
                <a:cubicBezTo>
                  <a:pt x="403" y="504"/>
                  <a:pt x="352" y="525"/>
                  <a:pt x="297" y="525"/>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1004" name=""/>
          <p:cNvSpPr/>
          <p:nvPr/>
        </p:nvSpPr>
        <p:spPr>
          <a:xfrm>
            <a:off x="2761200" y="4126680"/>
            <a:ext cx="123840" cy="207720"/>
          </a:xfrm>
          <a:custGeom>
            <a:avLst/>
            <a:gdLst/>
            <a:ahLst/>
            <a:rect l="0" t="0" r="r" b="b"/>
            <a:pathLst>
              <a:path w="344" h="577">
                <a:moveTo>
                  <a:pt x="0" y="408"/>
                </a:moveTo>
                <a:cubicBezTo>
                  <a:pt x="0" y="353"/>
                  <a:pt x="10" y="294"/>
                  <a:pt x="31" y="234"/>
                </a:cubicBezTo>
                <a:cubicBezTo>
                  <a:pt x="53" y="173"/>
                  <a:pt x="81" y="121"/>
                  <a:pt x="117" y="77"/>
                </a:cubicBezTo>
                <a:cubicBezTo>
                  <a:pt x="153" y="33"/>
                  <a:pt x="191" y="7"/>
                  <a:pt x="229" y="1"/>
                </a:cubicBezTo>
                <a:cubicBezTo>
                  <a:pt x="230" y="1"/>
                  <a:pt x="232" y="1"/>
                  <a:pt x="236" y="1"/>
                </a:cubicBezTo>
                <a:cubicBezTo>
                  <a:pt x="239" y="1"/>
                  <a:pt x="243" y="1"/>
                  <a:pt x="245" y="0"/>
                </a:cubicBezTo>
                <a:cubicBezTo>
                  <a:pt x="274" y="2"/>
                  <a:pt x="297" y="15"/>
                  <a:pt x="313" y="40"/>
                </a:cubicBezTo>
                <a:cubicBezTo>
                  <a:pt x="334" y="72"/>
                  <a:pt x="344" y="115"/>
                  <a:pt x="344" y="169"/>
                </a:cubicBezTo>
                <a:cubicBezTo>
                  <a:pt x="344" y="231"/>
                  <a:pt x="332" y="294"/>
                  <a:pt x="308" y="358"/>
                </a:cubicBezTo>
                <a:cubicBezTo>
                  <a:pt x="284" y="422"/>
                  <a:pt x="253" y="475"/>
                  <a:pt x="215" y="515"/>
                </a:cubicBezTo>
                <a:cubicBezTo>
                  <a:pt x="178" y="556"/>
                  <a:pt x="142" y="577"/>
                  <a:pt x="108" y="577"/>
                </a:cubicBezTo>
                <a:lnTo>
                  <a:pt x="102" y="577"/>
                </a:lnTo>
                <a:cubicBezTo>
                  <a:pt x="83" y="577"/>
                  <a:pt x="66" y="571"/>
                  <a:pt x="52" y="560"/>
                </a:cubicBezTo>
                <a:cubicBezTo>
                  <a:pt x="37" y="550"/>
                  <a:pt x="27" y="535"/>
                  <a:pt x="20" y="518"/>
                </a:cubicBezTo>
                <a:cubicBezTo>
                  <a:pt x="13" y="500"/>
                  <a:pt x="8" y="482"/>
                  <a:pt x="4" y="464"/>
                </a:cubicBezTo>
                <a:cubicBezTo>
                  <a:pt x="1" y="446"/>
                  <a:pt x="0" y="427"/>
                  <a:pt x="0" y="408"/>
                </a:cubicBezTo>
                <a:moveTo>
                  <a:pt x="281" y="112"/>
                </a:moveTo>
                <a:cubicBezTo>
                  <a:pt x="281" y="57"/>
                  <a:pt x="266" y="30"/>
                  <a:pt x="238" y="30"/>
                </a:cubicBezTo>
                <a:cubicBezTo>
                  <a:pt x="219" y="30"/>
                  <a:pt x="200" y="42"/>
                  <a:pt x="182" y="66"/>
                </a:cubicBezTo>
                <a:cubicBezTo>
                  <a:pt x="163" y="90"/>
                  <a:pt x="148" y="118"/>
                  <a:pt x="137" y="148"/>
                </a:cubicBezTo>
                <a:cubicBezTo>
                  <a:pt x="125" y="179"/>
                  <a:pt x="116" y="206"/>
                  <a:pt x="109" y="229"/>
                </a:cubicBezTo>
                <a:cubicBezTo>
                  <a:pt x="103" y="252"/>
                  <a:pt x="99" y="265"/>
                  <a:pt x="99" y="269"/>
                </a:cubicBezTo>
                <a:cubicBezTo>
                  <a:pt x="125" y="269"/>
                  <a:pt x="151" y="270"/>
                  <a:pt x="177" y="270"/>
                </a:cubicBezTo>
                <a:lnTo>
                  <a:pt x="255" y="269"/>
                </a:lnTo>
                <a:cubicBezTo>
                  <a:pt x="255" y="268"/>
                  <a:pt x="258" y="260"/>
                  <a:pt x="261" y="242"/>
                </a:cubicBezTo>
                <a:cubicBezTo>
                  <a:pt x="265" y="225"/>
                  <a:pt x="269" y="204"/>
                  <a:pt x="274" y="178"/>
                </a:cubicBezTo>
                <a:cubicBezTo>
                  <a:pt x="279" y="152"/>
                  <a:pt x="281" y="130"/>
                  <a:pt x="281" y="112"/>
                </a:cubicBezTo>
                <a:moveTo>
                  <a:pt x="63" y="462"/>
                </a:moveTo>
                <a:cubicBezTo>
                  <a:pt x="63" y="519"/>
                  <a:pt x="78" y="548"/>
                  <a:pt x="106" y="548"/>
                </a:cubicBezTo>
                <a:cubicBezTo>
                  <a:pt x="114" y="548"/>
                  <a:pt x="123" y="545"/>
                  <a:pt x="132" y="540"/>
                </a:cubicBezTo>
                <a:cubicBezTo>
                  <a:pt x="141" y="534"/>
                  <a:pt x="152" y="524"/>
                  <a:pt x="165" y="509"/>
                </a:cubicBezTo>
                <a:cubicBezTo>
                  <a:pt x="178" y="494"/>
                  <a:pt x="191" y="471"/>
                  <a:pt x="203" y="439"/>
                </a:cubicBezTo>
                <a:cubicBezTo>
                  <a:pt x="216" y="407"/>
                  <a:pt x="229" y="368"/>
                  <a:pt x="242" y="320"/>
                </a:cubicBezTo>
                <a:lnTo>
                  <a:pt x="246" y="307"/>
                </a:lnTo>
                <a:lnTo>
                  <a:pt x="89" y="307"/>
                </a:lnTo>
                <a:cubicBezTo>
                  <a:pt x="89" y="308"/>
                  <a:pt x="87" y="319"/>
                  <a:pt x="82" y="338"/>
                </a:cubicBezTo>
                <a:cubicBezTo>
                  <a:pt x="77" y="357"/>
                  <a:pt x="73" y="378"/>
                  <a:pt x="69" y="401"/>
                </a:cubicBezTo>
                <a:cubicBezTo>
                  <a:pt x="65" y="424"/>
                  <a:pt x="63" y="445"/>
                  <a:pt x="63" y="462"/>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1005" name=""/>
          <p:cNvSpPr/>
          <p:nvPr/>
        </p:nvSpPr>
        <p:spPr>
          <a:xfrm>
            <a:off x="2945880" y="3962160"/>
            <a:ext cx="98280" cy="410040"/>
          </a:xfrm>
          <a:custGeom>
            <a:avLst/>
            <a:gdLst/>
            <a:ahLst/>
            <a:rect l="0" t="0" r="r" b="b"/>
            <a:pathLst>
              <a:path w="273" h="1139">
                <a:moveTo>
                  <a:pt x="0" y="569"/>
                </a:moveTo>
                <a:cubicBezTo>
                  <a:pt x="0" y="517"/>
                  <a:pt x="4" y="467"/>
                  <a:pt x="11" y="420"/>
                </a:cubicBezTo>
                <a:cubicBezTo>
                  <a:pt x="19" y="373"/>
                  <a:pt x="27" y="332"/>
                  <a:pt x="37" y="298"/>
                </a:cubicBezTo>
                <a:cubicBezTo>
                  <a:pt x="47" y="264"/>
                  <a:pt x="61" y="231"/>
                  <a:pt x="79" y="198"/>
                </a:cubicBezTo>
                <a:cubicBezTo>
                  <a:pt x="98" y="166"/>
                  <a:pt x="112" y="140"/>
                  <a:pt x="124" y="122"/>
                </a:cubicBezTo>
                <a:cubicBezTo>
                  <a:pt x="134" y="104"/>
                  <a:pt x="150" y="84"/>
                  <a:pt x="171" y="63"/>
                </a:cubicBezTo>
                <a:cubicBezTo>
                  <a:pt x="193" y="42"/>
                  <a:pt x="205" y="29"/>
                  <a:pt x="209" y="24"/>
                </a:cubicBezTo>
                <a:cubicBezTo>
                  <a:pt x="213" y="20"/>
                  <a:pt x="222" y="12"/>
                  <a:pt x="237" y="0"/>
                </a:cubicBezTo>
                <a:lnTo>
                  <a:pt x="252" y="0"/>
                </a:lnTo>
                <a:lnTo>
                  <a:pt x="257" y="0"/>
                </a:lnTo>
                <a:cubicBezTo>
                  <a:pt x="267" y="0"/>
                  <a:pt x="273" y="4"/>
                  <a:pt x="273" y="10"/>
                </a:cubicBezTo>
                <a:cubicBezTo>
                  <a:pt x="273" y="13"/>
                  <a:pt x="266" y="21"/>
                  <a:pt x="253" y="34"/>
                </a:cubicBezTo>
                <a:cubicBezTo>
                  <a:pt x="240" y="48"/>
                  <a:pt x="225" y="68"/>
                  <a:pt x="207" y="95"/>
                </a:cubicBezTo>
                <a:cubicBezTo>
                  <a:pt x="189" y="121"/>
                  <a:pt x="170" y="154"/>
                  <a:pt x="151" y="193"/>
                </a:cubicBezTo>
                <a:cubicBezTo>
                  <a:pt x="132" y="231"/>
                  <a:pt x="116" y="284"/>
                  <a:pt x="102" y="350"/>
                </a:cubicBezTo>
                <a:cubicBezTo>
                  <a:pt x="89" y="416"/>
                  <a:pt x="83" y="489"/>
                  <a:pt x="83" y="569"/>
                </a:cubicBezTo>
                <a:cubicBezTo>
                  <a:pt x="83" y="650"/>
                  <a:pt x="89" y="722"/>
                  <a:pt x="102" y="788"/>
                </a:cubicBezTo>
                <a:cubicBezTo>
                  <a:pt x="116" y="853"/>
                  <a:pt x="132" y="906"/>
                  <a:pt x="150" y="947"/>
                </a:cubicBezTo>
                <a:cubicBezTo>
                  <a:pt x="168" y="987"/>
                  <a:pt x="187" y="1020"/>
                  <a:pt x="206" y="1045"/>
                </a:cubicBezTo>
                <a:cubicBezTo>
                  <a:pt x="225" y="1070"/>
                  <a:pt x="240" y="1090"/>
                  <a:pt x="253" y="1105"/>
                </a:cubicBezTo>
                <a:cubicBezTo>
                  <a:pt x="266" y="1120"/>
                  <a:pt x="273" y="1128"/>
                  <a:pt x="273" y="1129"/>
                </a:cubicBezTo>
                <a:cubicBezTo>
                  <a:pt x="273" y="1136"/>
                  <a:pt x="267" y="1139"/>
                  <a:pt x="256" y="1139"/>
                </a:cubicBezTo>
                <a:lnTo>
                  <a:pt x="252" y="1139"/>
                </a:lnTo>
                <a:lnTo>
                  <a:pt x="237" y="1139"/>
                </a:lnTo>
                <a:lnTo>
                  <a:pt x="206" y="1112"/>
                </a:lnTo>
                <a:cubicBezTo>
                  <a:pt x="134" y="1047"/>
                  <a:pt x="81" y="967"/>
                  <a:pt x="49" y="870"/>
                </a:cubicBezTo>
                <a:cubicBezTo>
                  <a:pt x="16" y="773"/>
                  <a:pt x="0" y="673"/>
                  <a:pt x="0" y="569"/>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1006" name=""/>
          <p:cNvSpPr/>
          <p:nvPr/>
        </p:nvSpPr>
        <p:spPr>
          <a:xfrm>
            <a:off x="3075120" y="4087440"/>
            <a:ext cx="231840" cy="182520"/>
          </a:xfrm>
          <a:custGeom>
            <a:avLst/>
            <a:gdLst/>
            <a:ahLst/>
            <a:rect l="0" t="0" r="r" b="b"/>
            <a:pathLst>
              <a:path w="644" h="507">
                <a:moveTo>
                  <a:pt x="236" y="507"/>
                </a:moveTo>
                <a:cubicBezTo>
                  <a:pt x="224" y="504"/>
                  <a:pt x="184" y="503"/>
                  <a:pt x="114" y="503"/>
                </a:cubicBezTo>
                <a:cubicBezTo>
                  <a:pt x="53" y="503"/>
                  <a:pt x="17" y="504"/>
                  <a:pt x="8" y="507"/>
                </a:cubicBezTo>
                <a:lnTo>
                  <a:pt x="0" y="507"/>
                </a:lnTo>
                <a:lnTo>
                  <a:pt x="0" y="436"/>
                </a:lnTo>
                <a:lnTo>
                  <a:pt x="110" y="436"/>
                </a:lnTo>
                <a:lnTo>
                  <a:pt x="256" y="264"/>
                </a:lnTo>
                <a:lnTo>
                  <a:pt x="101" y="72"/>
                </a:lnTo>
                <a:lnTo>
                  <a:pt x="6" y="72"/>
                </a:lnTo>
                <a:lnTo>
                  <a:pt x="6" y="0"/>
                </a:lnTo>
                <a:lnTo>
                  <a:pt x="15" y="0"/>
                </a:lnTo>
                <a:cubicBezTo>
                  <a:pt x="27" y="3"/>
                  <a:pt x="68" y="4"/>
                  <a:pt x="140" y="4"/>
                </a:cubicBezTo>
                <a:cubicBezTo>
                  <a:pt x="219" y="4"/>
                  <a:pt x="265" y="3"/>
                  <a:pt x="279" y="0"/>
                </a:cubicBezTo>
                <a:lnTo>
                  <a:pt x="289" y="0"/>
                </a:lnTo>
                <a:lnTo>
                  <a:pt x="289" y="72"/>
                </a:lnTo>
                <a:lnTo>
                  <a:pt x="257" y="72"/>
                </a:lnTo>
                <a:lnTo>
                  <a:pt x="297" y="121"/>
                </a:lnTo>
                <a:cubicBezTo>
                  <a:pt x="323" y="153"/>
                  <a:pt x="336" y="169"/>
                  <a:pt x="337" y="169"/>
                </a:cubicBezTo>
                <a:cubicBezTo>
                  <a:pt x="340" y="169"/>
                  <a:pt x="355" y="152"/>
                  <a:pt x="380" y="119"/>
                </a:cubicBezTo>
                <a:lnTo>
                  <a:pt x="420" y="72"/>
                </a:lnTo>
                <a:lnTo>
                  <a:pt x="378" y="72"/>
                </a:lnTo>
                <a:lnTo>
                  <a:pt x="378" y="0"/>
                </a:lnTo>
                <a:lnTo>
                  <a:pt x="387" y="0"/>
                </a:lnTo>
                <a:cubicBezTo>
                  <a:pt x="399" y="3"/>
                  <a:pt x="439" y="4"/>
                  <a:pt x="508" y="4"/>
                </a:cubicBezTo>
                <a:cubicBezTo>
                  <a:pt x="569" y="4"/>
                  <a:pt x="605" y="3"/>
                  <a:pt x="614" y="0"/>
                </a:cubicBezTo>
                <a:lnTo>
                  <a:pt x="622" y="0"/>
                </a:lnTo>
                <a:lnTo>
                  <a:pt x="622" y="72"/>
                </a:lnTo>
                <a:lnTo>
                  <a:pt x="514" y="72"/>
                </a:lnTo>
                <a:lnTo>
                  <a:pt x="382" y="227"/>
                </a:lnTo>
                <a:lnTo>
                  <a:pt x="551" y="435"/>
                </a:lnTo>
                <a:lnTo>
                  <a:pt x="598" y="436"/>
                </a:lnTo>
                <a:lnTo>
                  <a:pt x="644" y="436"/>
                </a:lnTo>
                <a:lnTo>
                  <a:pt x="644" y="507"/>
                </a:lnTo>
                <a:lnTo>
                  <a:pt x="635" y="507"/>
                </a:lnTo>
                <a:cubicBezTo>
                  <a:pt x="624" y="504"/>
                  <a:pt x="583" y="503"/>
                  <a:pt x="511" y="503"/>
                </a:cubicBezTo>
                <a:cubicBezTo>
                  <a:pt x="432" y="503"/>
                  <a:pt x="386" y="504"/>
                  <a:pt x="372" y="507"/>
                </a:cubicBezTo>
                <a:lnTo>
                  <a:pt x="362" y="507"/>
                </a:lnTo>
                <a:lnTo>
                  <a:pt x="362" y="436"/>
                </a:lnTo>
                <a:lnTo>
                  <a:pt x="394" y="436"/>
                </a:lnTo>
                <a:cubicBezTo>
                  <a:pt x="394" y="435"/>
                  <a:pt x="379" y="416"/>
                  <a:pt x="349" y="379"/>
                </a:cubicBezTo>
                <a:cubicBezTo>
                  <a:pt x="318" y="342"/>
                  <a:pt x="303" y="323"/>
                  <a:pt x="302" y="321"/>
                </a:cubicBezTo>
                <a:lnTo>
                  <a:pt x="203" y="435"/>
                </a:lnTo>
                <a:lnTo>
                  <a:pt x="224" y="436"/>
                </a:lnTo>
                <a:lnTo>
                  <a:pt x="245" y="436"/>
                </a:lnTo>
                <a:lnTo>
                  <a:pt x="245" y="507"/>
                </a:lnTo>
                <a:lnTo>
                  <a:pt x="236" y="507"/>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1007" name=""/>
          <p:cNvSpPr/>
          <p:nvPr/>
        </p:nvSpPr>
        <p:spPr>
          <a:xfrm>
            <a:off x="3334320" y="4149720"/>
            <a:ext cx="90360" cy="184680"/>
          </a:xfrm>
          <a:custGeom>
            <a:avLst/>
            <a:gdLst/>
            <a:ahLst/>
            <a:rect l="0" t="0" r="r" b="b"/>
            <a:pathLst>
              <a:path w="251" h="513">
                <a:moveTo>
                  <a:pt x="6" y="194"/>
                </a:moveTo>
                <a:cubicBezTo>
                  <a:pt x="2" y="190"/>
                  <a:pt x="0" y="187"/>
                  <a:pt x="0" y="186"/>
                </a:cubicBezTo>
                <a:cubicBezTo>
                  <a:pt x="0" y="183"/>
                  <a:pt x="1" y="179"/>
                  <a:pt x="3" y="173"/>
                </a:cubicBezTo>
                <a:cubicBezTo>
                  <a:pt x="4" y="166"/>
                  <a:pt x="6" y="163"/>
                  <a:pt x="7" y="161"/>
                </a:cubicBezTo>
                <a:cubicBezTo>
                  <a:pt x="8" y="159"/>
                  <a:pt x="10" y="157"/>
                  <a:pt x="14" y="157"/>
                </a:cubicBezTo>
                <a:cubicBezTo>
                  <a:pt x="18" y="157"/>
                  <a:pt x="31" y="157"/>
                  <a:pt x="55" y="157"/>
                </a:cubicBezTo>
                <a:lnTo>
                  <a:pt x="98" y="157"/>
                </a:lnTo>
                <a:lnTo>
                  <a:pt x="114" y="92"/>
                </a:lnTo>
                <a:cubicBezTo>
                  <a:pt x="115" y="86"/>
                  <a:pt x="117" y="79"/>
                  <a:pt x="119" y="69"/>
                </a:cubicBezTo>
                <a:cubicBezTo>
                  <a:pt x="122" y="59"/>
                  <a:pt x="123" y="52"/>
                  <a:pt x="125" y="48"/>
                </a:cubicBezTo>
                <a:cubicBezTo>
                  <a:pt x="127" y="44"/>
                  <a:pt x="128" y="38"/>
                  <a:pt x="130" y="32"/>
                </a:cubicBezTo>
                <a:cubicBezTo>
                  <a:pt x="132" y="26"/>
                  <a:pt x="134" y="21"/>
                  <a:pt x="136" y="18"/>
                </a:cubicBezTo>
                <a:cubicBezTo>
                  <a:pt x="139" y="16"/>
                  <a:pt x="142" y="12"/>
                  <a:pt x="144" y="9"/>
                </a:cubicBezTo>
                <a:cubicBezTo>
                  <a:pt x="147" y="5"/>
                  <a:pt x="151" y="2"/>
                  <a:pt x="156" y="1"/>
                </a:cubicBezTo>
                <a:cubicBezTo>
                  <a:pt x="160" y="0"/>
                  <a:pt x="165" y="0"/>
                  <a:pt x="170" y="0"/>
                </a:cubicBezTo>
                <a:cubicBezTo>
                  <a:pt x="180" y="0"/>
                  <a:pt x="187" y="3"/>
                  <a:pt x="190" y="9"/>
                </a:cubicBezTo>
                <a:cubicBezTo>
                  <a:pt x="194" y="14"/>
                  <a:pt x="196" y="19"/>
                  <a:pt x="196" y="24"/>
                </a:cubicBezTo>
                <a:cubicBezTo>
                  <a:pt x="196" y="28"/>
                  <a:pt x="193" y="40"/>
                  <a:pt x="189" y="62"/>
                </a:cubicBezTo>
                <a:cubicBezTo>
                  <a:pt x="184" y="83"/>
                  <a:pt x="178" y="104"/>
                  <a:pt x="173" y="125"/>
                </a:cubicBezTo>
                <a:lnTo>
                  <a:pt x="165" y="155"/>
                </a:lnTo>
                <a:cubicBezTo>
                  <a:pt x="165" y="156"/>
                  <a:pt x="178" y="157"/>
                  <a:pt x="205" y="157"/>
                </a:cubicBezTo>
                <a:lnTo>
                  <a:pt x="246" y="157"/>
                </a:lnTo>
                <a:cubicBezTo>
                  <a:pt x="250" y="160"/>
                  <a:pt x="251" y="163"/>
                  <a:pt x="251" y="166"/>
                </a:cubicBezTo>
                <a:cubicBezTo>
                  <a:pt x="251" y="177"/>
                  <a:pt x="248" y="187"/>
                  <a:pt x="241" y="194"/>
                </a:cubicBezTo>
                <a:lnTo>
                  <a:pt x="155" y="194"/>
                </a:lnTo>
                <a:lnTo>
                  <a:pt x="126" y="310"/>
                </a:lnTo>
                <a:cubicBezTo>
                  <a:pt x="104" y="396"/>
                  <a:pt x="94" y="442"/>
                  <a:pt x="94" y="449"/>
                </a:cubicBezTo>
                <a:cubicBezTo>
                  <a:pt x="94" y="471"/>
                  <a:pt x="101" y="483"/>
                  <a:pt x="116" y="483"/>
                </a:cubicBezTo>
                <a:cubicBezTo>
                  <a:pt x="135" y="483"/>
                  <a:pt x="153" y="473"/>
                  <a:pt x="171" y="455"/>
                </a:cubicBezTo>
                <a:cubicBezTo>
                  <a:pt x="189" y="437"/>
                  <a:pt x="203" y="414"/>
                  <a:pt x="214" y="388"/>
                </a:cubicBezTo>
                <a:cubicBezTo>
                  <a:pt x="215" y="384"/>
                  <a:pt x="216" y="383"/>
                  <a:pt x="218" y="382"/>
                </a:cubicBezTo>
                <a:cubicBezTo>
                  <a:pt x="219" y="381"/>
                  <a:pt x="223" y="381"/>
                  <a:pt x="230" y="380"/>
                </a:cubicBezTo>
                <a:lnTo>
                  <a:pt x="233" y="380"/>
                </a:lnTo>
                <a:cubicBezTo>
                  <a:pt x="241" y="380"/>
                  <a:pt x="245" y="383"/>
                  <a:pt x="245" y="387"/>
                </a:cubicBezTo>
                <a:cubicBezTo>
                  <a:pt x="245" y="388"/>
                  <a:pt x="244" y="392"/>
                  <a:pt x="243" y="396"/>
                </a:cubicBezTo>
                <a:cubicBezTo>
                  <a:pt x="240" y="405"/>
                  <a:pt x="235" y="415"/>
                  <a:pt x="228" y="427"/>
                </a:cubicBezTo>
                <a:cubicBezTo>
                  <a:pt x="221" y="439"/>
                  <a:pt x="212" y="451"/>
                  <a:pt x="201" y="465"/>
                </a:cubicBezTo>
                <a:cubicBezTo>
                  <a:pt x="189" y="478"/>
                  <a:pt x="176" y="490"/>
                  <a:pt x="160" y="499"/>
                </a:cubicBezTo>
                <a:cubicBezTo>
                  <a:pt x="144" y="509"/>
                  <a:pt x="127" y="513"/>
                  <a:pt x="110" y="513"/>
                </a:cubicBezTo>
                <a:cubicBezTo>
                  <a:pt x="94" y="513"/>
                  <a:pt x="78" y="509"/>
                  <a:pt x="64" y="500"/>
                </a:cubicBezTo>
                <a:cubicBezTo>
                  <a:pt x="49" y="492"/>
                  <a:pt x="39" y="478"/>
                  <a:pt x="32" y="458"/>
                </a:cubicBezTo>
                <a:cubicBezTo>
                  <a:pt x="31" y="454"/>
                  <a:pt x="31" y="447"/>
                  <a:pt x="31" y="437"/>
                </a:cubicBezTo>
                <a:lnTo>
                  <a:pt x="31" y="422"/>
                </a:lnTo>
                <a:lnTo>
                  <a:pt x="59" y="310"/>
                </a:lnTo>
                <a:cubicBezTo>
                  <a:pt x="78" y="234"/>
                  <a:pt x="87" y="196"/>
                  <a:pt x="88" y="195"/>
                </a:cubicBezTo>
                <a:cubicBezTo>
                  <a:pt x="88" y="194"/>
                  <a:pt x="74" y="194"/>
                  <a:pt x="47" y="194"/>
                </a:cubicBezTo>
                <a:lnTo>
                  <a:pt x="6" y="194"/>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1008" name=""/>
          <p:cNvSpPr/>
          <p:nvPr/>
        </p:nvSpPr>
        <p:spPr>
          <a:xfrm>
            <a:off x="3485880" y="4219920"/>
            <a:ext cx="54360" cy="129600"/>
          </a:xfrm>
          <a:custGeom>
            <a:avLst/>
            <a:gdLst/>
            <a:ahLst/>
            <a:rect l="0" t="0" r="r" b="b"/>
            <a:pathLst>
              <a:path w="151" h="360">
                <a:moveTo>
                  <a:pt x="0" y="98"/>
                </a:moveTo>
                <a:cubicBezTo>
                  <a:pt x="0" y="98"/>
                  <a:pt x="0" y="88"/>
                  <a:pt x="0" y="69"/>
                </a:cubicBezTo>
                <a:cubicBezTo>
                  <a:pt x="0" y="51"/>
                  <a:pt x="6" y="34"/>
                  <a:pt x="18" y="21"/>
                </a:cubicBezTo>
                <a:cubicBezTo>
                  <a:pt x="30" y="7"/>
                  <a:pt x="47" y="0"/>
                  <a:pt x="67" y="0"/>
                </a:cubicBezTo>
                <a:cubicBezTo>
                  <a:pt x="89" y="0"/>
                  <a:pt x="107" y="10"/>
                  <a:pt x="124" y="28"/>
                </a:cubicBezTo>
                <a:cubicBezTo>
                  <a:pt x="141" y="47"/>
                  <a:pt x="151" y="81"/>
                  <a:pt x="151" y="129"/>
                </a:cubicBezTo>
                <a:cubicBezTo>
                  <a:pt x="151" y="155"/>
                  <a:pt x="148" y="181"/>
                  <a:pt x="140" y="206"/>
                </a:cubicBezTo>
                <a:cubicBezTo>
                  <a:pt x="133" y="231"/>
                  <a:pt x="125" y="253"/>
                  <a:pt x="116" y="272"/>
                </a:cubicBezTo>
                <a:cubicBezTo>
                  <a:pt x="107" y="290"/>
                  <a:pt x="97" y="306"/>
                  <a:pt x="87" y="319"/>
                </a:cubicBezTo>
                <a:cubicBezTo>
                  <a:pt x="76" y="331"/>
                  <a:pt x="67" y="342"/>
                  <a:pt x="59" y="349"/>
                </a:cubicBezTo>
                <a:cubicBezTo>
                  <a:pt x="52" y="357"/>
                  <a:pt x="47" y="360"/>
                  <a:pt x="45" y="360"/>
                </a:cubicBezTo>
                <a:cubicBezTo>
                  <a:pt x="41" y="360"/>
                  <a:pt x="37" y="356"/>
                  <a:pt x="30" y="349"/>
                </a:cubicBezTo>
                <a:cubicBezTo>
                  <a:pt x="23" y="342"/>
                  <a:pt x="19" y="338"/>
                  <a:pt x="19" y="335"/>
                </a:cubicBezTo>
                <a:cubicBezTo>
                  <a:pt x="19" y="331"/>
                  <a:pt x="24" y="325"/>
                  <a:pt x="32" y="316"/>
                </a:cubicBezTo>
                <a:cubicBezTo>
                  <a:pt x="40" y="307"/>
                  <a:pt x="50" y="296"/>
                  <a:pt x="60" y="282"/>
                </a:cubicBezTo>
                <a:cubicBezTo>
                  <a:pt x="71" y="268"/>
                  <a:pt x="81" y="249"/>
                  <a:pt x="90" y="224"/>
                </a:cubicBezTo>
                <a:cubicBezTo>
                  <a:pt x="99" y="200"/>
                  <a:pt x="105" y="172"/>
                  <a:pt x="108" y="141"/>
                </a:cubicBezTo>
                <a:lnTo>
                  <a:pt x="108" y="128"/>
                </a:lnTo>
                <a:lnTo>
                  <a:pt x="107" y="129"/>
                </a:lnTo>
                <a:cubicBezTo>
                  <a:pt x="106" y="129"/>
                  <a:pt x="104" y="130"/>
                  <a:pt x="101" y="131"/>
                </a:cubicBezTo>
                <a:cubicBezTo>
                  <a:pt x="99" y="132"/>
                  <a:pt x="97" y="133"/>
                  <a:pt x="95" y="134"/>
                </a:cubicBezTo>
                <a:cubicBezTo>
                  <a:pt x="92" y="136"/>
                  <a:pt x="89" y="137"/>
                  <a:pt x="84" y="137"/>
                </a:cubicBezTo>
                <a:cubicBezTo>
                  <a:pt x="80" y="137"/>
                  <a:pt x="75" y="137"/>
                  <a:pt x="71" y="138"/>
                </a:cubicBezTo>
                <a:cubicBezTo>
                  <a:pt x="50" y="138"/>
                  <a:pt x="34" y="131"/>
                  <a:pt x="21" y="118"/>
                </a:cubicBezTo>
                <a:lnTo>
                  <a:pt x="0" y="98"/>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1009" name=""/>
          <p:cNvSpPr/>
          <p:nvPr/>
        </p:nvSpPr>
        <p:spPr>
          <a:xfrm>
            <a:off x="3643920" y="4012920"/>
            <a:ext cx="127800" cy="261360"/>
          </a:xfrm>
          <a:custGeom>
            <a:avLst/>
            <a:gdLst/>
            <a:ahLst/>
            <a:rect l="0" t="0" r="r" b="b"/>
            <a:pathLst>
              <a:path w="355" h="726">
                <a:moveTo>
                  <a:pt x="8" y="276"/>
                </a:moveTo>
                <a:cubicBezTo>
                  <a:pt x="3" y="270"/>
                  <a:pt x="0" y="266"/>
                  <a:pt x="0" y="264"/>
                </a:cubicBezTo>
                <a:cubicBezTo>
                  <a:pt x="0" y="261"/>
                  <a:pt x="1" y="255"/>
                  <a:pt x="4" y="246"/>
                </a:cubicBezTo>
                <a:cubicBezTo>
                  <a:pt x="6" y="237"/>
                  <a:pt x="8" y="232"/>
                  <a:pt x="9" y="230"/>
                </a:cubicBezTo>
                <a:cubicBezTo>
                  <a:pt x="11" y="226"/>
                  <a:pt x="14" y="224"/>
                  <a:pt x="19" y="224"/>
                </a:cubicBezTo>
                <a:cubicBezTo>
                  <a:pt x="25" y="224"/>
                  <a:pt x="44" y="224"/>
                  <a:pt x="77" y="223"/>
                </a:cubicBezTo>
                <a:lnTo>
                  <a:pt x="138" y="223"/>
                </a:lnTo>
                <a:lnTo>
                  <a:pt x="159" y="132"/>
                </a:lnTo>
                <a:cubicBezTo>
                  <a:pt x="162" y="124"/>
                  <a:pt x="164" y="113"/>
                  <a:pt x="167" y="99"/>
                </a:cubicBezTo>
                <a:cubicBezTo>
                  <a:pt x="170" y="86"/>
                  <a:pt x="173" y="76"/>
                  <a:pt x="175" y="69"/>
                </a:cubicBezTo>
                <a:cubicBezTo>
                  <a:pt x="178" y="63"/>
                  <a:pt x="180" y="55"/>
                  <a:pt x="182" y="46"/>
                </a:cubicBezTo>
                <a:cubicBezTo>
                  <a:pt x="184" y="37"/>
                  <a:pt x="188" y="30"/>
                  <a:pt x="191" y="26"/>
                </a:cubicBezTo>
                <a:cubicBezTo>
                  <a:pt x="195" y="23"/>
                  <a:pt x="199" y="18"/>
                  <a:pt x="203" y="13"/>
                </a:cubicBezTo>
                <a:cubicBezTo>
                  <a:pt x="206" y="8"/>
                  <a:pt x="212" y="4"/>
                  <a:pt x="219" y="3"/>
                </a:cubicBezTo>
                <a:cubicBezTo>
                  <a:pt x="225" y="1"/>
                  <a:pt x="232" y="0"/>
                  <a:pt x="239" y="0"/>
                </a:cubicBezTo>
                <a:cubicBezTo>
                  <a:pt x="253" y="1"/>
                  <a:pt x="262" y="5"/>
                  <a:pt x="268" y="13"/>
                </a:cubicBezTo>
                <a:cubicBezTo>
                  <a:pt x="273" y="20"/>
                  <a:pt x="276" y="28"/>
                  <a:pt x="276" y="34"/>
                </a:cubicBezTo>
                <a:cubicBezTo>
                  <a:pt x="276" y="40"/>
                  <a:pt x="272" y="58"/>
                  <a:pt x="265" y="89"/>
                </a:cubicBezTo>
                <a:cubicBezTo>
                  <a:pt x="258" y="119"/>
                  <a:pt x="251" y="149"/>
                  <a:pt x="243" y="179"/>
                </a:cubicBezTo>
                <a:lnTo>
                  <a:pt x="231" y="221"/>
                </a:lnTo>
                <a:cubicBezTo>
                  <a:pt x="231" y="222"/>
                  <a:pt x="250" y="223"/>
                  <a:pt x="288" y="223"/>
                </a:cubicBezTo>
                <a:lnTo>
                  <a:pt x="347" y="223"/>
                </a:lnTo>
                <a:cubicBezTo>
                  <a:pt x="352" y="229"/>
                  <a:pt x="355" y="233"/>
                  <a:pt x="355" y="236"/>
                </a:cubicBezTo>
                <a:cubicBezTo>
                  <a:pt x="355" y="252"/>
                  <a:pt x="350" y="266"/>
                  <a:pt x="340" y="276"/>
                </a:cubicBezTo>
                <a:lnTo>
                  <a:pt x="217" y="276"/>
                </a:lnTo>
                <a:lnTo>
                  <a:pt x="177" y="441"/>
                </a:lnTo>
                <a:cubicBezTo>
                  <a:pt x="147" y="562"/>
                  <a:pt x="132" y="627"/>
                  <a:pt x="132" y="636"/>
                </a:cubicBezTo>
                <a:cubicBezTo>
                  <a:pt x="132" y="668"/>
                  <a:pt x="142" y="684"/>
                  <a:pt x="163" y="684"/>
                </a:cubicBezTo>
                <a:cubicBezTo>
                  <a:pt x="189" y="684"/>
                  <a:pt x="215" y="671"/>
                  <a:pt x="240" y="645"/>
                </a:cubicBezTo>
                <a:cubicBezTo>
                  <a:pt x="265" y="620"/>
                  <a:pt x="285" y="588"/>
                  <a:pt x="302" y="550"/>
                </a:cubicBezTo>
                <a:cubicBezTo>
                  <a:pt x="303" y="545"/>
                  <a:pt x="305" y="543"/>
                  <a:pt x="307" y="542"/>
                </a:cubicBezTo>
                <a:cubicBezTo>
                  <a:pt x="310" y="541"/>
                  <a:pt x="315" y="540"/>
                  <a:pt x="324" y="540"/>
                </a:cubicBezTo>
                <a:lnTo>
                  <a:pt x="329" y="540"/>
                </a:lnTo>
                <a:cubicBezTo>
                  <a:pt x="340" y="540"/>
                  <a:pt x="346" y="543"/>
                  <a:pt x="346" y="549"/>
                </a:cubicBezTo>
                <a:cubicBezTo>
                  <a:pt x="346" y="551"/>
                  <a:pt x="345" y="556"/>
                  <a:pt x="343" y="562"/>
                </a:cubicBezTo>
                <a:cubicBezTo>
                  <a:pt x="339" y="575"/>
                  <a:pt x="332" y="589"/>
                  <a:pt x="322" y="606"/>
                </a:cubicBezTo>
                <a:cubicBezTo>
                  <a:pt x="312" y="622"/>
                  <a:pt x="299" y="640"/>
                  <a:pt x="282" y="659"/>
                </a:cubicBezTo>
                <a:cubicBezTo>
                  <a:pt x="266" y="678"/>
                  <a:pt x="247" y="694"/>
                  <a:pt x="224" y="707"/>
                </a:cubicBezTo>
                <a:cubicBezTo>
                  <a:pt x="202" y="720"/>
                  <a:pt x="178" y="726"/>
                  <a:pt x="155" y="726"/>
                </a:cubicBezTo>
                <a:cubicBezTo>
                  <a:pt x="132" y="726"/>
                  <a:pt x="110" y="721"/>
                  <a:pt x="90" y="709"/>
                </a:cubicBezTo>
                <a:cubicBezTo>
                  <a:pt x="70" y="698"/>
                  <a:pt x="55" y="678"/>
                  <a:pt x="46" y="650"/>
                </a:cubicBezTo>
                <a:cubicBezTo>
                  <a:pt x="44" y="644"/>
                  <a:pt x="43" y="634"/>
                  <a:pt x="43" y="619"/>
                </a:cubicBezTo>
                <a:lnTo>
                  <a:pt x="43" y="599"/>
                </a:lnTo>
                <a:lnTo>
                  <a:pt x="83" y="439"/>
                </a:lnTo>
                <a:cubicBezTo>
                  <a:pt x="110" y="332"/>
                  <a:pt x="123" y="279"/>
                  <a:pt x="124" y="278"/>
                </a:cubicBezTo>
                <a:cubicBezTo>
                  <a:pt x="124" y="276"/>
                  <a:pt x="105" y="276"/>
                  <a:pt x="66" y="276"/>
                </a:cubicBezTo>
                <a:lnTo>
                  <a:pt x="8" y="276"/>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1010" name=""/>
          <p:cNvSpPr/>
          <p:nvPr/>
        </p:nvSpPr>
        <p:spPr>
          <a:xfrm>
            <a:off x="3806640" y="3962160"/>
            <a:ext cx="98280" cy="410040"/>
          </a:xfrm>
          <a:custGeom>
            <a:avLst/>
            <a:gdLst/>
            <a:ahLst/>
            <a:rect l="0" t="0" r="r" b="b"/>
            <a:pathLst>
              <a:path w="273" h="1139">
                <a:moveTo>
                  <a:pt x="6" y="1"/>
                </a:moveTo>
                <a:lnTo>
                  <a:pt x="10" y="0"/>
                </a:lnTo>
                <a:cubicBezTo>
                  <a:pt x="14" y="0"/>
                  <a:pt x="18" y="0"/>
                  <a:pt x="22" y="0"/>
                </a:cubicBezTo>
                <a:lnTo>
                  <a:pt x="35" y="0"/>
                </a:lnTo>
                <a:lnTo>
                  <a:pt x="67" y="27"/>
                </a:lnTo>
                <a:cubicBezTo>
                  <a:pt x="138" y="92"/>
                  <a:pt x="191" y="172"/>
                  <a:pt x="224" y="269"/>
                </a:cubicBezTo>
                <a:cubicBezTo>
                  <a:pt x="257" y="365"/>
                  <a:pt x="273" y="465"/>
                  <a:pt x="273" y="569"/>
                </a:cubicBezTo>
                <a:cubicBezTo>
                  <a:pt x="273" y="621"/>
                  <a:pt x="269" y="671"/>
                  <a:pt x="262" y="718"/>
                </a:cubicBezTo>
                <a:cubicBezTo>
                  <a:pt x="254" y="766"/>
                  <a:pt x="245" y="807"/>
                  <a:pt x="235" y="840"/>
                </a:cubicBezTo>
                <a:cubicBezTo>
                  <a:pt x="226" y="873"/>
                  <a:pt x="211" y="907"/>
                  <a:pt x="193" y="940"/>
                </a:cubicBezTo>
                <a:cubicBezTo>
                  <a:pt x="175" y="975"/>
                  <a:pt x="160" y="1000"/>
                  <a:pt x="149" y="1018"/>
                </a:cubicBezTo>
                <a:cubicBezTo>
                  <a:pt x="138" y="1035"/>
                  <a:pt x="123" y="1054"/>
                  <a:pt x="102" y="1076"/>
                </a:cubicBezTo>
                <a:cubicBezTo>
                  <a:pt x="82" y="1097"/>
                  <a:pt x="70" y="1109"/>
                  <a:pt x="66" y="1113"/>
                </a:cubicBezTo>
                <a:cubicBezTo>
                  <a:pt x="62" y="1117"/>
                  <a:pt x="53" y="1124"/>
                  <a:pt x="40" y="1135"/>
                </a:cubicBezTo>
                <a:cubicBezTo>
                  <a:pt x="37" y="1137"/>
                  <a:pt x="36" y="1139"/>
                  <a:pt x="35" y="1139"/>
                </a:cubicBezTo>
                <a:lnTo>
                  <a:pt x="22" y="1139"/>
                </a:lnTo>
                <a:cubicBezTo>
                  <a:pt x="15" y="1139"/>
                  <a:pt x="11" y="1139"/>
                  <a:pt x="9" y="1139"/>
                </a:cubicBezTo>
                <a:cubicBezTo>
                  <a:pt x="7" y="1139"/>
                  <a:pt x="5" y="1138"/>
                  <a:pt x="3" y="1136"/>
                </a:cubicBezTo>
                <a:cubicBezTo>
                  <a:pt x="2" y="1134"/>
                  <a:pt x="1" y="1130"/>
                  <a:pt x="0" y="1126"/>
                </a:cubicBezTo>
                <a:cubicBezTo>
                  <a:pt x="1" y="1125"/>
                  <a:pt x="5" y="1120"/>
                  <a:pt x="12" y="1111"/>
                </a:cubicBezTo>
                <a:cubicBezTo>
                  <a:pt x="130" y="989"/>
                  <a:pt x="190" y="807"/>
                  <a:pt x="190" y="569"/>
                </a:cubicBezTo>
                <a:cubicBezTo>
                  <a:pt x="190" y="331"/>
                  <a:pt x="130" y="151"/>
                  <a:pt x="12" y="29"/>
                </a:cubicBezTo>
                <a:cubicBezTo>
                  <a:pt x="5" y="20"/>
                  <a:pt x="1" y="15"/>
                  <a:pt x="0" y="14"/>
                </a:cubicBezTo>
                <a:cubicBezTo>
                  <a:pt x="0" y="8"/>
                  <a:pt x="2" y="4"/>
                  <a:pt x="6" y="1"/>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1011" name=""/>
          <p:cNvSpPr/>
          <p:nvPr/>
        </p:nvSpPr>
        <p:spPr>
          <a:xfrm>
            <a:off x="4057560" y="4030560"/>
            <a:ext cx="273240" cy="272880"/>
          </a:xfrm>
          <a:custGeom>
            <a:avLst/>
            <a:gdLst/>
            <a:ahLst/>
            <a:rect l="0" t="0" r="r" b="b"/>
            <a:pathLst>
              <a:path w="759" h="758">
                <a:moveTo>
                  <a:pt x="16" y="356"/>
                </a:moveTo>
                <a:lnTo>
                  <a:pt x="356" y="356"/>
                </a:lnTo>
                <a:lnTo>
                  <a:pt x="356" y="186"/>
                </a:lnTo>
                <a:lnTo>
                  <a:pt x="357" y="15"/>
                </a:lnTo>
                <a:cubicBezTo>
                  <a:pt x="365" y="5"/>
                  <a:pt x="372" y="0"/>
                  <a:pt x="379" y="0"/>
                </a:cubicBezTo>
                <a:cubicBezTo>
                  <a:pt x="389" y="0"/>
                  <a:pt x="396" y="6"/>
                  <a:pt x="401" y="17"/>
                </a:cubicBezTo>
                <a:lnTo>
                  <a:pt x="401" y="356"/>
                </a:lnTo>
                <a:lnTo>
                  <a:pt x="742" y="356"/>
                </a:lnTo>
                <a:cubicBezTo>
                  <a:pt x="753" y="363"/>
                  <a:pt x="759" y="370"/>
                  <a:pt x="759" y="379"/>
                </a:cubicBezTo>
                <a:cubicBezTo>
                  <a:pt x="759" y="388"/>
                  <a:pt x="753" y="396"/>
                  <a:pt x="742" y="402"/>
                </a:cubicBezTo>
                <a:lnTo>
                  <a:pt x="401" y="402"/>
                </a:lnTo>
                <a:lnTo>
                  <a:pt x="401" y="742"/>
                </a:lnTo>
                <a:cubicBezTo>
                  <a:pt x="395" y="753"/>
                  <a:pt x="389" y="758"/>
                  <a:pt x="381" y="758"/>
                </a:cubicBezTo>
                <a:lnTo>
                  <a:pt x="379" y="758"/>
                </a:lnTo>
                <a:lnTo>
                  <a:pt x="376" y="758"/>
                </a:lnTo>
                <a:cubicBezTo>
                  <a:pt x="367" y="758"/>
                  <a:pt x="360" y="753"/>
                  <a:pt x="356" y="742"/>
                </a:cubicBezTo>
                <a:lnTo>
                  <a:pt x="356" y="402"/>
                </a:lnTo>
                <a:lnTo>
                  <a:pt x="16" y="402"/>
                </a:lnTo>
                <a:cubicBezTo>
                  <a:pt x="5" y="397"/>
                  <a:pt x="0" y="389"/>
                  <a:pt x="0" y="379"/>
                </a:cubicBezTo>
                <a:cubicBezTo>
                  <a:pt x="0" y="369"/>
                  <a:pt x="5" y="362"/>
                  <a:pt x="16" y="356"/>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1012" name=""/>
          <p:cNvSpPr/>
          <p:nvPr/>
        </p:nvSpPr>
        <p:spPr>
          <a:xfrm>
            <a:off x="4457160" y="4092840"/>
            <a:ext cx="222120" cy="181440"/>
          </a:xfrm>
          <a:custGeom>
            <a:avLst/>
            <a:gdLst/>
            <a:ahLst/>
            <a:rect l="0" t="0" r="r" b="b"/>
            <a:pathLst>
              <a:path w="617" h="504">
                <a:moveTo>
                  <a:pt x="174" y="504"/>
                </a:moveTo>
                <a:cubicBezTo>
                  <a:pt x="122" y="504"/>
                  <a:pt x="80" y="487"/>
                  <a:pt x="49" y="453"/>
                </a:cubicBezTo>
                <a:cubicBezTo>
                  <a:pt x="17" y="418"/>
                  <a:pt x="0" y="375"/>
                  <a:pt x="0" y="323"/>
                </a:cubicBezTo>
                <a:cubicBezTo>
                  <a:pt x="0" y="248"/>
                  <a:pt x="27" y="177"/>
                  <a:pt x="83" y="112"/>
                </a:cubicBezTo>
                <a:cubicBezTo>
                  <a:pt x="138" y="47"/>
                  <a:pt x="203" y="10"/>
                  <a:pt x="277" y="1"/>
                </a:cubicBezTo>
                <a:cubicBezTo>
                  <a:pt x="278" y="1"/>
                  <a:pt x="331" y="0"/>
                  <a:pt x="436" y="0"/>
                </a:cubicBezTo>
                <a:lnTo>
                  <a:pt x="594" y="0"/>
                </a:lnTo>
                <a:cubicBezTo>
                  <a:pt x="594" y="1"/>
                  <a:pt x="595" y="2"/>
                  <a:pt x="597" y="3"/>
                </a:cubicBezTo>
                <a:cubicBezTo>
                  <a:pt x="598" y="3"/>
                  <a:pt x="600" y="4"/>
                  <a:pt x="602" y="5"/>
                </a:cubicBezTo>
                <a:cubicBezTo>
                  <a:pt x="603" y="6"/>
                  <a:pt x="604" y="6"/>
                  <a:pt x="605" y="7"/>
                </a:cubicBezTo>
                <a:cubicBezTo>
                  <a:pt x="606" y="8"/>
                  <a:pt x="607" y="9"/>
                  <a:pt x="608" y="10"/>
                </a:cubicBezTo>
                <a:cubicBezTo>
                  <a:pt x="610" y="12"/>
                  <a:pt x="611" y="13"/>
                  <a:pt x="611" y="13"/>
                </a:cubicBezTo>
                <a:cubicBezTo>
                  <a:pt x="611" y="13"/>
                  <a:pt x="611" y="14"/>
                  <a:pt x="613" y="17"/>
                </a:cubicBezTo>
                <a:cubicBezTo>
                  <a:pt x="614" y="20"/>
                  <a:pt x="615" y="22"/>
                  <a:pt x="614" y="22"/>
                </a:cubicBezTo>
                <a:cubicBezTo>
                  <a:pt x="613" y="22"/>
                  <a:pt x="614" y="24"/>
                  <a:pt x="615" y="28"/>
                </a:cubicBezTo>
                <a:cubicBezTo>
                  <a:pt x="617" y="31"/>
                  <a:pt x="617" y="34"/>
                  <a:pt x="616" y="34"/>
                </a:cubicBezTo>
                <a:cubicBezTo>
                  <a:pt x="616" y="68"/>
                  <a:pt x="592" y="84"/>
                  <a:pt x="542" y="84"/>
                </a:cubicBezTo>
                <a:cubicBezTo>
                  <a:pt x="537" y="84"/>
                  <a:pt x="531" y="84"/>
                  <a:pt x="523" y="84"/>
                </a:cubicBezTo>
                <a:cubicBezTo>
                  <a:pt x="515" y="84"/>
                  <a:pt x="510" y="84"/>
                  <a:pt x="507" y="83"/>
                </a:cubicBezTo>
                <a:lnTo>
                  <a:pt x="439" y="83"/>
                </a:lnTo>
                <a:lnTo>
                  <a:pt x="444" y="95"/>
                </a:lnTo>
                <a:cubicBezTo>
                  <a:pt x="458" y="124"/>
                  <a:pt x="465" y="156"/>
                  <a:pt x="465" y="191"/>
                </a:cubicBezTo>
                <a:cubicBezTo>
                  <a:pt x="465" y="275"/>
                  <a:pt x="435" y="348"/>
                  <a:pt x="374" y="410"/>
                </a:cubicBezTo>
                <a:cubicBezTo>
                  <a:pt x="313" y="473"/>
                  <a:pt x="246" y="504"/>
                  <a:pt x="174" y="504"/>
                </a:cubicBezTo>
                <a:moveTo>
                  <a:pt x="376" y="174"/>
                </a:moveTo>
                <a:cubicBezTo>
                  <a:pt x="376" y="114"/>
                  <a:pt x="344" y="83"/>
                  <a:pt x="279" y="83"/>
                </a:cubicBezTo>
                <a:cubicBezTo>
                  <a:pt x="184" y="83"/>
                  <a:pt x="123" y="149"/>
                  <a:pt x="95" y="281"/>
                </a:cubicBezTo>
                <a:cubicBezTo>
                  <a:pt x="94" y="284"/>
                  <a:pt x="94" y="287"/>
                  <a:pt x="94" y="288"/>
                </a:cubicBezTo>
                <a:cubicBezTo>
                  <a:pt x="88" y="316"/>
                  <a:pt x="85" y="339"/>
                  <a:pt x="85" y="358"/>
                </a:cubicBezTo>
                <a:cubicBezTo>
                  <a:pt x="85" y="396"/>
                  <a:pt x="94" y="422"/>
                  <a:pt x="113" y="437"/>
                </a:cubicBezTo>
                <a:cubicBezTo>
                  <a:pt x="132" y="453"/>
                  <a:pt x="154" y="461"/>
                  <a:pt x="178" y="462"/>
                </a:cubicBezTo>
                <a:cubicBezTo>
                  <a:pt x="219" y="462"/>
                  <a:pt x="258" y="443"/>
                  <a:pt x="292" y="408"/>
                </a:cubicBezTo>
                <a:cubicBezTo>
                  <a:pt x="314" y="385"/>
                  <a:pt x="332" y="355"/>
                  <a:pt x="345" y="317"/>
                </a:cubicBezTo>
                <a:cubicBezTo>
                  <a:pt x="359" y="279"/>
                  <a:pt x="367" y="248"/>
                  <a:pt x="370" y="226"/>
                </a:cubicBezTo>
                <a:cubicBezTo>
                  <a:pt x="374" y="203"/>
                  <a:pt x="375" y="186"/>
                  <a:pt x="376" y="174"/>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1013" name=""/>
          <p:cNvSpPr/>
          <p:nvPr/>
        </p:nvSpPr>
        <p:spPr>
          <a:xfrm>
            <a:off x="4697280" y="4149720"/>
            <a:ext cx="90360" cy="184680"/>
          </a:xfrm>
          <a:custGeom>
            <a:avLst/>
            <a:gdLst/>
            <a:ahLst/>
            <a:rect l="0" t="0" r="r" b="b"/>
            <a:pathLst>
              <a:path w="251" h="513">
                <a:moveTo>
                  <a:pt x="6" y="194"/>
                </a:moveTo>
                <a:cubicBezTo>
                  <a:pt x="2" y="190"/>
                  <a:pt x="0" y="187"/>
                  <a:pt x="0" y="186"/>
                </a:cubicBezTo>
                <a:cubicBezTo>
                  <a:pt x="0" y="183"/>
                  <a:pt x="1" y="179"/>
                  <a:pt x="2" y="173"/>
                </a:cubicBezTo>
                <a:cubicBezTo>
                  <a:pt x="4" y="166"/>
                  <a:pt x="5" y="163"/>
                  <a:pt x="6" y="161"/>
                </a:cubicBezTo>
                <a:cubicBezTo>
                  <a:pt x="8" y="159"/>
                  <a:pt x="10" y="157"/>
                  <a:pt x="14" y="157"/>
                </a:cubicBezTo>
                <a:cubicBezTo>
                  <a:pt x="17" y="157"/>
                  <a:pt x="31" y="157"/>
                  <a:pt x="55" y="157"/>
                </a:cubicBezTo>
                <a:lnTo>
                  <a:pt x="98" y="157"/>
                </a:lnTo>
                <a:lnTo>
                  <a:pt x="114" y="92"/>
                </a:lnTo>
                <a:cubicBezTo>
                  <a:pt x="115" y="86"/>
                  <a:pt x="117" y="79"/>
                  <a:pt x="119" y="69"/>
                </a:cubicBezTo>
                <a:cubicBezTo>
                  <a:pt x="121" y="59"/>
                  <a:pt x="123" y="52"/>
                  <a:pt x="125" y="48"/>
                </a:cubicBezTo>
                <a:cubicBezTo>
                  <a:pt x="127" y="44"/>
                  <a:pt x="128" y="38"/>
                  <a:pt x="130" y="32"/>
                </a:cubicBezTo>
                <a:cubicBezTo>
                  <a:pt x="131" y="26"/>
                  <a:pt x="134" y="21"/>
                  <a:pt x="136" y="18"/>
                </a:cubicBezTo>
                <a:cubicBezTo>
                  <a:pt x="139" y="16"/>
                  <a:pt x="142" y="12"/>
                  <a:pt x="144" y="9"/>
                </a:cubicBezTo>
                <a:cubicBezTo>
                  <a:pt x="147" y="5"/>
                  <a:pt x="151" y="2"/>
                  <a:pt x="156" y="1"/>
                </a:cubicBezTo>
                <a:cubicBezTo>
                  <a:pt x="160" y="0"/>
                  <a:pt x="165" y="0"/>
                  <a:pt x="170" y="0"/>
                </a:cubicBezTo>
                <a:cubicBezTo>
                  <a:pt x="180" y="0"/>
                  <a:pt x="186" y="3"/>
                  <a:pt x="190" y="9"/>
                </a:cubicBezTo>
                <a:cubicBezTo>
                  <a:pt x="194" y="14"/>
                  <a:pt x="196" y="19"/>
                  <a:pt x="196" y="24"/>
                </a:cubicBezTo>
                <a:cubicBezTo>
                  <a:pt x="196" y="28"/>
                  <a:pt x="193" y="40"/>
                  <a:pt x="188" y="62"/>
                </a:cubicBezTo>
                <a:cubicBezTo>
                  <a:pt x="184" y="83"/>
                  <a:pt x="178" y="104"/>
                  <a:pt x="172" y="125"/>
                </a:cubicBezTo>
                <a:lnTo>
                  <a:pt x="164" y="155"/>
                </a:lnTo>
                <a:cubicBezTo>
                  <a:pt x="164" y="156"/>
                  <a:pt x="178" y="157"/>
                  <a:pt x="205" y="157"/>
                </a:cubicBezTo>
                <a:lnTo>
                  <a:pt x="246" y="157"/>
                </a:lnTo>
                <a:cubicBezTo>
                  <a:pt x="249" y="160"/>
                  <a:pt x="251" y="163"/>
                  <a:pt x="251" y="166"/>
                </a:cubicBezTo>
                <a:cubicBezTo>
                  <a:pt x="251" y="177"/>
                  <a:pt x="248" y="187"/>
                  <a:pt x="241" y="194"/>
                </a:cubicBezTo>
                <a:lnTo>
                  <a:pt x="155" y="194"/>
                </a:lnTo>
                <a:lnTo>
                  <a:pt x="126" y="310"/>
                </a:lnTo>
                <a:cubicBezTo>
                  <a:pt x="105" y="396"/>
                  <a:pt x="94" y="442"/>
                  <a:pt x="94" y="449"/>
                </a:cubicBezTo>
                <a:cubicBezTo>
                  <a:pt x="94" y="471"/>
                  <a:pt x="102" y="483"/>
                  <a:pt x="116" y="483"/>
                </a:cubicBezTo>
                <a:cubicBezTo>
                  <a:pt x="135" y="483"/>
                  <a:pt x="153" y="473"/>
                  <a:pt x="171" y="455"/>
                </a:cubicBezTo>
                <a:cubicBezTo>
                  <a:pt x="188" y="437"/>
                  <a:pt x="203" y="414"/>
                  <a:pt x="213" y="388"/>
                </a:cubicBezTo>
                <a:cubicBezTo>
                  <a:pt x="215" y="384"/>
                  <a:pt x="216" y="383"/>
                  <a:pt x="217" y="382"/>
                </a:cubicBezTo>
                <a:cubicBezTo>
                  <a:pt x="219" y="381"/>
                  <a:pt x="223" y="381"/>
                  <a:pt x="230" y="380"/>
                </a:cubicBezTo>
                <a:lnTo>
                  <a:pt x="233" y="380"/>
                </a:lnTo>
                <a:cubicBezTo>
                  <a:pt x="241" y="380"/>
                  <a:pt x="245" y="383"/>
                  <a:pt x="245" y="387"/>
                </a:cubicBezTo>
                <a:cubicBezTo>
                  <a:pt x="245" y="388"/>
                  <a:pt x="244" y="392"/>
                  <a:pt x="242" y="396"/>
                </a:cubicBezTo>
                <a:cubicBezTo>
                  <a:pt x="240" y="405"/>
                  <a:pt x="235" y="415"/>
                  <a:pt x="228" y="427"/>
                </a:cubicBezTo>
                <a:cubicBezTo>
                  <a:pt x="221" y="439"/>
                  <a:pt x="212" y="451"/>
                  <a:pt x="201" y="465"/>
                </a:cubicBezTo>
                <a:cubicBezTo>
                  <a:pt x="189" y="478"/>
                  <a:pt x="176" y="490"/>
                  <a:pt x="160" y="499"/>
                </a:cubicBezTo>
                <a:cubicBezTo>
                  <a:pt x="143" y="509"/>
                  <a:pt x="127" y="513"/>
                  <a:pt x="110" y="513"/>
                </a:cubicBezTo>
                <a:cubicBezTo>
                  <a:pt x="94" y="513"/>
                  <a:pt x="79" y="509"/>
                  <a:pt x="64" y="500"/>
                </a:cubicBezTo>
                <a:cubicBezTo>
                  <a:pt x="49" y="492"/>
                  <a:pt x="39" y="478"/>
                  <a:pt x="32" y="458"/>
                </a:cubicBezTo>
                <a:cubicBezTo>
                  <a:pt x="31" y="454"/>
                  <a:pt x="31" y="447"/>
                  <a:pt x="31" y="437"/>
                </a:cubicBezTo>
                <a:lnTo>
                  <a:pt x="31" y="422"/>
                </a:lnTo>
                <a:lnTo>
                  <a:pt x="59" y="310"/>
                </a:lnTo>
                <a:cubicBezTo>
                  <a:pt x="79" y="234"/>
                  <a:pt x="88" y="196"/>
                  <a:pt x="89" y="195"/>
                </a:cubicBezTo>
                <a:cubicBezTo>
                  <a:pt x="89" y="194"/>
                  <a:pt x="74" y="194"/>
                  <a:pt x="47" y="194"/>
                </a:cubicBezTo>
                <a:lnTo>
                  <a:pt x="6" y="194"/>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1014" name=""/>
          <p:cNvSpPr/>
          <p:nvPr/>
        </p:nvSpPr>
        <p:spPr>
          <a:xfrm>
            <a:off x="4830120" y="4087080"/>
            <a:ext cx="176400" cy="182880"/>
          </a:xfrm>
          <a:custGeom>
            <a:avLst/>
            <a:gdLst/>
            <a:ahLst/>
            <a:rect l="0" t="0" r="r" b="b"/>
            <a:pathLst>
              <a:path w="490" h="508">
                <a:moveTo>
                  <a:pt x="18" y="210"/>
                </a:moveTo>
                <a:cubicBezTo>
                  <a:pt x="18" y="208"/>
                  <a:pt x="20" y="175"/>
                  <a:pt x="25" y="111"/>
                </a:cubicBezTo>
                <a:cubicBezTo>
                  <a:pt x="29" y="46"/>
                  <a:pt x="32" y="12"/>
                  <a:pt x="32" y="11"/>
                </a:cubicBezTo>
                <a:lnTo>
                  <a:pt x="32" y="1"/>
                </a:lnTo>
                <a:lnTo>
                  <a:pt x="251" y="1"/>
                </a:lnTo>
                <a:cubicBezTo>
                  <a:pt x="279" y="1"/>
                  <a:pt x="311" y="1"/>
                  <a:pt x="347" y="1"/>
                </a:cubicBezTo>
                <a:cubicBezTo>
                  <a:pt x="382" y="1"/>
                  <a:pt x="404" y="1"/>
                  <a:pt x="413" y="0"/>
                </a:cubicBezTo>
                <a:cubicBezTo>
                  <a:pt x="448" y="0"/>
                  <a:pt x="470" y="2"/>
                  <a:pt x="476" y="5"/>
                </a:cubicBezTo>
                <a:cubicBezTo>
                  <a:pt x="483" y="8"/>
                  <a:pt x="487" y="17"/>
                  <a:pt x="487" y="31"/>
                </a:cubicBezTo>
                <a:cubicBezTo>
                  <a:pt x="487" y="41"/>
                  <a:pt x="486" y="46"/>
                  <a:pt x="485" y="48"/>
                </a:cubicBezTo>
                <a:cubicBezTo>
                  <a:pt x="484" y="52"/>
                  <a:pt x="434" y="118"/>
                  <a:pt x="336" y="247"/>
                </a:cubicBezTo>
                <a:cubicBezTo>
                  <a:pt x="238" y="376"/>
                  <a:pt x="188" y="442"/>
                  <a:pt x="185" y="445"/>
                </a:cubicBezTo>
                <a:lnTo>
                  <a:pt x="234" y="445"/>
                </a:lnTo>
                <a:cubicBezTo>
                  <a:pt x="251" y="444"/>
                  <a:pt x="263" y="444"/>
                  <a:pt x="269" y="444"/>
                </a:cubicBezTo>
                <a:cubicBezTo>
                  <a:pt x="275" y="444"/>
                  <a:pt x="286" y="443"/>
                  <a:pt x="302" y="442"/>
                </a:cubicBezTo>
                <a:cubicBezTo>
                  <a:pt x="318" y="440"/>
                  <a:pt x="329" y="438"/>
                  <a:pt x="334" y="434"/>
                </a:cubicBezTo>
                <a:cubicBezTo>
                  <a:pt x="339" y="430"/>
                  <a:pt x="348" y="425"/>
                  <a:pt x="360" y="420"/>
                </a:cubicBezTo>
                <a:cubicBezTo>
                  <a:pt x="372" y="415"/>
                  <a:pt x="381" y="407"/>
                  <a:pt x="385" y="396"/>
                </a:cubicBezTo>
                <a:cubicBezTo>
                  <a:pt x="390" y="386"/>
                  <a:pt x="395" y="374"/>
                  <a:pt x="401" y="362"/>
                </a:cubicBezTo>
                <a:cubicBezTo>
                  <a:pt x="407" y="350"/>
                  <a:pt x="411" y="334"/>
                  <a:pt x="414" y="314"/>
                </a:cubicBezTo>
                <a:cubicBezTo>
                  <a:pt x="418" y="294"/>
                  <a:pt x="419" y="276"/>
                  <a:pt x="419" y="262"/>
                </a:cubicBezTo>
                <a:cubicBezTo>
                  <a:pt x="419" y="261"/>
                  <a:pt x="431" y="261"/>
                  <a:pt x="455" y="261"/>
                </a:cubicBezTo>
                <a:lnTo>
                  <a:pt x="490" y="261"/>
                </a:lnTo>
                <a:lnTo>
                  <a:pt x="490" y="268"/>
                </a:lnTo>
                <a:cubicBezTo>
                  <a:pt x="489" y="270"/>
                  <a:pt x="486" y="309"/>
                  <a:pt x="480" y="385"/>
                </a:cubicBezTo>
                <a:cubicBezTo>
                  <a:pt x="474" y="461"/>
                  <a:pt x="470" y="499"/>
                  <a:pt x="470" y="501"/>
                </a:cubicBezTo>
                <a:lnTo>
                  <a:pt x="470" y="508"/>
                </a:lnTo>
                <a:lnTo>
                  <a:pt x="243" y="508"/>
                </a:lnTo>
                <a:cubicBezTo>
                  <a:pt x="92" y="508"/>
                  <a:pt x="14" y="507"/>
                  <a:pt x="12" y="505"/>
                </a:cubicBezTo>
                <a:cubicBezTo>
                  <a:pt x="4" y="502"/>
                  <a:pt x="0" y="492"/>
                  <a:pt x="0" y="476"/>
                </a:cubicBezTo>
                <a:lnTo>
                  <a:pt x="0" y="470"/>
                </a:lnTo>
                <a:cubicBezTo>
                  <a:pt x="0" y="464"/>
                  <a:pt x="3" y="457"/>
                  <a:pt x="9" y="449"/>
                </a:cubicBezTo>
                <a:cubicBezTo>
                  <a:pt x="15" y="440"/>
                  <a:pt x="32" y="417"/>
                  <a:pt x="60" y="380"/>
                </a:cubicBezTo>
                <a:cubicBezTo>
                  <a:pt x="94" y="336"/>
                  <a:pt x="124" y="296"/>
                  <a:pt x="151" y="261"/>
                </a:cubicBezTo>
                <a:lnTo>
                  <a:pt x="303" y="60"/>
                </a:lnTo>
                <a:lnTo>
                  <a:pt x="256" y="60"/>
                </a:lnTo>
                <a:cubicBezTo>
                  <a:pt x="205" y="61"/>
                  <a:pt x="170" y="66"/>
                  <a:pt x="152" y="75"/>
                </a:cubicBezTo>
                <a:cubicBezTo>
                  <a:pt x="121" y="90"/>
                  <a:pt x="102" y="120"/>
                  <a:pt x="95" y="163"/>
                </a:cubicBezTo>
                <a:cubicBezTo>
                  <a:pt x="91" y="180"/>
                  <a:pt x="89" y="198"/>
                  <a:pt x="89" y="216"/>
                </a:cubicBezTo>
                <a:cubicBezTo>
                  <a:pt x="89" y="218"/>
                  <a:pt x="78" y="219"/>
                  <a:pt x="54" y="219"/>
                </a:cubicBezTo>
                <a:lnTo>
                  <a:pt x="18" y="219"/>
                </a:lnTo>
                <a:lnTo>
                  <a:pt x="18" y="210"/>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1015" name=""/>
          <p:cNvSpPr txBox="1"/>
          <p:nvPr/>
        </p:nvSpPr>
        <p:spPr>
          <a:xfrm>
            <a:off x="4100400" y="3413160"/>
            <a:ext cx="1168920" cy="334080"/>
          </a:xfrm>
          <a:prstGeom prst="rect">
            <a:avLst/>
          </a:prstGeom>
          <a:noFill/>
          <a:ln w="0">
            <a:noFill/>
          </a:ln>
        </p:spPr>
        <p:txBody>
          <a:bodyPr wrap="none" lIns="0" rIns="0" tIns="0" bIns="0" anchor="t">
            <a:spAutoFit/>
          </a:bodyPr>
          <a:p>
            <a:r>
              <a:rPr b="0" lang="en-US" sz="2620" strike="noStrike" u="none">
                <a:solidFill>
                  <a:srgbClr val="333333"/>
                </a:solidFill>
                <a:effectLst/>
                <a:uFillTx/>
                <a:latin typeface="NotoSansJP-Thin_"/>
                <a:ea typeface="NotoSansJP-Thin_"/>
              </a:rPr>
              <a:t> を計算</a:t>
            </a:r>
            <a:endParaRPr b="0" lang="en-US" sz="2620" strike="noStrike" u="none">
              <a:solidFill>
                <a:srgbClr val="000000"/>
              </a:solidFill>
              <a:effectLst/>
              <a:uFillTx/>
              <a:latin typeface="Times New Roman"/>
            </a:endParaRPr>
          </a:p>
        </p:txBody>
      </p:sp>
      <p:sp>
        <p:nvSpPr>
          <p:cNvPr id="1016" name=""/>
          <p:cNvSpPr/>
          <p:nvPr/>
        </p:nvSpPr>
        <p:spPr>
          <a:xfrm>
            <a:off x="1500120" y="4657680"/>
            <a:ext cx="266040" cy="271800"/>
          </a:xfrm>
          <a:custGeom>
            <a:avLst/>
            <a:gdLst/>
            <a:ahLst/>
            <a:rect l="0" t="0" r="r" b="b"/>
            <a:pathLst>
              <a:path w="739" h="755">
                <a:moveTo>
                  <a:pt x="296" y="524"/>
                </a:moveTo>
                <a:cubicBezTo>
                  <a:pt x="274" y="524"/>
                  <a:pt x="255" y="523"/>
                  <a:pt x="239" y="521"/>
                </a:cubicBezTo>
                <a:cubicBezTo>
                  <a:pt x="223" y="519"/>
                  <a:pt x="212" y="516"/>
                  <a:pt x="204" y="514"/>
                </a:cubicBezTo>
                <a:cubicBezTo>
                  <a:pt x="196" y="512"/>
                  <a:pt x="192" y="511"/>
                  <a:pt x="190" y="511"/>
                </a:cubicBezTo>
                <a:cubicBezTo>
                  <a:pt x="190" y="511"/>
                  <a:pt x="186" y="524"/>
                  <a:pt x="180" y="552"/>
                </a:cubicBezTo>
                <a:cubicBezTo>
                  <a:pt x="174" y="579"/>
                  <a:pt x="166" y="609"/>
                  <a:pt x="157" y="642"/>
                </a:cubicBezTo>
                <a:cubicBezTo>
                  <a:pt x="148" y="674"/>
                  <a:pt x="142" y="696"/>
                  <a:pt x="138" y="706"/>
                </a:cubicBezTo>
                <a:cubicBezTo>
                  <a:pt x="122" y="739"/>
                  <a:pt x="96" y="755"/>
                  <a:pt x="59" y="755"/>
                </a:cubicBezTo>
                <a:cubicBezTo>
                  <a:pt x="41" y="755"/>
                  <a:pt x="27" y="750"/>
                  <a:pt x="16" y="738"/>
                </a:cubicBezTo>
                <a:cubicBezTo>
                  <a:pt x="6" y="727"/>
                  <a:pt x="0" y="713"/>
                  <a:pt x="0" y="695"/>
                </a:cubicBezTo>
                <a:cubicBezTo>
                  <a:pt x="2" y="684"/>
                  <a:pt x="29" y="578"/>
                  <a:pt x="79" y="375"/>
                </a:cubicBezTo>
                <a:cubicBezTo>
                  <a:pt x="129" y="172"/>
                  <a:pt x="156" y="65"/>
                  <a:pt x="160" y="54"/>
                </a:cubicBezTo>
                <a:cubicBezTo>
                  <a:pt x="166" y="39"/>
                  <a:pt x="176" y="26"/>
                  <a:pt x="190" y="16"/>
                </a:cubicBezTo>
                <a:cubicBezTo>
                  <a:pt x="205" y="5"/>
                  <a:pt x="221" y="0"/>
                  <a:pt x="239" y="0"/>
                </a:cubicBezTo>
                <a:cubicBezTo>
                  <a:pt x="260" y="0"/>
                  <a:pt x="275" y="6"/>
                  <a:pt x="285" y="18"/>
                </a:cubicBezTo>
                <a:cubicBezTo>
                  <a:pt x="295" y="30"/>
                  <a:pt x="300" y="42"/>
                  <a:pt x="301" y="54"/>
                </a:cubicBezTo>
                <a:cubicBezTo>
                  <a:pt x="301" y="64"/>
                  <a:pt x="289" y="115"/>
                  <a:pt x="265" y="208"/>
                </a:cubicBezTo>
                <a:cubicBezTo>
                  <a:pt x="242" y="302"/>
                  <a:pt x="230" y="361"/>
                  <a:pt x="229" y="385"/>
                </a:cubicBezTo>
                <a:cubicBezTo>
                  <a:pt x="229" y="439"/>
                  <a:pt x="256" y="466"/>
                  <a:pt x="309" y="466"/>
                </a:cubicBezTo>
                <a:cubicBezTo>
                  <a:pt x="337" y="466"/>
                  <a:pt x="363" y="457"/>
                  <a:pt x="388" y="438"/>
                </a:cubicBezTo>
                <a:cubicBezTo>
                  <a:pt x="413" y="419"/>
                  <a:pt x="430" y="403"/>
                  <a:pt x="437" y="390"/>
                </a:cubicBezTo>
                <a:cubicBezTo>
                  <a:pt x="439" y="389"/>
                  <a:pt x="453" y="334"/>
                  <a:pt x="479" y="226"/>
                </a:cubicBezTo>
                <a:cubicBezTo>
                  <a:pt x="506" y="119"/>
                  <a:pt x="520" y="65"/>
                  <a:pt x="521" y="62"/>
                </a:cubicBezTo>
                <a:cubicBezTo>
                  <a:pt x="538" y="27"/>
                  <a:pt x="565" y="9"/>
                  <a:pt x="601" y="9"/>
                </a:cubicBezTo>
                <a:cubicBezTo>
                  <a:pt x="620" y="9"/>
                  <a:pt x="636" y="15"/>
                  <a:pt x="647" y="26"/>
                </a:cubicBezTo>
                <a:cubicBezTo>
                  <a:pt x="657" y="37"/>
                  <a:pt x="662" y="49"/>
                  <a:pt x="662" y="62"/>
                </a:cubicBezTo>
                <a:cubicBezTo>
                  <a:pt x="662" y="70"/>
                  <a:pt x="656" y="99"/>
                  <a:pt x="644" y="150"/>
                </a:cubicBezTo>
                <a:cubicBezTo>
                  <a:pt x="632" y="201"/>
                  <a:pt x="617" y="255"/>
                  <a:pt x="602" y="313"/>
                </a:cubicBezTo>
                <a:cubicBezTo>
                  <a:pt x="587" y="370"/>
                  <a:pt x="579" y="402"/>
                  <a:pt x="578" y="409"/>
                </a:cubicBezTo>
                <a:cubicBezTo>
                  <a:pt x="577" y="418"/>
                  <a:pt x="576" y="426"/>
                  <a:pt x="576" y="433"/>
                </a:cubicBezTo>
                <a:cubicBezTo>
                  <a:pt x="576" y="456"/>
                  <a:pt x="583" y="467"/>
                  <a:pt x="597" y="467"/>
                </a:cubicBezTo>
                <a:cubicBezTo>
                  <a:pt x="613" y="467"/>
                  <a:pt x="629" y="455"/>
                  <a:pt x="641" y="430"/>
                </a:cubicBezTo>
                <a:cubicBezTo>
                  <a:pt x="648" y="415"/>
                  <a:pt x="656" y="393"/>
                  <a:pt x="664" y="363"/>
                </a:cubicBezTo>
                <a:cubicBezTo>
                  <a:pt x="667" y="347"/>
                  <a:pt x="670" y="338"/>
                  <a:pt x="673" y="335"/>
                </a:cubicBezTo>
                <a:cubicBezTo>
                  <a:pt x="675" y="333"/>
                  <a:pt x="683" y="332"/>
                  <a:pt x="698" y="331"/>
                </a:cubicBezTo>
                <a:lnTo>
                  <a:pt x="703" y="331"/>
                </a:lnTo>
                <a:lnTo>
                  <a:pt x="716" y="331"/>
                </a:lnTo>
                <a:cubicBezTo>
                  <a:pt x="731" y="331"/>
                  <a:pt x="739" y="336"/>
                  <a:pt x="739" y="347"/>
                </a:cubicBezTo>
                <a:cubicBezTo>
                  <a:pt x="738" y="351"/>
                  <a:pt x="737" y="357"/>
                  <a:pt x="735" y="365"/>
                </a:cubicBezTo>
                <a:cubicBezTo>
                  <a:pt x="734" y="373"/>
                  <a:pt x="729" y="387"/>
                  <a:pt x="719" y="408"/>
                </a:cubicBezTo>
                <a:cubicBezTo>
                  <a:pt x="710" y="429"/>
                  <a:pt x="701" y="447"/>
                  <a:pt x="692" y="462"/>
                </a:cubicBezTo>
                <a:cubicBezTo>
                  <a:pt x="683" y="476"/>
                  <a:pt x="668" y="491"/>
                  <a:pt x="648" y="505"/>
                </a:cubicBezTo>
                <a:cubicBezTo>
                  <a:pt x="627" y="519"/>
                  <a:pt x="606" y="526"/>
                  <a:pt x="585" y="524"/>
                </a:cubicBezTo>
                <a:cubicBezTo>
                  <a:pt x="566" y="524"/>
                  <a:pt x="549" y="522"/>
                  <a:pt x="533" y="519"/>
                </a:cubicBezTo>
                <a:cubicBezTo>
                  <a:pt x="517" y="515"/>
                  <a:pt x="504" y="510"/>
                  <a:pt x="494" y="503"/>
                </a:cubicBezTo>
                <a:cubicBezTo>
                  <a:pt x="484" y="496"/>
                  <a:pt x="476" y="490"/>
                  <a:pt x="469" y="485"/>
                </a:cubicBezTo>
                <a:cubicBezTo>
                  <a:pt x="462" y="479"/>
                  <a:pt x="457" y="474"/>
                  <a:pt x="453" y="470"/>
                </a:cubicBezTo>
                <a:lnTo>
                  <a:pt x="450" y="463"/>
                </a:lnTo>
                <a:cubicBezTo>
                  <a:pt x="403" y="504"/>
                  <a:pt x="352" y="524"/>
                  <a:pt x="296" y="524"/>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1017" name=""/>
          <p:cNvSpPr/>
          <p:nvPr/>
        </p:nvSpPr>
        <p:spPr>
          <a:xfrm>
            <a:off x="1800000" y="4700160"/>
            <a:ext cx="124200" cy="207360"/>
          </a:xfrm>
          <a:custGeom>
            <a:avLst/>
            <a:gdLst/>
            <a:ahLst/>
            <a:rect l="0" t="0" r="r" b="b"/>
            <a:pathLst>
              <a:path w="345" h="576">
                <a:moveTo>
                  <a:pt x="0" y="406"/>
                </a:moveTo>
                <a:cubicBezTo>
                  <a:pt x="0" y="351"/>
                  <a:pt x="11" y="294"/>
                  <a:pt x="31" y="233"/>
                </a:cubicBezTo>
                <a:cubicBezTo>
                  <a:pt x="52" y="172"/>
                  <a:pt x="81" y="120"/>
                  <a:pt x="117" y="76"/>
                </a:cubicBezTo>
                <a:cubicBezTo>
                  <a:pt x="153" y="32"/>
                  <a:pt x="190" y="7"/>
                  <a:pt x="229" y="0"/>
                </a:cubicBezTo>
                <a:cubicBezTo>
                  <a:pt x="229" y="0"/>
                  <a:pt x="231" y="0"/>
                  <a:pt x="235" y="0"/>
                </a:cubicBezTo>
                <a:cubicBezTo>
                  <a:pt x="239" y="0"/>
                  <a:pt x="242" y="0"/>
                  <a:pt x="245" y="0"/>
                </a:cubicBezTo>
                <a:cubicBezTo>
                  <a:pt x="274" y="2"/>
                  <a:pt x="296" y="15"/>
                  <a:pt x="312" y="39"/>
                </a:cubicBezTo>
                <a:cubicBezTo>
                  <a:pt x="334" y="71"/>
                  <a:pt x="345" y="114"/>
                  <a:pt x="345" y="169"/>
                </a:cubicBezTo>
                <a:cubicBezTo>
                  <a:pt x="345" y="230"/>
                  <a:pt x="333" y="293"/>
                  <a:pt x="307" y="357"/>
                </a:cubicBezTo>
                <a:cubicBezTo>
                  <a:pt x="283" y="421"/>
                  <a:pt x="252" y="474"/>
                  <a:pt x="215" y="515"/>
                </a:cubicBezTo>
                <a:cubicBezTo>
                  <a:pt x="177" y="556"/>
                  <a:pt x="141" y="576"/>
                  <a:pt x="107" y="576"/>
                </a:cubicBezTo>
                <a:lnTo>
                  <a:pt x="101" y="576"/>
                </a:lnTo>
                <a:cubicBezTo>
                  <a:pt x="82" y="576"/>
                  <a:pt x="66" y="571"/>
                  <a:pt x="52" y="560"/>
                </a:cubicBezTo>
                <a:cubicBezTo>
                  <a:pt x="38" y="549"/>
                  <a:pt x="27" y="535"/>
                  <a:pt x="20" y="517"/>
                </a:cubicBezTo>
                <a:cubicBezTo>
                  <a:pt x="13" y="500"/>
                  <a:pt x="8" y="482"/>
                  <a:pt x="5" y="463"/>
                </a:cubicBezTo>
                <a:cubicBezTo>
                  <a:pt x="2" y="444"/>
                  <a:pt x="0" y="425"/>
                  <a:pt x="0" y="406"/>
                </a:cubicBezTo>
                <a:moveTo>
                  <a:pt x="280" y="112"/>
                </a:moveTo>
                <a:cubicBezTo>
                  <a:pt x="280" y="57"/>
                  <a:pt x="266" y="29"/>
                  <a:pt x="237" y="29"/>
                </a:cubicBezTo>
                <a:cubicBezTo>
                  <a:pt x="218" y="29"/>
                  <a:pt x="199" y="41"/>
                  <a:pt x="181" y="66"/>
                </a:cubicBezTo>
                <a:cubicBezTo>
                  <a:pt x="163" y="90"/>
                  <a:pt x="148" y="117"/>
                  <a:pt x="136" y="148"/>
                </a:cubicBezTo>
                <a:cubicBezTo>
                  <a:pt x="124" y="178"/>
                  <a:pt x="115" y="205"/>
                  <a:pt x="109" y="228"/>
                </a:cubicBezTo>
                <a:cubicBezTo>
                  <a:pt x="102" y="251"/>
                  <a:pt x="99" y="265"/>
                  <a:pt x="98" y="268"/>
                </a:cubicBezTo>
                <a:cubicBezTo>
                  <a:pt x="125" y="269"/>
                  <a:pt x="151" y="269"/>
                  <a:pt x="176" y="269"/>
                </a:cubicBezTo>
                <a:lnTo>
                  <a:pt x="254" y="268"/>
                </a:lnTo>
                <a:cubicBezTo>
                  <a:pt x="255" y="268"/>
                  <a:pt x="257" y="259"/>
                  <a:pt x="261" y="242"/>
                </a:cubicBezTo>
                <a:cubicBezTo>
                  <a:pt x="265" y="225"/>
                  <a:pt x="269" y="203"/>
                  <a:pt x="274" y="177"/>
                </a:cubicBezTo>
                <a:cubicBezTo>
                  <a:pt x="279" y="152"/>
                  <a:pt x="281" y="130"/>
                  <a:pt x="280" y="112"/>
                </a:cubicBezTo>
                <a:moveTo>
                  <a:pt x="63" y="462"/>
                </a:moveTo>
                <a:cubicBezTo>
                  <a:pt x="63" y="519"/>
                  <a:pt x="77" y="547"/>
                  <a:pt x="105" y="547"/>
                </a:cubicBezTo>
                <a:cubicBezTo>
                  <a:pt x="114" y="547"/>
                  <a:pt x="122" y="544"/>
                  <a:pt x="131" y="539"/>
                </a:cubicBezTo>
                <a:cubicBezTo>
                  <a:pt x="140" y="534"/>
                  <a:pt x="151" y="523"/>
                  <a:pt x="164" y="508"/>
                </a:cubicBezTo>
                <a:cubicBezTo>
                  <a:pt x="177" y="493"/>
                  <a:pt x="190" y="470"/>
                  <a:pt x="203" y="437"/>
                </a:cubicBezTo>
                <a:cubicBezTo>
                  <a:pt x="216" y="406"/>
                  <a:pt x="229" y="367"/>
                  <a:pt x="241" y="320"/>
                </a:cubicBezTo>
                <a:lnTo>
                  <a:pt x="246" y="306"/>
                </a:lnTo>
                <a:lnTo>
                  <a:pt x="89" y="306"/>
                </a:lnTo>
                <a:cubicBezTo>
                  <a:pt x="89" y="308"/>
                  <a:pt x="86" y="318"/>
                  <a:pt x="81" y="337"/>
                </a:cubicBezTo>
                <a:cubicBezTo>
                  <a:pt x="77" y="356"/>
                  <a:pt x="72" y="377"/>
                  <a:pt x="68" y="400"/>
                </a:cubicBezTo>
                <a:cubicBezTo>
                  <a:pt x="65" y="423"/>
                  <a:pt x="63" y="443"/>
                  <a:pt x="63" y="462"/>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1018" name=""/>
          <p:cNvSpPr/>
          <p:nvPr/>
        </p:nvSpPr>
        <p:spPr>
          <a:xfrm>
            <a:off x="2082960" y="4692600"/>
            <a:ext cx="273240" cy="96120"/>
          </a:xfrm>
          <a:custGeom>
            <a:avLst/>
            <a:gdLst/>
            <a:ahLst/>
            <a:rect l="0" t="0" r="r" b="b"/>
            <a:pathLst>
              <a:path w="759" h="267">
                <a:moveTo>
                  <a:pt x="0" y="22"/>
                </a:moveTo>
                <a:cubicBezTo>
                  <a:pt x="0" y="12"/>
                  <a:pt x="5" y="5"/>
                  <a:pt x="16" y="0"/>
                </a:cubicBezTo>
                <a:lnTo>
                  <a:pt x="742" y="0"/>
                </a:lnTo>
                <a:cubicBezTo>
                  <a:pt x="754" y="6"/>
                  <a:pt x="759" y="13"/>
                  <a:pt x="759" y="22"/>
                </a:cubicBezTo>
                <a:cubicBezTo>
                  <a:pt x="759" y="31"/>
                  <a:pt x="754" y="38"/>
                  <a:pt x="743" y="44"/>
                </a:cubicBezTo>
                <a:lnTo>
                  <a:pt x="380" y="45"/>
                </a:lnTo>
                <a:lnTo>
                  <a:pt x="18" y="45"/>
                </a:lnTo>
                <a:cubicBezTo>
                  <a:pt x="6" y="41"/>
                  <a:pt x="0" y="34"/>
                  <a:pt x="0" y="22"/>
                </a:cubicBezTo>
                <a:moveTo>
                  <a:pt x="0" y="244"/>
                </a:moveTo>
                <a:cubicBezTo>
                  <a:pt x="0" y="233"/>
                  <a:pt x="6" y="225"/>
                  <a:pt x="18" y="221"/>
                </a:cubicBezTo>
                <a:lnTo>
                  <a:pt x="743" y="221"/>
                </a:lnTo>
                <a:cubicBezTo>
                  <a:pt x="754" y="229"/>
                  <a:pt x="759" y="237"/>
                  <a:pt x="759" y="244"/>
                </a:cubicBezTo>
                <a:cubicBezTo>
                  <a:pt x="759" y="254"/>
                  <a:pt x="754" y="262"/>
                  <a:pt x="742" y="267"/>
                </a:cubicBezTo>
                <a:lnTo>
                  <a:pt x="16" y="267"/>
                </a:lnTo>
                <a:cubicBezTo>
                  <a:pt x="5" y="262"/>
                  <a:pt x="0" y="254"/>
                  <a:pt x="0" y="244"/>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1019" name=""/>
          <p:cNvSpPr/>
          <p:nvPr/>
        </p:nvSpPr>
        <p:spPr>
          <a:xfrm>
            <a:off x="2799720" y="4488480"/>
            <a:ext cx="100080" cy="193320"/>
          </a:xfrm>
          <a:custGeom>
            <a:avLst/>
            <a:gdLst/>
            <a:ahLst/>
            <a:rect l="0" t="0" r="r" b="b"/>
            <a:pathLst>
              <a:path w="278" h="537">
                <a:moveTo>
                  <a:pt x="106" y="71"/>
                </a:moveTo>
                <a:lnTo>
                  <a:pt x="95" y="75"/>
                </a:lnTo>
                <a:cubicBezTo>
                  <a:pt x="87" y="77"/>
                  <a:pt x="76" y="80"/>
                  <a:pt x="62" y="83"/>
                </a:cubicBezTo>
                <a:cubicBezTo>
                  <a:pt x="48" y="85"/>
                  <a:pt x="33" y="87"/>
                  <a:pt x="15" y="88"/>
                </a:cubicBezTo>
                <a:lnTo>
                  <a:pt x="0" y="88"/>
                </a:lnTo>
                <a:lnTo>
                  <a:pt x="0" y="51"/>
                </a:lnTo>
                <a:lnTo>
                  <a:pt x="15" y="51"/>
                </a:lnTo>
                <a:cubicBezTo>
                  <a:pt x="41" y="50"/>
                  <a:pt x="64" y="46"/>
                  <a:pt x="85" y="39"/>
                </a:cubicBezTo>
                <a:cubicBezTo>
                  <a:pt x="108" y="32"/>
                  <a:pt x="123" y="26"/>
                  <a:pt x="131" y="20"/>
                </a:cubicBezTo>
                <a:cubicBezTo>
                  <a:pt x="140" y="14"/>
                  <a:pt x="148" y="8"/>
                  <a:pt x="154" y="2"/>
                </a:cubicBezTo>
                <a:cubicBezTo>
                  <a:pt x="155" y="1"/>
                  <a:pt x="158" y="0"/>
                  <a:pt x="164" y="0"/>
                </a:cubicBezTo>
                <a:cubicBezTo>
                  <a:pt x="168" y="0"/>
                  <a:pt x="173" y="1"/>
                  <a:pt x="177" y="5"/>
                </a:cubicBezTo>
                <a:lnTo>
                  <a:pt x="177" y="246"/>
                </a:lnTo>
                <a:lnTo>
                  <a:pt x="178" y="488"/>
                </a:lnTo>
                <a:cubicBezTo>
                  <a:pt x="182" y="491"/>
                  <a:pt x="185" y="494"/>
                  <a:pt x="188" y="495"/>
                </a:cubicBezTo>
                <a:cubicBezTo>
                  <a:pt x="190" y="496"/>
                  <a:pt x="197" y="497"/>
                  <a:pt x="207" y="498"/>
                </a:cubicBezTo>
                <a:cubicBezTo>
                  <a:pt x="217" y="499"/>
                  <a:pt x="234" y="500"/>
                  <a:pt x="257" y="500"/>
                </a:cubicBezTo>
                <a:lnTo>
                  <a:pt x="278" y="500"/>
                </a:lnTo>
                <a:lnTo>
                  <a:pt x="278" y="537"/>
                </a:lnTo>
                <a:lnTo>
                  <a:pt x="269" y="537"/>
                </a:lnTo>
                <a:cubicBezTo>
                  <a:pt x="258" y="535"/>
                  <a:pt x="215" y="534"/>
                  <a:pt x="141" y="534"/>
                </a:cubicBezTo>
                <a:cubicBezTo>
                  <a:pt x="67" y="534"/>
                  <a:pt x="25" y="535"/>
                  <a:pt x="14" y="537"/>
                </a:cubicBezTo>
                <a:lnTo>
                  <a:pt x="4" y="537"/>
                </a:lnTo>
                <a:lnTo>
                  <a:pt x="4" y="500"/>
                </a:lnTo>
                <a:lnTo>
                  <a:pt x="25" y="500"/>
                </a:lnTo>
                <a:cubicBezTo>
                  <a:pt x="37" y="500"/>
                  <a:pt x="47" y="500"/>
                  <a:pt x="56" y="500"/>
                </a:cubicBezTo>
                <a:cubicBezTo>
                  <a:pt x="64" y="500"/>
                  <a:pt x="71" y="500"/>
                  <a:pt x="76" y="499"/>
                </a:cubicBezTo>
                <a:cubicBezTo>
                  <a:pt x="81" y="498"/>
                  <a:pt x="85" y="498"/>
                  <a:pt x="90" y="497"/>
                </a:cubicBezTo>
                <a:cubicBezTo>
                  <a:pt x="93" y="495"/>
                  <a:pt x="96" y="495"/>
                  <a:pt x="96" y="495"/>
                </a:cubicBezTo>
                <a:cubicBezTo>
                  <a:pt x="97" y="495"/>
                  <a:pt x="98" y="494"/>
                  <a:pt x="101" y="491"/>
                </a:cubicBezTo>
                <a:cubicBezTo>
                  <a:pt x="104" y="488"/>
                  <a:pt x="105" y="487"/>
                  <a:pt x="106" y="488"/>
                </a:cubicBezTo>
                <a:lnTo>
                  <a:pt x="106" y="71"/>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1020" name=""/>
          <p:cNvSpPr/>
          <p:nvPr/>
        </p:nvSpPr>
        <p:spPr>
          <a:xfrm>
            <a:off x="2839680" y="4872240"/>
            <a:ext cx="165240" cy="131400"/>
          </a:xfrm>
          <a:custGeom>
            <a:avLst/>
            <a:gdLst/>
            <a:ahLst/>
            <a:rect l="0" t="0" r="r" b="b"/>
            <a:pathLst>
              <a:path w="459" h="365">
                <a:moveTo>
                  <a:pt x="0" y="231"/>
                </a:moveTo>
                <a:cubicBezTo>
                  <a:pt x="0" y="170"/>
                  <a:pt x="23" y="115"/>
                  <a:pt x="70" y="69"/>
                </a:cubicBezTo>
                <a:cubicBezTo>
                  <a:pt x="117" y="23"/>
                  <a:pt x="167" y="0"/>
                  <a:pt x="223" y="0"/>
                </a:cubicBezTo>
                <a:cubicBezTo>
                  <a:pt x="260" y="0"/>
                  <a:pt x="290" y="11"/>
                  <a:pt x="313" y="32"/>
                </a:cubicBezTo>
                <a:cubicBezTo>
                  <a:pt x="335" y="54"/>
                  <a:pt x="351" y="80"/>
                  <a:pt x="359" y="111"/>
                </a:cubicBezTo>
                <a:cubicBezTo>
                  <a:pt x="362" y="127"/>
                  <a:pt x="364" y="145"/>
                  <a:pt x="364" y="166"/>
                </a:cubicBezTo>
                <a:lnTo>
                  <a:pt x="364" y="189"/>
                </a:lnTo>
                <a:cubicBezTo>
                  <a:pt x="391" y="149"/>
                  <a:pt x="411" y="104"/>
                  <a:pt x="425" y="55"/>
                </a:cubicBezTo>
                <a:cubicBezTo>
                  <a:pt x="427" y="47"/>
                  <a:pt x="428" y="43"/>
                  <a:pt x="429" y="42"/>
                </a:cubicBezTo>
                <a:cubicBezTo>
                  <a:pt x="431" y="41"/>
                  <a:pt x="435" y="40"/>
                  <a:pt x="442" y="39"/>
                </a:cubicBezTo>
                <a:cubicBezTo>
                  <a:pt x="454" y="39"/>
                  <a:pt x="459" y="41"/>
                  <a:pt x="459" y="46"/>
                </a:cubicBezTo>
                <a:cubicBezTo>
                  <a:pt x="459" y="51"/>
                  <a:pt x="457" y="61"/>
                  <a:pt x="452" y="77"/>
                </a:cubicBezTo>
                <a:cubicBezTo>
                  <a:pt x="447" y="93"/>
                  <a:pt x="437" y="117"/>
                  <a:pt x="423" y="147"/>
                </a:cubicBezTo>
                <a:cubicBezTo>
                  <a:pt x="409" y="176"/>
                  <a:pt x="392" y="203"/>
                  <a:pt x="374" y="227"/>
                </a:cubicBezTo>
                <a:lnTo>
                  <a:pt x="365" y="238"/>
                </a:lnTo>
                <a:lnTo>
                  <a:pt x="366" y="258"/>
                </a:lnTo>
                <a:cubicBezTo>
                  <a:pt x="367" y="288"/>
                  <a:pt x="369" y="308"/>
                  <a:pt x="372" y="319"/>
                </a:cubicBezTo>
                <a:cubicBezTo>
                  <a:pt x="376" y="329"/>
                  <a:pt x="381" y="335"/>
                  <a:pt x="388" y="336"/>
                </a:cubicBezTo>
                <a:cubicBezTo>
                  <a:pt x="395" y="335"/>
                  <a:pt x="402" y="332"/>
                  <a:pt x="409" y="327"/>
                </a:cubicBezTo>
                <a:cubicBezTo>
                  <a:pt x="415" y="322"/>
                  <a:pt x="420" y="316"/>
                  <a:pt x="422" y="308"/>
                </a:cubicBezTo>
                <a:cubicBezTo>
                  <a:pt x="423" y="304"/>
                  <a:pt x="425" y="302"/>
                  <a:pt x="426" y="302"/>
                </a:cubicBezTo>
                <a:cubicBezTo>
                  <a:pt x="428" y="301"/>
                  <a:pt x="432" y="301"/>
                  <a:pt x="438" y="300"/>
                </a:cubicBezTo>
                <a:cubicBezTo>
                  <a:pt x="449" y="300"/>
                  <a:pt x="454" y="302"/>
                  <a:pt x="454" y="307"/>
                </a:cubicBezTo>
                <a:cubicBezTo>
                  <a:pt x="454" y="310"/>
                  <a:pt x="453" y="315"/>
                  <a:pt x="450" y="322"/>
                </a:cubicBezTo>
                <a:cubicBezTo>
                  <a:pt x="443" y="335"/>
                  <a:pt x="434" y="345"/>
                  <a:pt x="421" y="353"/>
                </a:cubicBezTo>
                <a:cubicBezTo>
                  <a:pt x="409" y="360"/>
                  <a:pt x="397" y="364"/>
                  <a:pt x="386" y="365"/>
                </a:cubicBezTo>
                <a:lnTo>
                  <a:pt x="380" y="365"/>
                </a:lnTo>
                <a:cubicBezTo>
                  <a:pt x="344" y="365"/>
                  <a:pt x="320" y="345"/>
                  <a:pt x="307" y="307"/>
                </a:cubicBezTo>
                <a:lnTo>
                  <a:pt x="305" y="301"/>
                </a:lnTo>
                <a:lnTo>
                  <a:pt x="296" y="307"/>
                </a:lnTo>
                <a:cubicBezTo>
                  <a:pt x="290" y="312"/>
                  <a:pt x="282" y="317"/>
                  <a:pt x="272" y="324"/>
                </a:cubicBezTo>
                <a:cubicBezTo>
                  <a:pt x="261" y="330"/>
                  <a:pt x="249" y="336"/>
                  <a:pt x="236" y="342"/>
                </a:cubicBezTo>
                <a:cubicBezTo>
                  <a:pt x="222" y="348"/>
                  <a:pt x="207" y="353"/>
                  <a:pt x="189" y="358"/>
                </a:cubicBezTo>
                <a:cubicBezTo>
                  <a:pt x="171" y="363"/>
                  <a:pt x="154" y="365"/>
                  <a:pt x="137" y="365"/>
                </a:cubicBezTo>
                <a:cubicBezTo>
                  <a:pt x="94" y="365"/>
                  <a:pt x="61" y="352"/>
                  <a:pt x="37" y="325"/>
                </a:cubicBezTo>
                <a:cubicBezTo>
                  <a:pt x="12" y="298"/>
                  <a:pt x="0" y="267"/>
                  <a:pt x="0" y="231"/>
                </a:cubicBezTo>
                <a:moveTo>
                  <a:pt x="141" y="336"/>
                </a:moveTo>
                <a:cubicBezTo>
                  <a:pt x="168" y="336"/>
                  <a:pt x="194" y="330"/>
                  <a:pt x="220" y="319"/>
                </a:cubicBezTo>
                <a:cubicBezTo>
                  <a:pt x="247" y="307"/>
                  <a:pt x="266" y="296"/>
                  <a:pt x="279" y="284"/>
                </a:cubicBezTo>
                <a:lnTo>
                  <a:pt x="298" y="266"/>
                </a:lnTo>
                <a:cubicBezTo>
                  <a:pt x="297" y="190"/>
                  <a:pt x="295" y="142"/>
                  <a:pt x="293" y="123"/>
                </a:cubicBezTo>
                <a:cubicBezTo>
                  <a:pt x="285" y="60"/>
                  <a:pt x="260" y="30"/>
                  <a:pt x="219" y="30"/>
                </a:cubicBezTo>
                <a:cubicBezTo>
                  <a:pt x="182" y="30"/>
                  <a:pt x="149" y="49"/>
                  <a:pt x="121" y="88"/>
                </a:cubicBezTo>
                <a:cubicBezTo>
                  <a:pt x="106" y="110"/>
                  <a:pt x="94" y="140"/>
                  <a:pt x="85" y="176"/>
                </a:cubicBezTo>
                <a:cubicBezTo>
                  <a:pt x="76" y="213"/>
                  <a:pt x="71" y="241"/>
                  <a:pt x="70" y="260"/>
                </a:cubicBezTo>
                <a:cubicBezTo>
                  <a:pt x="70" y="286"/>
                  <a:pt x="77" y="305"/>
                  <a:pt x="90" y="317"/>
                </a:cubicBezTo>
                <a:cubicBezTo>
                  <a:pt x="104" y="329"/>
                  <a:pt x="122" y="335"/>
                  <a:pt x="141" y="336"/>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1021" name=""/>
          <p:cNvSpPr/>
          <p:nvPr/>
        </p:nvSpPr>
        <p:spPr>
          <a:xfrm>
            <a:off x="3028680" y="4915440"/>
            <a:ext cx="64080" cy="131040"/>
          </a:xfrm>
          <a:custGeom>
            <a:avLst/>
            <a:gdLst/>
            <a:ahLst/>
            <a:rect l="0" t="0" r="r" b="b"/>
            <a:pathLst>
              <a:path w="178" h="364">
                <a:moveTo>
                  <a:pt x="4" y="137"/>
                </a:moveTo>
                <a:cubicBezTo>
                  <a:pt x="2" y="135"/>
                  <a:pt x="0" y="133"/>
                  <a:pt x="0" y="132"/>
                </a:cubicBezTo>
                <a:cubicBezTo>
                  <a:pt x="0" y="130"/>
                  <a:pt x="1" y="127"/>
                  <a:pt x="2" y="122"/>
                </a:cubicBezTo>
                <a:cubicBezTo>
                  <a:pt x="3" y="118"/>
                  <a:pt x="4" y="115"/>
                  <a:pt x="5" y="114"/>
                </a:cubicBezTo>
                <a:cubicBezTo>
                  <a:pt x="6" y="113"/>
                  <a:pt x="7" y="112"/>
                  <a:pt x="10" y="112"/>
                </a:cubicBezTo>
                <a:cubicBezTo>
                  <a:pt x="13" y="112"/>
                  <a:pt x="22" y="111"/>
                  <a:pt x="39" y="111"/>
                </a:cubicBezTo>
                <a:lnTo>
                  <a:pt x="69" y="111"/>
                </a:lnTo>
                <a:lnTo>
                  <a:pt x="80" y="66"/>
                </a:lnTo>
                <a:cubicBezTo>
                  <a:pt x="81" y="61"/>
                  <a:pt x="82" y="56"/>
                  <a:pt x="84" y="49"/>
                </a:cubicBezTo>
                <a:cubicBezTo>
                  <a:pt x="86" y="42"/>
                  <a:pt x="87" y="37"/>
                  <a:pt x="88" y="34"/>
                </a:cubicBezTo>
                <a:cubicBezTo>
                  <a:pt x="89" y="31"/>
                  <a:pt x="90" y="27"/>
                  <a:pt x="91" y="23"/>
                </a:cubicBezTo>
                <a:cubicBezTo>
                  <a:pt x="93" y="18"/>
                  <a:pt x="94" y="15"/>
                  <a:pt x="96" y="13"/>
                </a:cubicBezTo>
                <a:cubicBezTo>
                  <a:pt x="98" y="11"/>
                  <a:pt x="100" y="9"/>
                  <a:pt x="102" y="6"/>
                </a:cubicBezTo>
                <a:cubicBezTo>
                  <a:pt x="104" y="4"/>
                  <a:pt x="106" y="2"/>
                  <a:pt x="110" y="1"/>
                </a:cubicBezTo>
                <a:cubicBezTo>
                  <a:pt x="113" y="0"/>
                  <a:pt x="116" y="0"/>
                  <a:pt x="120" y="0"/>
                </a:cubicBezTo>
                <a:cubicBezTo>
                  <a:pt x="128" y="0"/>
                  <a:pt x="132" y="3"/>
                  <a:pt x="135" y="6"/>
                </a:cubicBezTo>
                <a:cubicBezTo>
                  <a:pt x="138" y="10"/>
                  <a:pt x="139" y="14"/>
                  <a:pt x="139" y="17"/>
                </a:cubicBezTo>
                <a:cubicBezTo>
                  <a:pt x="139" y="20"/>
                  <a:pt x="137" y="29"/>
                  <a:pt x="134" y="44"/>
                </a:cubicBezTo>
                <a:cubicBezTo>
                  <a:pt x="130" y="59"/>
                  <a:pt x="127" y="74"/>
                  <a:pt x="122" y="89"/>
                </a:cubicBezTo>
                <a:lnTo>
                  <a:pt x="116" y="110"/>
                </a:lnTo>
                <a:cubicBezTo>
                  <a:pt x="116" y="111"/>
                  <a:pt x="126" y="111"/>
                  <a:pt x="145" y="111"/>
                </a:cubicBezTo>
                <a:lnTo>
                  <a:pt x="174" y="111"/>
                </a:lnTo>
                <a:cubicBezTo>
                  <a:pt x="177" y="114"/>
                  <a:pt x="178" y="116"/>
                  <a:pt x="178" y="117"/>
                </a:cubicBezTo>
                <a:cubicBezTo>
                  <a:pt x="178" y="126"/>
                  <a:pt x="176" y="132"/>
                  <a:pt x="171" y="137"/>
                </a:cubicBezTo>
                <a:lnTo>
                  <a:pt x="109" y="137"/>
                </a:lnTo>
                <a:lnTo>
                  <a:pt x="89" y="220"/>
                </a:lnTo>
                <a:cubicBezTo>
                  <a:pt x="74" y="280"/>
                  <a:pt x="66" y="314"/>
                  <a:pt x="66" y="319"/>
                </a:cubicBezTo>
                <a:cubicBezTo>
                  <a:pt x="66" y="334"/>
                  <a:pt x="71" y="342"/>
                  <a:pt x="82" y="342"/>
                </a:cubicBezTo>
                <a:cubicBezTo>
                  <a:pt x="95" y="342"/>
                  <a:pt x="108" y="336"/>
                  <a:pt x="120" y="323"/>
                </a:cubicBezTo>
                <a:cubicBezTo>
                  <a:pt x="134" y="310"/>
                  <a:pt x="144" y="294"/>
                  <a:pt x="152" y="274"/>
                </a:cubicBezTo>
                <a:cubicBezTo>
                  <a:pt x="152" y="272"/>
                  <a:pt x="153" y="271"/>
                  <a:pt x="154" y="270"/>
                </a:cubicBezTo>
                <a:cubicBezTo>
                  <a:pt x="156" y="270"/>
                  <a:pt x="158" y="270"/>
                  <a:pt x="163" y="269"/>
                </a:cubicBezTo>
                <a:lnTo>
                  <a:pt x="165" y="269"/>
                </a:lnTo>
                <a:cubicBezTo>
                  <a:pt x="171" y="269"/>
                  <a:pt x="174" y="271"/>
                  <a:pt x="174" y="274"/>
                </a:cubicBezTo>
                <a:cubicBezTo>
                  <a:pt x="174" y="275"/>
                  <a:pt x="173" y="277"/>
                  <a:pt x="172" y="281"/>
                </a:cubicBezTo>
                <a:cubicBezTo>
                  <a:pt x="170" y="288"/>
                  <a:pt x="167" y="295"/>
                  <a:pt x="162" y="303"/>
                </a:cubicBezTo>
                <a:cubicBezTo>
                  <a:pt x="157" y="312"/>
                  <a:pt x="150" y="320"/>
                  <a:pt x="142" y="330"/>
                </a:cubicBezTo>
                <a:cubicBezTo>
                  <a:pt x="134" y="339"/>
                  <a:pt x="125" y="347"/>
                  <a:pt x="112" y="354"/>
                </a:cubicBezTo>
                <a:cubicBezTo>
                  <a:pt x="101" y="360"/>
                  <a:pt x="89" y="364"/>
                  <a:pt x="78" y="364"/>
                </a:cubicBezTo>
                <a:cubicBezTo>
                  <a:pt x="66" y="364"/>
                  <a:pt x="56" y="361"/>
                  <a:pt x="45" y="355"/>
                </a:cubicBezTo>
                <a:cubicBezTo>
                  <a:pt x="35" y="349"/>
                  <a:pt x="28" y="339"/>
                  <a:pt x="23" y="325"/>
                </a:cubicBezTo>
                <a:cubicBezTo>
                  <a:pt x="22" y="322"/>
                  <a:pt x="22" y="317"/>
                  <a:pt x="22" y="310"/>
                </a:cubicBezTo>
                <a:lnTo>
                  <a:pt x="22" y="300"/>
                </a:lnTo>
                <a:lnTo>
                  <a:pt x="42" y="219"/>
                </a:lnTo>
                <a:cubicBezTo>
                  <a:pt x="55" y="166"/>
                  <a:pt x="62" y="139"/>
                  <a:pt x="62" y="138"/>
                </a:cubicBezTo>
                <a:cubicBezTo>
                  <a:pt x="62" y="138"/>
                  <a:pt x="53" y="137"/>
                  <a:pt x="33" y="137"/>
                </a:cubicBezTo>
                <a:lnTo>
                  <a:pt x="4" y="137"/>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1022" name=""/>
          <p:cNvSpPr/>
          <p:nvPr/>
        </p:nvSpPr>
        <p:spPr>
          <a:xfrm>
            <a:off x="2603520" y="4799880"/>
            <a:ext cx="226800" cy="289800"/>
          </a:xfrm>
          <a:custGeom>
            <a:avLst/>
            <a:gdLst/>
            <a:ahLst/>
            <a:rect l="0" t="0" r="r" b="b"/>
            <a:pathLst>
              <a:path w="630" h="805">
                <a:moveTo>
                  <a:pt x="19" y="500"/>
                </a:moveTo>
                <a:cubicBezTo>
                  <a:pt x="16" y="500"/>
                  <a:pt x="12" y="498"/>
                  <a:pt x="8" y="494"/>
                </a:cubicBezTo>
                <a:cubicBezTo>
                  <a:pt x="3" y="489"/>
                  <a:pt x="1" y="486"/>
                  <a:pt x="0" y="483"/>
                </a:cubicBezTo>
                <a:cubicBezTo>
                  <a:pt x="0" y="479"/>
                  <a:pt x="8" y="471"/>
                  <a:pt x="25" y="458"/>
                </a:cubicBezTo>
                <a:cubicBezTo>
                  <a:pt x="43" y="445"/>
                  <a:pt x="60" y="432"/>
                  <a:pt x="79" y="418"/>
                </a:cubicBezTo>
                <a:cubicBezTo>
                  <a:pt x="97" y="404"/>
                  <a:pt x="107" y="396"/>
                  <a:pt x="109" y="395"/>
                </a:cubicBezTo>
                <a:cubicBezTo>
                  <a:pt x="110" y="394"/>
                  <a:pt x="112" y="393"/>
                  <a:pt x="113" y="393"/>
                </a:cubicBezTo>
                <a:lnTo>
                  <a:pt x="114" y="393"/>
                </a:lnTo>
                <a:cubicBezTo>
                  <a:pt x="117" y="393"/>
                  <a:pt x="121" y="398"/>
                  <a:pt x="125" y="407"/>
                </a:cubicBezTo>
                <a:cubicBezTo>
                  <a:pt x="130" y="416"/>
                  <a:pt x="144" y="447"/>
                  <a:pt x="169" y="501"/>
                </a:cubicBezTo>
                <a:cubicBezTo>
                  <a:pt x="179" y="524"/>
                  <a:pt x="187" y="543"/>
                  <a:pt x="194" y="557"/>
                </a:cubicBezTo>
                <a:lnTo>
                  <a:pt x="262" y="705"/>
                </a:lnTo>
                <a:cubicBezTo>
                  <a:pt x="263" y="705"/>
                  <a:pt x="290" y="648"/>
                  <a:pt x="346" y="534"/>
                </a:cubicBezTo>
                <a:cubicBezTo>
                  <a:pt x="401" y="420"/>
                  <a:pt x="456" y="305"/>
                  <a:pt x="511" y="189"/>
                </a:cubicBezTo>
                <a:cubicBezTo>
                  <a:pt x="567" y="73"/>
                  <a:pt x="595" y="14"/>
                  <a:pt x="598" y="11"/>
                </a:cubicBezTo>
                <a:cubicBezTo>
                  <a:pt x="601" y="3"/>
                  <a:pt x="606" y="0"/>
                  <a:pt x="614" y="0"/>
                </a:cubicBezTo>
                <a:cubicBezTo>
                  <a:pt x="617" y="0"/>
                  <a:pt x="622" y="1"/>
                  <a:pt x="624" y="5"/>
                </a:cubicBezTo>
                <a:cubicBezTo>
                  <a:pt x="627" y="8"/>
                  <a:pt x="629" y="11"/>
                  <a:pt x="630" y="14"/>
                </a:cubicBezTo>
                <a:lnTo>
                  <a:pt x="630" y="19"/>
                </a:lnTo>
                <a:lnTo>
                  <a:pt x="441" y="408"/>
                </a:lnTo>
                <a:lnTo>
                  <a:pt x="252" y="800"/>
                </a:lnTo>
                <a:cubicBezTo>
                  <a:pt x="250" y="804"/>
                  <a:pt x="245" y="805"/>
                  <a:pt x="237" y="805"/>
                </a:cubicBezTo>
                <a:cubicBezTo>
                  <a:pt x="232" y="805"/>
                  <a:pt x="229" y="805"/>
                  <a:pt x="227" y="803"/>
                </a:cubicBezTo>
                <a:cubicBezTo>
                  <a:pt x="226" y="802"/>
                  <a:pt x="200" y="745"/>
                  <a:pt x="149" y="631"/>
                </a:cubicBezTo>
                <a:lnTo>
                  <a:pt x="71" y="462"/>
                </a:lnTo>
                <a:lnTo>
                  <a:pt x="58" y="471"/>
                </a:lnTo>
                <a:cubicBezTo>
                  <a:pt x="50" y="478"/>
                  <a:pt x="42" y="484"/>
                  <a:pt x="33" y="491"/>
                </a:cubicBezTo>
                <a:cubicBezTo>
                  <a:pt x="25" y="497"/>
                  <a:pt x="20" y="500"/>
                  <a:pt x="19" y="500"/>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1023" name=""/>
          <p:cNvSpPr/>
          <p:nvPr/>
        </p:nvSpPr>
        <p:spPr>
          <a:xfrm>
            <a:off x="2829960" y="4799880"/>
            <a:ext cx="283680" cy="12600"/>
          </a:xfrm>
          <a:custGeom>
            <a:avLst/>
            <a:gdLst/>
            <a:ahLst/>
            <a:rect l="0" t="0" r="r" b="b"/>
            <a:pathLst>
              <a:path w="788" h="35">
                <a:moveTo>
                  <a:pt x="0" y="0"/>
                </a:moveTo>
                <a:lnTo>
                  <a:pt x="788" y="0"/>
                </a:lnTo>
                <a:lnTo>
                  <a:pt x="788" y="35"/>
                </a:lnTo>
                <a:lnTo>
                  <a:pt x="0" y="35"/>
                </a:lnTo>
                <a:lnTo>
                  <a:pt x="0" y="0"/>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1024" name=""/>
          <p:cNvSpPr/>
          <p:nvPr/>
        </p:nvSpPr>
        <p:spPr>
          <a:xfrm>
            <a:off x="2541960" y="4728240"/>
            <a:ext cx="612720" cy="24840"/>
          </a:xfrm>
          <a:custGeom>
            <a:avLst/>
            <a:gdLst/>
            <a:ahLst/>
            <a:rect l="0" t="0" r="r" b="b"/>
            <a:pathLst>
              <a:path w="1702" h="69">
                <a:moveTo>
                  <a:pt x="0" y="0"/>
                </a:moveTo>
                <a:lnTo>
                  <a:pt x="1702" y="0"/>
                </a:lnTo>
                <a:lnTo>
                  <a:pt x="1702" y="69"/>
                </a:lnTo>
                <a:lnTo>
                  <a:pt x="0" y="69"/>
                </a:lnTo>
                <a:lnTo>
                  <a:pt x="0" y="0"/>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1025" name=""/>
          <p:cNvSpPr/>
          <p:nvPr/>
        </p:nvSpPr>
        <p:spPr>
          <a:xfrm>
            <a:off x="3277440" y="4371840"/>
            <a:ext cx="156240" cy="737640"/>
          </a:xfrm>
          <a:custGeom>
            <a:avLst/>
            <a:gdLst/>
            <a:ahLst/>
            <a:rect l="0" t="0" r="r" b="b"/>
            <a:pathLst>
              <a:path w="434" h="2049">
                <a:moveTo>
                  <a:pt x="0" y="1201"/>
                </a:moveTo>
                <a:cubicBezTo>
                  <a:pt x="0" y="1201"/>
                  <a:pt x="0" y="1141"/>
                  <a:pt x="0" y="1024"/>
                </a:cubicBezTo>
                <a:cubicBezTo>
                  <a:pt x="0" y="907"/>
                  <a:pt x="9" y="797"/>
                  <a:pt x="28" y="693"/>
                </a:cubicBezTo>
                <a:cubicBezTo>
                  <a:pt x="47" y="589"/>
                  <a:pt x="70" y="502"/>
                  <a:pt x="98" y="432"/>
                </a:cubicBezTo>
                <a:cubicBezTo>
                  <a:pt x="125" y="363"/>
                  <a:pt x="158" y="297"/>
                  <a:pt x="197" y="234"/>
                </a:cubicBezTo>
                <a:cubicBezTo>
                  <a:pt x="236" y="172"/>
                  <a:pt x="271" y="125"/>
                  <a:pt x="301" y="92"/>
                </a:cubicBezTo>
                <a:cubicBezTo>
                  <a:pt x="332" y="59"/>
                  <a:pt x="363" y="29"/>
                  <a:pt x="396" y="0"/>
                </a:cubicBezTo>
                <a:lnTo>
                  <a:pt x="428" y="0"/>
                </a:lnTo>
                <a:cubicBezTo>
                  <a:pt x="432" y="4"/>
                  <a:pt x="434" y="8"/>
                  <a:pt x="434" y="10"/>
                </a:cubicBezTo>
                <a:cubicBezTo>
                  <a:pt x="434" y="13"/>
                  <a:pt x="428" y="21"/>
                  <a:pt x="416" y="34"/>
                </a:cubicBezTo>
                <a:cubicBezTo>
                  <a:pt x="404" y="47"/>
                  <a:pt x="388" y="65"/>
                  <a:pt x="369" y="89"/>
                </a:cubicBezTo>
                <a:cubicBezTo>
                  <a:pt x="351" y="112"/>
                  <a:pt x="329" y="141"/>
                  <a:pt x="305" y="176"/>
                </a:cubicBezTo>
                <a:cubicBezTo>
                  <a:pt x="280" y="211"/>
                  <a:pt x="257" y="256"/>
                  <a:pt x="235" y="309"/>
                </a:cubicBezTo>
                <a:cubicBezTo>
                  <a:pt x="213" y="363"/>
                  <a:pt x="191" y="423"/>
                  <a:pt x="170" y="488"/>
                </a:cubicBezTo>
                <a:cubicBezTo>
                  <a:pt x="150" y="553"/>
                  <a:pt x="134" y="632"/>
                  <a:pt x="123" y="725"/>
                </a:cubicBezTo>
                <a:cubicBezTo>
                  <a:pt x="111" y="817"/>
                  <a:pt x="105" y="917"/>
                  <a:pt x="104" y="1023"/>
                </a:cubicBezTo>
                <a:cubicBezTo>
                  <a:pt x="104" y="1113"/>
                  <a:pt x="107" y="1188"/>
                  <a:pt x="114" y="1246"/>
                </a:cubicBezTo>
                <a:cubicBezTo>
                  <a:pt x="123" y="1355"/>
                  <a:pt x="141" y="1455"/>
                  <a:pt x="166" y="1548"/>
                </a:cubicBezTo>
                <a:cubicBezTo>
                  <a:pt x="191" y="1640"/>
                  <a:pt x="220" y="1715"/>
                  <a:pt x="250" y="1771"/>
                </a:cubicBezTo>
                <a:cubicBezTo>
                  <a:pt x="280" y="1827"/>
                  <a:pt x="309" y="1875"/>
                  <a:pt x="336" y="1914"/>
                </a:cubicBezTo>
                <a:cubicBezTo>
                  <a:pt x="364" y="1954"/>
                  <a:pt x="387" y="1983"/>
                  <a:pt x="406" y="2003"/>
                </a:cubicBezTo>
                <a:cubicBezTo>
                  <a:pt x="425" y="2023"/>
                  <a:pt x="434" y="2034"/>
                  <a:pt x="434" y="2038"/>
                </a:cubicBezTo>
                <a:cubicBezTo>
                  <a:pt x="434" y="2041"/>
                  <a:pt x="432" y="2044"/>
                  <a:pt x="428" y="2049"/>
                </a:cubicBezTo>
                <a:lnTo>
                  <a:pt x="396" y="2049"/>
                </a:lnTo>
                <a:cubicBezTo>
                  <a:pt x="362" y="2020"/>
                  <a:pt x="330" y="1990"/>
                  <a:pt x="300" y="1956"/>
                </a:cubicBezTo>
                <a:cubicBezTo>
                  <a:pt x="270" y="1923"/>
                  <a:pt x="236" y="1875"/>
                  <a:pt x="197" y="1814"/>
                </a:cubicBezTo>
                <a:cubicBezTo>
                  <a:pt x="159" y="1753"/>
                  <a:pt x="126" y="1687"/>
                  <a:pt x="98" y="1617"/>
                </a:cubicBezTo>
                <a:cubicBezTo>
                  <a:pt x="70" y="1547"/>
                  <a:pt x="46" y="1460"/>
                  <a:pt x="28" y="1356"/>
                </a:cubicBezTo>
                <a:lnTo>
                  <a:pt x="0" y="1201"/>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1026" name=""/>
          <p:cNvSpPr/>
          <p:nvPr/>
        </p:nvSpPr>
        <p:spPr>
          <a:xfrm>
            <a:off x="3456720" y="4660920"/>
            <a:ext cx="231840" cy="182160"/>
          </a:xfrm>
          <a:custGeom>
            <a:avLst/>
            <a:gdLst/>
            <a:ahLst/>
            <a:rect l="0" t="0" r="r" b="b"/>
            <a:pathLst>
              <a:path w="644" h="506">
                <a:moveTo>
                  <a:pt x="235" y="506"/>
                </a:moveTo>
                <a:cubicBezTo>
                  <a:pt x="223" y="504"/>
                  <a:pt x="183" y="503"/>
                  <a:pt x="114" y="503"/>
                </a:cubicBezTo>
                <a:cubicBezTo>
                  <a:pt x="53" y="503"/>
                  <a:pt x="17" y="504"/>
                  <a:pt x="8" y="506"/>
                </a:cubicBezTo>
                <a:lnTo>
                  <a:pt x="0" y="506"/>
                </a:lnTo>
                <a:lnTo>
                  <a:pt x="0" y="435"/>
                </a:lnTo>
                <a:lnTo>
                  <a:pt x="109" y="435"/>
                </a:lnTo>
                <a:lnTo>
                  <a:pt x="255" y="263"/>
                </a:lnTo>
                <a:lnTo>
                  <a:pt x="100" y="70"/>
                </a:lnTo>
                <a:lnTo>
                  <a:pt x="6" y="70"/>
                </a:lnTo>
                <a:lnTo>
                  <a:pt x="6" y="0"/>
                </a:lnTo>
                <a:lnTo>
                  <a:pt x="15" y="0"/>
                </a:lnTo>
                <a:cubicBezTo>
                  <a:pt x="26" y="2"/>
                  <a:pt x="68" y="3"/>
                  <a:pt x="139" y="3"/>
                </a:cubicBezTo>
                <a:cubicBezTo>
                  <a:pt x="218" y="3"/>
                  <a:pt x="264" y="2"/>
                  <a:pt x="278" y="0"/>
                </a:cubicBezTo>
                <a:lnTo>
                  <a:pt x="288" y="0"/>
                </a:lnTo>
                <a:lnTo>
                  <a:pt x="288" y="70"/>
                </a:lnTo>
                <a:lnTo>
                  <a:pt x="256" y="70"/>
                </a:lnTo>
                <a:lnTo>
                  <a:pt x="296" y="119"/>
                </a:lnTo>
                <a:cubicBezTo>
                  <a:pt x="322" y="151"/>
                  <a:pt x="335" y="167"/>
                  <a:pt x="336" y="167"/>
                </a:cubicBezTo>
                <a:cubicBezTo>
                  <a:pt x="339" y="167"/>
                  <a:pt x="353" y="150"/>
                  <a:pt x="380" y="117"/>
                </a:cubicBezTo>
                <a:lnTo>
                  <a:pt x="420" y="70"/>
                </a:lnTo>
                <a:lnTo>
                  <a:pt x="378" y="70"/>
                </a:lnTo>
                <a:lnTo>
                  <a:pt x="378" y="0"/>
                </a:lnTo>
                <a:lnTo>
                  <a:pt x="387" y="0"/>
                </a:lnTo>
                <a:cubicBezTo>
                  <a:pt x="398" y="2"/>
                  <a:pt x="439" y="3"/>
                  <a:pt x="508" y="3"/>
                </a:cubicBezTo>
                <a:cubicBezTo>
                  <a:pt x="569" y="3"/>
                  <a:pt x="604" y="2"/>
                  <a:pt x="614" y="0"/>
                </a:cubicBezTo>
                <a:lnTo>
                  <a:pt x="622" y="0"/>
                </a:lnTo>
                <a:lnTo>
                  <a:pt x="622" y="70"/>
                </a:lnTo>
                <a:lnTo>
                  <a:pt x="513" y="70"/>
                </a:lnTo>
                <a:lnTo>
                  <a:pt x="381" y="225"/>
                </a:lnTo>
                <a:lnTo>
                  <a:pt x="551" y="434"/>
                </a:lnTo>
                <a:lnTo>
                  <a:pt x="598" y="435"/>
                </a:lnTo>
                <a:lnTo>
                  <a:pt x="644" y="435"/>
                </a:lnTo>
                <a:lnTo>
                  <a:pt x="644" y="506"/>
                </a:lnTo>
                <a:lnTo>
                  <a:pt x="635" y="506"/>
                </a:lnTo>
                <a:cubicBezTo>
                  <a:pt x="624" y="504"/>
                  <a:pt x="582" y="503"/>
                  <a:pt x="511" y="503"/>
                </a:cubicBezTo>
                <a:cubicBezTo>
                  <a:pt x="432" y="503"/>
                  <a:pt x="386" y="504"/>
                  <a:pt x="372" y="506"/>
                </a:cubicBezTo>
                <a:lnTo>
                  <a:pt x="361" y="506"/>
                </a:lnTo>
                <a:lnTo>
                  <a:pt x="361" y="435"/>
                </a:lnTo>
                <a:lnTo>
                  <a:pt x="394" y="435"/>
                </a:lnTo>
                <a:cubicBezTo>
                  <a:pt x="394" y="434"/>
                  <a:pt x="379" y="415"/>
                  <a:pt x="347" y="378"/>
                </a:cubicBezTo>
                <a:cubicBezTo>
                  <a:pt x="317" y="341"/>
                  <a:pt x="301" y="321"/>
                  <a:pt x="301" y="320"/>
                </a:cubicBezTo>
                <a:lnTo>
                  <a:pt x="202" y="434"/>
                </a:lnTo>
                <a:lnTo>
                  <a:pt x="223" y="435"/>
                </a:lnTo>
                <a:lnTo>
                  <a:pt x="244" y="435"/>
                </a:lnTo>
                <a:lnTo>
                  <a:pt x="244" y="506"/>
                </a:lnTo>
                <a:lnTo>
                  <a:pt x="235" y="506"/>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1027" name=""/>
          <p:cNvSpPr/>
          <p:nvPr/>
        </p:nvSpPr>
        <p:spPr>
          <a:xfrm>
            <a:off x="3715920" y="4722840"/>
            <a:ext cx="90360" cy="185040"/>
          </a:xfrm>
          <a:custGeom>
            <a:avLst/>
            <a:gdLst/>
            <a:ahLst/>
            <a:rect l="0" t="0" r="r" b="b"/>
            <a:pathLst>
              <a:path w="251" h="514">
                <a:moveTo>
                  <a:pt x="6" y="194"/>
                </a:moveTo>
                <a:cubicBezTo>
                  <a:pt x="2" y="190"/>
                  <a:pt x="0" y="188"/>
                  <a:pt x="0" y="186"/>
                </a:cubicBezTo>
                <a:cubicBezTo>
                  <a:pt x="0" y="184"/>
                  <a:pt x="1" y="180"/>
                  <a:pt x="2" y="173"/>
                </a:cubicBezTo>
                <a:cubicBezTo>
                  <a:pt x="4" y="167"/>
                  <a:pt x="5" y="163"/>
                  <a:pt x="7" y="162"/>
                </a:cubicBezTo>
                <a:cubicBezTo>
                  <a:pt x="8" y="159"/>
                  <a:pt x="10" y="158"/>
                  <a:pt x="14" y="158"/>
                </a:cubicBezTo>
                <a:cubicBezTo>
                  <a:pt x="18" y="158"/>
                  <a:pt x="31" y="158"/>
                  <a:pt x="56" y="157"/>
                </a:cubicBezTo>
                <a:lnTo>
                  <a:pt x="98" y="157"/>
                </a:lnTo>
                <a:lnTo>
                  <a:pt x="114" y="93"/>
                </a:lnTo>
                <a:cubicBezTo>
                  <a:pt x="115" y="87"/>
                  <a:pt x="117" y="79"/>
                  <a:pt x="119" y="69"/>
                </a:cubicBezTo>
                <a:cubicBezTo>
                  <a:pt x="122" y="60"/>
                  <a:pt x="123" y="53"/>
                  <a:pt x="125" y="49"/>
                </a:cubicBezTo>
                <a:cubicBezTo>
                  <a:pt x="127" y="44"/>
                  <a:pt x="128" y="39"/>
                  <a:pt x="130" y="32"/>
                </a:cubicBezTo>
                <a:cubicBezTo>
                  <a:pt x="131" y="26"/>
                  <a:pt x="134" y="21"/>
                  <a:pt x="136" y="19"/>
                </a:cubicBezTo>
                <a:cubicBezTo>
                  <a:pt x="139" y="16"/>
                  <a:pt x="142" y="13"/>
                  <a:pt x="144" y="9"/>
                </a:cubicBezTo>
                <a:cubicBezTo>
                  <a:pt x="147" y="5"/>
                  <a:pt x="151" y="3"/>
                  <a:pt x="156" y="2"/>
                </a:cubicBezTo>
                <a:cubicBezTo>
                  <a:pt x="160" y="1"/>
                  <a:pt x="165" y="0"/>
                  <a:pt x="170" y="0"/>
                </a:cubicBezTo>
                <a:cubicBezTo>
                  <a:pt x="180" y="1"/>
                  <a:pt x="186" y="4"/>
                  <a:pt x="190" y="9"/>
                </a:cubicBezTo>
                <a:cubicBezTo>
                  <a:pt x="194" y="14"/>
                  <a:pt x="196" y="20"/>
                  <a:pt x="196" y="24"/>
                </a:cubicBezTo>
                <a:cubicBezTo>
                  <a:pt x="196" y="28"/>
                  <a:pt x="193" y="41"/>
                  <a:pt x="189" y="62"/>
                </a:cubicBezTo>
                <a:cubicBezTo>
                  <a:pt x="184" y="84"/>
                  <a:pt x="178" y="105"/>
                  <a:pt x="172" y="126"/>
                </a:cubicBezTo>
                <a:lnTo>
                  <a:pt x="164" y="156"/>
                </a:lnTo>
                <a:cubicBezTo>
                  <a:pt x="164" y="157"/>
                  <a:pt x="178" y="157"/>
                  <a:pt x="205" y="157"/>
                </a:cubicBezTo>
                <a:lnTo>
                  <a:pt x="246" y="157"/>
                </a:lnTo>
                <a:cubicBezTo>
                  <a:pt x="249" y="161"/>
                  <a:pt x="251" y="164"/>
                  <a:pt x="251" y="166"/>
                </a:cubicBezTo>
                <a:cubicBezTo>
                  <a:pt x="251" y="178"/>
                  <a:pt x="248" y="187"/>
                  <a:pt x="241" y="194"/>
                </a:cubicBezTo>
                <a:lnTo>
                  <a:pt x="155" y="194"/>
                </a:lnTo>
                <a:lnTo>
                  <a:pt x="126" y="311"/>
                </a:lnTo>
                <a:cubicBezTo>
                  <a:pt x="105" y="397"/>
                  <a:pt x="94" y="443"/>
                  <a:pt x="94" y="450"/>
                </a:cubicBezTo>
                <a:cubicBezTo>
                  <a:pt x="94" y="473"/>
                  <a:pt x="102" y="484"/>
                  <a:pt x="116" y="484"/>
                </a:cubicBezTo>
                <a:cubicBezTo>
                  <a:pt x="135" y="484"/>
                  <a:pt x="153" y="475"/>
                  <a:pt x="171" y="457"/>
                </a:cubicBezTo>
                <a:cubicBezTo>
                  <a:pt x="189" y="437"/>
                  <a:pt x="203" y="415"/>
                  <a:pt x="214" y="388"/>
                </a:cubicBezTo>
                <a:cubicBezTo>
                  <a:pt x="215" y="385"/>
                  <a:pt x="216" y="383"/>
                  <a:pt x="218" y="382"/>
                </a:cubicBezTo>
                <a:cubicBezTo>
                  <a:pt x="219" y="382"/>
                  <a:pt x="223" y="381"/>
                  <a:pt x="230" y="381"/>
                </a:cubicBezTo>
                <a:lnTo>
                  <a:pt x="233" y="381"/>
                </a:lnTo>
                <a:cubicBezTo>
                  <a:pt x="241" y="381"/>
                  <a:pt x="245" y="383"/>
                  <a:pt x="245" y="387"/>
                </a:cubicBezTo>
                <a:cubicBezTo>
                  <a:pt x="245" y="389"/>
                  <a:pt x="244" y="392"/>
                  <a:pt x="242" y="397"/>
                </a:cubicBezTo>
                <a:cubicBezTo>
                  <a:pt x="240" y="406"/>
                  <a:pt x="235" y="416"/>
                  <a:pt x="228" y="428"/>
                </a:cubicBezTo>
                <a:cubicBezTo>
                  <a:pt x="221" y="439"/>
                  <a:pt x="212" y="453"/>
                  <a:pt x="201" y="466"/>
                </a:cubicBezTo>
                <a:cubicBezTo>
                  <a:pt x="189" y="480"/>
                  <a:pt x="176" y="491"/>
                  <a:pt x="160" y="500"/>
                </a:cubicBezTo>
                <a:cubicBezTo>
                  <a:pt x="143" y="509"/>
                  <a:pt x="127" y="514"/>
                  <a:pt x="111" y="514"/>
                </a:cubicBezTo>
                <a:cubicBezTo>
                  <a:pt x="94" y="514"/>
                  <a:pt x="79" y="510"/>
                  <a:pt x="65" y="502"/>
                </a:cubicBezTo>
                <a:cubicBezTo>
                  <a:pt x="49" y="494"/>
                  <a:pt x="39" y="480"/>
                  <a:pt x="32" y="460"/>
                </a:cubicBezTo>
                <a:cubicBezTo>
                  <a:pt x="31" y="456"/>
                  <a:pt x="31" y="447"/>
                  <a:pt x="31" y="437"/>
                </a:cubicBezTo>
                <a:lnTo>
                  <a:pt x="31" y="423"/>
                </a:lnTo>
                <a:lnTo>
                  <a:pt x="60" y="310"/>
                </a:lnTo>
                <a:cubicBezTo>
                  <a:pt x="79" y="234"/>
                  <a:pt x="88" y="196"/>
                  <a:pt x="89" y="196"/>
                </a:cubicBezTo>
                <a:cubicBezTo>
                  <a:pt x="89" y="195"/>
                  <a:pt x="75" y="194"/>
                  <a:pt x="47" y="194"/>
                </a:cubicBezTo>
                <a:lnTo>
                  <a:pt x="6" y="194"/>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1028" name=""/>
          <p:cNvSpPr/>
          <p:nvPr/>
        </p:nvSpPr>
        <p:spPr>
          <a:xfrm>
            <a:off x="3961080" y="4732200"/>
            <a:ext cx="250200" cy="16560"/>
          </a:xfrm>
          <a:custGeom>
            <a:avLst/>
            <a:gdLst/>
            <a:ahLst/>
            <a:rect l="0" t="0" r="r" b="b"/>
            <a:pathLst>
              <a:path w="695" h="46">
                <a:moveTo>
                  <a:pt x="16" y="0"/>
                </a:moveTo>
                <a:lnTo>
                  <a:pt x="678" y="0"/>
                </a:lnTo>
                <a:cubicBezTo>
                  <a:pt x="689" y="6"/>
                  <a:pt x="695" y="14"/>
                  <a:pt x="695" y="24"/>
                </a:cubicBezTo>
                <a:cubicBezTo>
                  <a:pt x="695" y="33"/>
                  <a:pt x="689" y="40"/>
                  <a:pt x="678" y="46"/>
                </a:cubicBezTo>
                <a:lnTo>
                  <a:pt x="16" y="46"/>
                </a:lnTo>
                <a:cubicBezTo>
                  <a:pt x="5" y="41"/>
                  <a:pt x="0" y="34"/>
                  <a:pt x="0" y="24"/>
                </a:cubicBezTo>
                <a:cubicBezTo>
                  <a:pt x="0" y="13"/>
                  <a:pt x="5" y="5"/>
                  <a:pt x="16" y="0"/>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1029" name=""/>
          <p:cNvSpPr/>
          <p:nvPr/>
        </p:nvSpPr>
        <p:spPr>
          <a:xfrm>
            <a:off x="4574160" y="4464720"/>
            <a:ext cx="100080" cy="193320"/>
          </a:xfrm>
          <a:custGeom>
            <a:avLst/>
            <a:gdLst/>
            <a:ahLst/>
            <a:rect l="0" t="0" r="r" b="b"/>
            <a:pathLst>
              <a:path w="278" h="537">
                <a:moveTo>
                  <a:pt x="105" y="71"/>
                </a:moveTo>
                <a:lnTo>
                  <a:pt x="94" y="75"/>
                </a:lnTo>
                <a:cubicBezTo>
                  <a:pt x="87" y="78"/>
                  <a:pt x="76" y="80"/>
                  <a:pt x="62" y="83"/>
                </a:cubicBezTo>
                <a:cubicBezTo>
                  <a:pt x="48" y="86"/>
                  <a:pt x="33" y="88"/>
                  <a:pt x="15" y="89"/>
                </a:cubicBezTo>
                <a:lnTo>
                  <a:pt x="0" y="89"/>
                </a:lnTo>
                <a:lnTo>
                  <a:pt x="0" y="52"/>
                </a:lnTo>
                <a:lnTo>
                  <a:pt x="15" y="52"/>
                </a:lnTo>
                <a:cubicBezTo>
                  <a:pt x="41" y="51"/>
                  <a:pt x="64" y="47"/>
                  <a:pt x="85" y="40"/>
                </a:cubicBezTo>
                <a:cubicBezTo>
                  <a:pt x="107" y="33"/>
                  <a:pt x="122" y="26"/>
                  <a:pt x="131" y="20"/>
                </a:cubicBezTo>
                <a:cubicBezTo>
                  <a:pt x="140" y="15"/>
                  <a:pt x="148" y="9"/>
                  <a:pt x="154" y="3"/>
                </a:cubicBezTo>
                <a:cubicBezTo>
                  <a:pt x="155" y="1"/>
                  <a:pt x="158" y="0"/>
                  <a:pt x="164" y="0"/>
                </a:cubicBezTo>
                <a:cubicBezTo>
                  <a:pt x="168" y="0"/>
                  <a:pt x="173" y="2"/>
                  <a:pt x="177" y="5"/>
                </a:cubicBezTo>
                <a:lnTo>
                  <a:pt x="177" y="247"/>
                </a:lnTo>
                <a:lnTo>
                  <a:pt x="178" y="488"/>
                </a:lnTo>
                <a:cubicBezTo>
                  <a:pt x="182" y="492"/>
                  <a:pt x="185" y="494"/>
                  <a:pt x="188" y="495"/>
                </a:cubicBezTo>
                <a:cubicBezTo>
                  <a:pt x="190" y="496"/>
                  <a:pt x="197" y="498"/>
                  <a:pt x="207" y="499"/>
                </a:cubicBezTo>
                <a:cubicBezTo>
                  <a:pt x="217" y="500"/>
                  <a:pt x="234" y="500"/>
                  <a:pt x="257" y="500"/>
                </a:cubicBezTo>
                <a:lnTo>
                  <a:pt x="278" y="500"/>
                </a:lnTo>
                <a:lnTo>
                  <a:pt x="278" y="537"/>
                </a:lnTo>
                <a:lnTo>
                  <a:pt x="269" y="537"/>
                </a:lnTo>
                <a:cubicBezTo>
                  <a:pt x="258" y="536"/>
                  <a:pt x="215" y="535"/>
                  <a:pt x="141" y="535"/>
                </a:cubicBezTo>
                <a:cubicBezTo>
                  <a:pt x="67" y="535"/>
                  <a:pt x="25" y="536"/>
                  <a:pt x="14" y="537"/>
                </a:cubicBezTo>
                <a:lnTo>
                  <a:pt x="4" y="537"/>
                </a:lnTo>
                <a:lnTo>
                  <a:pt x="4" y="500"/>
                </a:lnTo>
                <a:lnTo>
                  <a:pt x="25" y="500"/>
                </a:lnTo>
                <a:cubicBezTo>
                  <a:pt x="37" y="500"/>
                  <a:pt x="47" y="500"/>
                  <a:pt x="56" y="500"/>
                </a:cubicBezTo>
                <a:cubicBezTo>
                  <a:pt x="64" y="500"/>
                  <a:pt x="71" y="500"/>
                  <a:pt x="76" y="499"/>
                </a:cubicBezTo>
                <a:cubicBezTo>
                  <a:pt x="81" y="499"/>
                  <a:pt x="85" y="498"/>
                  <a:pt x="89" y="497"/>
                </a:cubicBezTo>
                <a:cubicBezTo>
                  <a:pt x="92" y="496"/>
                  <a:pt x="95" y="495"/>
                  <a:pt x="95" y="495"/>
                </a:cubicBezTo>
                <a:cubicBezTo>
                  <a:pt x="96" y="495"/>
                  <a:pt x="97" y="494"/>
                  <a:pt x="100" y="491"/>
                </a:cubicBezTo>
                <a:cubicBezTo>
                  <a:pt x="103" y="489"/>
                  <a:pt x="104" y="488"/>
                  <a:pt x="105" y="488"/>
                </a:cubicBezTo>
                <a:lnTo>
                  <a:pt x="105" y="71"/>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1030" name=""/>
          <p:cNvSpPr/>
          <p:nvPr/>
        </p:nvSpPr>
        <p:spPr>
          <a:xfrm>
            <a:off x="4719240" y="4579560"/>
            <a:ext cx="177120" cy="11880"/>
          </a:xfrm>
          <a:custGeom>
            <a:avLst/>
            <a:gdLst/>
            <a:ahLst/>
            <a:rect l="0" t="0" r="r" b="b"/>
            <a:pathLst>
              <a:path w="492" h="33">
                <a:moveTo>
                  <a:pt x="12" y="0"/>
                </a:moveTo>
                <a:lnTo>
                  <a:pt x="480" y="0"/>
                </a:lnTo>
                <a:cubicBezTo>
                  <a:pt x="488" y="4"/>
                  <a:pt x="492" y="10"/>
                  <a:pt x="492" y="16"/>
                </a:cubicBezTo>
                <a:cubicBezTo>
                  <a:pt x="492" y="22"/>
                  <a:pt x="488" y="28"/>
                  <a:pt x="480" y="33"/>
                </a:cubicBezTo>
                <a:lnTo>
                  <a:pt x="12" y="33"/>
                </a:lnTo>
                <a:cubicBezTo>
                  <a:pt x="4" y="28"/>
                  <a:pt x="0" y="23"/>
                  <a:pt x="0" y="16"/>
                </a:cubicBezTo>
                <a:cubicBezTo>
                  <a:pt x="0" y="9"/>
                  <a:pt x="4" y="4"/>
                  <a:pt x="12" y="0"/>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1031" name=""/>
          <p:cNvSpPr/>
          <p:nvPr/>
        </p:nvSpPr>
        <p:spPr>
          <a:xfrm>
            <a:off x="4930200" y="4529880"/>
            <a:ext cx="165240" cy="131400"/>
          </a:xfrm>
          <a:custGeom>
            <a:avLst/>
            <a:gdLst/>
            <a:ahLst/>
            <a:rect l="0" t="0" r="r" b="b"/>
            <a:pathLst>
              <a:path w="459" h="365">
                <a:moveTo>
                  <a:pt x="0" y="230"/>
                </a:moveTo>
                <a:cubicBezTo>
                  <a:pt x="0" y="169"/>
                  <a:pt x="23" y="115"/>
                  <a:pt x="69" y="69"/>
                </a:cubicBezTo>
                <a:cubicBezTo>
                  <a:pt x="115" y="23"/>
                  <a:pt x="166" y="0"/>
                  <a:pt x="221" y="0"/>
                </a:cubicBezTo>
                <a:cubicBezTo>
                  <a:pt x="260" y="0"/>
                  <a:pt x="290" y="10"/>
                  <a:pt x="312" y="32"/>
                </a:cubicBezTo>
                <a:cubicBezTo>
                  <a:pt x="335" y="53"/>
                  <a:pt x="350" y="79"/>
                  <a:pt x="358" y="111"/>
                </a:cubicBezTo>
                <a:cubicBezTo>
                  <a:pt x="362" y="126"/>
                  <a:pt x="363" y="144"/>
                  <a:pt x="364" y="165"/>
                </a:cubicBezTo>
                <a:lnTo>
                  <a:pt x="364" y="188"/>
                </a:lnTo>
                <a:cubicBezTo>
                  <a:pt x="390" y="148"/>
                  <a:pt x="410" y="104"/>
                  <a:pt x="424" y="54"/>
                </a:cubicBezTo>
                <a:cubicBezTo>
                  <a:pt x="426" y="47"/>
                  <a:pt x="428" y="42"/>
                  <a:pt x="429" y="41"/>
                </a:cubicBezTo>
                <a:cubicBezTo>
                  <a:pt x="430" y="40"/>
                  <a:pt x="435" y="40"/>
                  <a:pt x="442" y="39"/>
                </a:cubicBezTo>
                <a:cubicBezTo>
                  <a:pt x="453" y="39"/>
                  <a:pt x="459" y="41"/>
                  <a:pt x="459" y="45"/>
                </a:cubicBezTo>
                <a:cubicBezTo>
                  <a:pt x="459" y="50"/>
                  <a:pt x="457" y="61"/>
                  <a:pt x="452" y="77"/>
                </a:cubicBezTo>
                <a:cubicBezTo>
                  <a:pt x="447" y="93"/>
                  <a:pt x="437" y="116"/>
                  <a:pt x="423" y="145"/>
                </a:cubicBezTo>
                <a:cubicBezTo>
                  <a:pt x="408" y="175"/>
                  <a:pt x="392" y="202"/>
                  <a:pt x="374" y="226"/>
                </a:cubicBezTo>
                <a:lnTo>
                  <a:pt x="365" y="237"/>
                </a:lnTo>
                <a:lnTo>
                  <a:pt x="366" y="256"/>
                </a:lnTo>
                <a:cubicBezTo>
                  <a:pt x="367" y="286"/>
                  <a:pt x="369" y="307"/>
                  <a:pt x="372" y="317"/>
                </a:cubicBezTo>
                <a:cubicBezTo>
                  <a:pt x="375" y="328"/>
                  <a:pt x="380" y="334"/>
                  <a:pt x="387" y="334"/>
                </a:cubicBezTo>
                <a:cubicBezTo>
                  <a:pt x="395" y="333"/>
                  <a:pt x="402" y="330"/>
                  <a:pt x="408" y="325"/>
                </a:cubicBezTo>
                <a:cubicBezTo>
                  <a:pt x="415" y="321"/>
                  <a:pt x="419" y="314"/>
                  <a:pt x="422" y="307"/>
                </a:cubicBezTo>
                <a:cubicBezTo>
                  <a:pt x="423" y="303"/>
                  <a:pt x="424" y="301"/>
                  <a:pt x="426" y="301"/>
                </a:cubicBezTo>
                <a:cubicBezTo>
                  <a:pt x="428" y="300"/>
                  <a:pt x="432" y="299"/>
                  <a:pt x="438" y="299"/>
                </a:cubicBezTo>
                <a:cubicBezTo>
                  <a:pt x="449" y="299"/>
                  <a:pt x="454" y="301"/>
                  <a:pt x="454" y="305"/>
                </a:cubicBezTo>
                <a:cubicBezTo>
                  <a:pt x="454" y="309"/>
                  <a:pt x="453" y="314"/>
                  <a:pt x="449" y="321"/>
                </a:cubicBezTo>
                <a:cubicBezTo>
                  <a:pt x="443" y="333"/>
                  <a:pt x="433" y="345"/>
                  <a:pt x="421" y="352"/>
                </a:cubicBezTo>
                <a:cubicBezTo>
                  <a:pt x="409" y="360"/>
                  <a:pt x="397" y="364"/>
                  <a:pt x="386" y="364"/>
                </a:cubicBezTo>
                <a:lnTo>
                  <a:pt x="380" y="364"/>
                </a:lnTo>
                <a:cubicBezTo>
                  <a:pt x="344" y="364"/>
                  <a:pt x="320" y="345"/>
                  <a:pt x="307" y="305"/>
                </a:cubicBezTo>
                <a:lnTo>
                  <a:pt x="304" y="300"/>
                </a:lnTo>
                <a:lnTo>
                  <a:pt x="296" y="306"/>
                </a:lnTo>
                <a:cubicBezTo>
                  <a:pt x="290" y="310"/>
                  <a:pt x="282" y="316"/>
                  <a:pt x="271" y="322"/>
                </a:cubicBezTo>
                <a:cubicBezTo>
                  <a:pt x="261" y="329"/>
                  <a:pt x="249" y="335"/>
                  <a:pt x="234" y="342"/>
                </a:cubicBezTo>
                <a:cubicBezTo>
                  <a:pt x="221" y="348"/>
                  <a:pt x="205" y="353"/>
                  <a:pt x="188" y="358"/>
                </a:cubicBezTo>
                <a:cubicBezTo>
                  <a:pt x="170" y="363"/>
                  <a:pt x="153" y="365"/>
                  <a:pt x="136" y="365"/>
                </a:cubicBezTo>
                <a:cubicBezTo>
                  <a:pt x="94" y="365"/>
                  <a:pt x="60" y="352"/>
                  <a:pt x="36" y="324"/>
                </a:cubicBezTo>
                <a:cubicBezTo>
                  <a:pt x="12" y="297"/>
                  <a:pt x="0" y="266"/>
                  <a:pt x="0" y="230"/>
                </a:cubicBezTo>
                <a:moveTo>
                  <a:pt x="140" y="334"/>
                </a:moveTo>
                <a:cubicBezTo>
                  <a:pt x="166" y="334"/>
                  <a:pt x="193" y="329"/>
                  <a:pt x="219" y="317"/>
                </a:cubicBezTo>
                <a:cubicBezTo>
                  <a:pt x="246" y="306"/>
                  <a:pt x="266" y="295"/>
                  <a:pt x="279" y="283"/>
                </a:cubicBezTo>
                <a:lnTo>
                  <a:pt x="298" y="265"/>
                </a:lnTo>
                <a:cubicBezTo>
                  <a:pt x="297" y="188"/>
                  <a:pt x="295" y="141"/>
                  <a:pt x="292" y="122"/>
                </a:cubicBezTo>
                <a:cubicBezTo>
                  <a:pt x="285" y="60"/>
                  <a:pt x="260" y="29"/>
                  <a:pt x="217" y="29"/>
                </a:cubicBezTo>
                <a:cubicBezTo>
                  <a:pt x="180" y="29"/>
                  <a:pt x="148" y="49"/>
                  <a:pt x="120" y="88"/>
                </a:cubicBezTo>
                <a:cubicBezTo>
                  <a:pt x="105" y="110"/>
                  <a:pt x="94" y="138"/>
                  <a:pt x="85" y="175"/>
                </a:cubicBezTo>
                <a:cubicBezTo>
                  <a:pt x="75" y="211"/>
                  <a:pt x="71" y="239"/>
                  <a:pt x="70" y="259"/>
                </a:cubicBezTo>
                <a:cubicBezTo>
                  <a:pt x="70" y="285"/>
                  <a:pt x="77" y="304"/>
                  <a:pt x="90" y="316"/>
                </a:cubicBezTo>
                <a:cubicBezTo>
                  <a:pt x="104" y="328"/>
                  <a:pt x="120" y="334"/>
                  <a:pt x="140" y="334"/>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1032" name=""/>
          <p:cNvSpPr/>
          <p:nvPr/>
        </p:nvSpPr>
        <p:spPr>
          <a:xfrm>
            <a:off x="5119200" y="4573080"/>
            <a:ext cx="64080" cy="130680"/>
          </a:xfrm>
          <a:custGeom>
            <a:avLst/>
            <a:gdLst/>
            <a:ahLst/>
            <a:rect l="0" t="0" r="r" b="b"/>
            <a:pathLst>
              <a:path w="178" h="363">
                <a:moveTo>
                  <a:pt x="4" y="137"/>
                </a:moveTo>
                <a:cubicBezTo>
                  <a:pt x="1" y="134"/>
                  <a:pt x="0" y="132"/>
                  <a:pt x="0" y="131"/>
                </a:cubicBezTo>
                <a:cubicBezTo>
                  <a:pt x="0" y="130"/>
                  <a:pt x="1" y="127"/>
                  <a:pt x="2" y="122"/>
                </a:cubicBezTo>
                <a:cubicBezTo>
                  <a:pt x="3" y="118"/>
                  <a:pt x="4" y="115"/>
                  <a:pt x="5" y="114"/>
                </a:cubicBezTo>
                <a:cubicBezTo>
                  <a:pt x="5" y="112"/>
                  <a:pt x="7" y="111"/>
                  <a:pt x="10" y="111"/>
                </a:cubicBezTo>
                <a:cubicBezTo>
                  <a:pt x="12" y="111"/>
                  <a:pt x="22" y="111"/>
                  <a:pt x="39" y="111"/>
                </a:cubicBezTo>
                <a:lnTo>
                  <a:pt x="69" y="111"/>
                </a:lnTo>
                <a:lnTo>
                  <a:pt x="80" y="65"/>
                </a:lnTo>
                <a:cubicBezTo>
                  <a:pt x="81" y="61"/>
                  <a:pt x="82" y="56"/>
                  <a:pt x="84" y="49"/>
                </a:cubicBezTo>
                <a:cubicBezTo>
                  <a:pt x="85" y="42"/>
                  <a:pt x="87" y="37"/>
                  <a:pt x="88" y="34"/>
                </a:cubicBezTo>
                <a:cubicBezTo>
                  <a:pt x="89" y="31"/>
                  <a:pt x="90" y="27"/>
                  <a:pt x="91" y="23"/>
                </a:cubicBezTo>
                <a:cubicBezTo>
                  <a:pt x="92" y="18"/>
                  <a:pt x="94" y="15"/>
                  <a:pt x="96" y="13"/>
                </a:cubicBezTo>
                <a:cubicBezTo>
                  <a:pt x="98" y="11"/>
                  <a:pt x="99" y="9"/>
                  <a:pt x="101" y="6"/>
                </a:cubicBezTo>
                <a:cubicBezTo>
                  <a:pt x="103" y="3"/>
                  <a:pt x="106" y="2"/>
                  <a:pt x="109" y="1"/>
                </a:cubicBezTo>
                <a:cubicBezTo>
                  <a:pt x="113" y="0"/>
                  <a:pt x="116" y="0"/>
                  <a:pt x="120" y="0"/>
                </a:cubicBezTo>
                <a:cubicBezTo>
                  <a:pt x="127" y="0"/>
                  <a:pt x="132" y="2"/>
                  <a:pt x="135" y="6"/>
                </a:cubicBezTo>
                <a:cubicBezTo>
                  <a:pt x="137" y="10"/>
                  <a:pt x="139" y="13"/>
                  <a:pt x="139" y="17"/>
                </a:cubicBezTo>
                <a:cubicBezTo>
                  <a:pt x="139" y="20"/>
                  <a:pt x="137" y="28"/>
                  <a:pt x="134" y="44"/>
                </a:cubicBezTo>
                <a:cubicBezTo>
                  <a:pt x="130" y="59"/>
                  <a:pt x="126" y="74"/>
                  <a:pt x="121" y="89"/>
                </a:cubicBezTo>
                <a:lnTo>
                  <a:pt x="116" y="110"/>
                </a:lnTo>
                <a:cubicBezTo>
                  <a:pt x="116" y="110"/>
                  <a:pt x="126" y="111"/>
                  <a:pt x="145" y="111"/>
                </a:cubicBezTo>
                <a:lnTo>
                  <a:pt x="174" y="111"/>
                </a:lnTo>
                <a:cubicBezTo>
                  <a:pt x="177" y="113"/>
                  <a:pt x="178" y="115"/>
                  <a:pt x="178" y="117"/>
                </a:cubicBezTo>
                <a:cubicBezTo>
                  <a:pt x="178" y="125"/>
                  <a:pt x="176" y="132"/>
                  <a:pt x="171" y="137"/>
                </a:cubicBezTo>
                <a:lnTo>
                  <a:pt x="109" y="137"/>
                </a:lnTo>
                <a:lnTo>
                  <a:pt x="88" y="220"/>
                </a:lnTo>
                <a:cubicBezTo>
                  <a:pt x="73" y="281"/>
                  <a:pt x="66" y="314"/>
                  <a:pt x="66" y="318"/>
                </a:cubicBezTo>
                <a:cubicBezTo>
                  <a:pt x="66" y="334"/>
                  <a:pt x="71" y="342"/>
                  <a:pt x="81" y="342"/>
                </a:cubicBezTo>
                <a:cubicBezTo>
                  <a:pt x="95" y="342"/>
                  <a:pt x="108" y="336"/>
                  <a:pt x="120" y="323"/>
                </a:cubicBezTo>
                <a:cubicBezTo>
                  <a:pt x="134" y="310"/>
                  <a:pt x="144" y="294"/>
                  <a:pt x="151" y="275"/>
                </a:cubicBezTo>
                <a:cubicBezTo>
                  <a:pt x="152" y="273"/>
                  <a:pt x="153" y="271"/>
                  <a:pt x="154" y="271"/>
                </a:cubicBezTo>
                <a:cubicBezTo>
                  <a:pt x="155" y="271"/>
                  <a:pt x="158" y="270"/>
                  <a:pt x="163" y="270"/>
                </a:cubicBezTo>
                <a:lnTo>
                  <a:pt x="165" y="270"/>
                </a:lnTo>
                <a:cubicBezTo>
                  <a:pt x="171" y="270"/>
                  <a:pt x="173" y="271"/>
                  <a:pt x="173" y="274"/>
                </a:cubicBezTo>
                <a:cubicBezTo>
                  <a:pt x="173" y="276"/>
                  <a:pt x="173" y="278"/>
                  <a:pt x="172" y="281"/>
                </a:cubicBezTo>
                <a:cubicBezTo>
                  <a:pt x="170" y="287"/>
                  <a:pt x="166" y="295"/>
                  <a:pt x="162" y="303"/>
                </a:cubicBezTo>
                <a:cubicBezTo>
                  <a:pt x="157" y="311"/>
                  <a:pt x="150" y="320"/>
                  <a:pt x="142" y="330"/>
                </a:cubicBezTo>
                <a:cubicBezTo>
                  <a:pt x="134" y="339"/>
                  <a:pt x="125" y="347"/>
                  <a:pt x="112" y="354"/>
                </a:cubicBezTo>
                <a:cubicBezTo>
                  <a:pt x="101" y="360"/>
                  <a:pt x="89" y="363"/>
                  <a:pt x="77" y="363"/>
                </a:cubicBezTo>
                <a:cubicBezTo>
                  <a:pt x="66" y="363"/>
                  <a:pt x="55" y="360"/>
                  <a:pt x="45" y="355"/>
                </a:cubicBezTo>
                <a:cubicBezTo>
                  <a:pt x="35" y="349"/>
                  <a:pt x="27" y="339"/>
                  <a:pt x="23" y="325"/>
                </a:cubicBezTo>
                <a:cubicBezTo>
                  <a:pt x="22" y="322"/>
                  <a:pt x="22" y="317"/>
                  <a:pt x="22" y="310"/>
                </a:cubicBezTo>
                <a:lnTo>
                  <a:pt x="22" y="299"/>
                </a:lnTo>
                <a:lnTo>
                  <a:pt x="42" y="220"/>
                </a:lnTo>
                <a:cubicBezTo>
                  <a:pt x="55" y="166"/>
                  <a:pt x="62" y="138"/>
                  <a:pt x="62" y="138"/>
                </a:cubicBezTo>
                <a:cubicBezTo>
                  <a:pt x="62" y="137"/>
                  <a:pt x="52" y="137"/>
                  <a:pt x="33" y="137"/>
                </a:cubicBezTo>
                <a:lnTo>
                  <a:pt x="4" y="137"/>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1033" name=""/>
          <p:cNvSpPr/>
          <p:nvPr/>
        </p:nvSpPr>
        <p:spPr>
          <a:xfrm>
            <a:off x="4697640" y="4843800"/>
            <a:ext cx="100080" cy="192960"/>
          </a:xfrm>
          <a:custGeom>
            <a:avLst/>
            <a:gdLst/>
            <a:ahLst/>
            <a:rect l="0" t="0" r="r" b="b"/>
            <a:pathLst>
              <a:path w="278" h="536">
                <a:moveTo>
                  <a:pt x="106" y="70"/>
                </a:moveTo>
                <a:lnTo>
                  <a:pt x="95" y="74"/>
                </a:lnTo>
                <a:cubicBezTo>
                  <a:pt x="88" y="77"/>
                  <a:pt x="77" y="80"/>
                  <a:pt x="63" y="82"/>
                </a:cubicBezTo>
                <a:cubicBezTo>
                  <a:pt x="48" y="85"/>
                  <a:pt x="33" y="87"/>
                  <a:pt x="16" y="88"/>
                </a:cubicBezTo>
                <a:lnTo>
                  <a:pt x="0" y="88"/>
                </a:lnTo>
                <a:lnTo>
                  <a:pt x="0" y="51"/>
                </a:lnTo>
                <a:lnTo>
                  <a:pt x="16" y="51"/>
                </a:lnTo>
                <a:cubicBezTo>
                  <a:pt x="41" y="50"/>
                  <a:pt x="65" y="46"/>
                  <a:pt x="87" y="39"/>
                </a:cubicBezTo>
                <a:cubicBezTo>
                  <a:pt x="108" y="32"/>
                  <a:pt x="123" y="26"/>
                  <a:pt x="132" y="20"/>
                </a:cubicBezTo>
                <a:cubicBezTo>
                  <a:pt x="140" y="14"/>
                  <a:pt x="148" y="8"/>
                  <a:pt x="154" y="2"/>
                </a:cubicBezTo>
                <a:cubicBezTo>
                  <a:pt x="155" y="0"/>
                  <a:pt x="158" y="0"/>
                  <a:pt x="164" y="0"/>
                </a:cubicBezTo>
                <a:cubicBezTo>
                  <a:pt x="169" y="0"/>
                  <a:pt x="173" y="1"/>
                  <a:pt x="177" y="4"/>
                </a:cubicBezTo>
                <a:lnTo>
                  <a:pt x="177" y="246"/>
                </a:lnTo>
                <a:lnTo>
                  <a:pt x="178" y="487"/>
                </a:lnTo>
                <a:cubicBezTo>
                  <a:pt x="182" y="491"/>
                  <a:pt x="185" y="494"/>
                  <a:pt x="188" y="495"/>
                </a:cubicBezTo>
                <a:cubicBezTo>
                  <a:pt x="191" y="496"/>
                  <a:pt x="197" y="497"/>
                  <a:pt x="207" y="498"/>
                </a:cubicBezTo>
                <a:cubicBezTo>
                  <a:pt x="217" y="499"/>
                  <a:pt x="234" y="499"/>
                  <a:pt x="257" y="499"/>
                </a:cubicBezTo>
                <a:lnTo>
                  <a:pt x="278" y="499"/>
                </a:lnTo>
                <a:lnTo>
                  <a:pt x="278" y="536"/>
                </a:lnTo>
                <a:lnTo>
                  <a:pt x="269" y="536"/>
                </a:lnTo>
                <a:cubicBezTo>
                  <a:pt x="258" y="535"/>
                  <a:pt x="215" y="534"/>
                  <a:pt x="141" y="534"/>
                </a:cubicBezTo>
                <a:cubicBezTo>
                  <a:pt x="68" y="534"/>
                  <a:pt x="25" y="535"/>
                  <a:pt x="14" y="536"/>
                </a:cubicBezTo>
                <a:lnTo>
                  <a:pt x="4" y="536"/>
                </a:lnTo>
                <a:lnTo>
                  <a:pt x="4" y="499"/>
                </a:lnTo>
                <a:lnTo>
                  <a:pt x="25" y="499"/>
                </a:lnTo>
                <a:cubicBezTo>
                  <a:pt x="37" y="499"/>
                  <a:pt x="47" y="499"/>
                  <a:pt x="56" y="499"/>
                </a:cubicBezTo>
                <a:cubicBezTo>
                  <a:pt x="65" y="499"/>
                  <a:pt x="72" y="499"/>
                  <a:pt x="77" y="499"/>
                </a:cubicBezTo>
                <a:cubicBezTo>
                  <a:pt x="82" y="498"/>
                  <a:pt x="86" y="497"/>
                  <a:pt x="90" y="496"/>
                </a:cubicBezTo>
                <a:cubicBezTo>
                  <a:pt x="93" y="495"/>
                  <a:pt x="96" y="495"/>
                  <a:pt x="96" y="495"/>
                </a:cubicBezTo>
                <a:cubicBezTo>
                  <a:pt x="97" y="495"/>
                  <a:pt x="98" y="493"/>
                  <a:pt x="101" y="491"/>
                </a:cubicBezTo>
                <a:cubicBezTo>
                  <a:pt x="104" y="488"/>
                  <a:pt x="105" y="487"/>
                  <a:pt x="106" y="487"/>
                </a:cubicBezTo>
                <a:lnTo>
                  <a:pt x="106" y="70"/>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1034" name=""/>
          <p:cNvSpPr/>
          <p:nvPr/>
        </p:nvSpPr>
        <p:spPr>
          <a:xfrm>
            <a:off x="4842720" y="4958280"/>
            <a:ext cx="177120" cy="11880"/>
          </a:xfrm>
          <a:custGeom>
            <a:avLst/>
            <a:gdLst/>
            <a:ahLst/>
            <a:rect l="0" t="0" r="r" b="b"/>
            <a:pathLst>
              <a:path w="492" h="33">
                <a:moveTo>
                  <a:pt x="12" y="0"/>
                </a:moveTo>
                <a:lnTo>
                  <a:pt x="480" y="0"/>
                </a:lnTo>
                <a:cubicBezTo>
                  <a:pt x="488" y="6"/>
                  <a:pt x="492" y="11"/>
                  <a:pt x="492" y="17"/>
                </a:cubicBezTo>
                <a:cubicBezTo>
                  <a:pt x="492" y="24"/>
                  <a:pt x="488" y="29"/>
                  <a:pt x="480" y="33"/>
                </a:cubicBezTo>
                <a:lnTo>
                  <a:pt x="12" y="33"/>
                </a:lnTo>
                <a:cubicBezTo>
                  <a:pt x="4" y="30"/>
                  <a:pt x="0" y="24"/>
                  <a:pt x="0" y="17"/>
                </a:cubicBezTo>
                <a:cubicBezTo>
                  <a:pt x="0" y="10"/>
                  <a:pt x="4" y="5"/>
                  <a:pt x="12" y="0"/>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1035" name=""/>
          <p:cNvSpPr/>
          <p:nvPr/>
        </p:nvSpPr>
        <p:spPr>
          <a:xfrm>
            <a:off x="5053680" y="4908600"/>
            <a:ext cx="165240" cy="131400"/>
          </a:xfrm>
          <a:custGeom>
            <a:avLst/>
            <a:gdLst/>
            <a:ahLst/>
            <a:rect l="0" t="0" r="r" b="b"/>
            <a:pathLst>
              <a:path w="459" h="365">
                <a:moveTo>
                  <a:pt x="0" y="231"/>
                </a:moveTo>
                <a:cubicBezTo>
                  <a:pt x="0" y="170"/>
                  <a:pt x="23" y="116"/>
                  <a:pt x="69" y="70"/>
                </a:cubicBezTo>
                <a:cubicBezTo>
                  <a:pt x="116" y="24"/>
                  <a:pt x="166" y="0"/>
                  <a:pt x="222" y="0"/>
                </a:cubicBezTo>
                <a:cubicBezTo>
                  <a:pt x="259" y="0"/>
                  <a:pt x="289" y="11"/>
                  <a:pt x="312" y="33"/>
                </a:cubicBezTo>
                <a:cubicBezTo>
                  <a:pt x="334" y="54"/>
                  <a:pt x="349" y="81"/>
                  <a:pt x="359" y="112"/>
                </a:cubicBezTo>
                <a:cubicBezTo>
                  <a:pt x="362" y="127"/>
                  <a:pt x="364" y="145"/>
                  <a:pt x="364" y="166"/>
                </a:cubicBezTo>
                <a:lnTo>
                  <a:pt x="364" y="189"/>
                </a:lnTo>
                <a:cubicBezTo>
                  <a:pt x="390" y="149"/>
                  <a:pt x="411" y="105"/>
                  <a:pt x="424" y="56"/>
                </a:cubicBezTo>
                <a:cubicBezTo>
                  <a:pt x="427" y="48"/>
                  <a:pt x="428" y="44"/>
                  <a:pt x="429" y="43"/>
                </a:cubicBezTo>
                <a:cubicBezTo>
                  <a:pt x="430" y="42"/>
                  <a:pt x="435" y="41"/>
                  <a:pt x="442" y="40"/>
                </a:cubicBezTo>
                <a:cubicBezTo>
                  <a:pt x="453" y="40"/>
                  <a:pt x="459" y="42"/>
                  <a:pt x="459" y="47"/>
                </a:cubicBezTo>
                <a:cubicBezTo>
                  <a:pt x="459" y="52"/>
                  <a:pt x="457" y="62"/>
                  <a:pt x="452" y="78"/>
                </a:cubicBezTo>
                <a:cubicBezTo>
                  <a:pt x="447" y="94"/>
                  <a:pt x="437" y="117"/>
                  <a:pt x="423" y="146"/>
                </a:cubicBezTo>
                <a:cubicBezTo>
                  <a:pt x="408" y="176"/>
                  <a:pt x="392" y="203"/>
                  <a:pt x="374" y="227"/>
                </a:cubicBezTo>
                <a:lnTo>
                  <a:pt x="365" y="238"/>
                </a:lnTo>
                <a:lnTo>
                  <a:pt x="366" y="258"/>
                </a:lnTo>
                <a:cubicBezTo>
                  <a:pt x="367" y="288"/>
                  <a:pt x="369" y="308"/>
                  <a:pt x="372" y="319"/>
                </a:cubicBezTo>
                <a:cubicBezTo>
                  <a:pt x="375" y="329"/>
                  <a:pt x="380" y="335"/>
                  <a:pt x="387" y="336"/>
                </a:cubicBezTo>
                <a:cubicBezTo>
                  <a:pt x="395" y="334"/>
                  <a:pt x="402" y="332"/>
                  <a:pt x="408" y="327"/>
                </a:cubicBezTo>
                <a:cubicBezTo>
                  <a:pt x="415" y="322"/>
                  <a:pt x="419" y="316"/>
                  <a:pt x="422" y="308"/>
                </a:cubicBezTo>
                <a:cubicBezTo>
                  <a:pt x="423" y="304"/>
                  <a:pt x="424" y="302"/>
                  <a:pt x="426" y="302"/>
                </a:cubicBezTo>
                <a:cubicBezTo>
                  <a:pt x="428" y="301"/>
                  <a:pt x="432" y="301"/>
                  <a:pt x="438" y="300"/>
                </a:cubicBezTo>
                <a:cubicBezTo>
                  <a:pt x="449" y="300"/>
                  <a:pt x="454" y="302"/>
                  <a:pt x="454" y="307"/>
                </a:cubicBezTo>
                <a:cubicBezTo>
                  <a:pt x="454" y="310"/>
                  <a:pt x="453" y="315"/>
                  <a:pt x="449" y="322"/>
                </a:cubicBezTo>
                <a:cubicBezTo>
                  <a:pt x="443" y="335"/>
                  <a:pt x="434" y="345"/>
                  <a:pt x="421" y="352"/>
                </a:cubicBezTo>
                <a:cubicBezTo>
                  <a:pt x="409" y="360"/>
                  <a:pt x="397" y="364"/>
                  <a:pt x="386" y="365"/>
                </a:cubicBezTo>
                <a:lnTo>
                  <a:pt x="380" y="365"/>
                </a:lnTo>
                <a:cubicBezTo>
                  <a:pt x="343" y="365"/>
                  <a:pt x="319" y="345"/>
                  <a:pt x="306" y="307"/>
                </a:cubicBezTo>
                <a:lnTo>
                  <a:pt x="304" y="301"/>
                </a:lnTo>
                <a:lnTo>
                  <a:pt x="295" y="307"/>
                </a:lnTo>
                <a:cubicBezTo>
                  <a:pt x="289" y="312"/>
                  <a:pt x="281" y="317"/>
                  <a:pt x="271" y="324"/>
                </a:cubicBezTo>
                <a:cubicBezTo>
                  <a:pt x="260" y="330"/>
                  <a:pt x="248" y="336"/>
                  <a:pt x="234" y="342"/>
                </a:cubicBezTo>
                <a:cubicBezTo>
                  <a:pt x="221" y="348"/>
                  <a:pt x="205" y="353"/>
                  <a:pt x="188" y="358"/>
                </a:cubicBezTo>
                <a:cubicBezTo>
                  <a:pt x="170" y="363"/>
                  <a:pt x="153" y="365"/>
                  <a:pt x="136" y="365"/>
                </a:cubicBezTo>
                <a:cubicBezTo>
                  <a:pt x="94" y="365"/>
                  <a:pt x="61" y="352"/>
                  <a:pt x="36" y="325"/>
                </a:cubicBezTo>
                <a:cubicBezTo>
                  <a:pt x="12" y="298"/>
                  <a:pt x="0" y="267"/>
                  <a:pt x="0" y="231"/>
                </a:cubicBezTo>
                <a:moveTo>
                  <a:pt x="140" y="336"/>
                </a:moveTo>
                <a:cubicBezTo>
                  <a:pt x="167" y="336"/>
                  <a:pt x="193" y="330"/>
                  <a:pt x="219" y="319"/>
                </a:cubicBezTo>
                <a:cubicBezTo>
                  <a:pt x="245" y="307"/>
                  <a:pt x="265" y="296"/>
                  <a:pt x="278" y="284"/>
                </a:cubicBezTo>
                <a:lnTo>
                  <a:pt x="297" y="266"/>
                </a:lnTo>
                <a:cubicBezTo>
                  <a:pt x="296" y="190"/>
                  <a:pt x="294" y="142"/>
                  <a:pt x="292" y="123"/>
                </a:cubicBezTo>
                <a:cubicBezTo>
                  <a:pt x="284" y="61"/>
                  <a:pt x="259" y="31"/>
                  <a:pt x="217" y="31"/>
                </a:cubicBezTo>
                <a:cubicBezTo>
                  <a:pt x="180" y="31"/>
                  <a:pt x="148" y="50"/>
                  <a:pt x="120" y="89"/>
                </a:cubicBezTo>
                <a:cubicBezTo>
                  <a:pt x="106" y="111"/>
                  <a:pt x="94" y="140"/>
                  <a:pt x="85" y="176"/>
                </a:cubicBezTo>
                <a:cubicBezTo>
                  <a:pt x="76" y="213"/>
                  <a:pt x="71" y="241"/>
                  <a:pt x="70" y="260"/>
                </a:cubicBezTo>
                <a:cubicBezTo>
                  <a:pt x="70" y="286"/>
                  <a:pt x="77" y="305"/>
                  <a:pt x="90" y="317"/>
                </a:cubicBezTo>
                <a:cubicBezTo>
                  <a:pt x="104" y="329"/>
                  <a:pt x="120" y="335"/>
                  <a:pt x="140" y="336"/>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1036" name=""/>
          <p:cNvSpPr/>
          <p:nvPr/>
        </p:nvSpPr>
        <p:spPr>
          <a:xfrm>
            <a:off x="5092200" y="4864680"/>
            <a:ext cx="105120" cy="13680"/>
          </a:xfrm>
          <a:custGeom>
            <a:avLst/>
            <a:gdLst/>
            <a:ahLst/>
            <a:rect l="0" t="0" r="r" b="b"/>
            <a:pathLst>
              <a:path w="292" h="38">
                <a:moveTo>
                  <a:pt x="0" y="0"/>
                </a:moveTo>
                <a:lnTo>
                  <a:pt x="292" y="0"/>
                </a:lnTo>
                <a:lnTo>
                  <a:pt x="292" y="38"/>
                </a:lnTo>
                <a:lnTo>
                  <a:pt x="0" y="38"/>
                </a:lnTo>
                <a:lnTo>
                  <a:pt x="0" y="0"/>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1037" name=""/>
          <p:cNvSpPr/>
          <p:nvPr/>
        </p:nvSpPr>
        <p:spPr>
          <a:xfrm>
            <a:off x="5242680" y="4951800"/>
            <a:ext cx="64080" cy="130680"/>
          </a:xfrm>
          <a:custGeom>
            <a:avLst/>
            <a:gdLst/>
            <a:ahLst/>
            <a:rect l="0" t="0" r="r" b="b"/>
            <a:pathLst>
              <a:path w="178" h="363">
                <a:moveTo>
                  <a:pt x="4" y="137"/>
                </a:moveTo>
                <a:cubicBezTo>
                  <a:pt x="2" y="135"/>
                  <a:pt x="0" y="133"/>
                  <a:pt x="0" y="131"/>
                </a:cubicBezTo>
                <a:cubicBezTo>
                  <a:pt x="0" y="130"/>
                  <a:pt x="1" y="127"/>
                  <a:pt x="2" y="122"/>
                </a:cubicBezTo>
                <a:cubicBezTo>
                  <a:pt x="3" y="118"/>
                  <a:pt x="4" y="115"/>
                  <a:pt x="5" y="114"/>
                </a:cubicBezTo>
                <a:cubicBezTo>
                  <a:pt x="6" y="113"/>
                  <a:pt x="7" y="112"/>
                  <a:pt x="10" y="112"/>
                </a:cubicBezTo>
                <a:cubicBezTo>
                  <a:pt x="13" y="112"/>
                  <a:pt x="22" y="111"/>
                  <a:pt x="39" y="111"/>
                </a:cubicBezTo>
                <a:lnTo>
                  <a:pt x="69" y="111"/>
                </a:lnTo>
                <a:lnTo>
                  <a:pt x="80" y="65"/>
                </a:lnTo>
                <a:cubicBezTo>
                  <a:pt x="81" y="61"/>
                  <a:pt x="82" y="56"/>
                  <a:pt x="84" y="49"/>
                </a:cubicBezTo>
                <a:cubicBezTo>
                  <a:pt x="85" y="42"/>
                  <a:pt x="87" y="37"/>
                  <a:pt x="88" y="34"/>
                </a:cubicBezTo>
                <a:cubicBezTo>
                  <a:pt x="89" y="31"/>
                  <a:pt x="90" y="27"/>
                  <a:pt x="91" y="23"/>
                </a:cubicBezTo>
                <a:cubicBezTo>
                  <a:pt x="92" y="18"/>
                  <a:pt x="94" y="15"/>
                  <a:pt x="96" y="13"/>
                </a:cubicBezTo>
                <a:cubicBezTo>
                  <a:pt x="98" y="11"/>
                  <a:pt x="100" y="9"/>
                  <a:pt x="101" y="6"/>
                </a:cubicBezTo>
                <a:cubicBezTo>
                  <a:pt x="103" y="4"/>
                  <a:pt x="106" y="2"/>
                  <a:pt x="109" y="1"/>
                </a:cubicBezTo>
                <a:cubicBezTo>
                  <a:pt x="113" y="0"/>
                  <a:pt x="116" y="0"/>
                  <a:pt x="120" y="0"/>
                </a:cubicBezTo>
                <a:cubicBezTo>
                  <a:pt x="127" y="0"/>
                  <a:pt x="131" y="3"/>
                  <a:pt x="135" y="6"/>
                </a:cubicBezTo>
                <a:cubicBezTo>
                  <a:pt x="138" y="10"/>
                  <a:pt x="139" y="14"/>
                  <a:pt x="139" y="17"/>
                </a:cubicBezTo>
                <a:cubicBezTo>
                  <a:pt x="139" y="20"/>
                  <a:pt x="137" y="29"/>
                  <a:pt x="134" y="44"/>
                </a:cubicBezTo>
                <a:cubicBezTo>
                  <a:pt x="129" y="59"/>
                  <a:pt x="126" y="74"/>
                  <a:pt x="121" y="89"/>
                </a:cubicBezTo>
                <a:lnTo>
                  <a:pt x="116" y="110"/>
                </a:lnTo>
                <a:cubicBezTo>
                  <a:pt x="116" y="111"/>
                  <a:pt x="125" y="111"/>
                  <a:pt x="145" y="111"/>
                </a:cubicBezTo>
                <a:lnTo>
                  <a:pt x="174" y="111"/>
                </a:lnTo>
                <a:cubicBezTo>
                  <a:pt x="177" y="114"/>
                  <a:pt x="178" y="116"/>
                  <a:pt x="178" y="117"/>
                </a:cubicBezTo>
                <a:cubicBezTo>
                  <a:pt x="178" y="126"/>
                  <a:pt x="176" y="132"/>
                  <a:pt x="171" y="137"/>
                </a:cubicBezTo>
                <a:lnTo>
                  <a:pt x="109" y="137"/>
                </a:lnTo>
                <a:lnTo>
                  <a:pt x="88" y="221"/>
                </a:lnTo>
                <a:cubicBezTo>
                  <a:pt x="74" y="281"/>
                  <a:pt x="66" y="314"/>
                  <a:pt x="66" y="319"/>
                </a:cubicBezTo>
                <a:cubicBezTo>
                  <a:pt x="66" y="334"/>
                  <a:pt x="71" y="342"/>
                  <a:pt x="82" y="342"/>
                </a:cubicBezTo>
                <a:cubicBezTo>
                  <a:pt x="95" y="342"/>
                  <a:pt x="108" y="336"/>
                  <a:pt x="120" y="323"/>
                </a:cubicBezTo>
                <a:cubicBezTo>
                  <a:pt x="134" y="310"/>
                  <a:pt x="144" y="294"/>
                  <a:pt x="151" y="275"/>
                </a:cubicBezTo>
                <a:cubicBezTo>
                  <a:pt x="152" y="273"/>
                  <a:pt x="153" y="272"/>
                  <a:pt x="154" y="271"/>
                </a:cubicBezTo>
                <a:cubicBezTo>
                  <a:pt x="155" y="271"/>
                  <a:pt x="158" y="271"/>
                  <a:pt x="163" y="270"/>
                </a:cubicBezTo>
                <a:lnTo>
                  <a:pt x="165" y="270"/>
                </a:lnTo>
                <a:cubicBezTo>
                  <a:pt x="171" y="270"/>
                  <a:pt x="174" y="272"/>
                  <a:pt x="174" y="275"/>
                </a:cubicBezTo>
                <a:cubicBezTo>
                  <a:pt x="174" y="276"/>
                  <a:pt x="173" y="278"/>
                  <a:pt x="172" y="282"/>
                </a:cubicBezTo>
                <a:cubicBezTo>
                  <a:pt x="170" y="288"/>
                  <a:pt x="167" y="295"/>
                  <a:pt x="162" y="303"/>
                </a:cubicBezTo>
                <a:cubicBezTo>
                  <a:pt x="157" y="311"/>
                  <a:pt x="150" y="320"/>
                  <a:pt x="142" y="330"/>
                </a:cubicBezTo>
                <a:cubicBezTo>
                  <a:pt x="134" y="339"/>
                  <a:pt x="124" y="347"/>
                  <a:pt x="112" y="354"/>
                </a:cubicBezTo>
                <a:cubicBezTo>
                  <a:pt x="101" y="360"/>
                  <a:pt x="89" y="363"/>
                  <a:pt x="78" y="363"/>
                </a:cubicBezTo>
                <a:cubicBezTo>
                  <a:pt x="66" y="363"/>
                  <a:pt x="55" y="361"/>
                  <a:pt x="45" y="355"/>
                </a:cubicBezTo>
                <a:cubicBezTo>
                  <a:pt x="35" y="349"/>
                  <a:pt x="28" y="339"/>
                  <a:pt x="23" y="325"/>
                </a:cubicBezTo>
                <a:cubicBezTo>
                  <a:pt x="22" y="322"/>
                  <a:pt x="22" y="317"/>
                  <a:pt x="22" y="310"/>
                </a:cubicBezTo>
                <a:lnTo>
                  <a:pt x="22" y="300"/>
                </a:lnTo>
                <a:lnTo>
                  <a:pt x="42" y="220"/>
                </a:lnTo>
                <a:cubicBezTo>
                  <a:pt x="55" y="166"/>
                  <a:pt x="62" y="139"/>
                  <a:pt x="62" y="138"/>
                </a:cubicBezTo>
                <a:cubicBezTo>
                  <a:pt x="62" y="138"/>
                  <a:pt x="53" y="137"/>
                  <a:pt x="33" y="137"/>
                </a:cubicBezTo>
                <a:lnTo>
                  <a:pt x="4" y="137"/>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1038" name=""/>
          <p:cNvSpPr/>
          <p:nvPr/>
        </p:nvSpPr>
        <p:spPr>
          <a:xfrm>
            <a:off x="4447440" y="4799880"/>
            <a:ext cx="226440" cy="289800"/>
          </a:xfrm>
          <a:custGeom>
            <a:avLst/>
            <a:gdLst/>
            <a:ahLst/>
            <a:rect l="0" t="0" r="r" b="b"/>
            <a:pathLst>
              <a:path w="629" h="805">
                <a:moveTo>
                  <a:pt x="18" y="500"/>
                </a:moveTo>
                <a:cubicBezTo>
                  <a:pt x="15" y="500"/>
                  <a:pt x="11" y="498"/>
                  <a:pt x="7" y="494"/>
                </a:cubicBezTo>
                <a:cubicBezTo>
                  <a:pt x="3" y="489"/>
                  <a:pt x="0" y="486"/>
                  <a:pt x="0" y="482"/>
                </a:cubicBezTo>
                <a:cubicBezTo>
                  <a:pt x="-1" y="479"/>
                  <a:pt x="8" y="471"/>
                  <a:pt x="25" y="458"/>
                </a:cubicBezTo>
                <a:cubicBezTo>
                  <a:pt x="42" y="445"/>
                  <a:pt x="60" y="432"/>
                  <a:pt x="78" y="418"/>
                </a:cubicBezTo>
                <a:cubicBezTo>
                  <a:pt x="96" y="404"/>
                  <a:pt x="106" y="396"/>
                  <a:pt x="109" y="395"/>
                </a:cubicBezTo>
                <a:cubicBezTo>
                  <a:pt x="110" y="394"/>
                  <a:pt x="111" y="393"/>
                  <a:pt x="113" y="393"/>
                </a:cubicBezTo>
                <a:cubicBezTo>
                  <a:pt x="117" y="393"/>
                  <a:pt x="120" y="398"/>
                  <a:pt x="125" y="407"/>
                </a:cubicBezTo>
                <a:cubicBezTo>
                  <a:pt x="129" y="416"/>
                  <a:pt x="143" y="447"/>
                  <a:pt x="168" y="501"/>
                </a:cubicBezTo>
                <a:cubicBezTo>
                  <a:pt x="178" y="524"/>
                  <a:pt x="187" y="543"/>
                  <a:pt x="193" y="557"/>
                </a:cubicBezTo>
                <a:lnTo>
                  <a:pt x="261" y="705"/>
                </a:lnTo>
                <a:cubicBezTo>
                  <a:pt x="262" y="705"/>
                  <a:pt x="290" y="648"/>
                  <a:pt x="345" y="534"/>
                </a:cubicBezTo>
                <a:cubicBezTo>
                  <a:pt x="400" y="420"/>
                  <a:pt x="456" y="305"/>
                  <a:pt x="511" y="189"/>
                </a:cubicBezTo>
                <a:cubicBezTo>
                  <a:pt x="567" y="73"/>
                  <a:pt x="596" y="14"/>
                  <a:pt x="598" y="11"/>
                </a:cubicBezTo>
                <a:cubicBezTo>
                  <a:pt x="601" y="3"/>
                  <a:pt x="607" y="0"/>
                  <a:pt x="614" y="0"/>
                </a:cubicBezTo>
                <a:cubicBezTo>
                  <a:pt x="618" y="0"/>
                  <a:pt x="621" y="1"/>
                  <a:pt x="624" y="4"/>
                </a:cubicBezTo>
                <a:cubicBezTo>
                  <a:pt x="626" y="8"/>
                  <a:pt x="628" y="11"/>
                  <a:pt x="629" y="14"/>
                </a:cubicBezTo>
                <a:lnTo>
                  <a:pt x="629" y="19"/>
                </a:lnTo>
                <a:lnTo>
                  <a:pt x="441" y="408"/>
                </a:lnTo>
                <a:lnTo>
                  <a:pt x="252" y="800"/>
                </a:lnTo>
                <a:cubicBezTo>
                  <a:pt x="250" y="803"/>
                  <a:pt x="245" y="805"/>
                  <a:pt x="237" y="805"/>
                </a:cubicBezTo>
                <a:cubicBezTo>
                  <a:pt x="232" y="805"/>
                  <a:pt x="228" y="805"/>
                  <a:pt x="227" y="803"/>
                </a:cubicBezTo>
                <a:cubicBezTo>
                  <a:pt x="226" y="802"/>
                  <a:pt x="200" y="745"/>
                  <a:pt x="148" y="631"/>
                </a:cubicBezTo>
                <a:lnTo>
                  <a:pt x="71" y="462"/>
                </a:lnTo>
                <a:lnTo>
                  <a:pt x="58" y="471"/>
                </a:lnTo>
                <a:cubicBezTo>
                  <a:pt x="50" y="478"/>
                  <a:pt x="42" y="484"/>
                  <a:pt x="33" y="491"/>
                </a:cubicBezTo>
                <a:cubicBezTo>
                  <a:pt x="24" y="497"/>
                  <a:pt x="20" y="500"/>
                  <a:pt x="18" y="500"/>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1039" name=""/>
          <p:cNvSpPr/>
          <p:nvPr/>
        </p:nvSpPr>
        <p:spPr>
          <a:xfrm>
            <a:off x="4673520" y="4799880"/>
            <a:ext cx="654120" cy="12600"/>
          </a:xfrm>
          <a:custGeom>
            <a:avLst/>
            <a:gdLst/>
            <a:ahLst/>
            <a:rect l="0" t="0" r="r" b="b"/>
            <a:pathLst>
              <a:path w="1817" h="35">
                <a:moveTo>
                  <a:pt x="0" y="0"/>
                </a:moveTo>
                <a:lnTo>
                  <a:pt x="1817" y="0"/>
                </a:lnTo>
                <a:lnTo>
                  <a:pt x="1817" y="35"/>
                </a:lnTo>
                <a:lnTo>
                  <a:pt x="0" y="35"/>
                </a:lnTo>
                <a:lnTo>
                  <a:pt x="0" y="0"/>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1040" name=""/>
          <p:cNvSpPr/>
          <p:nvPr/>
        </p:nvSpPr>
        <p:spPr>
          <a:xfrm>
            <a:off x="4385520" y="4728240"/>
            <a:ext cx="983160" cy="24840"/>
          </a:xfrm>
          <a:custGeom>
            <a:avLst/>
            <a:gdLst/>
            <a:ahLst/>
            <a:rect l="0" t="0" r="r" b="b"/>
            <a:pathLst>
              <a:path w="2731" h="69">
                <a:moveTo>
                  <a:pt x="0" y="0"/>
                </a:moveTo>
                <a:lnTo>
                  <a:pt x="2731" y="0"/>
                </a:lnTo>
                <a:lnTo>
                  <a:pt x="2731" y="69"/>
                </a:lnTo>
                <a:lnTo>
                  <a:pt x="0" y="69"/>
                </a:lnTo>
                <a:lnTo>
                  <a:pt x="0" y="0"/>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1041" name=""/>
          <p:cNvSpPr/>
          <p:nvPr/>
        </p:nvSpPr>
        <p:spPr>
          <a:xfrm>
            <a:off x="5435640" y="4660920"/>
            <a:ext cx="166680" cy="185040"/>
          </a:xfrm>
          <a:custGeom>
            <a:avLst/>
            <a:gdLst/>
            <a:ahLst/>
            <a:rect l="0" t="0" r="r" b="b"/>
            <a:pathLst>
              <a:path w="463" h="514">
                <a:moveTo>
                  <a:pt x="423" y="405"/>
                </a:moveTo>
                <a:cubicBezTo>
                  <a:pt x="429" y="405"/>
                  <a:pt x="435" y="411"/>
                  <a:pt x="439" y="422"/>
                </a:cubicBezTo>
                <a:cubicBezTo>
                  <a:pt x="444" y="433"/>
                  <a:pt x="446" y="444"/>
                  <a:pt x="447" y="454"/>
                </a:cubicBezTo>
                <a:cubicBezTo>
                  <a:pt x="447" y="456"/>
                  <a:pt x="446" y="459"/>
                  <a:pt x="445" y="462"/>
                </a:cubicBezTo>
                <a:cubicBezTo>
                  <a:pt x="443" y="464"/>
                  <a:pt x="438" y="468"/>
                  <a:pt x="429" y="473"/>
                </a:cubicBezTo>
                <a:cubicBezTo>
                  <a:pt x="420" y="479"/>
                  <a:pt x="405" y="485"/>
                  <a:pt x="383" y="494"/>
                </a:cubicBezTo>
                <a:cubicBezTo>
                  <a:pt x="361" y="502"/>
                  <a:pt x="339" y="508"/>
                  <a:pt x="316" y="512"/>
                </a:cubicBezTo>
                <a:cubicBezTo>
                  <a:pt x="308" y="513"/>
                  <a:pt x="292" y="514"/>
                  <a:pt x="270" y="514"/>
                </a:cubicBezTo>
                <a:cubicBezTo>
                  <a:pt x="220" y="514"/>
                  <a:pt x="178" y="508"/>
                  <a:pt x="141" y="495"/>
                </a:cubicBezTo>
                <a:cubicBezTo>
                  <a:pt x="105" y="482"/>
                  <a:pt x="77" y="465"/>
                  <a:pt x="57" y="445"/>
                </a:cubicBezTo>
                <a:cubicBezTo>
                  <a:pt x="37" y="424"/>
                  <a:pt x="23" y="403"/>
                  <a:pt x="14" y="381"/>
                </a:cubicBezTo>
                <a:cubicBezTo>
                  <a:pt x="5" y="359"/>
                  <a:pt x="0" y="337"/>
                  <a:pt x="0" y="316"/>
                </a:cubicBezTo>
                <a:lnTo>
                  <a:pt x="0" y="300"/>
                </a:lnTo>
                <a:cubicBezTo>
                  <a:pt x="0" y="239"/>
                  <a:pt x="19" y="183"/>
                  <a:pt x="57" y="131"/>
                </a:cubicBezTo>
                <a:cubicBezTo>
                  <a:pt x="64" y="120"/>
                  <a:pt x="74" y="110"/>
                  <a:pt x="85" y="99"/>
                </a:cubicBezTo>
                <a:cubicBezTo>
                  <a:pt x="97" y="88"/>
                  <a:pt x="113" y="75"/>
                  <a:pt x="134" y="60"/>
                </a:cubicBezTo>
                <a:cubicBezTo>
                  <a:pt x="156" y="45"/>
                  <a:pt x="183" y="32"/>
                  <a:pt x="216" y="22"/>
                </a:cubicBezTo>
                <a:cubicBezTo>
                  <a:pt x="250" y="11"/>
                  <a:pt x="285" y="4"/>
                  <a:pt x="322" y="1"/>
                </a:cubicBezTo>
                <a:cubicBezTo>
                  <a:pt x="323" y="1"/>
                  <a:pt x="331" y="1"/>
                  <a:pt x="346" y="1"/>
                </a:cubicBezTo>
                <a:cubicBezTo>
                  <a:pt x="361" y="1"/>
                  <a:pt x="374" y="1"/>
                  <a:pt x="387" y="0"/>
                </a:cubicBezTo>
                <a:cubicBezTo>
                  <a:pt x="426" y="0"/>
                  <a:pt x="448" y="2"/>
                  <a:pt x="454" y="7"/>
                </a:cubicBezTo>
                <a:cubicBezTo>
                  <a:pt x="460" y="13"/>
                  <a:pt x="463" y="21"/>
                  <a:pt x="463" y="32"/>
                </a:cubicBezTo>
                <a:cubicBezTo>
                  <a:pt x="460" y="50"/>
                  <a:pt x="450" y="62"/>
                  <a:pt x="433" y="69"/>
                </a:cubicBezTo>
                <a:lnTo>
                  <a:pt x="379" y="70"/>
                </a:lnTo>
                <a:cubicBezTo>
                  <a:pt x="325" y="71"/>
                  <a:pt x="288" y="76"/>
                  <a:pt x="266" y="85"/>
                </a:cubicBezTo>
                <a:cubicBezTo>
                  <a:pt x="230" y="100"/>
                  <a:pt x="203" y="129"/>
                  <a:pt x="187" y="172"/>
                </a:cubicBezTo>
                <a:cubicBezTo>
                  <a:pt x="180" y="187"/>
                  <a:pt x="176" y="197"/>
                  <a:pt x="176" y="201"/>
                </a:cubicBezTo>
                <a:cubicBezTo>
                  <a:pt x="176" y="202"/>
                  <a:pt x="211" y="202"/>
                  <a:pt x="281" y="202"/>
                </a:cubicBezTo>
                <a:cubicBezTo>
                  <a:pt x="292" y="202"/>
                  <a:pt x="305" y="202"/>
                  <a:pt x="320" y="202"/>
                </a:cubicBezTo>
                <a:cubicBezTo>
                  <a:pt x="335" y="202"/>
                  <a:pt x="346" y="202"/>
                  <a:pt x="352" y="201"/>
                </a:cubicBezTo>
                <a:cubicBezTo>
                  <a:pt x="374" y="201"/>
                  <a:pt x="391" y="203"/>
                  <a:pt x="399" y="207"/>
                </a:cubicBezTo>
                <a:cubicBezTo>
                  <a:pt x="408" y="211"/>
                  <a:pt x="412" y="219"/>
                  <a:pt x="413" y="232"/>
                </a:cubicBezTo>
                <a:cubicBezTo>
                  <a:pt x="413" y="252"/>
                  <a:pt x="403" y="266"/>
                  <a:pt x="383" y="272"/>
                </a:cubicBezTo>
                <a:cubicBezTo>
                  <a:pt x="380" y="273"/>
                  <a:pt x="340" y="273"/>
                  <a:pt x="267" y="273"/>
                </a:cubicBezTo>
                <a:cubicBezTo>
                  <a:pt x="195" y="273"/>
                  <a:pt x="158" y="274"/>
                  <a:pt x="158" y="275"/>
                </a:cubicBezTo>
                <a:cubicBezTo>
                  <a:pt x="151" y="296"/>
                  <a:pt x="148" y="320"/>
                  <a:pt x="148" y="347"/>
                </a:cubicBezTo>
                <a:cubicBezTo>
                  <a:pt x="148" y="387"/>
                  <a:pt x="161" y="416"/>
                  <a:pt x="187" y="432"/>
                </a:cubicBezTo>
                <a:cubicBezTo>
                  <a:pt x="212" y="449"/>
                  <a:pt x="244" y="457"/>
                  <a:pt x="282" y="457"/>
                </a:cubicBezTo>
                <a:cubicBezTo>
                  <a:pt x="285" y="457"/>
                  <a:pt x="288" y="457"/>
                  <a:pt x="291" y="457"/>
                </a:cubicBezTo>
                <a:cubicBezTo>
                  <a:pt x="295" y="457"/>
                  <a:pt x="298" y="457"/>
                  <a:pt x="299" y="456"/>
                </a:cubicBezTo>
                <a:cubicBezTo>
                  <a:pt x="322" y="452"/>
                  <a:pt x="347" y="443"/>
                  <a:pt x="373" y="428"/>
                </a:cubicBezTo>
                <a:cubicBezTo>
                  <a:pt x="401" y="413"/>
                  <a:pt x="417" y="405"/>
                  <a:pt x="423" y="405"/>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1042" name=""/>
          <p:cNvSpPr/>
          <p:nvPr/>
        </p:nvSpPr>
        <p:spPr>
          <a:xfrm>
            <a:off x="5639040" y="4700160"/>
            <a:ext cx="124200" cy="207360"/>
          </a:xfrm>
          <a:custGeom>
            <a:avLst/>
            <a:gdLst/>
            <a:ahLst/>
            <a:rect l="0" t="0" r="r" b="b"/>
            <a:pathLst>
              <a:path w="345" h="576">
                <a:moveTo>
                  <a:pt x="0" y="406"/>
                </a:moveTo>
                <a:cubicBezTo>
                  <a:pt x="0" y="351"/>
                  <a:pt x="11" y="294"/>
                  <a:pt x="32" y="233"/>
                </a:cubicBezTo>
                <a:cubicBezTo>
                  <a:pt x="53" y="172"/>
                  <a:pt x="81" y="120"/>
                  <a:pt x="117" y="76"/>
                </a:cubicBezTo>
                <a:cubicBezTo>
                  <a:pt x="153" y="32"/>
                  <a:pt x="190" y="7"/>
                  <a:pt x="229" y="0"/>
                </a:cubicBezTo>
                <a:cubicBezTo>
                  <a:pt x="229" y="0"/>
                  <a:pt x="232" y="0"/>
                  <a:pt x="235" y="0"/>
                </a:cubicBezTo>
                <a:cubicBezTo>
                  <a:pt x="239" y="0"/>
                  <a:pt x="242" y="0"/>
                  <a:pt x="245" y="0"/>
                </a:cubicBezTo>
                <a:cubicBezTo>
                  <a:pt x="274" y="2"/>
                  <a:pt x="297" y="15"/>
                  <a:pt x="314" y="39"/>
                </a:cubicBezTo>
                <a:cubicBezTo>
                  <a:pt x="334" y="71"/>
                  <a:pt x="345" y="114"/>
                  <a:pt x="345" y="169"/>
                </a:cubicBezTo>
                <a:cubicBezTo>
                  <a:pt x="345" y="230"/>
                  <a:pt x="333" y="293"/>
                  <a:pt x="309" y="357"/>
                </a:cubicBezTo>
                <a:cubicBezTo>
                  <a:pt x="284" y="421"/>
                  <a:pt x="253" y="474"/>
                  <a:pt x="215" y="515"/>
                </a:cubicBezTo>
                <a:cubicBezTo>
                  <a:pt x="178" y="556"/>
                  <a:pt x="142" y="576"/>
                  <a:pt x="107" y="576"/>
                </a:cubicBezTo>
                <a:lnTo>
                  <a:pt x="102" y="576"/>
                </a:lnTo>
                <a:cubicBezTo>
                  <a:pt x="82" y="576"/>
                  <a:pt x="66" y="571"/>
                  <a:pt x="52" y="560"/>
                </a:cubicBezTo>
                <a:cubicBezTo>
                  <a:pt x="38" y="549"/>
                  <a:pt x="27" y="535"/>
                  <a:pt x="20" y="517"/>
                </a:cubicBezTo>
                <a:cubicBezTo>
                  <a:pt x="13" y="500"/>
                  <a:pt x="8" y="482"/>
                  <a:pt x="5" y="463"/>
                </a:cubicBezTo>
                <a:cubicBezTo>
                  <a:pt x="2" y="444"/>
                  <a:pt x="0" y="425"/>
                  <a:pt x="0" y="406"/>
                </a:cubicBezTo>
                <a:moveTo>
                  <a:pt x="280" y="112"/>
                </a:moveTo>
                <a:cubicBezTo>
                  <a:pt x="280" y="57"/>
                  <a:pt x="266" y="29"/>
                  <a:pt x="238" y="29"/>
                </a:cubicBezTo>
                <a:cubicBezTo>
                  <a:pt x="218" y="29"/>
                  <a:pt x="200" y="41"/>
                  <a:pt x="181" y="66"/>
                </a:cubicBezTo>
                <a:cubicBezTo>
                  <a:pt x="163" y="90"/>
                  <a:pt x="148" y="117"/>
                  <a:pt x="136" y="148"/>
                </a:cubicBezTo>
                <a:cubicBezTo>
                  <a:pt x="125" y="178"/>
                  <a:pt x="115" y="205"/>
                  <a:pt x="109" y="228"/>
                </a:cubicBezTo>
                <a:cubicBezTo>
                  <a:pt x="103" y="251"/>
                  <a:pt x="99" y="265"/>
                  <a:pt x="99" y="268"/>
                </a:cubicBezTo>
                <a:cubicBezTo>
                  <a:pt x="125" y="269"/>
                  <a:pt x="151" y="269"/>
                  <a:pt x="177" y="269"/>
                </a:cubicBezTo>
                <a:lnTo>
                  <a:pt x="255" y="268"/>
                </a:lnTo>
                <a:cubicBezTo>
                  <a:pt x="255" y="268"/>
                  <a:pt x="257" y="259"/>
                  <a:pt x="261" y="242"/>
                </a:cubicBezTo>
                <a:cubicBezTo>
                  <a:pt x="265" y="225"/>
                  <a:pt x="269" y="203"/>
                  <a:pt x="274" y="177"/>
                </a:cubicBezTo>
                <a:cubicBezTo>
                  <a:pt x="279" y="152"/>
                  <a:pt x="281" y="130"/>
                  <a:pt x="280" y="112"/>
                </a:cubicBezTo>
                <a:moveTo>
                  <a:pt x="63" y="462"/>
                </a:moveTo>
                <a:cubicBezTo>
                  <a:pt x="63" y="519"/>
                  <a:pt x="77" y="547"/>
                  <a:pt x="106" y="547"/>
                </a:cubicBezTo>
                <a:cubicBezTo>
                  <a:pt x="114" y="547"/>
                  <a:pt x="122" y="544"/>
                  <a:pt x="132" y="539"/>
                </a:cubicBezTo>
                <a:cubicBezTo>
                  <a:pt x="141" y="534"/>
                  <a:pt x="152" y="523"/>
                  <a:pt x="165" y="508"/>
                </a:cubicBezTo>
                <a:cubicBezTo>
                  <a:pt x="177" y="493"/>
                  <a:pt x="190" y="470"/>
                  <a:pt x="203" y="437"/>
                </a:cubicBezTo>
                <a:cubicBezTo>
                  <a:pt x="216" y="406"/>
                  <a:pt x="229" y="367"/>
                  <a:pt x="242" y="320"/>
                </a:cubicBezTo>
                <a:lnTo>
                  <a:pt x="246" y="306"/>
                </a:lnTo>
                <a:lnTo>
                  <a:pt x="89" y="306"/>
                </a:lnTo>
                <a:cubicBezTo>
                  <a:pt x="89" y="308"/>
                  <a:pt x="86" y="318"/>
                  <a:pt x="82" y="337"/>
                </a:cubicBezTo>
                <a:cubicBezTo>
                  <a:pt x="77" y="356"/>
                  <a:pt x="73" y="377"/>
                  <a:pt x="69" y="400"/>
                </a:cubicBezTo>
                <a:cubicBezTo>
                  <a:pt x="65" y="423"/>
                  <a:pt x="63" y="443"/>
                  <a:pt x="63" y="462"/>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1043" name=""/>
          <p:cNvSpPr/>
          <p:nvPr/>
        </p:nvSpPr>
        <p:spPr>
          <a:xfrm>
            <a:off x="5824080" y="4535640"/>
            <a:ext cx="98280" cy="410040"/>
          </a:xfrm>
          <a:custGeom>
            <a:avLst/>
            <a:gdLst/>
            <a:ahLst/>
            <a:rect l="0" t="0" r="r" b="b"/>
            <a:pathLst>
              <a:path w="273" h="1139">
                <a:moveTo>
                  <a:pt x="0" y="570"/>
                </a:moveTo>
                <a:cubicBezTo>
                  <a:pt x="0" y="517"/>
                  <a:pt x="3" y="467"/>
                  <a:pt x="12" y="420"/>
                </a:cubicBezTo>
                <a:cubicBezTo>
                  <a:pt x="19" y="373"/>
                  <a:pt x="28" y="332"/>
                  <a:pt x="38" y="298"/>
                </a:cubicBezTo>
                <a:cubicBezTo>
                  <a:pt x="48" y="264"/>
                  <a:pt x="62" y="230"/>
                  <a:pt x="80" y="198"/>
                </a:cubicBezTo>
                <a:cubicBezTo>
                  <a:pt x="98" y="165"/>
                  <a:pt x="113" y="140"/>
                  <a:pt x="123" y="121"/>
                </a:cubicBezTo>
                <a:cubicBezTo>
                  <a:pt x="134" y="103"/>
                  <a:pt x="150" y="83"/>
                  <a:pt x="171" y="62"/>
                </a:cubicBezTo>
                <a:cubicBezTo>
                  <a:pt x="192" y="41"/>
                  <a:pt x="205" y="28"/>
                  <a:pt x="209" y="23"/>
                </a:cubicBezTo>
                <a:cubicBezTo>
                  <a:pt x="213" y="19"/>
                  <a:pt x="222" y="11"/>
                  <a:pt x="237" y="0"/>
                </a:cubicBezTo>
                <a:lnTo>
                  <a:pt x="252" y="0"/>
                </a:lnTo>
                <a:lnTo>
                  <a:pt x="257" y="0"/>
                </a:lnTo>
                <a:cubicBezTo>
                  <a:pt x="267" y="0"/>
                  <a:pt x="273" y="3"/>
                  <a:pt x="273" y="10"/>
                </a:cubicBezTo>
                <a:cubicBezTo>
                  <a:pt x="273" y="12"/>
                  <a:pt x="266" y="20"/>
                  <a:pt x="253" y="34"/>
                </a:cubicBezTo>
                <a:cubicBezTo>
                  <a:pt x="240" y="47"/>
                  <a:pt x="225" y="67"/>
                  <a:pt x="207" y="94"/>
                </a:cubicBezTo>
                <a:cubicBezTo>
                  <a:pt x="188" y="121"/>
                  <a:pt x="170" y="153"/>
                  <a:pt x="151" y="192"/>
                </a:cubicBezTo>
                <a:cubicBezTo>
                  <a:pt x="132" y="231"/>
                  <a:pt x="116" y="283"/>
                  <a:pt x="103" y="349"/>
                </a:cubicBezTo>
                <a:cubicBezTo>
                  <a:pt x="90" y="415"/>
                  <a:pt x="84" y="489"/>
                  <a:pt x="84" y="570"/>
                </a:cubicBezTo>
                <a:cubicBezTo>
                  <a:pt x="84" y="650"/>
                  <a:pt x="90" y="723"/>
                  <a:pt x="103" y="788"/>
                </a:cubicBezTo>
                <a:cubicBezTo>
                  <a:pt x="116" y="853"/>
                  <a:pt x="131" y="906"/>
                  <a:pt x="150" y="946"/>
                </a:cubicBezTo>
                <a:cubicBezTo>
                  <a:pt x="168" y="987"/>
                  <a:pt x="186" y="1019"/>
                  <a:pt x="205" y="1044"/>
                </a:cubicBezTo>
                <a:cubicBezTo>
                  <a:pt x="224" y="1069"/>
                  <a:pt x="240" y="1089"/>
                  <a:pt x="253" y="1105"/>
                </a:cubicBezTo>
                <a:cubicBezTo>
                  <a:pt x="266" y="1120"/>
                  <a:pt x="273" y="1128"/>
                  <a:pt x="273" y="1129"/>
                </a:cubicBezTo>
                <a:cubicBezTo>
                  <a:pt x="273" y="1135"/>
                  <a:pt x="267" y="1139"/>
                  <a:pt x="255" y="1139"/>
                </a:cubicBezTo>
                <a:lnTo>
                  <a:pt x="252" y="1139"/>
                </a:lnTo>
                <a:lnTo>
                  <a:pt x="237" y="1139"/>
                </a:lnTo>
                <a:lnTo>
                  <a:pt x="205" y="1111"/>
                </a:lnTo>
                <a:cubicBezTo>
                  <a:pt x="134" y="1047"/>
                  <a:pt x="82" y="967"/>
                  <a:pt x="49" y="870"/>
                </a:cubicBezTo>
                <a:cubicBezTo>
                  <a:pt x="17" y="774"/>
                  <a:pt x="0" y="674"/>
                  <a:pt x="0" y="570"/>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1044" name=""/>
          <p:cNvSpPr/>
          <p:nvPr/>
        </p:nvSpPr>
        <p:spPr>
          <a:xfrm>
            <a:off x="5953320" y="4660920"/>
            <a:ext cx="231840" cy="182160"/>
          </a:xfrm>
          <a:custGeom>
            <a:avLst/>
            <a:gdLst/>
            <a:ahLst/>
            <a:rect l="0" t="0" r="r" b="b"/>
            <a:pathLst>
              <a:path w="644" h="506">
                <a:moveTo>
                  <a:pt x="235" y="506"/>
                </a:moveTo>
                <a:cubicBezTo>
                  <a:pt x="223" y="504"/>
                  <a:pt x="183" y="503"/>
                  <a:pt x="114" y="503"/>
                </a:cubicBezTo>
                <a:cubicBezTo>
                  <a:pt x="53" y="503"/>
                  <a:pt x="17" y="504"/>
                  <a:pt x="8" y="506"/>
                </a:cubicBezTo>
                <a:lnTo>
                  <a:pt x="0" y="506"/>
                </a:lnTo>
                <a:lnTo>
                  <a:pt x="0" y="435"/>
                </a:lnTo>
                <a:lnTo>
                  <a:pt x="109" y="435"/>
                </a:lnTo>
                <a:lnTo>
                  <a:pt x="255" y="263"/>
                </a:lnTo>
                <a:lnTo>
                  <a:pt x="100" y="70"/>
                </a:lnTo>
                <a:lnTo>
                  <a:pt x="6" y="70"/>
                </a:lnTo>
                <a:lnTo>
                  <a:pt x="6" y="0"/>
                </a:lnTo>
                <a:lnTo>
                  <a:pt x="15" y="0"/>
                </a:lnTo>
                <a:cubicBezTo>
                  <a:pt x="26" y="2"/>
                  <a:pt x="68" y="3"/>
                  <a:pt x="139" y="3"/>
                </a:cubicBezTo>
                <a:cubicBezTo>
                  <a:pt x="218" y="3"/>
                  <a:pt x="264" y="2"/>
                  <a:pt x="278" y="0"/>
                </a:cubicBezTo>
                <a:lnTo>
                  <a:pt x="288" y="0"/>
                </a:lnTo>
                <a:lnTo>
                  <a:pt x="288" y="70"/>
                </a:lnTo>
                <a:lnTo>
                  <a:pt x="256" y="70"/>
                </a:lnTo>
                <a:lnTo>
                  <a:pt x="296" y="119"/>
                </a:lnTo>
                <a:cubicBezTo>
                  <a:pt x="322" y="151"/>
                  <a:pt x="335" y="167"/>
                  <a:pt x="336" y="167"/>
                </a:cubicBezTo>
                <a:cubicBezTo>
                  <a:pt x="339" y="167"/>
                  <a:pt x="353" y="150"/>
                  <a:pt x="379" y="117"/>
                </a:cubicBezTo>
                <a:lnTo>
                  <a:pt x="419" y="70"/>
                </a:lnTo>
                <a:lnTo>
                  <a:pt x="377" y="70"/>
                </a:lnTo>
                <a:lnTo>
                  <a:pt x="377" y="0"/>
                </a:lnTo>
                <a:lnTo>
                  <a:pt x="386" y="0"/>
                </a:lnTo>
                <a:cubicBezTo>
                  <a:pt x="397" y="2"/>
                  <a:pt x="438" y="3"/>
                  <a:pt x="508" y="3"/>
                </a:cubicBezTo>
                <a:cubicBezTo>
                  <a:pt x="569" y="3"/>
                  <a:pt x="604" y="2"/>
                  <a:pt x="614" y="0"/>
                </a:cubicBezTo>
                <a:lnTo>
                  <a:pt x="622" y="0"/>
                </a:lnTo>
                <a:lnTo>
                  <a:pt x="622" y="70"/>
                </a:lnTo>
                <a:lnTo>
                  <a:pt x="513" y="70"/>
                </a:lnTo>
                <a:lnTo>
                  <a:pt x="380" y="225"/>
                </a:lnTo>
                <a:lnTo>
                  <a:pt x="551" y="434"/>
                </a:lnTo>
                <a:lnTo>
                  <a:pt x="598" y="435"/>
                </a:lnTo>
                <a:lnTo>
                  <a:pt x="644" y="435"/>
                </a:lnTo>
                <a:lnTo>
                  <a:pt x="644" y="506"/>
                </a:lnTo>
                <a:lnTo>
                  <a:pt x="635" y="506"/>
                </a:lnTo>
                <a:cubicBezTo>
                  <a:pt x="624" y="504"/>
                  <a:pt x="582" y="503"/>
                  <a:pt x="511" y="503"/>
                </a:cubicBezTo>
                <a:cubicBezTo>
                  <a:pt x="431" y="503"/>
                  <a:pt x="385" y="504"/>
                  <a:pt x="371" y="506"/>
                </a:cubicBezTo>
                <a:lnTo>
                  <a:pt x="361" y="506"/>
                </a:lnTo>
                <a:lnTo>
                  <a:pt x="361" y="435"/>
                </a:lnTo>
                <a:lnTo>
                  <a:pt x="393" y="435"/>
                </a:lnTo>
                <a:cubicBezTo>
                  <a:pt x="393" y="434"/>
                  <a:pt x="378" y="415"/>
                  <a:pt x="347" y="378"/>
                </a:cubicBezTo>
                <a:cubicBezTo>
                  <a:pt x="317" y="341"/>
                  <a:pt x="301" y="321"/>
                  <a:pt x="301" y="320"/>
                </a:cubicBezTo>
                <a:lnTo>
                  <a:pt x="202" y="434"/>
                </a:lnTo>
                <a:lnTo>
                  <a:pt x="223" y="435"/>
                </a:lnTo>
                <a:lnTo>
                  <a:pt x="244" y="435"/>
                </a:lnTo>
                <a:lnTo>
                  <a:pt x="244" y="506"/>
                </a:lnTo>
                <a:lnTo>
                  <a:pt x="235" y="506"/>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1045" name=""/>
          <p:cNvSpPr/>
          <p:nvPr/>
        </p:nvSpPr>
        <p:spPr>
          <a:xfrm>
            <a:off x="6212520" y="4722840"/>
            <a:ext cx="90360" cy="185040"/>
          </a:xfrm>
          <a:custGeom>
            <a:avLst/>
            <a:gdLst/>
            <a:ahLst/>
            <a:rect l="0" t="0" r="r" b="b"/>
            <a:pathLst>
              <a:path w="251" h="514">
                <a:moveTo>
                  <a:pt x="6" y="194"/>
                </a:moveTo>
                <a:cubicBezTo>
                  <a:pt x="2" y="190"/>
                  <a:pt x="0" y="188"/>
                  <a:pt x="0" y="186"/>
                </a:cubicBezTo>
                <a:cubicBezTo>
                  <a:pt x="0" y="184"/>
                  <a:pt x="1" y="180"/>
                  <a:pt x="2" y="173"/>
                </a:cubicBezTo>
                <a:cubicBezTo>
                  <a:pt x="4" y="167"/>
                  <a:pt x="5" y="163"/>
                  <a:pt x="6" y="162"/>
                </a:cubicBezTo>
                <a:cubicBezTo>
                  <a:pt x="8" y="159"/>
                  <a:pt x="10" y="158"/>
                  <a:pt x="14" y="158"/>
                </a:cubicBezTo>
                <a:cubicBezTo>
                  <a:pt x="17" y="158"/>
                  <a:pt x="31" y="158"/>
                  <a:pt x="55" y="157"/>
                </a:cubicBezTo>
                <a:lnTo>
                  <a:pt x="97" y="157"/>
                </a:lnTo>
                <a:lnTo>
                  <a:pt x="113" y="93"/>
                </a:lnTo>
                <a:cubicBezTo>
                  <a:pt x="114" y="87"/>
                  <a:pt x="116" y="79"/>
                  <a:pt x="119" y="69"/>
                </a:cubicBezTo>
                <a:cubicBezTo>
                  <a:pt x="121" y="60"/>
                  <a:pt x="123" y="53"/>
                  <a:pt x="125" y="49"/>
                </a:cubicBezTo>
                <a:cubicBezTo>
                  <a:pt x="127" y="44"/>
                  <a:pt x="128" y="39"/>
                  <a:pt x="130" y="32"/>
                </a:cubicBezTo>
                <a:cubicBezTo>
                  <a:pt x="131" y="26"/>
                  <a:pt x="134" y="21"/>
                  <a:pt x="136" y="19"/>
                </a:cubicBezTo>
                <a:cubicBezTo>
                  <a:pt x="139" y="16"/>
                  <a:pt x="142" y="13"/>
                  <a:pt x="144" y="9"/>
                </a:cubicBezTo>
                <a:cubicBezTo>
                  <a:pt x="147" y="5"/>
                  <a:pt x="151" y="3"/>
                  <a:pt x="156" y="2"/>
                </a:cubicBezTo>
                <a:cubicBezTo>
                  <a:pt x="160" y="1"/>
                  <a:pt x="165" y="0"/>
                  <a:pt x="170" y="0"/>
                </a:cubicBezTo>
                <a:cubicBezTo>
                  <a:pt x="180" y="1"/>
                  <a:pt x="186" y="4"/>
                  <a:pt x="190" y="9"/>
                </a:cubicBezTo>
                <a:cubicBezTo>
                  <a:pt x="194" y="14"/>
                  <a:pt x="196" y="20"/>
                  <a:pt x="196" y="24"/>
                </a:cubicBezTo>
                <a:cubicBezTo>
                  <a:pt x="196" y="28"/>
                  <a:pt x="193" y="41"/>
                  <a:pt x="189" y="62"/>
                </a:cubicBezTo>
                <a:cubicBezTo>
                  <a:pt x="184" y="84"/>
                  <a:pt x="178" y="105"/>
                  <a:pt x="172" y="126"/>
                </a:cubicBezTo>
                <a:lnTo>
                  <a:pt x="164" y="156"/>
                </a:lnTo>
                <a:cubicBezTo>
                  <a:pt x="164" y="157"/>
                  <a:pt x="178" y="157"/>
                  <a:pt x="205" y="157"/>
                </a:cubicBezTo>
                <a:lnTo>
                  <a:pt x="246" y="157"/>
                </a:lnTo>
                <a:cubicBezTo>
                  <a:pt x="249" y="161"/>
                  <a:pt x="251" y="164"/>
                  <a:pt x="251" y="166"/>
                </a:cubicBezTo>
                <a:cubicBezTo>
                  <a:pt x="251" y="178"/>
                  <a:pt x="248" y="187"/>
                  <a:pt x="241" y="194"/>
                </a:cubicBezTo>
                <a:lnTo>
                  <a:pt x="155" y="194"/>
                </a:lnTo>
                <a:lnTo>
                  <a:pt x="126" y="311"/>
                </a:lnTo>
                <a:cubicBezTo>
                  <a:pt x="104" y="397"/>
                  <a:pt x="93" y="443"/>
                  <a:pt x="93" y="450"/>
                </a:cubicBezTo>
                <a:cubicBezTo>
                  <a:pt x="93" y="473"/>
                  <a:pt x="101" y="484"/>
                  <a:pt x="115" y="484"/>
                </a:cubicBezTo>
                <a:cubicBezTo>
                  <a:pt x="135" y="484"/>
                  <a:pt x="153" y="475"/>
                  <a:pt x="171" y="457"/>
                </a:cubicBezTo>
                <a:cubicBezTo>
                  <a:pt x="189" y="437"/>
                  <a:pt x="203" y="415"/>
                  <a:pt x="213" y="388"/>
                </a:cubicBezTo>
                <a:cubicBezTo>
                  <a:pt x="215" y="385"/>
                  <a:pt x="216" y="383"/>
                  <a:pt x="217" y="382"/>
                </a:cubicBezTo>
                <a:cubicBezTo>
                  <a:pt x="219" y="382"/>
                  <a:pt x="223" y="381"/>
                  <a:pt x="230" y="381"/>
                </a:cubicBezTo>
                <a:lnTo>
                  <a:pt x="233" y="381"/>
                </a:lnTo>
                <a:cubicBezTo>
                  <a:pt x="241" y="381"/>
                  <a:pt x="245" y="383"/>
                  <a:pt x="245" y="387"/>
                </a:cubicBezTo>
                <a:cubicBezTo>
                  <a:pt x="245" y="389"/>
                  <a:pt x="244" y="392"/>
                  <a:pt x="242" y="397"/>
                </a:cubicBezTo>
                <a:cubicBezTo>
                  <a:pt x="240" y="406"/>
                  <a:pt x="235" y="416"/>
                  <a:pt x="228" y="428"/>
                </a:cubicBezTo>
                <a:cubicBezTo>
                  <a:pt x="221" y="439"/>
                  <a:pt x="212" y="453"/>
                  <a:pt x="201" y="466"/>
                </a:cubicBezTo>
                <a:cubicBezTo>
                  <a:pt x="189" y="480"/>
                  <a:pt x="176" y="491"/>
                  <a:pt x="160" y="500"/>
                </a:cubicBezTo>
                <a:cubicBezTo>
                  <a:pt x="143" y="509"/>
                  <a:pt x="127" y="514"/>
                  <a:pt x="109" y="514"/>
                </a:cubicBezTo>
                <a:cubicBezTo>
                  <a:pt x="93" y="514"/>
                  <a:pt x="78" y="510"/>
                  <a:pt x="64" y="502"/>
                </a:cubicBezTo>
                <a:cubicBezTo>
                  <a:pt x="49" y="494"/>
                  <a:pt x="39" y="480"/>
                  <a:pt x="32" y="460"/>
                </a:cubicBezTo>
                <a:cubicBezTo>
                  <a:pt x="31" y="456"/>
                  <a:pt x="31" y="447"/>
                  <a:pt x="31" y="437"/>
                </a:cubicBezTo>
                <a:lnTo>
                  <a:pt x="31" y="423"/>
                </a:lnTo>
                <a:lnTo>
                  <a:pt x="59" y="310"/>
                </a:lnTo>
                <a:cubicBezTo>
                  <a:pt x="78" y="234"/>
                  <a:pt x="87" y="196"/>
                  <a:pt x="88" y="196"/>
                </a:cubicBezTo>
                <a:cubicBezTo>
                  <a:pt x="88" y="195"/>
                  <a:pt x="74" y="194"/>
                  <a:pt x="47" y="194"/>
                </a:cubicBezTo>
                <a:lnTo>
                  <a:pt x="6" y="194"/>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1046" name=""/>
          <p:cNvSpPr/>
          <p:nvPr/>
        </p:nvSpPr>
        <p:spPr>
          <a:xfrm>
            <a:off x="6364080" y="4793400"/>
            <a:ext cx="54360" cy="129240"/>
          </a:xfrm>
          <a:custGeom>
            <a:avLst/>
            <a:gdLst/>
            <a:ahLst/>
            <a:rect l="0" t="0" r="r" b="b"/>
            <a:pathLst>
              <a:path w="151" h="359">
                <a:moveTo>
                  <a:pt x="0" y="97"/>
                </a:moveTo>
                <a:cubicBezTo>
                  <a:pt x="0" y="97"/>
                  <a:pt x="0" y="88"/>
                  <a:pt x="0" y="69"/>
                </a:cubicBezTo>
                <a:cubicBezTo>
                  <a:pt x="0" y="50"/>
                  <a:pt x="6" y="34"/>
                  <a:pt x="18" y="20"/>
                </a:cubicBezTo>
                <a:cubicBezTo>
                  <a:pt x="30" y="6"/>
                  <a:pt x="47" y="0"/>
                  <a:pt x="67" y="0"/>
                </a:cubicBezTo>
                <a:cubicBezTo>
                  <a:pt x="88" y="0"/>
                  <a:pt x="108" y="9"/>
                  <a:pt x="125" y="28"/>
                </a:cubicBezTo>
                <a:cubicBezTo>
                  <a:pt x="142" y="47"/>
                  <a:pt x="150" y="80"/>
                  <a:pt x="151" y="129"/>
                </a:cubicBezTo>
                <a:cubicBezTo>
                  <a:pt x="151" y="156"/>
                  <a:pt x="148" y="181"/>
                  <a:pt x="141" y="207"/>
                </a:cubicBezTo>
                <a:cubicBezTo>
                  <a:pt x="134" y="232"/>
                  <a:pt x="126" y="253"/>
                  <a:pt x="117" y="271"/>
                </a:cubicBezTo>
                <a:cubicBezTo>
                  <a:pt x="108" y="290"/>
                  <a:pt x="97" y="305"/>
                  <a:pt x="87" y="318"/>
                </a:cubicBezTo>
                <a:cubicBezTo>
                  <a:pt x="76" y="331"/>
                  <a:pt x="67" y="341"/>
                  <a:pt x="59" y="349"/>
                </a:cubicBezTo>
                <a:cubicBezTo>
                  <a:pt x="52" y="356"/>
                  <a:pt x="47" y="360"/>
                  <a:pt x="44" y="359"/>
                </a:cubicBezTo>
                <a:cubicBezTo>
                  <a:pt x="41" y="359"/>
                  <a:pt x="36" y="356"/>
                  <a:pt x="30" y="349"/>
                </a:cubicBezTo>
                <a:cubicBezTo>
                  <a:pt x="23" y="342"/>
                  <a:pt x="19" y="337"/>
                  <a:pt x="19" y="334"/>
                </a:cubicBezTo>
                <a:cubicBezTo>
                  <a:pt x="19" y="331"/>
                  <a:pt x="24" y="325"/>
                  <a:pt x="32" y="316"/>
                </a:cubicBezTo>
                <a:cubicBezTo>
                  <a:pt x="40" y="307"/>
                  <a:pt x="50" y="295"/>
                  <a:pt x="60" y="282"/>
                </a:cubicBezTo>
                <a:cubicBezTo>
                  <a:pt x="71" y="268"/>
                  <a:pt x="81" y="249"/>
                  <a:pt x="90" y="225"/>
                </a:cubicBezTo>
                <a:cubicBezTo>
                  <a:pt x="100" y="200"/>
                  <a:pt x="106" y="173"/>
                  <a:pt x="109" y="142"/>
                </a:cubicBezTo>
                <a:lnTo>
                  <a:pt x="109" y="128"/>
                </a:lnTo>
                <a:lnTo>
                  <a:pt x="108" y="129"/>
                </a:lnTo>
                <a:cubicBezTo>
                  <a:pt x="106" y="130"/>
                  <a:pt x="105" y="131"/>
                  <a:pt x="102" y="131"/>
                </a:cubicBezTo>
                <a:cubicBezTo>
                  <a:pt x="100" y="132"/>
                  <a:pt x="98" y="133"/>
                  <a:pt x="94" y="135"/>
                </a:cubicBezTo>
                <a:cubicBezTo>
                  <a:pt x="92" y="136"/>
                  <a:pt x="89" y="137"/>
                  <a:pt x="84" y="137"/>
                </a:cubicBezTo>
                <a:cubicBezTo>
                  <a:pt x="80" y="137"/>
                  <a:pt x="75" y="137"/>
                  <a:pt x="71" y="138"/>
                </a:cubicBezTo>
                <a:cubicBezTo>
                  <a:pt x="50" y="138"/>
                  <a:pt x="33" y="132"/>
                  <a:pt x="20" y="119"/>
                </a:cubicBezTo>
                <a:lnTo>
                  <a:pt x="0" y="97"/>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1047" name=""/>
          <p:cNvSpPr/>
          <p:nvPr/>
        </p:nvSpPr>
        <p:spPr>
          <a:xfrm>
            <a:off x="6522120" y="4586400"/>
            <a:ext cx="127800" cy="261360"/>
          </a:xfrm>
          <a:custGeom>
            <a:avLst/>
            <a:gdLst/>
            <a:ahLst/>
            <a:rect l="0" t="0" r="r" b="b"/>
            <a:pathLst>
              <a:path w="355" h="726">
                <a:moveTo>
                  <a:pt x="8" y="274"/>
                </a:moveTo>
                <a:cubicBezTo>
                  <a:pt x="3" y="269"/>
                  <a:pt x="0" y="265"/>
                  <a:pt x="0" y="263"/>
                </a:cubicBezTo>
                <a:cubicBezTo>
                  <a:pt x="0" y="260"/>
                  <a:pt x="1" y="254"/>
                  <a:pt x="3" y="244"/>
                </a:cubicBezTo>
                <a:cubicBezTo>
                  <a:pt x="6" y="235"/>
                  <a:pt x="8" y="230"/>
                  <a:pt x="9" y="229"/>
                </a:cubicBezTo>
                <a:cubicBezTo>
                  <a:pt x="11" y="225"/>
                  <a:pt x="14" y="223"/>
                  <a:pt x="19" y="223"/>
                </a:cubicBezTo>
                <a:cubicBezTo>
                  <a:pt x="25" y="223"/>
                  <a:pt x="44" y="222"/>
                  <a:pt x="78" y="222"/>
                </a:cubicBezTo>
                <a:lnTo>
                  <a:pt x="139" y="222"/>
                </a:lnTo>
                <a:lnTo>
                  <a:pt x="160" y="131"/>
                </a:lnTo>
                <a:cubicBezTo>
                  <a:pt x="163" y="122"/>
                  <a:pt x="165" y="111"/>
                  <a:pt x="168" y="98"/>
                </a:cubicBezTo>
                <a:cubicBezTo>
                  <a:pt x="171" y="84"/>
                  <a:pt x="174" y="74"/>
                  <a:pt x="176" y="68"/>
                </a:cubicBezTo>
                <a:cubicBezTo>
                  <a:pt x="179" y="62"/>
                  <a:pt x="181" y="54"/>
                  <a:pt x="183" y="45"/>
                </a:cubicBezTo>
                <a:cubicBezTo>
                  <a:pt x="185" y="36"/>
                  <a:pt x="188" y="30"/>
                  <a:pt x="192" y="26"/>
                </a:cubicBezTo>
                <a:cubicBezTo>
                  <a:pt x="196" y="22"/>
                  <a:pt x="200" y="18"/>
                  <a:pt x="204" y="12"/>
                </a:cubicBezTo>
                <a:cubicBezTo>
                  <a:pt x="207" y="7"/>
                  <a:pt x="213" y="4"/>
                  <a:pt x="220" y="2"/>
                </a:cubicBezTo>
                <a:cubicBezTo>
                  <a:pt x="226" y="0"/>
                  <a:pt x="233" y="0"/>
                  <a:pt x="240" y="0"/>
                </a:cubicBezTo>
                <a:cubicBezTo>
                  <a:pt x="254" y="0"/>
                  <a:pt x="263" y="5"/>
                  <a:pt x="268" y="12"/>
                </a:cubicBezTo>
                <a:cubicBezTo>
                  <a:pt x="274" y="20"/>
                  <a:pt x="276" y="27"/>
                  <a:pt x="276" y="34"/>
                </a:cubicBezTo>
                <a:cubicBezTo>
                  <a:pt x="276" y="39"/>
                  <a:pt x="273" y="57"/>
                  <a:pt x="266" y="87"/>
                </a:cubicBezTo>
                <a:cubicBezTo>
                  <a:pt x="259" y="118"/>
                  <a:pt x="252" y="148"/>
                  <a:pt x="243" y="177"/>
                </a:cubicBezTo>
                <a:lnTo>
                  <a:pt x="232" y="219"/>
                </a:lnTo>
                <a:cubicBezTo>
                  <a:pt x="232" y="221"/>
                  <a:pt x="251" y="222"/>
                  <a:pt x="289" y="222"/>
                </a:cubicBezTo>
                <a:lnTo>
                  <a:pt x="347" y="222"/>
                </a:lnTo>
                <a:cubicBezTo>
                  <a:pt x="352" y="227"/>
                  <a:pt x="355" y="231"/>
                  <a:pt x="355" y="234"/>
                </a:cubicBezTo>
                <a:cubicBezTo>
                  <a:pt x="355" y="251"/>
                  <a:pt x="350" y="264"/>
                  <a:pt x="340" y="274"/>
                </a:cubicBezTo>
                <a:lnTo>
                  <a:pt x="218" y="274"/>
                </a:lnTo>
                <a:lnTo>
                  <a:pt x="177" y="439"/>
                </a:lnTo>
                <a:cubicBezTo>
                  <a:pt x="148" y="560"/>
                  <a:pt x="133" y="626"/>
                  <a:pt x="133" y="635"/>
                </a:cubicBezTo>
                <a:cubicBezTo>
                  <a:pt x="133" y="667"/>
                  <a:pt x="143" y="684"/>
                  <a:pt x="164" y="684"/>
                </a:cubicBezTo>
                <a:cubicBezTo>
                  <a:pt x="190" y="684"/>
                  <a:pt x="216" y="670"/>
                  <a:pt x="241" y="644"/>
                </a:cubicBezTo>
                <a:cubicBezTo>
                  <a:pt x="266" y="618"/>
                  <a:pt x="286" y="586"/>
                  <a:pt x="301" y="548"/>
                </a:cubicBezTo>
                <a:cubicBezTo>
                  <a:pt x="303" y="544"/>
                  <a:pt x="305" y="541"/>
                  <a:pt x="307" y="540"/>
                </a:cubicBezTo>
                <a:cubicBezTo>
                  <a:pt x="309" y="540"/>
                  <a:pt x="315" y="539"/>
                  <a:pt x="324" y="538"/>
                </a:cubicBezTo>
                <a:lnTo>
                  <a:pt x="329" y="538"/>
                </a:lnTo>
                <a:cubicBezTo>
                  <a:pt x="340" y="538"/>
                  <a:pt x="346" y="541"/>
                  <a:pt x="346" y="547"/>
                </a:cubicBezTo>
                <a:cubicBezTo>
                  <a:pt x="346" y="549"/>
                  <a:pt x="345" y="554"/>
                  <a:pt x="342" y="561"/>
                </a:cubicBezTo>
                <a:cubicBezTo>
                  <a:pt x="339" y="573"/>
                  <a:pt x="332" y="587"/>
                  <a:pt x="322" y="604"/>
                </a:cubicBezTo>
                <a:cubicBezTo>
                  <a:pt x="312" y="621"/>
                  <a:pt x="299" y="639"/>
                  <a:pt x="283" y="658"/>
                </a:cubicBezTo>
                <a:cubicBezTo>
                  <a:pt x="267" y="678"/>
                  <a:pt x="248" y="694"/>
                  <a:pt x="225" y="706"/>
                </a:cubicBezTo>
                <a:cubicBezTo>
                  <a:pt x="202" y="719"/>
                  <a:pt x="179" y="726"/>
                  <a:pt x="156" y="726"/>
                </a:cubicBezTo>
                <a:cubicBezTo>
                  <a:pt x="133" y="726"/>
                  <a:pt x="111" y="720"/>
                  <a:pt x="91" y="709"/>
                </a:cubicBezTo>
                <a:cubicBezTo>
                  <a:pt x="70" y="697"/>
                  <a:pt x="55" y="678"/>
                  <a:pt x="46" y="648"/>
                </a:cubicBezTo>
                <a:cubicBezTo>
                  <a:pt x="44" y="642"/>
                  <a:pt x="43" y="632"/>
                  <a:pt x="43" y="618"/>
                </a:cubicBezTo>
                <a:lnTo>
                  <a:pt x="43" y="597"/>
                </a:lnTo>
                <a:lnTo>
                  <a:pt x="84" y="438"/>
                </a:lnTo>
                <a:cubicBezTo>
                  <a:pt x="111" y="331"/>
                  <a:pt x="124" y="277"/>
                  <a:pt x="125" y="276"/>
                </a:cubicBezTo>
                <a:cubicBezTo>
                  <a:pt x="125" y="275"/>
                  <a:pt x="106" y="274"/>
                  <a:pt x="67" y="274"/>
                </a:cubicBezTo>
                <a:lnTo>
                  <a:pt x="8" y="274"/>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1048" name=""/>
          <p:cNvSpPr/>
          <p:nvPr/>
        </p:nvSpPr>
        <p:spPr>
          <a:xfrm>
            <a:off x="6684840" y="4535640"/>
            <a:ext cx="98280" cy="410040"/>
          </a:xfrm>
          <a:custGeom>
            <a:avLst/>
            <a:gdLst/>
            <a:ahLst/>
            <a:rect l="0" t="0" r="r" b="b"/>
            <a:pathLst>
              <a:path w="273" h="1139">
                <a:moveTo>
                  <a:pt x="6" y="1"/>
                </a:moveTo>
                <a:lnTo>
                  <a:pt x="10" y="0"/>
                </a:lnTo>
                <a:cubicBezTo>
                  <a:pt x="14" y="0"/>
                  <a:pt x="18" y="0"/>
                  <a:pt x="22" y="0"/>
                </a:cubicBezTo>
                <a:lnTo>
                  <a:pt x="35" y="0"/>
                </a:lnTo>
                <a:lnTo>
                  <a:pt x="68" y="27"/>
                </a:lnTo>
                <a:cubicBezTo>
                  <a:pt x="139" y="91"/>
                  <a:pt x="191" y="172"/>
                  <a:pt x="224" y="268"/>
                </a:cubicBezTo>
                <a:cubicBezTo>
                  <a:pt x="257" y="365"/>
                  <a:pt x="273" y="465"/>
                  <a:pt x="273" y="570"/>
                </a:cubicBezTo>
                <a:cubicBezTo>
                  <a:pt x="273" y="621"/>
                  <a:pt x="269" y="671"/>
                  <a:pt x="262" y="719"/>
                </a:cubicBezTo>
                <a:cubicBezTo>
                  <a:pt x="254" y="767"/>
                  <a:pt x="245" y="807"/>
                  <a:pt x="235" y="841"/>
                </a:cubicBezTo>
                <a:cubicBezTo>
                  <a:pt x="225" y="874"/>
                  <a:pt x="211" y="907"/>
                  <a:pt x="193" y="941"/>
                </a:cubicBezTo>
                <a:cubicBezTo>
                  <a:pt x="175" y="974"/>
                  <a:pt x="161" y="1000"/>
                  <a:pt x="150" y="1017"/>
                </a:cubicBezTo>
                <a:cubicBezTo>
                  <a:pt x="139" y="1034"/>
                  <a:pt x="124" y="1054"/>
                  <a:pt x="103" y="1075"/>
                </a:cubicBezTo>
                <a:cubicBezTo>
                  <a:pt x="83" y="1096"/>
                  <a:pt x="71" y="1109"/>
                  <a:pt x="67" y="1113"/>
                </a:cubicBezTo>
                <a:cubicBezTo>
                  <a:pt x="62" y="1116"/>
                  <a:pt x="53" y="1124"/>
                  <a:pt x="40" y="1134"/>
                </a:cubicBezTo>
                <a:cubicBezTo>
                  <a:pt x="37" y="1137"/>
                  <a:pt x="36" y="1138"/>
                  <a:pt x="35" y="1139"/>
                </a:cubicBezTo>
                <a:lnTo>
                  <a:pt x="22" y="1139"/>
                </a:lnTo>
                <a:cubicBezTo>
                  <a:pt x="15" y="1139"/>
                  <a:pt x="11" y="1139"/>
                  <a:pt x="9" y="1139"/>
                </a:cubicBezTo>
                <a:cubicBezTo>
                  <a:pt x="7" y="1139"/>
                  <a:pt x="5" y="1138"/>
                  <a:pt x="3" y="1135"/>
                </a:cubicBezTo>
                <a:cubicBezTo>
                  <a:pt x="2" y="1133"/>
                  <a:pt x="1" y="1130"/>
                  <a:pt x="0" y="1125"/>
                </a:cubicBezTo>
                <a:cubicBezTo>
                  <a:pt x="1" y="1124"/>
                  <a:pt x="5" y="1119"/>
                  <a:pt x="12" y="1110"/>
                </a:cubicBezTo>
                <a:cubicBezTo>
                  <a:pt x="131" y="988"/>
                  <a:pt x="190" y="808"/>
                  <a:pt x="190" y="570"/>
                </a:cubicBezTo>
                <a:cubicBezTo>
                  <a:pt x="190" y="330"/>
                  <a:pt x="131" y="150"/>
                  <a:pt x="12" y="28"/>
                </a:cubicBezTo>
                <a:cubicBezTo>
                  <a:pt x="5" y="19"/>
                  <a:pt x="1" y="14"/>
                  <a:pt x="0" y="13"/>
                </a:cubicBezTo>
                <a:cubicBezTo>
                  <a:pt x="0" y="7"/>
                  <a:pt x="2" y="3"/>
                  <a:pt x="6" y="1"/>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1049" name=""/>
          <p:cNvSpPr/>
          <p:nvPr/>
        </p:nvSpPr>
        <p:spPr>
          <a:xfrm>
            <a:off x="6836040" y="4371840"/>
            <a:ext cx="156600" cy="737640"/>
          </a:xfrm>
          <a:custGeom>
            <a:avLst/>
            <a:gdLst/>
            <a:ahLst/>
            <a:rect l="0" t="0" r="r" b="b"/>
            <a:pathLst>
              <a:path w="435" h="2049">
                <a:moveTo>
                  <a:pt x="0" y="14"/>
                </a:moveTo>
                <a:cubicBezTo>
                  <a:pt x="0" y="4"/>
                  <a:pt x="6" y="0"/>
                  <a:pt x="18" y="0"/>
                </a:cubicBezTo>
                <a:lnTo>
                  <a:pt x="24" y="0"/>
                </a:lnTo>
                <a:lnTo>
                  <a:pt x="39" y="0"/>
                </a:lnTo>
                <a:cubicBezTo>
                  <a:pt x="72" y="28"/>
                  <a:pt x="104" y="59"/>
                  <a:pt x="134" y="92"/>
                </a:cubicBezTo>
                <a:cubicBezTo>
                  <a:pt x="165" y="125"/>
                  <a:pt x="199" y="173"/>
                  <a:pt x="237" y="234"/>
                </a:cubicBezTo>
                <a:cubicBezTo>
                  <a:pt x="275" y="296"/>
                  <a:pt x="309" y="361"/>
                  <a:pt x="337" y="431"/>
                </a:cubicBezTo>
                <a:cubicBezTo>
                  <a:pt x="365" y="501"/>
                  <a:pt x="388" y="588"/>
                  <a:pt x="406" y="693"/>
                </a:cubicBezTo>
                <a:cubicBezTo>
                  <a:pt x="424" y="798"/>
                  <a:pt x="434" y="908"/>
                  <a:pt x="435" y="1024"/>
                </a:cubicBezTo>
                <a:cubicBezTo>
                  <a:pt x="435" y="1140"/>
                  <a:pt x="426" y="1251"/>
                  <a:pt x="406" y="1355"/>
                </a:cubicBezTo>
                <a:cubicBezTo>
                  <a:pt x="386" y="1459"/>
                  <a:pt x="363" y="1547"/>
                  <a:pt x="337" y="1617"/>
                </a:cubicBezTo>
                <a:cubicBezTo>
                  <a:pt x="310" y="1688"/>
                  <a:pt x="276" y="1753"/>
                  <a:pt x="237" y="1814"/>
                </a:cubicBezTo>
                <a:cubicBezTo>
                  <a:pt x="197" y="1875"/>
                  <a:pt x="163" y="1922"/>
                  <a:pt x="133" y="1956"/>
                </a:cubicBezTo>
                <a:cubicBezTo>
                  <a:pt x="103" y="1990"/>
                  <a:pt x="72" y="2021"/>
                  <a:pt x="39" y="2049"/>
                </a:cubicBezTo>
                <a:lnTo>
                  <a:pt x="24" y="2049"/>
                </a:lnTo>
                <a:cubicBezTo>
                  <a:pt x="14" y="2049"/>
                  <a:pt x="7" y="2048"/>
                  <a:pt x="4" y="2046"/>
                </a:cubicBezTo>
                <a:cubicBezTo>
                  <a:pt x="1" y="2045"/>
                  <a:pt x="0" y="2041"/>
                  <a:pt x="0" y="2035"/>
                </a:cubicBezTo>
                <a:cubicBezTo>
                  <a:pt x="23" y="2012"/>
                  <a:pt x="51" y="1978"/>
                  <a:pt x="85" y="1934"/>
                </a:cubicBezTo>
                <a:cubicBezTo>
                  <a:pt x="217" y="1758"/>
                  <a:pt x="296" y="1528"/>
                  <a:pt x="321" y="1246"/>
                </a:cubicBezTo>
                <a:cubicBezTo>
                  <a:pt x="327" y="1188"/>
                  <a:pt x="330" y="1113"/>
                  <a:pt x="330" y="1023"/>
                </a:cubicBezTo>
                <a:cubicBezTo>
                  <a:pt x="330" y="934"/>
                  <a:pt x="327" y="861"/>
                  <a:pt x="321" y="802"/>
                </a:cubicBezTo>
                <a:cubicBezTo>
                  <a:pt x="292" y="475"/>
                  <a:pt x="189" y="217"/>
                  <a:pt x="15" y="31"/>
                </a:cubicBezTo>
                <a:cubicBezTo>
                  <a:pt x="6" y="20"/>
                  <a:pt x="1" y="14"/>
                  <a:pt x="0" y="14"/>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1050" name=""/>
          <p:cNvSpPr txBox="1"/>
          <p:nvPr/>
        </p:nvSpPr>
        <p:spPr>
          <a:xfrm>
            <a:off x="1143000" y="4541400"/>
            <a:ext cx="334440" cy="334080"/>
          </a:xfrm>
          <a:prstGeom prst="rect">
            <a:avLst/>
          </a:prstGeom>
          <a:noFill/>
          <a:ln w="0">
            <a:noFill/>
          </a:ln>
        </p:spPr>
        <p:txBody>
          <a:bodyPr wrap="none" lIns="0" rIns="0" tIns="0" bIns="0" anchor="t">
            <a:spAutoFit/>
          </a:bodyPr>
          <a:p>
            <a:r>
              <a:rPr b="0" lang="zh-CN" sz="2620" strike="noStrike" u="none">
                <a:solidFill>
                  <a:srgbClr val="333333"/>
                </a:solidFill>
                <a:effectLst/>
                <a:uFillTx/>
                <a:latin typeface="NotoSansJP-Thin_"/>
                <a:ea typeface="NotoSansJP-Thin_"/>
              </a:rPr>
              <a:t>（</a:t>
            </a:r>
            <a:endParaRPr b="0" lang="en-US" sz="2620" strike="noStrike" u="none">
              <a:solidFill>
                <a:srgbClr val="000000"/>
              </a:solidFill>
              <a:effectLst/>
              <a:uFillTx/>
              <a:latin typeface="Times New Roman"/>
            </a:endParaRPr>
          </a:p>
        </p:txBody>
      </p:sp>
      <p:sp>
        <p:nvSpPr>
          <p:cNvPr id="1051" name=""/>
          <p:cNvSpPr txBox="1"/>
          <p:nvPr/>
        </p:nvSpPr>
        <p:spPr>
          <a:xfrm>
            <a:off x="7069320" y="4541400"/>
            <a:ext cx="334440" cy="334080"/>
          </a:xfrm>
          <a:prstGeom prst="rect">
            <a:avLst/>
          </a:prstGeom>
          <a:noFill/>
          <a:ln w="0">
            <a:noFill/>
          </a:ln>
        </p:spPr>
        <p:txBody>
          <a:bodyPr wrap="none" lIns="0" rIns="0" tIns="0" bIns="0" anchor="t">
            <a:spAutoFit/>
          </a:bodyPr>
          <a:p>
            <a:r>
              <a:rPr b="0" lang="zh-CN" sz="2620" strike="noStrike" u="none">
                <a:solidFill>
                  <a:srgbClr val="333333"/>
                </a:solidFill>
                <a:effectLst/>
                <a:uFillTx/>
                <a:latin typeface="NotoSansJP-Thin_"/>
                <a:ea typeface="NotoSansJP-Thin_"/>
              </a:rPr>
              <a:t>）</a:t>
            </a:r>
            <a:endParaRPr b="0" lang="en-US" sz="2620" strike="noStrike" u="none">
              <a:solidFill>
                <a:srgbClr val="000000"/>
              </a:solidFill>
              <a:effectLst/>
              <a:uFillTx/>
              <a:latin typeface="Times New Roman"/>
            </a:endParaRPr>
          </a:p>
        </p:txBody>
      </p:sp>
      <p:sp>
        <p:nvSpPr>
          <p:cNvPr id="1052" name=""/>
          <p:cNvSpPr/>
          <p:nvPr/>
        </p:nvSpPr>
        <p:spPr>
          <a:xfrm>
            <a:off x="770400" y="5400360"/>
            <a:ext cx="231840" cy="182520"/>
          </a:xfrm>
          <a:custGeom>
            <a:avLst/>
            <a:gdLst/>
            <a:ahLst/>
            <a:rect l="0" t="0" r="r" b="b"/>
            <a:pathLst>
              <a:path w="644" h="507">
                <a:moveTo>
                  <a:pt x="236" y="507"/>
                </a:moveTo>
                <a:cubicBezTo>
                  <a:pt x="224" y="504"/>
                  <a:pt x="184" y="503"/>
                  <a:pt x="115" y="503"/>
                </a:cubicBezTo>
                <a:cubicBezTo>
                  <a:pt x="52" y="503"/>
                  <a:pt x="17" y="504"/>
                  <a:pt x="8" y="507"/>
                </a:cubicBezTo>
                <a:lnTo>
                  <a:pt x="0" y="507"/>
                </a:lnTo>
                <a:lnTo>
                  <a:pt x="0" y="436"/>
                </a:lnTo>
                <a:lnTo>
                  <a:pt x="110" y="436"/>
                </a:lnTo>
                <a:lnTo>
                  <a:pt x="256" y="263"/>
                </a:lnTo>
                <a:lnTo>
                  <a:pt x="100" y="71"/>
                </a:lnTo>
                <a:lnTo>
                  <a:pt x="6" y="71"/>
                </a:lnTo>
                <a:lnTo>
                  <a:pt x="6" y="0"/>
                </a:lnTo>
                <a:lnTo>
                  <a:pt x="15" y="0"/>
                </a:lnTo>
                <a:cubicBezTo>
                  <a:pt x="26" y="3"/>
                  <a:pt x="68" y="4"/>
                  <a:pt x="140" y="4"/>
                </a:cubicBezTo>
                <a:cubicBezTo>
                  <a:pt x="219" y="4"/>
                  <a:pt x="265" y="3"/>
                  <a:pt x="279" y="0"/>
                </a:cubicBezTo>
                <a:lnTo>
                  <a:pt x="289" y="0"/>
                </a:lnTo>
                <a:lnTo>
                  <a:pt x="289" y="71"/>
                </a:lnTo>
                <a:lnTo>
                  <a:pt x="257" y="71"/>
                </a:lnTo>
                <a:lnTo>
                  <a:pt x="297" y="120"/>
                </a:lnTo>
                <a:cubicBezTo>
                  <a:pt x="323" y="152"/>
                  <a:pt x="336" y="168"/>
                  <a:pt x="337" y="168"/>
                </a:cubicBezTo>
                <a:cubicBezTo>
                  <a:pt x="340" y="168"/>
                  <a:pt x="354" y="151"/>
                  <a:pt x="380" y="118"/>
                </a:cubicBezTo>
                <a:lnTo>
                  <a:pt x="420" y="71"/>
                </a:lnTo>
                <a:lnTo>
                  <a:pt x="378" y="71"/>
                </a:lnTo>
                <a:lnTo>
                  <a:pt x="378" y="0"/>
                </a:lnTo>
                <a:lnTo>
                  <a:pt x="387" y="0"/>
                </a:lnTo>
                <a:cubicBezTo>
                  <a:pt x="398" y="3"/>
                  <a:pt x="438" y="4"/>
                  <a:pt x="508" y="4"/>
                </a:cubicBezTo>
                <a:cubicBezTo>
                  <a:pt x="569" y="4"/>
                  <a:pt x="604" y="3"/>
                  <a:pt x="613" y="0"/>
                </a:cubicBezTo>
                <a:lnTo>
                  <a:pt x="621" y="0"/>
                </a:lnTo>
                <a:lnTo>
                  <a:pt x="621" y="71"/>
                </a:lnTo>
                <a:lnTo>
                  <a:pt x="513" y="71"/>
                </a:lnTo>
                <a:lnTo>
                  <a:pt x="381" y="226"/>
                </a:lnTo>
                <a:lnTo>
                  <a:pt x="551" y="435"/>
                </a:lnTo>
                <a:lnTo>
                  <a:pt x="597" y="436"/>
                </a:lnTo>
                <a:lnTo>
                  <a:pt x="644" y="436"/>
                </a:lnTo>
                <a:lnTo>
                  <a:pt x="644" y="507"/>
                </a:lnTo>
                <a:lnTo>
                  <a:pt x="635" y="507"/>
                </a:lnTo>
                <a:cubicBezTo>
                  <a:pt x="624" y="504"/>
                  <a:pt x="582" y="503"/>
                  <a:pt x="511" y="503"/>
                </a:cubicBezTo>
                <a:cubicBezTo>
                  <a:pt x="432" y="503"/>
                  <a:pt x="386" y="504"/>
                  <a:pt x="372" y="507"/>
                </a:cubicBezTo>
                <a:lnTo>
                  <a:pt x="362" y="507"/>
                </a:lnTo>
                <a:lnTo>
                  <a:pt x="362" y="436"/>
                </a:lnTo>
                <a:lnTo>
                  <a:pt x="394" y="436"/>
                </a:lnTo>
                <a:cubicBezTo>
                  <a:pt x="394" y="435"/>
                  <a:pt x="379" y="416"/>
                  <a:pt x="348" y="378"/>
                </a:cubicBezTo>
                <a:cubicBezTo>
                  <a:pt x="318" y="341"/>
                  <a:pt x="302" y="322"/>
                  <a:pt x="302" y="320"/>
                </a:cubicBezTo>
                <a:lnTo>
                  <a:pt x="203" y="435"/>
                </a:lnTo>
                <a:lnTo>
                  <a:pt x="224" y="436"/>
                </a:lnTo>
                <a:lnTo>
                  <a:pt x="245" y="436"/>
                </a:lnTo>
                <a:lnTo>
                  <a:pt x="245" y="507"/>
                </a:lnTo>
                <a:lnTo>
                  <a:pt x="236" y="507"/>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1053" name=""/>
          <p:cNvSpPr/>
          <p:nvPr/>
        </p:nvSpPr>
        <p:spPr>
          <a:xfrm>
            <a:off x="1035360" y="5451120"/>
            <a:ext cx="122400" cy="199440"/>
          </a:xfrm>
          <a:custGeom>
            <a:avLst/>
            <a:gdLst/>
            <a:ahLst/>
            <a:rect l="0" t="0" r="r" b="b"/>
            <a:pathLst>
              <a:path w="340" h="554">
                <a:moveTo>
                  <a:pt x="46" y="65"/>
                </a:moveTo>
                <a:cubicBezTo>
                  <a:pt x="76" y="21"/>
                  <a:pt x="117" y="0"/>
                  <a:pt x="169" y="0"/>
                </a:cubicBezTo>
                <a:cubicBezTo>
                  <a:pt x="195" y="0"/>
                  <a:pt x="220" y="6"/>
                  <a:pt x="246" y="20"/>
                </a:cubicBezTo>
                <a:cubicBezTo>
                  <a:pt x="272" y="34"/>
                  <a:pt x="293" y="59"/>
                  <a:pt x="309" y="95"/>
                </a:cubicBezTo>
                <a:cubicBezTo>
                  <a:pt x="329" y="140"/>
                  <a:pt x="340" y="201"/>
                  <a:pt x="340" y="279"/>
                </a:cubicBezTo>
                <a:cubicBezTo>
                  <a:pt x="340" y="362"/>
                  <a:pt x="327" y="426"/>
                  <a:pt x="304" y="470"/>
                </a:cubicBezTo>
                <a:cubicBezTo>
                  <a:pt x="293" y="492"/>
                  <a:pt x="279" y="510"/>
                  <a:pt x="260" y="523"/>
                </a:cubicBezTo>
                <a:cubicBezTo>
                  <a:pt x="241" y="537"/>
                  <a:pt x="225" y="545"/>
                  <a:pt x="211" y="548"/>
                </a:cubicBezTo>
                <a:cubicBezTo>
                  <a:pt x="197" y="552"/>
                  <a:pt x="183" y="553"/>
                  <a:pt x="170" y="554"/>
                </a:cubicBezTo>
                <a:cubicBezTo>
                  <a:pt x="156" y="554"/>
                  <a:pt x="142" y="552"/>
                  <a:pt x="128" y="549"/>
                </a:cubicBezTo>
                <a:cubicBezTo>
                  <a:pt x="114" y="546"/>
                  <a:pt x="98" y="537"/>
                  <a:pt x="79" y="523"/>
                </a:cubicBezTo>
                <a:cubicBezTo>
                  <a:pt x="60" y="510"/>
                  <a:pt x="45" y="492"/>
                  <a:pt x="35" y="470"/>
                </a:cubicBezTo>
                <a:cubicBezTo>
                  <a:pt x="11" y="426"/>
                  <a:pt x="0" y="362"/>
                  <a:pt x="0" y="279"/>
                </a:cubicBezTo>
                <a:cubicBezTo>
                  <a:pt x="0" y="186"/>
                  <a:pt x="15" y="114"/>
                  <a:pt x="46" y="65"/>
                </a:cubicBezTo>
                <a:moveTo>
                  <a:pt x="227" y="55"/>
                </a:moveTo>
                <a:cubicBezTo>
                  <a:pt x="211" y="38"/>
                  <a:pt x="192" y="29"/>
                  <a:pt x="170" y="29"/>
                </a:cubicBezTo>
                <a:cubicBezTo>
                  <a:pt x="147" y="29"/>
                  <a:pt x="128" y="38"/>
                  <a:pt x="112" y="55"/>
                </a:cubicBezTo>
                <a:cubicBezTo>
                  <a:pt x="98" y="70"/>
                  <a:pt x="89" y="89"/>
                  <a:pt x="85" y="114"/>
                </a:cubicBezTo>
                <a:cubicBezTo>
                  <a:pt x="81" y="139"/>
                  <a:pt x="79" y="190"/>
                  <a:pt x="79" y="268"/>
                </a:cubicBezTo>
                <a:cubicBezTo>
                  <a:pt x="79" y="353"/>
                  <a:pt x="81" y="409"/>
                  <a:pt x="85" y="436"/>
                </a:cubicBezTo>
                <a:cubicBezTo>
                  <a:pt x="89" y="463"/>
                  <a:pt x="99" y="484"/>
                  <a:pt x="114" y="499"/>
                </a:cubicBezTo>
                <a:cubicBezTo>
                  <a:pt x="129" y="515"/>
                  <a:pt x="148" y="523"/>
                  <a:pt x="170" y="523"/>
                </a:cubicBezTo>
                <a:cubicBezTo>
                  <a:pt x="191" y="523"/>
                  <a:pt x="209" y="515"/>
                  <a:pt x="224" y="499"/>
                </a:cubicBezTo>
                <a:cubicBezTo>
                  <a:pt x="240" y="483"/>
                  <a:pt x="250" y="461"/>
                  <a:pt x="253" y="432"/>
                </a:cubicBezTo>
                <a:cubicBezTo>
                  <a:pt x="257" y="403"/>
                  <a:pt x="259" y="348"/>
                  <a:pt x="260" y="268"/>
                </a:cubicBezTo>
                <a:cubicBezTo>
                  <a:pt x="260" y="191"/>
                  <a:pt x="258" y="139"/>
                  <a:pt x="253" y="115"/>
                </a:cubicBezTo>
                <a:cubicBezTo>
                  <a:pt x="249" y="90"/>
                  <a:pt x="240" y="70"/>
                  <a:pt x="227" y="55"/>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1054" name=""/>
          <p:cNvSpPr txBox="1"/>
          <p:nvPr/>
        </p:nvSpPr>
        <p:spPr>
          <a:xfrm>
            <a:off x="374040" y="5280120"/>
            <a:ext cx="371880" cy="372240"/>
          </a:xfrm>
          <a:prstGeom prst="rect">
            <a:avLst/>
          </a:prstGeom>
          <a:noFill/>
          <a:ln w="0">
            <a:noFill/>
          </a:ln>
        </p:spPr>
        <p:txBody>
          <a:bodyPr wrap="none" lIns="0" rIns="0" tIns="0" bIns="0" anchor="t">
            <a:spAutoFit/>
          </a:bodyPr>
          <a:p>
            <a:r>
              <a:rPr b="0" lang="en-US" sz="2620" strike="noStrike" u="none">
                <a:solidFill>
                  <a:srgbClr val="333333"/>
                </a:solidFill>
                <a:effectLst/>
                <a:uFillTx/>
                <a:latin typeface="NotoSansJP-Thin_"/>
                <a:ea typeface="NotoSansJP-Thin_"/>
              </a:rPr>
              <a:t>3. </a:t>
            </a:r>
            <a:endParaRPr b="0" lang="en-US" sz="2620" strike="noStrike" u="none">
              <a:solidFill>
                <a:srgbClr val="000000"/>
              </a:solidFill>
              <a:effectLst/>
              <a:uFillTx/>
              <a:latin typeface="Times New Roman"/>
            </a:endParaRPr>
          </a:p>
        </p:txBody>
      </p:sp>
      <p:sp>
        <p:nvSpPr>
          <p:cNvPr id="1055" name=""/>
          <p:cNvSpPr/>
          <p:nvPr/>
        </p:nvSpPr>
        <p:spPr>
          <a:xfrm>
            <a:off x="0" y="0"/>
            <a:ext cx="12192120" cy="667080"/>
          </a:xfrm>
          <a:custGeom>
            <a:avLst/>
            <a:gdLst/>
            <a:ahLst/>
            <a:rect l="0" t="0" r="r" b="b"/>
            <a:pathLst>
              <a:path w="33867" h="1853">
                <a:moveTo>
                  <a:pt x="0" y="0"/>
                </a:moveTo>
                <a:lnTo>
                  <a:pt x="33867" y="0"/>
                </a:lnTo>
                <a:lnTo>
                  <a:pt x="33867" y="1853"/>
                </a:lnTo>
                <a:lnTo>
                  <a:pt x="0" y="1853"/>
                </a:lnTo>
                <a:lnTo>
                  <a:pt x="0" y="0"/>
                </a:lnTo>
                <a:close/>
              </a:path>
            </a:pathLst>
          </a:custGeom>
          <a:solidFill>
            <a:srgbClr val="800000"/>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1056" name=""/>
          <p:cNvSpPr txBox="1"/>
          <p:nvPr/>
        </p:nvSpPr>
        <p:spPr>
          <a:xfrm>
            <a:off x="1189440" y="5280120"/>
            <a:ext cx="1836360" cy="334080"/>
          </a:xfrm>
          <a:prstGeom prst="rect">
            <a:avLst/>
          </a:prstGeom>
          <a:noFill/>
          <a:ln w="0">
            <a:noFill/>
          </a:ln>
        </p:spPr>
        <p:txBody>
          <a:bodyPr wrap="none" lIns="0" rIns="0" tIns="0" bIns="0" anchor="t">
            <a:spAutoFit/>
          </a:bodyPr>
          <a:p>
            <a:r>
              <a:rPr b="0" lang="en-US" sz="2620" strike="noStrike" u="none">
                <a:solidFill>
                  <a:srgbClr val="333333"/>
                </a:solidFill>
                <a:effectLst/>
                <a:uFillTx/>
                <a:latin typeface="NotoSansJP-Thin_"/>
                <a:ea typeface="NotoSansJP-Thin_"/>
              </a:rPr>
              <a:t> が生成画像</a:t>
            </a:r>
            <a:endParaRPr b="0" lang="en-US" sz="2620" strike="noStrike" u="none">
              <a:solidFill>
                <a:srgbClr val="000000"/>
              </a:solidFill>
              <a:effectLst/>
              <a:uFillTx/>
              <a:latin typeface="Times New Roman"/>
            </a:endParaRPr>
          </a:p>
        </p:txBody>
      </p:sp>
      <p:sp>
        <p:nvSpPr>
          <p:cNvPr id="1057" name=""/>
          <p:cNvSpPr txBox="1"/>
          <p:nvPr/>
        </p:nvSpPr>
        <p:spPr>
          <a:xfrm>
            <a:off x="237960" y="174600"/>
            <a:ext cx="4061880" cy="372240"/>
          </a:xfrm>
          <a:prstGeom prst="rect">
            <a:avLst/>
          </a:prstGeom>
          <a:noFill/>
          <a:ln w="0">
            <a:noFill/>
          </a:ln>
        </p:spPr>
        <p:txBody>
          <a:bodyPr wrap="none" lIns="0" rIns="0" tIns="0" bIns="0" anchor="t">
            <a:spAutoFit/>
          </a:bodyPr>
          <a:p>
            <a:r>
              <a:rPr b="1" lang="en-US" sz="2620" strike="noStrike" u="none">
                <a:solidFill>
                  <a:srgbClr val="ffffff"/>
                </a:solidFill>
                <a:effectLst/>
                <a:uFillTx/>
                <a:latin typeface="NotoSansJP-Thin_"/>
                <a:ea typeface="NotoSansJP-Thin_"/>
              </a:rPr>
              <a:t>4.2. </a:t>
            </a:r>
            <a:r>
              <a:rPr b="1" lang="zh-CN" sz="2620" strike="noStrike" u="none">
                <a:solidFill>
                  <a:srgbClr val="ffffff"/>
                </a:solidFill>
                <a:effectLst/>
                <a:uFillTx/>
                <a:latin typeface="NotoSansJP-Thin_"/>
                <a:ea typeface="NotoSansJP-Thin_"/>
              </a:rPr>
              <a:t>サンプリング（生成）</a:t>
            </a:r>
            <a:endParaRPr b="0" lang="en-US" sz="2620" strike="noStrike" u="none">
              <a:solidFill>
                <a:srgbClr val="000000"/>
              </a:solidFill>
              <a:effectLst/>
              <a:uFillTx/>
              <a:latin typeface="Times New Roman"/>
            </a:endParaRPr>
          </a:p>
        </p:txBody>
      </p:sp>
      <p:sp>
        <p:nvSpPr>
          <p:cNvPr id="1058" name=""/>
          <p:cNvSpPr txBox="1"/>
          <p:nvPr/>
        </p:nvSpPr>
        <p:spPr>
          <a:xfrm>
            <a:off x="11161800" y="6397560"/>
            <a:ext cx="668160" cy="297720"/>
          </a:xfrm>
          <a:prstGeom prst="rect">
            <a:avLst/>
          </a:prstGeom>
          <a:noFill/>
          <a:ln w="0">
            <a:noFill/>
          </a:ln>
        </p:spPr>
        <p:txBody>
          <a:bodyPr wrap="none" lIns="0" rIns="0" tIns="0" bIns="0" anchor="t">
            <a:spAutoFit/>
          </a:bodyPr>
          <a:p>
            <a:r>
              <a:rPr b="1" lang="en-US" sz="2100" strike="noStrike" u="none">
                <a:solidFill>
                  <a:srgbClr val="333333"/>
                </a:solidFill>
                <a:effectLst/>
                <a:uFillTx/>
                <a:latin typeface="NotoSansJP-Thin_"/>
                <a:ea typeface="NotoSansJP-Thin_"/>
              </a:rPr>
              <a:t>18/24</a:t>
            </a:r>
            <a:endParaRPr b="0" lang="en-US" sz="2100" strike="noStrike" u="non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59"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1060"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1061"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1062" name=""/>
          <p:cNvSpPr/>
          <p:nvPr/>
        </p:nvSpPr>
        <p:spPr>
          <a:xfrm>
            <a:off x="438120" y="1819080"/>
            <a:ext cx="133560" cy="133560"/>
          </a:xfrm>
          <a:custGeom>
            <a:avLst/>
            <a:gdLst/>
            <a:ahLst/>
            <a:rect l="0" t="0" r="r" b="b"/>
            <a:pathLst>
              <a:path w="371" h="371">
                <a:moveTo>
                  <a:pt x="371" y="185"/>
                </a:moveTo>
                <a:cubicBezTo>
                  <a:pt x="371" y="197"/>
                  <a:pt x="370" y="209"/>
                  <a:pt x="367" y="221"/>
                </a:cubicBezTo>
                <a:cubicBezTo>
                  <a:pt x="365" y="233"/>
                  <a:pt x="362" y="245"/>
                  <a:pt x="357" y="256"/>
                </a:cubicBezTo>
                <a:cubicBezTo>
                  <a:pt x="352" y="267"/>
                  <a:pt x="347" y="278"/>
                  <a:pt x="340" y="288"/>
                </a:cubicBezTo>
                <a:cubicBezTo>
                  <a:pt x="333" y="298"/>
                  <a:pt x="325" y="308"/>
                  <a:pt x="317" y="317"/>
                </a:cubicBezTo>
                <a:cubicBezTo>
                  <a:pt x="308" y="326"/>
                  <a:pt x="299" y="333"/>
                  <a:pt x="289" y="340"/>
                </a:cubicBezTo>
                <a:cubicBezTo>
                  <a:pt x="279" y="347"/>
                  <a:pt x="268" y="353"/>
                  <a:pt x="257" y="357"/>
                </a:cubicBezTo>
                <a:cubicBezTo>
                  <a:pt x="245" y="362"/>
                  <a:pt x="234" y="366"/>
                  <a:pt x="222" y="368"/>
                </a:cubicBezTo>
                <a:cubicBezTo>
                  <a:pt x="210" y="370"/>
                  <a:pt x="198" y="371"/>
                  <a:pt x="186" y="371"/>
                </a:cubicBezTo>
                <a:cubicBezTo>
                  <a:pt x="174" y="371"/>
                  <a:pt x="162" y="370"/>
                  <a:pt x="150" y="368"/>
                </a:cubicBezTo>
                <a:cubicBezTo>
                  <a:pt x="138" y="366"/>
                  <a:pt x="126" y="362"/>
                  <a:pt x="115" y="357"/>
                </a:cubicBezTo>
                <a:cubicBezTo>
                  <a:pt x="104" y="353"/>
                  <a:pt x="93" y="347"/>
                  <a:pt x="83" y="340"/>
                </a:cubicBezTo>
                <a:cubicBezTo>
                  <a:pt x="72" y="333"/>
                  <a:pt x="62" y="326"/>
                  <a:pt x="54" y="317"/>
                </a:cubicBezTo>
                <a:cubicBezTo>
                  <a:pt x="45" y="308"/>
                  <a:pt x="38" y="298"/>
                  <a:pt x="31" y="288"/>
                </a:cubicBezTo>
                <a:cubicBezTo>
                  <a:pt x="24" y="278"/>
                  <a:pt x="18" y="267"/>
                  <a:pt x="14" y="256"/>
                </a:cubicBezTo>
                <a:cubicBezTo>
                  <a:pt x="9" y="245"/>
                  <a:pt x="6" y="233"/>
                  <a:pt x="3" y="221"/>
                </a:cubicBezTo>
                <a:cubicBezTo>
                  <a:pt x="1" y="209"/>
                  <a:pt x="0" y="197"/>
                  <a:pt x="0" y="185"/>
                </a:cubicBezTo>
                <a:cubicBezTo>
                  <a:pt x="0" y="173"/>
                  <a:pt x="1" y="161"/>
                  <a:pt x="3" y="149"/>
                </a:cubicBezTo>
                <a:cubicBezTo>
                  <a:pt x="6" y="137"/>
                  <a:pt x="9" y="126"/>
                  <a:pt x="14" y="114"/>
                </a:cubicBezTo>
                <a:cubicBezTo>
                  <a:pt x="18" y="103"/>
                  <a:pt x="24" y="92"/>
                  <a:pt x="31" y="82"/>
                </a:cubicBezTo>
                <a:cubicBezTo>
                  <a:pt x="38" y="72"/>
                  <a:pt x="45" y="63"/>
                  <a:pt x="54" y="54"/>
                </a:cubicBezTo>
                <a:cubicBezTo>
                  <a:pt x="62" y="46"/>
                  <a:pt x="72" y="38"/>
                  <a:pt x="83" y="31"/>
                </a:cubicBezTo>
                <a:cubicBezTo>
                  <a:pt x="93" y="24"/>
                  <a:pt x="104" y="19"/>
                  <a:pt x="115" y="14"/>
                </a:cubicBezTo>
                <a:cubicBezTo>
                  <a:pt x="126" y="9"/>
                  <a:pt x="138" y="6"/>
                  <a:pt x="150" y="4"/>
                </a:cubicBezTo>
                <a:cubicBezTo>
                  <a:pt x="162" y="1"/>
                  <a:pt x="174" y="0"/>
                  <a:pt x="186" y="0"/>
                </a:cubicBezTo>
                <a:cubicBezTo>
                  <a:pt x="198" y="0"/>
                  <a:pt x="210" y="1"/>
                  <a:pt x="222" y="4"/>
                </a:cubicBezTo>
                <a:cubicBezTo>
                  <a:pt x="234" y="6"/>
                  <a:pt x="245" y="9"/>
                  <a:pt x="257" y="14"/>
                </a:cubicBezTo>
                <a:cubicBezTo>
                  <a:pt x="268" y="19"/>
                  <a:pt x="279" y="24"/>
                  <a:pt x="289" y="31"/>
                </a:cubicBezTo>
                <a:cubicBezTo>
                  <a:pt x="299" y="38"/>
                  <a:pt x="308" y="46"/>
                  <a:pt x="317" y="54"/>
                </a:cubicBezTo>
                <a:cubicBezTo>
                  <a:pt x="325" y="63"/>
                  <a:pt x="333" y="72"/>
                  <a:pt x="340" y="82"/>
                </a:cubicBezTo>
                <a:cubicBezTo>
                  <a:pt x="347" y="92"/>
                  <a:pt x="352" y="103"/>
                  <a:pt x="357" y="114"/>
                </a:cubicBezTo>
                <a:cubicBezTo>
                  <a:pt x="362" y="126"/>
                  <a:pt x="365" y="137"/>
                  <a:pt x="367" y="149"/>
                </a:cubicBezTo>
                <a:cubicBezTo>
                  <a:pt x="370" y="161"/>
                  <a:pt x="371" y="173"/>
                  <a:pt x="371" y="185"/>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1063" name=""/>
          <p:cNvSpPr txBox="1"/>
          <p:nvPr/>
        </p:nvSpPr>
        <p:spPr>
          <a:xfrm>
            <a:off x="380880" y="927000"/>
            <a:ext cx="4628880" cy="372240"/>
          </a:xfrm>
          <a:prstGeom prst="rect">
            <a:avLst/>
          </a:prstGeom>
          <a:noFill/>
          <a:ln w="0">
            <a:noFill/>
          </a:ln>
        </p:spPr>
        <p:txBody>
          <a:bodyPr wrap="none" lIns="0" rIns="0" tIns="0" bIns="0" anchor="t">
            <a:spAutoFit/>
          </a:bodyPr>
          <a:p>
            <a:r>
              <a:rPr b="1" lang="zh-CN" sz="2620" strike="noStrike" u="none">
                <a:solidFill>
                  <a:srgbClr val="333333"/>
                </a:solidFill>
                <a:effectLst/>
                <a:uFillTx/>
                <a:latin typeface="NotoSansJP-Thin_"/>
                <a:ea typeface="NotoSansJP-Thin_"/>
              </a:rPr>
              <a:t>生成結果 </a:t>
            </a:r>
            <a:r>
              <a:rPr b="1" lang="en-US" sz="2620" strike="noStrike" u="none">
                <a:solidFill>
                  <a:srgbClr val="333333"/>
                </a:solidFill>
                <a:effectLst/>
                <a:uFillTx/>
                <a:latin typeface="NotoSansJP-Thin_"/>
                <a:ea typeface="NotoSansJP-Thin_"/>
              </a:rPr>
              <a:t>(CIFAR-10, CelebA)</a:t>
            </a:r>
            <a:endParaRPr b="0" lang="en-US" sz="2620" strike="noStrike" u="none">
              <a:solidFill>
                <a:srgbClr val="000000"/>
              </a:solidFill>
              <a:effectLst/>
              <a:uFillTx/>
              <a:latin typeface="Times New Roman"/>
            </a:endParaRPr>
          </a:p>
        </p:txBody>
      </p:sp>
      <p:sp>
        <p:nvSpPr>
          <p:cNvPr id="1064" name=""/>
          <p:cNvSpPr/>
          <p:nvPr/>
        </p:nvSpPr>
        <p:spPr>
          <a:xfrm>
            <a:off x="847440" y="2342880"/>
            <a:ext cx="114840" cy="114840"/>
          </a:xfrm>
          <a:custGeom>
            <a:avLst/>
            <a:gdLst/>
            <a:ahLst/>
            <a:rect l="0" t="0" r="r" b="b"/>
            <a:pathLst>
              <a:path w="319" h="319">
                <a:moveTo>
                  <a:pt x="319" y="159"/>
                </a:moveTo>
                <a:cubicBezTo>
                  <a:pt x="319" y="169"/>
                  <a:pt x="318" y="180"/>
                  <a:pt x="316" y="190"/>
                </a:cubicBezTo>
                <a:cubicBezTo>
                  <a:pt x="314" y="200"/>
                  <a:pt x="311" y="210"/>
                  <a:pt x="307" y="220"/>
                </a:cubicBezTo>
                <a:cubicBezTo>
                  <a:pt x="303" y="229"/>
                  <a:pt x="298" y="239"/>
                  <a:pt x="292" y="247"/>
                </a:cubicBezTo>
                <a:cubicBezTo>
                  <a:pt x="286" y="256"/>
                  <a:pt x="280" y="264"/>
                  <a:pt x="272" y="271"/>
                </a:cubicBezTo>
                <a:cubicBezTo>
                  <a:pt x="265" y="279"/>
                  <a:pt x="257" y="285"/>
                  <a:pt x="248" y="291"/>
                </a:cubicBezTo>
                <a:cubicBezTo>
                  <a:pt x="240" y="297"/>
                  <a:pt x="230" y="302"/>
                  <a:pt x="221" y="306"/>
                </a:cubicBezTo>
                <a:cubicBezTo>
                  <a:pt x="211" y="311"/>
                  <a:pt x="201" y="314"/>
                  <a:pt x="191" y="316"/>
                </a:cubicBezTo>
                <a:cubicBezTo>
                  <a:pt x="181" y="318"/>
                  <a:pt x="170" y="319"/>
                  <a:pt x="160" y="319"/>
                </a:cubicBezTo>
                <a:cubicBezTo>
                  <a:pt x="150" y="319"/>
                  <a:pt x="139" y="318"/>
                  <a:pt x="129" y="316"/>
                </a:cubicBezTo>
                <a:cubicBezTo>
                  <a:pt x="119" y="314"/>
                  <a:pt x="109" y="311"/>
                  <a:pt x="99" y="306"/>
                </a:cubicBezTo>
                <a:cubicBezTo>
                  <a:pt x="90" y="302"/>
                  <a:pt x="81" y="297"/>
                  <a:pt x="72" y="291"/>
                </a:cubicBezTo>
                <a:cubicBezTo>
                  <a:pt x="63" y="285"/>
                  <a:pt x="55" y="279"/>
                  <a:pt x="48" y="271"/>
                </a:cubicBezTo>
                <a:cubicBezTo>
                  <a:pt x="40" y="264"/>
                  <a:pt x="34" y="256"/>
                  <a:pt x="28" y="247"/>
                </a:cubicBezTo>
                <a:cubicBezTo>
                  <a:pt x="21" y="239"/>
                  <a:pt x="16" y="229"/>
                  <a:pt x="12" y="220"/>
                </a:cubicBezTo>
                <a:cubicBezTo>
                  <a:pt x="8" y="210"/>
                  <a:pt x="5" y="200"/>
                  <a:pt x="3" y="190"/>
                </a:cubicBezTo>
                <a:cubicBezTo>
                  <a:pt x="1" y="180"/>
                  <a:pt x="0" y="169"/>
                  <a:pt x="0" y="159"/>
                </a:cubicBezTo>
                <a:cubicBezTo>
                  <a:pt x="0" y="149"/>
                  <a:pt x="1" y="138"/>
                  <a:pt x="3" y="128"/>
                </a:cubicBezTo>
                <a:cubicBezTo>
                  <a:pt x="5" y="118"/>
                  <a:pt x="8" y="108"/>
                  <a:pt x="12" y="98"/>
                </a:cubicBezTo>
                <a:cubicBezTo>
                  <a:pt x="16" y="89"/>
                  <a:pt x="21" y="79"/>
                  <a:pt x="28" y="71"/>
                </a:cubicBezTo>
                <a:cubicBezTo>
                  <a:pt x="34" y="62"/>
                  <a:pt x="40" y="54"/>
                  <a:pt x="48" y="47"/>
                </a:cubicBezTo>
                <a:cubicBezTo>
                  <a:pt x="55" y="39"/>
                  <a:pt x="63" y="33"/>
                  <a:pt x="72" y="27"/>
                </a:cubicBezTo>
                <a:cubicBezTo>
                  <a:pt x="81" y="21"/>
                  <a:pt x="90" y="16"/>
                  <a:pt x="99" y="12"/>
                </a:cubicBezTo>
                <a:cubicBezTo>
                  <a:pt x="109" y="8"/>
                  <a:pt x="119" y="5"/>
                  <a:pt x="129" y="3"/>
                </a:cubicBezTo>
                <a:cubicBezTo>
                  <a:pt x="139" y="1"/>
                  <a:pt x="150" y="0"/>
                  <a:pt x="160" y="0"/>
                </a:cubicBezTo>
                <a:cubicBezTo>
                  <a:pt x="170" y="0"/>
                  <a:pt x="181" y="1"/>
                  <a:pt x="191" y="3"/>
                </a:cubicBezTo>
                <a:cubicBezTo>
                  <a:pt x="201" y="5"/>
                  <a:pt x="211" y="8"/>
                  <a:pt x="221" y="12"/>
                </a:cubicBezTo>
                <a:cubicBezTo>
                  <a:pt x="230" y="16"/>
                  <a:pt x="240" y="21"/>
                  <a:pt x="248" y="27"/>
                </a:cubicBezTo>
                <a:cubicBezTo>
                  <a:pt x="257" y="33"/>
                  <a:pt x="265" y="39"/>
                  <a:pt x="272" y="47"/>
                </a:cubicBezTo>
                <a:cubicBezTo>
                  <a:pt x="280" y="54"/>
                  <a:pt x="286" y="62"/>
                  <a:pt x="292" y="71"/>
                </a:cubicBezTo>
                <a:cubicBezTo>
                  <a:pt x="298" y="79"/>
                  <a:pt x="303" y="89"/>
                  <a:pt x="307" y="98"/>
                </a:cubicBezTo>
                <a:cubicBezTo>
                  <a:pt x="311" y="108"/>
                  <a:pt x="314" y="118"/>
                  <a:pt x="316" y="128"/>
                </a:cubicBezTo>
                <a:cubicBezTo>
                  <a:pt x="318" y="138"/>
                  <a:pt x="319" y="149"/>
                  <a:pt x="319" y="159"/>
                </a:cubicBezTo>
                <a:close/>
              </a:path>
            </a:pathLst>
          </a:custGeom>
          <a:noFill/>
          <a:ln w="9360">
            <a:solidFill>
              <a:srgbClr val="333333"/>
            </a:solidFill>
            <a:miter/>
          </a:ln>
        </p:spPr>
        <p:txBody>
          <a:bodyPr lIns="4680" rIns="4680" tIns="4680" bIns="4680" anchor="t">
            <a:noAutofit/>
          </a:bodyPr>
          <a:p>
            <a:endParaRPr b="0" lang="en-US" sz="2400" strike="noStrike" u="none">
              <a:solidFill>
                <a:srgbClr val="000000"/>
              </a:solidFill>
              <a:effectLst/>
              <a:uFillTx/>
              <a:latin typeface="Times New Roman"/>
            </a:endParaRPr>
          </a:p>
        </p:txBody>
      </p:sp>
      <p:sp>
        <p:nvSpPr>
          <p:cNvPr id="1065" name=""/>
          <p:cNvSpPr txBox="1"/>
          <p:nvPr/>
        </p:nvSpPr>
        <p:spPr>
          <a:xfrm>
            <a:off x="762120" y="1708200"/>
            <a:ext cx="8915040" cy="372240"/>
          </a:xfrm>
          <a:prstGeom prst="rect">
            <a:avLst/>
          </a:prstGeom>
          <a:noFill/>
          <a:ln w="0">
            <a:noFill/>
          </a:ln>
        </p:spPr>
        <p:txBody>
          <a:bodyPr wrap="none" lIns="0" rIns="0" tIns="0" bIns="0" anchor="t">
            <a:spAutoFit/>
          </a:bodyPr>
          <a:p>
            <a:r>
              <a:rPr b="0" lang="zh-CN" sz="2620" strike="noStrike" u="none">
                <a:solidFill>
                  <a:srgbClr val="333333"/>
                </a:solidFill>
                <a:effectLst/>
                <a:uFillTx/>
                <a:latin typeface="NotoSansJP-Thin_"/>
                <a:ea typeface="NotoSansJP-Thin_"/>
              </a:rPr>
              <a:t>評価指標</a:t>
            </a:r>
            <a:r>
              <a:rPr b="0" lang="en-US" sz="2620" strike="noStrike" u="none">
                <a:solidFill>
                  <a:srgbClr val="333333"/>
                </a:solidFill>
                <a:effectLst/>
                <a:uFillTx/>
                <a:latin typeface="NotoSansJP-Thin_"/>
                <a:ea typeface="NotoSansJP-Thin_"/>
              </a:rPr>
              <a:t>: FID (Fréchet Inception Distance), Inception Score</a:t>
            </a:r>
            <a:endParaRPr b="0" lang="en-US" sz="2620" strike="noStrike" u="none">
              <a:solidFill>
                <a:srgbClr val="000000"/>
              </a:solidFill>
              <a:effectLst/>
              <a:uFillTx/>
              <a:latin typeface="Times New Roman"/>
            </a:endParaRPr>
          </a:p>
        </p:txBody>
      </p:sp>
      <p:sp>
        <p:nvSpPr>
          <p:cNvPr id="1066" name=""/>
          <p:cNvSpPr/>
          <p:nvPr/>
        </p:nvSpPr>
        <p:spPr>
          <a:xfrm>
            <a:off x="438120" y="2866680"/>
            <a:ext cx="133560" cy="133920"/>
          </a:xfrm>
          <a:custGeom>
            <a:avLst/>
            <a:gdLst/>
            <a:ahLst/>
            <a:rect l="0" t="0" r="r" b="b"/>
            <a:pathLst>
              <a:path w="371" h="372">
                <a:moveTo>
                  <a:pt x="371" y="186"/>
                </a:moveTo>
                <a:cubicBezTo>
                  <a:pt x="371" y="198"/>
                  <a:pt x="370" y="210"/>
                  <a:pt x="367" y="222"/>
                </a:cubicBezTo>
                <a:cubicBezTo>
                  <a:pt x="365" y="234"/>
                  <a:pt x="362" y="245"/>
                  <a:pt x="357" y="257"/>
                </a:cubicBezTo>
                <a:cubicBezTo>
                  <a:pt x="352" y="268"/>
                  <a:pt x="347" y="278"/>
                  <a:pt x="340" y="289"/>
                </a:cubicBezTo>
                <a:cubicBezTo>
                  <a:pt x="333" y="299"/>
                  <a:pt x="325" y="308"/>
                  <a:pt x="317" y="317"/>
                </a:cubicBezTo>
                <a:cubicBezTo>
                  <a:pt x="308" y="325"/>
                  <a:pt x="299" y="333"/>
                  <a:pt x="289" y="340"/>
                </a:cubicBezTo>
                <a:cubicBezTo>
                  <a:pt x="279" y="346"/>
                  <a:pt x="268" y="352"/>
                  <a:pt x="257" y="357"/>
                </a:cubicBezTo>
                <a:cubicBezTo>
                  <a:pt x="245" y="361"/>
                  <a:pt x="234" y="366"/>
                  <a:pt x="222" y="368"/>
                </a:cubicBezTo>
                <a:cubicBezTo>
                  <a:pt x="210" y="371"/>
                  <a:pt x="198" y="372"/>
                  <a:pt x="186" y="372"/>
                </a:cubicBezTo>
                <a:cubicBezTo>
                  <a:pt x="174" y="372"/>
                  <a:pt x="162" y="371"/>
                  <a:pt x="150" y="368"/>
                </a:cubicBezTo>
                <a:cubicBezTo>
                  <a:pt x="138" y="366"/>
                  <a:pt x="126" y="361"/>
                  <a:pt x="115" y="357"/>
                </a:cubicBezTo>
                <a:cubicBezTo>
                  <a:pt x="104" y="352"/>
                  <a:pt x="93" y="346"/>
                  <a:pt x="83" y="340"/>
                </a:cubicBezTo>
                <a:cubicBezTo>
                  <a:pt x="72" y="333"/>
                  <a:pt x="62" y="325"/>
                  <a:pt x="54" y="317"/>
                </a:cubicBezTo>
                <a:cubicBezTo>
                  <a:pt x="45" y="308"/>
                  <a:pt x="38" y="299"/>
                  <a:pt x="31" y="289"/>
                </a:cubicBezTo>
                <a:cubicBezTo>
                  <a:pt x="24" y="278"/>
                  <a:pt x="18" y="268"/>
                  <a:pt x="14" y="257"/>
                </a:cubicBezTo>
                <a:cubicBezTo>
                  <a:pt x="9" y="245"/>
                  <a:pt x="6" y="234"/>
                  <a:pt x="3" y="222"/>
                </a:cubicBezTo>
                <a:cubicBezTo>
                  <a:pt x="1" y="210"/>
                  <a:pt x="0" y="198"/>
                  <a:pt x="0" y="186"/>
                </a:cubicBezTo>
                <a:cubicBezTo>
                  <a:pt x="0" y="174"/>
                  <a:pt x="1" y="161"/>
                  <a:pt x="3" y="150"/>
                </a:cubicBezTo>
                <a:cubicBezTo>
                  <a:pt x="6" y="138"/>
                  <a:pt x="9" y="126"/>
                  <a:pt x="14" y="115"/>
                </a:cubicBezTo>
                <a:cubicBezTo>
                  <a:pt x="18" y="104"/>
                  <a:pt x="24" y="93"/>
                  <a:pt x="31" y="83"/>
                </a:cubicBezTo>
                <a:cubicBezTo>
                  <a:pt x="38" y="73"/>
                  <a:pt x="45" y="63"/>
                  <a:pt x="54" y="55"/>
                </a:cubicBezTo>
                <a:cubicBezTo>
                  <a:pt x="62" y="46"/>
                  <a:pt x="72" y="38"/>
                  <a:pt x="83" y="32"/>
                </a:cubicBezTo>
                <a:cubicBezTo>
                  <a:pt x="93" y="25"/>
                  <a:pt x="104" y="19"/>
                  <a:pt x="115" y="15"/>
                </a:cubicBezTo>
                <a:cubicBezTo>
                  <a:pt x="126" y="10"/>
                  <a:pt x="138" y="6"/>
                  <a:pt x="150" y="4"/>
                </a:cubicBezTo>
                <a:cubicBezTo>
                  <a:pt x="162" y="2"/>
                  <a:pt x="174" y="0"/>
                  <a:pt x="186" y="0"/>
                </a:cubicBezTo>
                <a:cubicBezTo>
                  <a:pt x="198" y="0"/>
                  <a:pt x="210" y="2"/>
                  <a:pt x="222" y="4"/>
                </a:cubicBezTo>
                <a:cubicBezTo>
                  <a:pt x="234" y="6"/>
                  <a:pt x="245" y="10"/>
                  <a:pt x="257" y="15"/>
                </a:cubicBezTo>
                <a:cubicBezTo>
                  <a:pt x="268" y="19"/>
                  <a:pt x="279" y="25"/>
                  <a:pt x="289" y="32"/>
                </a:cubicBezTo>
                <a:cubicBezTo>
                  <a:pt x="299" y="38"/>
                  <a:pt x="308" y="46"/>
                  <a:pt x="317" y="55"/>
                </a:cubicBezTo>
                <a:cubicBezTo>
                  <a:pt x="325" y="63"/>
                  <a:pt x="333" y="73"/>
                  <a:pt x="340" y="83"/>
                </a:cubicBezTo>
                <a:cubicBezTo>
                  <a:pt x="347" y="93"/>
                  <a:pt x="352" y="104"/>
                  <a:pt x="357" y="115"/>
                </a:cubicBezTo>
                <a:cubicBezTo>
                  <a:pt x="362" y="126"/>
                  <a:pt x="365" y="138"/>
                  <a:pt x="367" y="150"/>
                </a:cubicBezTo>
                <a:cubicBezTo>
                  <a:pt x="370" y="161"/>
                  <a:pt x="371" y="174"/>
                  <a:pt x="371" y="186"/>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1067" name=""/>
          <p:cNvSpPr txBox="1"/>
          <p:nvPr/>
        </p:nvSpPr>
        <p:spPr>
          <a:xfrm>
            <a:off x="1143000" y="2243160"/>
            <a:ext cx="9528120" cy="335880"/>
          </a:xfrm>
          <a:prstGeom prst="rect">
            <a:avLst/>
          </a:prstGeom>
          <a:noFill/>
          <a:ln w="0">
            <a:noFill/>
          </a:ln>
        </p:spPr>
        <p:txBody>
          <a:bodyPr wrap="none" lIns="0" rIns="0" tIns="0" bIns="0" anchor="t">
            <a:spAutoFit/>
          </a:bodyPr>
          <a:p>
            <a:r>
              <a:rPr b="0" lang="zh-CN" sz="2360" strike="noStrike" u="none">
                <a:solidFill>
                  <a:srgbClr val="333333"/>
                </a:solidFill>
                <a:effectLst/>
                <a:uFillTx/>
                <a:latin typeface="NotoSansJP-Thin_"/>
                <a:ea typeface="NotoSansJP-Thin_"/>
              </a:rPr>
              <a:t>当時の</a:t>
            </a:r>
            <a:r>
              <a:rPr b="0" lang="en-US" sz="2360" strike="noStrike" u="none">
                <a:solidFill>
                  <a:srgbClr val="333333"/>
                </a:solidFill>
                <a:effectLst/>
                <a:uFillTx/>
                <a:latin typeface="NotoSansJP-Thin_"/>
                <a:ea typeface="NotoSansJP-Thin_"/>
              </a:rPr>
              <a:t>SOTA</a:t>
            </a:r>
            <a:r>
              <a:rPr b="0" lang="zh-CN" sz="2360" strike="noStrike" u="none">
                <a:solidFill>
                  <a:srgbClr val="333333"/>
                </a:solidFill>
                <a:effectLst/>
                <a:uFillTx/>
                <a:latin typeface="NotoSansJP-Thin_"/>
                <a:ea typeface="NotoSansJP-Thin_"/>
              </a:rPr>
              <a:t>（特に</a:t>
            </a:r>
            <a:r>
              <a:rPr b="0" lang="en-US" sz="2360" strike="noStrike" u="none">
                <a:solidFill>
                  <a:srgbClr val="333333"/>
                </a:solidFill>
                <a:effectLst/>
                <a:uFillTx/>
                <a:latin typeface="NotoSansJP-Thin_"/>
                <a:ea typeface="NotoSansJP-Thin_"/>
              </a:rPr>
              <a:t>GAN</a:t>
            </a:r>
            <a:r>
              <a:rPr b="0" lang="zh-CN" sz="2360" strike="noStrike" u="none">
                <a:solidFill>
                  <a:srgbClr val="333333"/>
                </a:solidFill>
                <a:effectLst/>
                <a:uFillTx/>
                <a:latin typeface="NotoSansJP-Thin_"/>
                <a:ea typeface="NotoSansJP-Thin_"/>
              </a:rPr>
              <a:t>）に匹敵、あるいは凌駕するスコアを達成。</a:t>
            </a:r>
            <a:endParaRPr b="0" lang="en-US" sz="2360" strike="noStrike" u="none">
              <a:solidFill>
                <a:srgbClr val="000000"/>
              </a:solidFill>
              <a:effectLst/>
              <a:uFillTx/>
              <a:latin typeface="Times New Roman"/>
            </a:endParaRPr>
          </a:p>
        </p:txBody>
      </p:sp>
      <p:sp>
        <p:nvSpPr>
          <p:cNvPr id="1068" name=""/>
          <p:cNvSpPr/>
          <p:nvPr/>
        </p:nvSpPr>
        <p:spPr>
          <a:xfrm>
            <a:off x="847440" y="3390840"/>
            <a:ext cx="114840" cy="114480"/>
          </a:xfrm>
          <a:custGeom>
            <a:avLst/>
            <a:gdLst/>
            <a:ahLst/>
            <a:rect l="0" t="0" r="r" b="b"/>
            <a:pathLst>
              <a:path w="319" h="318">
                <a:moveTo>
                  <a:pt x="319" y="158"/>
                </a:moveTo>
                <a:cubicBezTo>
                  <a:pt x="319" y="169"/>
                  <a:pt x="318" y="179"/>
                  <a:pt x="316" y="189"/>
                </a:cubicBezTo>
                <a:cubicBezTo>
                  <a:pt x="314" y="200"/>
                  <a:pt x="311" y="210"/>
                  <a:pt x="307" y="219"/>
                </a:cubicBezTo>
                <a:cubicBezTo>
                  <a:pt x="303" y="229"/>
                  <a:pt x="298" y="238"/>
                  <a:pt x="292" y="247"/>
                </a:cubicBezTo>
                <a:cubicBezTo>
                  <a:pt x="286" y="256"/>
                  <a:pt x="280" y="264"/>
                  <a:pt x="272" y="272"/>
                </a:cubicBezTo>
                <a:cubicBezTo>
                  <a:pt x="265" y="279"/>
                  <a:pt x="257" y="286"/>
                  <a:pt x="248" y="291"/>
                </a:cubicBezTo>
                <a:cubicBezTo>
                  <a:pt x="240" y="297"/>
                  <a:pt x="230" y="302"/>
                  <a:pt x="221" y="306"/>
                </a:cubicBezTo>
                <a:cubicBezTo>
                  <a:pt x="211" y="310"/>
                  <a:pt x="201" y="313"/>
                  <a:pt x="191" y="315"/>
                </a:cubicBezTo>
                <a:cubicBezTo>
                  <a:pt x="181" y="317"/>
                  <a:pt x="170" y="318"/>
                  <a:pt x="160" y="318"/>
                </a:cubicBezTo>
                <a:cubicBezTo>
                  <a:pt x="150" y="318"/>
                  <a:pt x="139" y="317"/>
                  <a:pt x="129" y="315"/>
                </a:cubicBezTo>
                <a:cubicBezTo>
                  <a:pt x="119" y="313"/>
                  <a:pt x="109" y="310"/>
                  <a:pt x="99" y="306"/>
                </a:cubicBezTo>
                <a:cubicBezTo>
                  <a:pt x="90" y="302"/>
                  <a:pt x="81" y="297"/>
                  <a:pt x="72" y="291"/>
                </a:cubicBezTo>
                <a:cubicBezTo>
                  <a:pt x="63" y="286"/>
                  <a:pt x="55" y="279"/>
                  <a:pt x="48" y="272"/>
                </a:cubicBezTo>
                <a:cubicBezTo>
                  <a:pt x="40" y="264"/>
                  <a:pt x="34" y="256"/>
                  <a:pt x="28" y="247"/>
                </a:cubicBezTo>
                <a:cubicBezTo>
                  <a:pt x="21" y="238"/>
                  <a:pt x="16" y="229"/>
                  <a:pt x="12" y="219"/>
                </a:cubicBezTo>
                <a:cubicBezTo>
                  <a:pt x="8" y="210"/>
                  <a:pt x="5" y="200"/>
                  <a:pt x="3" y="189"/>
                </a:cubicBezTo>
                <a:cubicBezTo>
                  <a:pt x="1" y="179"/>
                  <a:pt x="0" y="169"/>
                  <a:pt x="0" y="158"/>
                </a:cubicBezTo>
                <a:cubicBezTo>
                  <a:pt x="0" y="148"/>
                  <a:pt x="1" y="138"/>
                  <a:pt x="3" y="127"/>
                </a:cubicBezTo>
                <a:cubicBezTo>
                  <a:pt x="5" y="117"/>
                  <a:pt x="8" y="107"/>
                  <a:pt x="12" y="98"/>
                </a:cubicBezTo>
                <a:cubicBezTo>
                  <a:pt x="16" y="88"/>
                  <a:pt x="21" y="79"/>
                  <a:pt x="28" y="70"/>
                </a:cubicBezTo>
                <a:cubicBezTo>
                  <a:pt x="34" y="62"/>
                  <a:pt x="40" y="54"/>
                  <a:pt x="48" y="46"/>
                </a:cubicBezTo>
                <a:cubicBezTo>
                  <a:pt x="55" y="39"/>
                  <a:pt x="63" y="32"/>
                  <a:pt x="72" y="26"/>
                </a:cubicBezTo>
                <a:cubicBezTo>
                  <a:pt x="81" y="21"/>
                  <a:pt x="90" y="16"/>
                  <a:pt x="99" y="12"/>
                </a:cubicBezTo>
                <a:cubicBezTo>
                  <a:pt x="109" y="8"/>
                  <a:pt x="119" y="5"/>
                  <a:pt x="129" y="3"/>
                </a:cubicBezTo>
                <a:cubicBezTo>
                  <a:pt x="139" y="1"/>
                  <a:pt x="150" y="0"/>
                  <a:pt x="160" y="0"/>
                </a:cubicBezTo>
                <a:cubicBezTo>
                  <a:pt x="170" y="0"/>
                  <a:pt x="181" y="1"/>
                  <a:pt x="191" y="3"/>
                </a:cubicBezTo>
                <a:cubicBezTo>
                  <a:pt x="201" y="5"/>
                  <a:pt x="211" y="8"/>
                  <a:pt x="221" y="12"/>
                </a:cubicBezTo>
                <a:cubicBezTo>
                  <a:pt x="230" y="16"/>
                  <a:pt x="240" y="21"/>
                  <a:pt x="248" y="26"/>
                </a:cubicBezTo>
                <a:cubicBezTo>
                  <a:pt x="257" y="32"/>
                  <a:pt x="265" y="39"/>
                  <a:pt x="272" y="46"/>
                </a:cubicBezTo>
                <a:cubicBezTo>
                  <a:pt x="280" y="54"/>
                  <a:pt x="286" y="62"/>
                  <a:pt x="292" y="70"/>
                </a:cubicBezTo>
                <a:cubicBezTo>
                  <a:pt x="298" y="79"/>
                  <a:pt x="303" y="88"/>
                  <a:pt x="307" y="98"/>
                </a:cubicBezTo>
                <a:cubicBezTo>
                  <a:pt x="311" y="107"/>
                  <a:pt x="314" y="117"/>
                  <a:pt x="316" y="127"/>
                </a:cubicBezTo>
                <a:cubicBezTo>
                  <a:pt x="318" y="138"/>
                  <a:pt x="319" y="148"/>
                  <a:pt x="319" y="158"/>
                </a:cubicBezTo>
                <a:close/>
              </a:path>
            </a:pathLst>
          </a:custGeom>
          <a:noFill/>
          <a:ln w="9360">
            <a:solidFill>
              <a:srgbClr val="333333"/>
            </a:solidFill>
            <a:miter/>
          </a:ln>
        </p:spPr>
        <p:txBody>
          <a:bodyPr lIns="4680" rIns="4680" tIns="4680" bIns="4680" anchor="t">
            <a:noAutofit/>
          </a:bodyPr>
          <a:p>
            <a:endParaRPr b="0" lang="en-US" sz="2400" strike="noStrike" u="none">
              <a:solidFill>
                <a:srgbClr val="000000"/>
              </a:solidFill>
              <a:effectLst/>
              <a:uFillTx/>
              <a:latin typeface="Times New Roman"/>
            </a:endParaRPr>
          </a:p>
        </p:txBody>
      </p:sp>
      <p:sp>
        <p:nvSpPr>
          <p:cNvPr id="1069" name=""/>
          <p:cNvSpPr/>
          <p:nvPr/>
        </p:nvSpPr>
        <p:spPr>
          <a:xfrm>
            <a:off x="1155240" y="3390840"/>
            <a:ext cx="239400" cy="244800"/>
          </a:xfrm>
          <a:custGeom>
            <a:avLst/>
            <a:gdLst/>
            <a:ahLst/>
            <a:rect l="0" t="0" r="r" b="b"/>
            <a:pathLst>
              <a:path w="665" h="680">
                <a:moveTo>
                  <a:pt x="267" y="472"/>
                </a:moveTo>
                <a:cubicBezTo>
                  <a:pt x="247" y="472"/>
                  <a:pt x="230" y="471"/>
                  <a:pt x="215" y="469"/>
                </a:cubicBezTo>
                <a:cubicBezTo>
                  <a:pt x="201" y="467"/>
                  <a:pt x="190" y="465"/>
                  <a:pt x="184" y="463"/>
                </a:cubicBezTo>
                <a:cubicBezTo>
                  <a:pt x="177" y="461"/>
                  <a:pt x="173" y="460"/>
                  <a:pt x="171" y="460"/>
                </a:cubicBezTo>
                <a:cubicBezTo>
                  <a:pt x="171" y="460"/>
                  <a:pt x="168" y="472"/>
                  <a:pt x="162" y="496"/>
                </a:cubicBezTo>
                <a:cubicBezTo>
                  <a:pt x="157" y="521"/>
                  <a:pt x="150" y="548"/>
                  <a:pt x="142" y="577"/>
                </a:cubicBezTo>
                <a:cubicBezTo>
                  <a:pt x="133" y="607"/>
                  <a:pt x="128" y="626"/>
                  <a:pt x="124" y="636"/>
                </a:cubicBezTo>
                <a:cubicBezTo>
                  <a:pt x="110" y="665"/>
                  <a:pt x="86" y="680"/>
                  <a:pt x="54" y="680"/>
                </a:cubicBezTo>
                <a:cubicBezTo>
                  <a:pt x="37" y="680"/>
                  <a:pt x="24" y="675"/>
                  <a:pt x="15" y="664"/>
                </a:cubicBezTo>
                <a:cubicBezTo>
                  <a:pt x="5" y="654"/>
                  <a:pt x="0" y="641"/>
                  <a:pt x="0" y="626"/>
                </a:cubicBezTo>
                <a:cubicBezTo>
                  <a:pt x="2" y="616"/>
                  <a:pt x="26" y="520"/>
                  <a:pt x="71" y="337"/>
                </a:cubicBezTo>
                <a:cubicBezTo>
                  <a:pt x="116" y="154"/>
                  <a:pt x="140" y="58"/>
                  <a:pt x="144" y="49"/>
                </a:cubicBezTo>
                <a:cubicBezTo>
                  <a:pt x="149" y="35"/>
                  <a:pt x="158" y="24"/>
                  <a:pt x="171" y="14"/>
                </a:cubicBezTo>
                <a:cubicBezTo>
                  <a:pt x="184" y="5"/>
                  <a:pt x="199" y="0"/>
                  <a:pt x="215" y="0"/>
                </a:cubicBezTo>
                <a:cubicBezTo>
                  <a:pt x="234" y="0"/>
                  <a:pt x="247" y="5"/>
                  <a:pt x="256" y="16"/>
                </a:cubicBezTo>
                <a:cubicBezTo>
                  <a:pt x="265" y="27"/>
                  <a:pt x="270" y="38"/>
                  <a:pt x="271" y="49"/>
                </a:cubicBezTo>
                <a:cubicBezTo>
                  <a:pt x="271" y="57"/>
                  <a:pt x="260" y="103"/>
                  <a:pt x="239" y="187"/>
                </a:cubicBezTo>
                <a:cubicBezTo>
                  <a:pt x="218" y="271"/>
                  <a:pt x="207" y="324"/>
                  <a:pt x="206" y="346"/>
                </a:cubicBezTo>
                <a:cubicBezTo>
                  <a:pt x="206" y="394"/>
                  <a:pt x="230" y="419"/>
                  <a:pt x="278" y="419"/>
                </a:cubicBezTo>
                <a:cubicBezTo>
                  <a:pt x="303" y="419"/>
                  <a:pt x="327" y="410"/>
                  <a:pt x="350" y="393"/>
                </a:cubicBezTo>
                <a:cubicBezTo>
                  <a:pt x="372" y="376"/>
                  <a:pt x="387" y="362"/>
                  <a:pt x="394" y="350"/>
                </a:cubicBezTo>
                <a:cubicBezTo>
                  <a:pt x="395" y="349"/>
                  <a:pt x="408" y="300"/>
                  <a:pt x="432" y="204"/>
                </a:cubicBezTo>
                <a:cubicBezTo>
                  <a:pt x="456" y="107"/>
                  <a:pt x="469" y="58"/>
                  <a:pt x="470" y="56"/>
                </a:cubicBezTo>
                <a:cubicBezTo>
                  <a:pt x="485" y="24"/>
                  <a:pt x="509" y="8"/>
                  <a:pt x="542" y="8"/>
                </a:cubicBezTo>
                <a:cubicBezTo>
                  <a:pt x="559" y="8"/>
                  <a:pt x="572" y="13"/>
                  <a:pt x="582" y="23"/>
                </a:cubicBezTo>
                <a:cubicBezTo>
                  <a:pt x="592" y="34"/>
                  <a:pt x="596" y="44"/>
                  <a:pt x="596" y="56"/>
                </a:cubicBezTo>
                <a:cubicBezTo>
                  <a:pt x="596" y="63"/>
                  <a:pt x="591" y="89"/>
                  <a:pt x="580" y="135"/>
                </a:cubicBezTo>
                <a:cubicBezTo>
                  <a:pt x="569" y="181"/>
                  <a:pt x="557" y="229"/>
                  <a:pt x="543" y="280"/>
                </a:cubicBezTo>
                <a:cubicBezTo>
                  <a:pt x="529" y="332"/>
                  <a:pt x="522" y="361"/>
                  <a:pt x="522" y="367"/>
                </a:cubicBezTo>
                <a:cubicBezTo>
                  <a:pt x="520" y="376"/>
                  <a:pt x="520" y="383"/>
                  <a:pt x="520" y="389"/>
                </a:cubicBezTo>
                <a:cubicBezTo>
                  <a:pt x="520" y="409"/>
                  <a:pt x="526" y="420"/>
                  <a:pt x="538" y="420"/>
                </a:cubicBezTo>
                <a:cubicBezTo>
                  <a:pt x="553" y="420"/>
                  <a:pt x="566" y="408"/>
                  <a:pt x="577" y="386"/>
                </a:cubicBezTo>
                <a:cubicBezTo>
                  <a:pt x="584" y="373"/>
                  <a:pt x="591" y="353"/>
                  <a:pt x="597" y="325"/>
                </a:cubicBezTo>
                <a:cubicBezTo>
                  <a:pt x="601" y="311"/>
                  <a:pt x="604" y="303"/>
                  <a:pt x="606" y="301"/>
                </a:cubicBezTo>
                <a:cubicBezTo>
                  <a:pt x="608" y="299"/>
                  <a:pt x="615" y="297"/>
                  <a:pt x="628" y="297"/>
                </a:cubicBezTo>
                <a:lnTo>
                  <a:pt x="633" y="297"/>
                </a:lnTo>
                <a:lnTo>
                  <a:pt x="645" y="297"/>
                </a:lnTo>
                <a:cubicBezTo>
                  <a:pt x="658" y="297"/>
                  <a:pt x="665" y="302"/>
                  <a:pt x="665" y="311"/>
                </a:cubicBezTo>
                <a:cubicBezTo>
                  <a:pt x="664" y="315"/>
                  <a:pt x="663" y="321"/>
                  <a:pt x="662" y="328"/>
                </a:cubicBezTo>
                <a:cubicBezTo>
                  <a:pt x="661" y="334"/>
                  <a:pt x="656" y="347"/>
                  <a:pt x="648" y="366"/>
                </a:cubicBezTo>
                <a:cubicBezTo>
                  <a:pt x="639" y="386"/>
                  <a:pt x="631" y="402"/>
                  <a:pt x="623" y="415"/>
                </a:cubicBezTo>
                <a:cubicBezTo>
                  <a:pt x="615" y="429"/>
                  <a:pt x="601" y="442"/>
                  <a:pt x="583" y="454"/>
                </a:cubicBezTo>
                <a:cubicBezTo>
                  <a:pt x="565" y="467"/>
                  <a:pt x="546" y="473"/>
                  <a:pt x="528" y="472"/>
                </a:cubicBezTo>
                <a:cubicBezTo>
                  <a:pt x="511" y="472"/>
                  <a:pt x="495" y="470"/>
                  <a:pt x="481" y="467"/>
                </a:cubicBezTo>
                <a:cubicBezTo>
                  <a:pt x="466" y="463"/>
                  <a:pt x="455" y="459"/>
                  <a:pt x="446" y="452"/>
                </a:cubicBezTo>
                <a:cubicBezTo>
                  <a:pt x="436" y="446"/>
                  <a:pt x="428" y="441"/>
                  <a:pt x="422" y="436"/>
                </a:cubicBezTo>
                <a:cubicBezTo>
                  <a:pt x="416" y="431"/>
                  <a:pt x="411" y="426"/>
                  <a:pt x="408" y="422"/>
                </a:cubicBezTo>
                <a:lnTo>
                  <a:pt x="405" y="416"/>
                </a:lnTo>
                <a:cubicBezTo>
                  <a:pt x="363" y="453"/>
                  <a:pt x="316" y="472"/>
                  <a:pt x="267" y="472"/>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1070" name=""/>
          <p:cNvSpPr txBox="1"/>
          <p:nvPr/>
        </p:nvSpPr>
        <p:spPr>
          <a:xfrm>
            <a:off x="762120" y="2755800"/>
            <a:ext cx="2245680" cy="372240"/>
          </a:xfrm>
          <a:prstGeom prst="rect">
            <a:avLst/>
          </a:prstGeom>
          <a:noFill/>
          <a:ln w="0">
            <a:noFill/>
          </a:ln>
        </p:spPr>
        <p:txBody>
          <a:bodyPr wrap="none" lIns="0" rIns="0" tIns="0" bIns="0" anchor="t">
            <a:spAutoFit/>
          </a:bodyPr>
          <a:p>
            <a:r>
              <a:rPr b="0" lang="en-US" sz="2620" strike="noStrike" u="none">
                <a:solidFill>
                  <a:srgbClr val="333333"/>
                </a:solidFill>
                <a:effectLst/>
                <a:uFillTx/>
                <a:latin typeface="NotoSansJP-Thin_"/>
                <a:ea typeface="NotoSansJP-Thin_"/>
              </a:rPr>
              <a:t>Ablation Study:</a:t>
            </a:r>
            <a:endParaRPr b="0" lang="en-US" sz="2620" strike="noStrike" u="none">
              <a:solidFill>
                <a:srgbClr val="000000"/>
              </a:solidFill>
              <a:effectLst/>
              <a:uFillTx/>
              <a:latin typeface="Times New Roman"/>
            </a:endParaRPr>
          </a:p>
        </p:txBody>
      </p:sp>
      <p:sp>
        <p:nvSpPr>
          <p:cNvPr id="1071" name=""/>
          <p:cNvSpPr/>
          <p:nvPr/>
        </p:nvSpPr>
        <p:spPr>
          <a:xfrm>
            <a:off x="2816280" y="3390840"/>
            <a:ext cx="150120" cy="166320"/>
          </a:xfrm>
          <a:custGeom>
            <a:avLst/>
            <a:gdLst/>
            <a:ahLst/>
            <a:rect l="0" t="0" r="r" b="b"/>
            <a:pathLst>
              <a:path w="417" h="462">
                <a:moveTo>
                  <a:pt x="381" y="364"/>
                </a:moveTo>
                <a:cubicBezTo>
                  <a:pt x="387" y="364"/>
                  <a:pt x="392" y="369"/>
                  <a:pt x="396" y="380"/>
                </a:cubicBezTo>
                <a:cubicBezTo>
                  <a:pt x="400" y="390"/>
                  <a:pt x="402" y="399"/>
                  <a:pt x="403" y="408"/>
                </a:cubicBezTo>
                <a:cubicBezTo>
                  <a:pt x="403" y="410"/>
                  <a:pt x="402" y="413"/>
                  <a:pt x="401" y="415"/>
                </a:cubicBezTo>
                <a:cubicBezTo>
                  <a:pt x="399" y="417"/>
                  <a:pt x="395" y="421"/>
                  <a:pt x="386" y="426"/>
                </a:cubicBezTo>
                <a:cubicBezTo>
                  <a:pt x="378" y="430"/>
                  <a:pt x="365" y="437"/>
                  <a:pt x="345" y="444"/>
                </a:cubicBezTo>
                <a:cubicBezTo>
                  <a:pt x="326" y="452"/>
                  <a:pt x="307" y="457"/>
                  <a:pt x="286" y="460"/>
                </a:cubicBezTo>
                <a:cubicBezTo>
                  <a:pt x="279" y="462"/>
                  <a:pt x="264" y="462"/>
                  <a:pt x="243" y="462"/>
                </a:cubicBezTo>
                <a:cubicBezTo>
                  <a:pt x="199" y="462"/>
                  <a:pt x="160" y="457"/>
                  <a:pt x="127" y="445"/>
                </a:cubicBezTo>
                <a:cubicBezTo>
                  <a:pt x="95" y="433"/>
                  <a:pt x="69" y="418"/>
                  <a:pt x="52" y="400"/>
                </a:cubicBezTo>
                <a:cubicBezTo>
                  <a:pt x="34" y="382"/>
                  <a:pt x="21" y="362"/>
                  <a:pt x="13" y="343"/>
                </a:cubicBezTo>
                <a:cubicBezTo>
                  <a:pt x="5" y="323"/>
                  <a:pt x="0" y="303"/>
                  <a:pt x="0" y="284"/>
                </a:cubicBezTo>
                <a:lnTo>
                  <a:pt x="0" y="270"/>
                </a:lnTo>
                <a:cubicBezTo>
                  <a:pt x="0" y="215"/>
                  <a:pt x="18" y="164"/>
                  <a:pt x="52" y="118"/>
                </a:cubicBezTo>
                <a:cubicBezTo>
                  <a:pt x="58" y="109"/>
                  <a:pt x="67" y="99"/>
                  <a:pt x="77" y="90"/>
                </a:cubicBezTo>
                <a:cubicBezTo>
                  <a:pt x="87" y="80"/>
                  <a:pt x="102" y="69"/>
                  <a:pt x="121" y="55"/>
                </a:cubicBezTo>
                <a:cubicBezTo>
                  <a:pt x="140" y="41"/>
                  <a:pt x="165" y="29"/>
                  <a:pt x="195" y="19"/>
                </a:cubicBezTo>
                <a:cubicBezTo>
                  <a:pt x="225" y="10"/>
                  <a:pt x="257" y="3"/>
                  <a:pt x="291" y="1"/>
                </a:cubicBezTo>
                <a:cubicBezTo>
                  <a:pt x="292" y="1"/>
                  <a:pt x="299" y="1"/>
                  <a:pt x="313" y="1"/>
                </a:cubicBezTo>
                <a:cubicBezTo>
                  <a:pt x="326" y="1"/>
                  <a:pt x="338" y="0"/>
                  <a:pt x="349" y="0"/>
                </a:cubicBezTo>
                <a:cubicBezTo>
                  <a:pt x="383" y="0"/>
                  <a:pt x="404" y="2"/>
                  <a:pt x="409" y="6"/>
                </a:cubicBezTo>
                <a:cubicBezTo>
                  <a:pt x="414" y="11"/>
                  <a:pt x="417" y="19"/>
                  <a:pt x="417" y="28"/>
                </a:cubicBezTo>
                <a:cubicBezTo>
                  <a:pt x="414" y="46"/>
                  <a:pt x="406" y="57"/>
                  <a:pt x="391" y="63"/>
                </a:cubicBezTo>
                <a:lnTo>
                  <a:pt x="341" y="64"/>
                </a:lnTo>
                <a:cubicBezTo>
                  <a:pt x="294" y="65"/>
                  <a:pt x="259" y="69"/>
                  <a:pt x="240" y="77"/>
                </a:cubicBezTo>
                <a:cubicBezTo>
                  <a:pt x="207" y="91"/>
                  <a:pt x="183" y="117"/>
                  <a:pt x="168" y="154"/>
                </a:cubicBezTo>
                <a:cubicBezTo>
                  <a:pt x="162" y="168"/>
                  <a:pt x="159" y="177"/>
                  <a:pt x="159" y="181"/>
                </a:cubicBezTo>
                <a:cubicBezTo>
                  <a:pt x="159" y="182"/>
                  <a:pt x="191" y="182"/>
                  <a:pt x="253" y="182"/>
                </a:cubicBezTo>
                <a:cubicBezTo>
                  <a:pt x="263" y="182"/>
                  <a:pt x="276" y="182"/>
                  <a:pt x="289" y="182"/>
                </a:cubicBezTo>
                <a:cubicBezTo>
                  <a:pt x="303" y="182"/>
                  <a:pt x="312" y="182"/>
                  <a:pt x="318" y="181"/>
                </a:cubicBezTo>
                <a:cubicBezTo>
                  <a:pt x="338" y="181"/>
                  <a:pt x="352" y="183"/>
                  <a:pt x="360" y="186"/>
                </a:cubicBezTo>
                <a:cubicBezTo>
                  <a:pt x="367" y="189"/>
                  <a:pt x="371" y="197"/>
                  <a:pt x="372" y="209"/>
                </a:cubicBezTo>
                <a:cubicBezTo>
                  <a:pt x="372" y="227"/>
                  <a:pt x="363" y="239"/>
                  <a:pt x="345" y="244"/>
                </a:cubicBezTo>
                <a:cubicBezTo>
                  <a:pt x="342" y="245"/>
                  <a:pt x="308" y="245"/>
                  <a:pt x="241" y="245"/>
                </a:cubicBezTo>
                <a:cubicBezTo>
                  <a:pt x="176" y="245"/>
                  <a:pt x="143" y="246"/>
                  <a:pt x="143" y="247"/>
                </a:cubicBezTo>
                <a:cubicBezTo>
                  <a:pt x="137" y="266"/>
                  <a:pt x="134" y="287"/>
                  <a:pt x="134" y="312"/>
                </a:cubicBezTo>
                <a:cubicBezTo>
                  <a:pt x="134" y="348"/>
                  <a:pt x="145" y="374"/>
                  <a:pt x="168" y="389"/>
                </a:cubicBezTo>
                <a:cubicBezTo>
                  <a:pt x="192" y="404"/>
                  <a:pt x="220" y="411"/>
                  <a:pt x="254" y="411"/>
                </a:cubicBezTo>
                <a:cubicBezTo>
                  <a:pt x="256" y="411"/>
                  <a:pt x="259" y="411"/>
                  <a:pt x="263" y="411"/>
                </a:cubicBezTo>
                <a:cubicBezTo>
                  <a:pt x="266" y="411"/>
                  <a:pt x="268" y="411"/>
                  <a:pt x="271" y="410"/>
                </a:cubicBezTo>
                <a:cubicBezTo>
                  <a:pt x="291" y="407"/>
                  <a:pt x="313" y="398"/>
                  <a:pt x="337" y="385"/>
                </a:cubicBezTo>
                <a:cubicBezTo>
                  <a:pt x="361" y="371"/>
                  <a:pt x="376" y="364"/>
                  <a:pt x="381" y="364"/>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1072" name=""/>
          <p:cNvSpPr txBox="1"/>
          <p:nvPr/>
        </p:nvSpPr>
        <p:spPr>
          <a:xfrm>
            <a:off x="1404000" y="3290760"/>
            <a:ext cx="1501920" cy="300600"/>
          </a:xfrm>
          <a:prstGeom prst="rect">
            <a:avLst/>
          </a:prstGeom>
          <a:noFill/>
          <a:ln w="0">
            <a:noFill/>
          </a:ln>
        </p:spPr>
        <p:txBody>
          <a:bodyPr wrap="none" lIns="0" rIns="0" tIns="0" bIns="0" anchor="t">
            <a:spAutoFit/>
          </a:bodyPr>
          <a:p>
            <a:r>
              <a:rPr b="0" lang="en-US" sz="2360" strike="noStrike" u="none">
                <a:solidFill>
                  <a:srgbClr val="333333"/>
                </a:solidFill>
                <a:effectLst/>
                <a:uFillTx/>
                <a:latin typeface="NotoSansJP-Thin_"/>
                <a:ea typeface="NotoSansJP-Thin_"/>
              </a:rPr>
              <a:t> 予測より </a:t>
            </a:r>
            <a:endParaRPr b="0" lang="en-US" sz="2360" strike="noStrike" u="none">
              <a:solidFill>
                <a:srgbClr val="000000"/>
              </a:solidFill>
              <a:effectLst/>
              <a:uFillTx/>
              <a:latin typeface="Times New Roman"/>
            </a:endParaRPr>
          </a:p>
        </p:txBody>
      </p:sp>
      <p:sp>
        <p:nvSpPr>
          <p:cNvPr id="1073" name=""/>
          <p:cNvSpPr/>
          <p:nvPr/>
        </p:nvSpPr>
        <p:spPr>
          <a:xfrm>
            <a:off x="847440" y="3885840"/>
            <a:ext cx="114840" cy="114840"/>
          </a:xfrm>
          <a:custGeom>
            <a:avLst/>
            <a:gdLst/>
            <a:ahLst/>
            <a:rect l="0" t="0" r="r" b="b"/>
            <a:pathLst>
              <a:path w="319" h="319">
                <a:moveTo>
                  <a:pt x="319" y="160"/>
                </a:moveTo>
                <a:cubicBezTo>
                  <a:pt x="319" y="171"/>
                  <a:pt x="318" y="181"/>
                  <a:pt x="316" y="191"/>
                </a:cubicBezTo>
                <a:cubicBezTo>
                  <a:pt x="314" y="201"/>
                  <a:pt x="311" y="211"/>
                  <a:pt x="307" y="221"/>
                </a:cubicBezTo>
                <a:cubicBezTo>
                  <a:pt x="303" y="231"/>
                  <a:pt x="298" y="240"/>
                  <a:pt x="292" y="248"/>
                </a:cubicBezTo>
                <a:cubicBezTo>
                  <a:pt x="286" y="257"/>
                  <a:pt x="280" y="265"/>
                  <a:pt x="272" y="273"/>
                </a:cubicBezTo>
                <a:cubicBezTo>
                  <a:pt x="265" y="280"/>
                  <a:pt x="257" y="286"/>
                  <a:pt x="248" y="292"/>
                </a:cubicBezTo>
                <a:cubicBezTo>
                  <a:pt x="240" y="298"/>
                  <a:pt x="230" y="303"/>
                  <a:pt x="221" y="307"/>
                </a:cubicBezTo>
                <a:cubicBezTo>
                  <a:pt x="211" y="311"/>
                  <a:pt x="201" y="314"/>
                  <a:pt x="191" y="316"/>
                </a:cubicBezTo>
                <a:cubicBezTo>
                  <a:pt x="181" y="318"/>
                  <a:pt x="170" y="319"/>
                  <a:pt x="160" y="319"/>
                </a:cubicBezTo>
                <a:cubicBezTo>
                  <a:pt x="150" y="319"/>
                  <a:pt x="139" y="318"/>
                  <a:pt x="129" y="316"/>
                </a:cubicBezTo>
                <a:cubicBezTo>
                  <a:pt x="119" y="314"/>
                  <a:pt x="109" y="311"/>
                  <a:pt x="99" y="307"/>
                </a:cubicBezTo>
                <a:cubicBezTo>
                  <a:pt x="90" y="303"/>
                  <a:pt x="81" y="298"/>
                  <a:pt x="72" y="292"/>
                </a:cubicBezTo>
                <a:cubicBezTo>
                  <a:pt x="63" y="286"/>
                  <a:pt x="55" y="280"/>
                  <a:pt x="48" y="273"/>
                </a:cubicBezTo>
                <a:cubicBezTo>
                  <a:pt x="40" y="265"/>
                  <a:pt x="34" y="257"/>
                  <a:pt x="28" y="248"/>
                </a:cubicBezTo>
                <a:cubicBezTo>
                  <a:pt x="21" y="240"/>
                  <a:pt x="16" y="231"/>
                  <a:pt x="12" y="221"/>
                </a:cubicBezTo>
                <a:cubicBezTo>
                  <a:pt x="8" y="211"/>
                  <a:pt x="5" y="201"/>
                  <a:pt x="3" y="191"/>
                </a:cubicBezTo>
                <a:cubicBezTo>
                  <a:pt x="1" y="181"/>
                  <a:pt x="0" y="171"/>
                  <a:pt x="0" y="160"/>
                </a:cubicBezTo>
                <a:cubicBezTo>
                  <a:pt x="0" y="150"/>
                  <a:pt x="1" y="139"/>
                  <a:pt x="3" y="128"/>
                </a:cubicBezTo>
                <a:cubicBezTo>
                  <a:pt x="5" y="118"/>
                  <a:pt x="8" y="108"/>
                  <a:pt x="12" y="98"/>
                </a:cubicBezTo>
                <a:cubicBezTo>
                  <a:pt x="16" y="89"/>
                  <a:pt x="21" y="80"/>
                  <a:pt x="28" y="71"/>
                </a:cubicBezTo>
                <a:cubicBezTo>
                  <a:pt x="34" y="62"/>
                  <a:pt x="40" y="54"/>
                  <a:pt x="48" y="47"/>
                </a:cubicBezTo>
                <a:cubicBezTo>
                  <a:pt x="55" y="40"/>
                  <a:pt x="63" y="33"/>
                  <a:pt x="72" y="27"/>
                </a:cubicBezTo>
                <a:cubicBezTo>
                  <a:pt x="81" y="21"/>
                  <a:pt x="90" y="17"/>
                  <a:pt x="99" y="13"/>
                </a:cubicBezTo>
                <a:cubicBezTo>
                  <a:pt x="109" y="9"/>
                  <a:pt x="119" y="6"/>
                  <a:pt x="129" y="4"/>
                </a:cubicBezTo>
                <a:cubicBezTo>
                  <a:pt x="139" y="2"/>
                  <a:pt x="150" y="0"/>
                  <a:pt x="160" y="0"/>
                </a:cubicBezTo>
                <a:cubicBezTo>
                  <a:pt x="170" y="0"/>
                  <a:pt x="181" y="2"/>
                  <a:pt x="191" y="4"/>
                </a:cubicBezTo>
                <a:cubicBezTo>
                  <a:pt x="201" y="6"/>
                  <a:pt x="211" y="9"/>
                  <a:pt x="221" y="13"/>
                </a:cubicBezTo>
                <a:cubicBezTo>
                  <a:pt x="230" y="17"/>
                  <a:pt x="240" y="21"/>
                  <a:pt x="248" y="27"/>
                </a:cubicBezTo>
                <a:cubicBezTo>
                  <a:pt x="257" y="33"/>
                  <a:pt x="265" y="40"/>
                  <a:pt x="272" y="47"/>
                </a:cubicBezTo>
                <a:cubicBezTo>
                  <a:pt x="280" y="54"/>
                  <a:pt x="286" y="62"/>
                  <a:pt x="292" y="71"/>
                </a:cubicBezTo>
                <a:cubicBezTo>
                  <a:pt x="298" y="80"/>
                  <a:pt x="303" y="89"/>
                  <a:pt x="307" y="98"/>
                </a:cubicBezTo>
                <a:cubicBezTo>
                  <a:pt x="311" y="108"/>
                  <a:pt x="314" y="118"/>
                  <a:pt x="316" y="128"/>
                </a:cubicBezTo>
                <a:cubicBezTo>
                  <a:pt x="318" y="139"/>
                  <a:pt x="319" y="150"/>
                  <a:pt x="319" y="160"/>
                </a:cubicBezTo>
                <a:close/>
              </a:path>
            </a:pathLst>
          </a:custGeom>
          <a:noFill/>
          <a:ln w="9360">
            <a:solidFill>
              <a:srgbClr val="333333"/>
            </a:solidFill>
            <a:miter/>
          </a:ln>
        </p:spPr>
        <p:txBody>
          <a:bodyPr lIns="4680" rIns="4680" tIns="4680" bIns="4680" anchor="t">
            <a:noAutofit/>
          </a:bodyPr>
          <a:p>
            <a:endParaRPr b="0" lang="en-US" sz="2400" strike="noStrike" u="none">
              <a:solidFill>
                <a:srgbClr val="000000"/>
              </a:solidFill>
              <a:effectLst/>
              <a:uFillTx/>
              <a:latin typeface="Times New Roman"/>
            </a:endParaRPr>
          </a:p>
        </p:txBody>
      </p:sp>
      <p:sp>
        <p:nvSpPr>
          <p:cNvPr id="1074" name=""/>
          <p:cNvSpPr txBox="1"/>
          <p:nvPr/>
        </p:nvSpPr>
        <p:spPr>
          <a:xfrm>
            <a:off x="2981880" y="3290760"/>
            <a:ext cx="4954320" cy="300600"/>
          </a:xfrm>
          <a:prstGeom prst="rect">
            <a:avLst/>
          </a:prstGeom>
          <a:noFill/>
          <a:ln w="0">
            <a:noFill/>
          </a:ln>
        </p:spPr>
        <p:txBody>
          <a:bodyPr wrap="none" lIns="0" rIns="0" tIns="0" bIns="0" anchor="t">
            <a:spAutoFit/>
          </a:bodyPr>
          <a:p>
            <a:r>
              <a:rPr b="0" lang="en-US" sz="2360" strike="noStrike" u="none">
                <a:solidFill>
                  <a:srgbClr val="333333"/>
                </a:solidFill>
                <a:effectLst/>
                <a:uFillTx/>
                <a:latin typeface="NotoSansJP-Thin_"/>
                <a:ea typeface="NotoSansJP-Thin_"/>
              </a:rPr>
              <a:t> 予測の方が性能が良いことを確認。</a:t>
            </a:r>
            <a:endParaRPr b="0" lang="en-US" sz="2360" strike="noStrike" u="none">
              <a:solidFill>
                <a:srgbClr val="000000"/>
              </a:solidFill>
              <a:effectLst/>
              <a:uFillTx/>
              <a:latin typeface="Times New Roman"/>
            </a:endParaRPr>
          </a:p>
        </p:txBody>
      </p:sp>
      <p:sp>
        <p:nvSpPr>
          <p:cNvPr id="1075" name=""/>
          <p:cNvSpPr/>
          <p:nvPr/>
        </p:nvSpPr>
        <p:spPr>
          <a:xfrm>
            <a:off x="4974120" y="3809880"/>
            <a:ext cx="227160" cy="252720"/>
          </a:xfrm>
          <a:custGeom>
            <a:avLst/>
            <a:gdLst/>
            <a:ahLst/>
            <a:rect l="0" t="0" r="r" b="b"/>
            <a:pathLst>
              <a:path w="631" h="702">
                <a:moveTo>
                  <a:pt x="201" y="47"/>
                </a:moveTo>
                <a:cubicBezTo>
                  <a:pt x="178" y="47"/>
                  <a:pt x="165" y="46"/>
                  <a:pt x="164" y="43"/>
                </a:cubicBezTo>
                <a:cubicBezTo>
                  <a:pt x="163" y="41"/>
                  <a:pt x="163" y="39"/>
                  <a:pt x="163" y="35"/>
                </a:cubicBezTo>
                <a:cubicBezTo>
                  <a:pt x="163" y="18"/>
                  <a:pt x="167" y="7"/>
                  <a:pt x="174" y="1"/>
                </a:cubicBezTo>
                <a:cubicBezTo>
                  <a:pt x="176" y="0"/>
                  <a:pt x="181" y="0"/>
                  <a:pt x="190" y="0"/>
                </a:cubicBezTo>
                <a:cubicBezTo>
                  <a:pt x="227" y="2"/>
                  <a:pt x="270" y="3"/>
                  <a:pt x="320" y="3"/>
                </a:cubicBezTo>
                <a:cubicBezTo>
                  <a:pt x="417" y="3"/>
                  <a:pt x="472" y="2"/>
                  <a:pt x="487" y="0"/>
                </a:cubicBezTo>
                <a:lnTo>
                  <a:pt x="499" y="0"/>
                </a:lnTo>
                <a:cubicBezTo>
                  <a:pt x="503" y="4"/>
                  <a:pt x="505" y="7"/>
                  <a:pt x="505" y="9"/>
                </a:cubicBezTo>
                <a:cubicBezTo>
                  <a:pt x="505" y="11"/>
                  <a:pt x="505" y="17"/>
                  <a:pt x="503" y="27"/>
                </a:cubicBezTo>
                <a:cubicBezTo>
                  <a:pt x="500" y="38"/>
                  <a:pt x="497" y="44"/>
                  <a:pt x="494" y="47"/>
                </a:cubicBezTo>
                <a:lnTo>
                  <a:pt x="455" y="47"/>
                </a:lnTo>
                <a:cubicBezTo>
                  <a:pt x="408" y="48"/>
                  <a:pt x="380" y="51"/>
                  <a:pt x="372" y="56"/>
                </a:cubicBezTo>
                <a:cubicBezTo>
                  <a:pt x="367" y="59"/>
                  <a:pt x="362" y="68"/>
                  <a:pt x="358" y="85"/>
                </a:cubicBezTo>
                <a:cubicBezTo>
                  <a:pt x="353" y="101"/>
                  <a:pt x="329" y="191"/>
                  <a:pt x="288" y="356"/>
                </a:cubicBezTo>
                <a:cubicBezTo>
                  <a:pt x="277" y="401"/>
                  <a:pt x="266" y="448"/>
                  <a:pt x="253" y="498"/>
                </a:cubicBezTo>
                <a:cubicBezTo>
                  <a:pt x="241" y="548"/>
                  <a:pt x="232" y="585"/>
                  <a:pt x="226" y="610"/>
                </a:cubicBezTo>
                <a:lnTo>
                  <a:pt x="216" y="647"/>
                </a:lnTo>
                <a:cubicBezTo>
                  <a:pt x="216" y="650"/>
                  <a:pt x="219" y="651"/>
                  <a:pt x="226" y="651"/>
                </a:cubicBezTo>
                <a:cubicBezTo>
                  <a:pt x="232" y="651"/>
                  <a:pt x="252" y="652"/>
                  <a:pt x="286" y="653"/>
                </a:cubicBezTo>
                <a:lnTo>
                  <a:pt x="303" y="653"/>
                </a:lnTo>
                <a:cubicBezTo>
                  <a:pt x="325" y="653"/>
                  <a:pt x="344" y="653"/>
                  <a:pt x="357" y="652"/>
                </a:cubicBezTo>
                <a:cubicBezTo>
                  <a:pt x="370" y="652"/>
                  <a:pt x="386" y="649"/>
                  <a:pt x="407" y="645"/>
                </a:cubicBezTo>
                <a:cubicBezTo>
                  <a:pt x="427" y="641"/>
                  <a:pt x="444" y="635"/>
                  <a:pt x="458" y="627"/>
                </a:cubicBezTo>
                <a:cubicBezTo>
                  <a:pt x="472" y="619"/>
                  <a:pt x="487" y="607"/>
                  <a:pt x="503" y="592"/>
                </a:cubicBezTo>
                <a:cubicBezTo>
                  <a:pt x="520" y="577"/>
                  <a:pt x="534" y="558"/>
                  <a:pt x="546" y="536"/>
                </a:cubicBezTo>
                <a:cubicBezTo>
                  <a:pt x="557" y="515"/>
                  <a:pt x="567" y="492"/>
                  <a:pt x="577" y="467"/>
                </a:cubicBezTo>
                <a:cubicBezTo>
                  <a:pt x="586" y="442"/>
                  <a:pt x="592" y="427"/>
                  <a:pt x="594" y="424"/>
                </a:cubicBezTo>
                <a:cubicBezTo>
                  <a:pt x="598" y="422"/>
                  <a:pt x="604" y="421"/>
                  <a:pt x="612" y="421"/>
                </a:cubicBezTo>
                <a:lnTo>
                  <a:pt x="625" y="421"/>
                </a:lnTo>
                <a:cubicBezTo>
                  <a:pt x="629" y="427"/>
                  <a:pt x="631" y="431"/>
                  <a:pt x="631" y="432"/>
                </a:cubicBezTo>
                <a:cubicBezTo>
                  <a:pt x="631" y="433"/>
                  <a:pt x="624" y="454"/>
                  <a:pt x="611" y="493"/>
                </a:cubicBezTo>
                <a:cubicBezTo>
                  <a:pt x="597" y="531"/>
                  <a:pt x="582" y="572"/>
                  <a:pt x="566" y="615"/>
                </a:cubicBezTo>
                <a:cubicBezTo>
                  <a:pt x="549" y="658"/>
                  <a:pt x="540" y="684"/>
                  <a:pt x="539" y="691"/>
                </a:cubicBezTo>
                <a:cubicBezTo>
                  <a:pt x="538" y="695"/>
                  <a:pt x="536" y="697"/>
                  <a:pt x="535" y="697"/>
                </a:cubicBezTo>
                <a:cubicBezTo>
                  <a:pt x="534" y="698"/>
                  <a:pt x="528" y="699"/>
                  <a:pt x="519" y="700"/>
                </a:cubicBezTo>
                <a:cubicBezTo>
                  <a:pt x="509" y="702"/>
                  <a:pt x="494" y="702"/>
                  <a:pt x="474" y="702"/>
                </a:cubicBezTo>
                <a:cubicBezTo>
                  <a:pt x="467" y="702"/>
                  <a:pt x="441" y="702"/>
                  <a:pt x="397" y="702"/>
                </a:cubicBezTo>
                <a:cubicBezTo>
                  <a:pt x="352" y="702"/>
                  <a:pt x="309" y="701"/>
                  <a:pt x="269" y="700"/>
                </a:cubicBezTo>
                <a:lnTo>
                  <a:pt x="86" y="700"/>
                </a:lnTo>
                <a:cubicBezTo>
                  <a:pt x="29" y="700"/>
                  <a:pt x="0" y="697"/>
                  <a:pt x="0" y="690"/>
                </a:cubicBezTo>
                <a:cubicBezTo>
                  <a:pt x="0" y="685"/>
                  <a:pt x="1" y="681"/>
                  <a:pt x="2" y="676"/>
                </a:cubicBezTo>
                <a:cubicBezTo>
                  <a:pt x="6" y="663"/>
                  <a:pt x="9" y="656"/>
                  <a:pt x="13" y="654"/>
                </a:cubicBezTo>
                <a:cubicBezTo>
                  <a:pt x="15" y="654"/>
                  <a:pt x="20" y="653"/>
                  <a:pt x="28" y="653"/>
                </a:cubicBezTo>
                <a:lnTo>
                  <a:pt x="34" y="653"/>
                </a:lnTo>
                <a:cubicBezTo>
                  <a:pt x="52" y="653"/>
                  <a:pt x="73" y="652"/>
                  <a:pt x="96" y="650"/>
                </a:cubicBezTo>
                <a:cubicBezTo>
                  <a:pt x="105" y="648"/>
                  <a:pt x="112" y="644"/>
                  <a:pt x="115" y="638"/>
                </a:cubicBezTo>
                <a:cubicBezTo>
                  <a:pt x="117" y="635"/>
                  <a:pt x="142" y="540"/>
                  <a:pt x="189" y="353"/>
                </a:cubicBezTo>
                <a:cubicBezTo>
                  <a:pt x="236" y="165"/>
                  <a:pt x="259" y="66"/>
                  <a:pt x="259" y="56"/>
                </a:cubicBezTo>
                <a:cubicBezTo>
                  <a:pt x="259" y="51"/>
                  <a:pt x="240" y="48"/>
                  <a:pt x="201" y="47"/>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1076" name=""/>
          <p:cNvSpPr/>
          <p:nvPr/>
        </p:nvSpPr>
        <p:spPr>
          <a:xfrm>
            <a:off x="5234400" y="4000320"/>
            <a:ext cx="85320" cy="119880"/>
          </a:xfrm>
          <a:custGeom>
            <a:avLst/>
            <a:gdLst/>
            <a:ahLst/>
            <a:rect l="0" t="0" r="r" b="b"/>
            <a:pathLst>
              <a:path w="237" h="333">
                <a:moveTo>
                  <a:pt x="190" y="96"/>
                </a:moveTo>
                <a:cubicBezTo>
                  <a:pt x="190" y="77"/>
                  <a:pt x="183" y="60"/>
                  <a:pt x="170" y="46"/>
                </a:cubicBezTo>
                <a:cubicBezTo>
                  <a:pt x="157" y="32"/>
                  <a:pt x="138" y="25"/>
                  <a:pt x="113" y="25"/>
                </a:cubicBezTo>
                <a:cubicBezTo>
                  <a:pt x="96" y="25"/>
                  <a:pt x="81" y="28"/>
                  <a:pt x="69" y="35"/>
                </a:cubicBezTo>
                <a:cubicBezTo>
                  <a:pt x="54" y="44"/>
                  <a:pt x="47" y="56"/>
                  <a:pt x="47" y="72"/>
                </a:cubicBezTo>
                <a:cubicBezTo>
                  <a:pt x="46" y="75"/>
                  <a:pt x="46" y="78"/>
                  <a:pt x="47" y="82"/>
                </a:cubicBezTo>
                <a:cubicBezTo>
                  <a:pt x="47" y="86"/>
                  <a:pt x="51" y="91"/>
                  <a:pt x="58" y="99"/>
                </a:cubicBezTo>
                <a:cubicBezTo>
                  <a:pt x="66" y="107"/>
                  <a:pt x="76" y="113"/>
                  <a:pt x="90" y="117"/>
                </a:cubicBezTo>
                <a:cubicBezTo>
                  <a:pt x="98" y="120"/>
                  <a:pt x="109" y="122"/>
                  <a:pt x="121" y="124"/>
                </a:cubicBezTo>
                <a:cubicBezTo>
                  <a:pt x="134" y="126"/>
                  <a:pt x="145" y="128"/>
                  <a:pt x="153" y="130"/>
                </a:cubicBezTo>
                <a:cubicBezTo>
                  <a:pt x="162" y="133"/>
                  <a:pt x="170" y="136"/>
                  <a:pt x="176" y="140"/>
                </a:cubicBezTo>
                <a:cubicBezTo>
                  <a:pt x="185" y="144"/>
                  <a:pt x="193" y="148"/>
                  <a:pt x="200" y="154"/>
                </a:cubicBezTo>
                <a:cubicBezTo>
                  <a:pt x="208" y="160"/>
                  <a:pt x="217" y="170"/>
                  <a:pt x="225" y="184"/>
                </a:cubicBezTo>
                <a:cubicBezTo>
                  <a:pt x="232" y="198"/>
                  <a:pt x="236" y="213"/>
                  <a:pt x="237" y="229"/>
                </a:cubicBezTo>
                <a:cubicBezTo>
                  <a:pt x="237" y="259"/>
                  <a:pt x="228" y="283"/>
                  <a:pt x="208" y="303"/>
                </a:cubicBezTo>
                <a:cubicBezTo>
                  <a:pt x="190" y="322"/>
                  <a:pt x="160" y="332"/>
                  <a:pt x="119" y="332"/>
                </a:cubicBezTo>
                <a:lnTo>
                  <a:pt x="113" y="332"/>
                </a:lnTo>
                <a:cubicBezTo>
                  <a:pt x="88" y="332"/>
                  <a:pt x="65" y="324"/>
                  <a:pt x="44" y="306"/>
                </a:cubicBezTo>
                <a:lnTo>
                  <a:pt x="38" y="311"/>
                </a:lnTo>
                <a:lnTo>
                  <a:pt x="32" y="318"/>
                </a:lnTo>
                <a:cubicBezTo>
                  <a:pt x="29" y="321"/>
                  <a:pt x="26" y="323"/>
                  <a:pt x="23" y="326"/>
                </a:cubicBezTo>
                <a:lnTo>
                  <a:pt x="15" y="333"/>
                </a:lnTo>
                <a:lnTo>
                  <a:pt x="9" y="333"/>
                </a:lnTo>
                <a:lnTo>
                  <a:pt x="6" y="333"/>
                </a:lnTo>
                <a:cubicBezTo>
                  <a:pt x="5" y="333"/>
                  <a:pt x="3" y="332"/>
                  <a:pt x="0" y="329"/>
                </a:cubicBezTo>
                <a:lnTo>
                  <a:pt x="0" y="272"/>
                </a:lnTo>
                <a:lnTo>
                  <a:pt x="0" y="230"/>
                </a:lnTo>
                <a:cubicBezTo>
                  <a:pt x="0" y="219"/>
                  <a:pt x="0" y="213"/>
                  <a:pt x="1" y="211"/>
                </a:cubicBezTo>
                <a:cubicBezTo>
                  <a:pt x="2" y="209"/>
                  <a:pt x="5" y="208"/>
                  <a:pt x="8" y="208"/>
                </a:cubicBezTo>
                <a:lnTo>
                  <a:pt x="15" y="208"/>
                </a:lnTo>
                <a:cubicBezTo>
                  <a:pt x="21" y="208"/>
                  <a:pt x="25" y="209"/>
                  <a:pt x="27" y="211"/>
                </a:cubicBezTo>
                <a:cubicBezTo>
                  <a:pt x="28" y="213"/>
                  <a:pt x="30" y="216"/>
                  <a:pt x="30" y="219"/>
                </a:cubicBezTo>
                <a:cubicBezTo>
                  <a:pt x="31" y="223"/>
                  <a:pt x="32" y="230"/>
                  <a:pt x="35" y="239"/>
                </a:cubicBezTo>
                <a:cubicBezTo>
                  <a:pt x="38" y="248"/>
                  <a:pt x="43" y="258"/>
                  <a:pt x="49" y="269"/>
                </a:cubicBezTo>
                <a:cubicBezTo>
                  <a:pt x="66" y="294"/>
                  <a:pt x="89" y="306"/>
                  <a:pt x="119" y="306"/>
                </a:cubicBezTo>
                <a:cubicBezTo>
                  <a:pt x="166" y="306"/>
                  <a:pt x="190" y="287"/>
                  <a:pt x="190" y="250"/>
                </a:cubicBezTo>
                <a:cubicBezTo>
                  <a:pt x="190" y="236"/>
                  <a:pt x="185" y="224"/>
                  <a:pt x="176" y="216"/>
                </a:cubicBezTo>
                <a:cubicBezTo>
                  <a:pt x="167" y="204"/>
                  <a:pt x="147" y="195"/>
                  <a:pt x="116" y="190"/>
                </a:cubicBezTo>
                <a:cubicBezTo>
                  <a:pt x="86" y="184"/>
                  <a:pt x="66" y="178"/>
                  <a:pt x="56" y="173"/>
                </a:cubicBezTo>
                <a:cubicBezTo>
                  <a:pt x="39" y="165"/>
                  <a:pt x="25" y="154"/>
                  <a:pt x="15" y="140"/>
                </a:cubicBezTo>
                <a:cubicBezTo>
                  <a:pt x="5" y="126"/>
                  <a:pt x="0" y="111"/>
                  <a:pt x="0" y="95"/>
                </a:cubicBezTo>
                <a:cubicBezTo>
                  <a:pt x="0" y="76"/>
                  <a:pt x="4" y="60"/>
                  <a:pt x="12" y="47"/>
                </a:cubicBezTo>
                <a:cubicBezTo>
                  <a:pt x="20" y="34"/>
                  <a:pt x="31" y="24"/>
                  <a:pt x="43" y="18"/>
                </a:cubicBezTo>
                <a:cubicBezTo>
                  <a:pt x="56" y="12"/>
                  <a:pt x="68" y="6"/>
                  <a:pt x="79" y="4"/>
                </a:cubicBezTo>
                <a:cubicBezTo>
                  <a:pt x="91" y="2"/>
                  <a:pt x="102" y="0"/>
                  <a:pt x="111" y="0"/>
                </a:cubicBezTo>
                <a:lnTo>
                  <a:pt x="119" y="0"/>
                </a:lnTo>
                <a:cubicBezTo>
                  <a:pt x="139" y="0"/>
                  <a:pt x="155" y="4"/>
                  <a:pt x="170" y="12"/>
                </a:cubicBezTo>
                <a:lnTo>
                  <a:pt x="181" y="18"/>
                </a:lnTo>
                <a:lnTo>
                  <a:pt x="187" y="13"/>
                </a:lnTo>
                <a:cubicBezTo>
                  <a:pt x="192" y="8"/>
                  <a:pt x="197" y="4"/>
                  <a:pt x="203" y="0"/>
                </a:cubicBezTo>
                <a:lnTo>
                  <a:pt x="209" y="0"/>
                </a:lnTo>
                <a:lnTo>
                  <a:pt x="213" y="0"/>
                </a:lnTo>
                <a:cubicBezTo>
                  <a:pt x="214" y="0"/>
                  <a:pt x="217" y="1"/>
                  <a:pt x="219" y="4"/>
                </a:cubicBezTo>
                <a:lnTo>
                  <a:pt x="219" y="101"/>
                </a:lnTo>
                <a:lnTo>
                  <a:pt x="215" y="105"/>
                </a:lnTo>
                <a:lnTo>
                  <a:pt x="194" y="105"/>
                </a:lnTo>
                <a:cubicBezTo>
                  <a:pt x="191" y="102"/>
                  <a:pt x="190" y="99"/>
                  <a:pt x="190" y="96"/>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1077" name=""/>
          <p:cNvSpPr/>
          <p:nvPr/>
        </p:nvSpPr>
        <p:spPr>
          <a:xfrm>
            <a:off x="5335200" y="3942720"/>
            <a:ext cx="60120" cy="174600"/>
          </a:xfrm>
          <a:custGeom>
            <a:avLst/>
            <a:gdLst/>
            <a:ahLst/>
            <a:rect l="0" t="0" r="r" b="b"/>
            <a:pathLst>
              <a:path w="167" h="485">
                <a:moveTo>
                  <a:pt x="31" y="43"/>
                </a:moveTo>
                <a:cubicBezTo>
                  <a:pt x="31" y="30"/>
                  <a:pt x="36" y="19"/>
                  <a:pt x="44" y="11"/>
                </a:cubicBezTo>
                <a:cubicBezTo>
                  <a:pt x="53" y="3"/>
                  <a:pt x="64" y="0"/>
                  <a:pt x="76" y="0"/>
                </a:cubicBezTo>
                <a:cubicBezTo>
                  <a:pt x="87" y="1"/>
                  <a:pt x="97" y="5"/>
                  <a:pt x="105" y="12"/>
                </a:cubicBezTo>
                <a:cubicBezTo>
                  <a:pt x="114" y="19"/>
                  <a:pt x="118" y="30"/>
                  <a:pt x="118" y="43"/>
                </a:cubicBezTo>
                <a:cubicBezTo>
                  <a:pt x="118" y="58"/>
                  <a:pt x="114" y="68"/>
                  <a:pt x="105" y="76"/>
                </a:cubicBezTo>
                <a:cubicBezTo>
                  <a:pt x="97" y="83"/>
                  <a:pt x="87" y="87"/>
                  <a:pt x="75" y="87"/>
                </a:cubicBezTo>
                <a:cubicBezTo>
                  <a:pt x="63" y="87"/>
                  <a:pt x="52" y="83"/>
                  <a:pt x="44" y="76"/>
                </a:cubicBezTo>
                <a:cubicBezTo>
                  <a:pt x="36" y="68"/>
                  <a:pt x="32" y="58"/>
                  <a:pt x="31" y="43"/>
                </a:cubicBezTo>
                <a:moveTo>
                  <a:pt x="161" y="485"/>
                </a:moveTo>
                <a:cubicBezTo>
                  <a:pt x="154" y="484"/>
                  <a:pt x="129" y="483"/>
                  <a:pt x="85" y="483"/>
                </a:cubicBezTo>
                <a:cubicBezTo>
                  <a:pt x="79" y="483"/>
                  <a:pt x="71" y="483"/>
                  <a:pt x="58" y="483"/>
                </a:cubicBezTo>
                <a:cubicBezTo>
                  <a:pt x="45" y="483"/>
                  <a:pt x="33" y="483"/>
                  <a:pt x="22" y="484"/>
                </a:cubicBezTo>
                <a:lnTo>
                  <a:pt x="6" y="485"/>
                </a:lnTo>
                <a:lnTo>
                  <a:pt x="0" y="485"/>
                </a:lnTo>
                <a:lnTo>
                  <a:pt x="0" y="452"/>
                </a:lnTo>
                <a:lnTo>
                  <a:pt x="12" y="452"/>
                </a:lnTo>
                <a:cubicBezTo>
                  <a:pt x="25" y="452"/>
                  <a:pt x="37" y="451"/>
                  <a:pt x="47" y="450"/>
                </a:cubicBezTo>
                <a:cubicBezTo>
                  <a:pt x="51" y="448"/>
                  <a:pt x="54" y="445"/>
                  <a:pt x="55" y="442"/>
                </a:cubicBezTo>
                <a:cubicBezTo>
                  <a:pt x="56" y="438"/>
                  <a:pt x="57" y="428"/>
                  <a:pt x="57" y="410"/>
                </a:cubicBezTo>
                <a:lnTo>
                  <a:pt x="57" y="336"/>
                </a:lnTo>
                <a:lnTo>
                  <a:pt x="57" y="272"/>
                </a:lnTo>
                <a:cubicBezTo>
                  <a:pt x="57" y="247"/>
                  <a:pt x="56" y="231"/>
                  <a:pt x="55" y="224"/>
                </a:cubicBezTo>
                <a:cubicBezTo>
                  <a:pt x="54" y="217"/>
                  <a:pt x="51" y="213"/>
                  <a:pt x="45" y="210"/>
                </a:cubicBezTo>
                <a:cubicBezTo>
                  <a:pt x="38" y="207"/>
                  <a:pt x="27" y="205"/>
                  <a:pt x="11" y="205"/>
                </a:cubicBezTo>
                <a:lnTo>
                  <a:pt x="3" y="205"/>
                </a:lnTo>
                <a:lnTo>
                  <a:pt x="3" y="189"/>
                </a:lnTo>
                <a:cubicBezTo>
                  <a:pt x="3" y="178"/>
                  <a:pt x="3" y="172"/>
                  <a:pt x="4" y="172"/>
                </a:cubicBezTo>
                <a:lnTo>
                  <a:pt x="12" y="171"/>
                </a:lnTo>
                <a:cubicBezTo>
                  <a:pt x="16" y="171"/>
                  <a:pt x="23" y="170"/>
                  <a:pt x="32" y="170"/>
                </a:cubicBezTo>
                <a:cubicBezTo>
                  <a:pt x="41" y="169"/>
                  <a:pt x="49" y="169"/>
                  <a:pt x="58" y="168"/>
                </a:cubicBezTo>
                <a:cubicBezTo>
                  <a:pt x="66" y="168"/>
                  <a:pt x="75" y="167"/>
                  <a:pt x="84" y="167"/>
                </a:cubicBezTo>
                <a:cubicBezTo>
                  <a:pt x="93" y="166"/>
                  <a:pt x="100" y="166"/>
                  <a:pt x="105" y="165"/>
                </a:cubicBezTo>
                <a:cubicBezTo>
                  <a:pt x="110" y="164"/>
                  <a:pt x="114" y="164"/>
                  <a:pt x="114" y="164"/>
                </a:cubicBezTo>
                <a:lnTo>
                  <a:pt x="116" y="164"/>
                </a:lnTo>
                <a:lnTo>
                  <a:pt x="116" y="440"/>
                </a:lnTo>
                <a:cubicBezTo>
                  <a:pt x="119" y="445"/>
                  <a:pt x="121" y="448"/>
                  <a:pt x="125" y="449"/>
                </a:cubicBezTo>
                <a:cubicBezTo>
                  <a:pt x="128" y="450"/>
                  <a:pt x="137" y="451"/>
                  <a:pt x="150" y="452"/>
                </a:cubicBezTo>
                <a:lnTo>
                  <a:pt x="167" y="452"/>
                </a:lnTo>
                <a:lnTo>
                  <a:pt x="167" y="485"/>
                </a:lnTo>
                <a:lnTo>
                  <a:pt x="161" y="485"/>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1078" name=""/>
          <p:cNvSpPr/>
          <p:nvPr/>
        </p:nvSpPr>
        <p:spPr>
          <a:xfrm>
            <a:off x="5407560" y="4001760"/>
            <a:ext cx="207360" cy="115560"/>
          </a:xfrm>
          <a:custGeom>
            <a:avLst/>
            <a:gdLst/>
            <a:ahLst/>
            <a:rect l="0" t="0" r="r" b="b"/>
            <a:pathLst>
              <a:path w="576" h="321">
                <a:moveTo>
                  <a:pt x="11" y="288"/>
                </a:moveTo>
                <a:lnTo>
                  <a:pt x="21" y="288"/>
                </a:lnTo>
                <a:cubicBezTo>
                  <a:pt x="40" y="288"/>
                  <a:pt x="52" y="284"/>
                  <a:pt x="55" y="278"/>
                </a:cubicBezTo>
                <a:lnTo>
                  <a:pt x="55" y="272"/>
                </a:lnTo>
                <a:cubicBezTo>
                  <a:pt x="55" y="268"/>
                  <a:pt x="55" y="262"/>
                  <a:pt x="55" y="255"/>
                </a:cubicBezTo>
                <a:cubicBezTo>
                  <a:pt x="55" y="248"/>
                  <a:pt x="55" y="240"/>
                  <a:pt x="55" y="232"/>
                </a:cubicBezTo>
                <a:cubicBezTo>
                  <a:pt x="55" y="224"/>
                  <a:pt x="56" y="214"/>
                  <a:pt x="56" y="204"/>
                </a:cubicBezTo>
                <a:cubicBezTo>
                  <a:pt x="57" y="193"/>
                  <a:pt x="57" y="183"/>
                  <a:pt x="56" y="173"/>
                </a:cubicBezTo>
                <a:cubicBezTo>
                  <a:pt x="56" y="158"/>
                  <a:pt x="56" y="142"/>
                  <a:pt x="56" y="125"/>
                </a:cubicBezTo>
                <a:cubicBezTo>
                  <a:pt x="56" y="108"/>
                  <a:pt x="56" y="94"/>
                  <a:pt x="55" y="83"/>
                </a:cubicBezTo>
                <a:lnTo>
                  <a:pt x="55" y="66"/>
                </a:lnTo>
                <a:cubicBezTo>
                  <a:pt x="54" y="57"/>
                  <a:pt x="51" y="51"/>
                  <a:pt x="45" y="48"/>
                </a:cubicBezTo>
                <a:cubicBezTo>
                  <a:pt x="40" y="45"/>
                  <a:pt x="29" y="43"/>
                  <a:pt x="13" y="41"/>
                </a:cubicBezTo>
                <a:lnTo>
                  <a:pt x="0" y="41"/>
                </a:lnTo>
                <a:lnTo>
                  <a:pt x="0" y="25"/>
                </a:lnTo>
                <a:cubicBezTo>
                  <a:pt x="0" y="14"/>
                  <a:pt x="0" y="8"/>
                  <a:pt x="1" y="8"/>
                </a:cubicBezTo>
                <a:lnTo>
                  <a:pt x="8" y="7"/>
                </a:lnTo>
                <a:cubicBezTo>
                  <a:pt x="13" y="7"/>
                  <a:pt x="20" y="6"/>
                  <a:pt x="29" y="6"/>
                </a:cubicBezTo>
                <a:cubicBezTo>
                  <a:pt x="37" y="5"/>
                  <a:pt x="46" y="5"/>
                  <a:pt x="55" y="4"/>
                </a:cubicBezTo>
                <a:cubicBezTo>
                  <a:pt x="64" y="4"/>
                  <a:pt x="72" y="3"/>
                  <a:pt x="81" y="3"/>
                </a:cubicBezTo>
                <a:cubicBezTo>
                  <a:pt x="91" y="2"/>
                  <a:pt x="98" y="2"/>
                  <a:pt x="102" y="1"/>
                </a:cubicBezTo>
                <a:cubicBezTo>
                  <a:pt x="107" y="0"/>
                  <a:pt x="110" y="0"/>
                  <a:pt x="110" y="0"/>
                </a:cubicBezTo>
                <a:lnTo>
                  <a:pt x="113" y="0"/>
                </a:lnTo>
                <a:lnTo>
                  <a:pt x="113" y="29"/>
                </a:lnTo>
                <a:cubicBezTo>
                  <a:pt x="113" y="47"/>
                  <a:pt x="113" y="57"/>
                  <a:pt x="113" y="57"/>
                </a:cubicBezTo>
                <a:cubicBezTo>
                  <a:pt x="114" y="57"/>
                  <a:pt x="115" y="55"/>
                  <a:pt x="117" y="53"/>
                </a:cubicBezTo>
                <a:cubicBezTo>
                  <a:pt x="119" y="50"/>
                  <a:pt x="122" y="47"/>
                  <a:pt x="126" y="42"/>
                </a:cubicBezTo>
                <a:cubicBezTo>
                  <a:pt x="130" y="37"/>
                  <a:pt x="134" y="33"/>
                  <a:pt x="139" y="29"/>
                </a:cubicBezTo>
                <a:cubicBezTo>
                  <a:pt x="145" y="25"/>
                  <a:pt x="152" y="21"/>
                  <a:pt x="160" y="15"/>
                </a:cubicBezTo>
                <a:cubicBezTo>
                  <a:pt x="169" y="10"/>
                  <a:pt x="178" y="6"/>
                  <a:pt x="188" y="4"/>
                </a:cubicBezTo>
                <a:cubicBezTo>
                  <a:pt x="198" y="1"/>
                  <a:pt x="210" y="0"/>
                  <a:pt x="226" y="0"/>
                </a:cubicBezTo>
                <a:cubicBezTo>
                  <a:pt x="233" y="0"/>
                  <a:pt x="240" y="1"/>
                  <a:pt x="246" y="1"/>
                </a:cubicBezTo>
                <a:cubicBezTo>
                  <a:pt x="252" y="2"/>
                  <a:pt x="258" y="4"/>
                  <a:pt x="263" y="6"/>
                </a:cubicBezTo>
                <a:cubicBezTo>
                  <a:pt x="268" y="8"/>
                  <a:pt x="272" y="10"/>
                  <a:pt x="277" y="12"/>
                </a:cubicBezTo>
                <a:cubicBezTo>
                  <a:pt x="281" y="14"/>
                  <a:pt x="285" y="16"/>
                  <a:pt x="287" y="18"/>
                </a:cubicBezTo>
                <a:cubicBezTo>
                  <a:pt x="290" y="21"/>
                  <a:pt x="293" y="23"/>
                  <a:pt x="295" y="26"/>
                </a:cubicBezTo>
                <a:cubicBezTo>
                  <a:pt x="298" y="29"/>
                  <a:pt x="300" y="32"/>
                  <a:pt x="302" y="34"/>
                </a:cubicBezTo>
                <a:cubicBezTo>
                  <a:pt x="304" y="36"/>
                  <a:pt x="306" y="39"/>
                  <a:pt x="307" y="42"/>
                </a:cubicBezTo>
                <a:cubicBezTo>
                  <a:pt x="308" y="45"/>
                  <a:pt x="309" y="47"/>
                  <a:pt x="310" y="49"/>
                </a:cubicBezTo>
                <a:cubicBezTo>
                  <a:pt x="310" y="51"/>
                  <a:pt x="311" y="53"/>
                  <a:pt x="312" y="55"/>
                </a:cubicBezTo>
                <a:lnTo>
                  <a:pt x="314" y="59"/>
                </a:lnTo>
                <a:lnTo>
                  <a:pt x="316" y="56"/>
                </a:lnTo>
                <a:cubicBezTo>
                  <a:pt x="317" y="54"/>
                  <a:pt x="319" y="52"/>
                  <a:pt x="320" y="50"/>
                </a:cubicBezTo>
                <a:cubicBezTo>
                  <a:pt x="321" y="48"/>
                  <a:pt x="324" y="45"/>
                  <a:pt x="327" y="42"/>
                </a:cubicBezTo>
                <a:cubicBezTo>
                  <a:pt x="329" y="39"/>
                  <a:pt x="333" y="36"/>
                  <a:pt x="336" y="33"/>
                </a:cubicBezTo>
                <a:cubicBezTo>
                  <a:pt x="339" y="30"/>
                  <a:pt x="343" y="27"/>
                  <a:pt x="347" y="23"/>
                </a:cubicBezTo>
                <a:cubicBezTo>
                  <a:pt x="351" y="20"/>
                  <a:pt x="356" y="17"/>
                  <a:pt x="361" y="15"/>
                </a:cubicBezTo>
                <a:cubicBezTo>
                  <a:pt x="367" y="12"/>
                  <a:pt x="373" y="10"/>
                  <a:pt x="378" y="7"/>
                </a:cubicBezTo>
                <a:cubicBezTo>
                  <a:pt x="383" y="5"/>
                  <a:pt x="390" y="3"/>
                  <a:pt x="397" y="2"/>
                </a:cubicBezTo>
                <a:cubicBezTo>
                  <a:pt x="404" y="1"/>
                  <a:pt x="412" y="1"/>
                  <a:pt x="419" y="0"/>
                </a:cubicBezTo>
                <a:cubicBezTo>
                  <a:pt x="480" y="0"/>
                  <a:pt x="513" y="27"/>
                  <a:pt x="518" y="82"/>
                </a:cubicBezTo>
                <a:cubicBezTo>
                  <a:pt x="519" y="85"/>
                  <a:pt x="519" y="119"/>
                  <a:pt x="519" y="183"/>
                </a:cubicBezTo>
                <a:lnTo>
                  <a:pt x="519" y="246"/>
                </a:lnTo>
                <a:cubicBezTo>
                  <a:pt x="519" y="264"/>
                  <a:pt x="520" y="275"/>
                  <a:pt x="521" y="278"/>
                </a:cubicBezTo>
                <a:cubicBezTo>
                  <a:pt x="522" y="282"/>
                  <a:pt x="524" y="284"/>
                  <a:pt x="529" y="286"/>
                </a:cubicBezTo>
                <a:cubicBezTo>
                  <a:pt x="539" y="287"/>
                  <a:pt x="551" y="288"/>
                  <a:pt x="564" y="288"/>
                </a:cubicBezTo>
                <a:lnTo>
                  <a:pt x="576" y="288"/>
                </a:lnTo>
                <a:lnTo>
                  <a:pt x="576" y="321"/>
                </a:lnTo>
                <a:lnTo>
                  <a:pt x="570" y="321"/>
                </a:lnTo>
                <a:lnTo>
                  <a:pt x="553" y="320"/>
                </a:lnTo>
                <a:cubicBezTo>
                  <a:pt x="542" y="320"/>
                  <a:pt x="529" y="320"/>
                  <a:pt x="516" y="320"/>
                </a:cubicBezTo>
                <a:cubicBezTo>
                  <a:pt x="503" y="320"/>
                  <a:pt x="494" y="319"/>
                  <a:pt x="489" y="319"/>
                </a:cubicBezTo>
                <a:cubicBezTo>
                  <a:pt x="439" y="319"/>
                  <a:pt x="412" y="320"/>
                  <a:pt x="408" y="321"/>
                </a:cubicBezTo>
                <a:lnTo>
                  <a:pt x="402" y="321"/>
                </a:lnTo>
                <a:lnTo>
                  <a:pt x="402" y="288"/>
                </a:lnTo>
                <a:lnTo>
                  <a:pt x="413" y="288"/>
                </a:lnTo>
                <a:cubicBezTo>
                  <a:pt x="443" y="288"/>
                  <a:pt x="458" y="284"/>
                  <a:pt x="458" y="276"/>
                </a:cubicBezTo>
                <a:cubicBezTo>
                  <a:pt x="458" y="275"/>
                  <a:pt x="458" y="241"/>
                  <a:pt x="458" y="175"/>
                </a:cubicBezTo>
                <a:cubicBezTo>
                  <a:pt x="458" y="110"/>
                  <a:pt x="457" y="76"/>
                  <a:pt x="457" y="72"/>
                </a:cubicBezTo>
                <a:cubicBezTo>
                  <a:pt x="454" y="58"/>
                  <a:pt x="449" y="48"/>
                  <a:pt x="442" y="41"/>
                </a:cubicBezTo>
                <a:cubicBezTo>
                  <a:pt x="436" y="35"/>
                  <a:pt x="430" y="30"/>
                  <a:pt x="425" y="29"/>
                </a:cubicBezTo>
                <a:cubicBezTo>
                  <a:pt x="420" y="28"/>
                  <a:pt x="414" y="27"/>
                  <a:pt x="406" y="28"/>
                </a:cubicBezTo>
                <a:cubicBezTo>
                  <a:pt x="384" y="28"/>
                  <a:pt x="365" y="36"/>
                  <a:pt x="349" y="52"/>
                </a:cubicBezTo>
                <a:cubicBezTo>
                  <a:pt x="336" y="65"/>
                  <a:pt x="328" y="78"/>
                  <a:pt x="324" y="92"/>
                </a:cubicBezTo>
                <a:cubicBezTo>
                  <a:pt x="321" y="106"/>
                  <a:pt x="319" y="126"/>
                  <a:pt x="319" y="152"/>
                </a:cubicBezTo>
                <a:lnTo>
                  <a:pt x="319" y="198"/>
                </a:lnTo>
                <a:lnTo>
                  <a:pt x="319" y="242"/>
                </a:lnTo>
                <a:cubicBezTo>
                  <a:pt x="319" y="257"/>
                  <a:pt x="319" y="267"/>
                  <a:pt x="319" y="272"/>
                </a:cubicBezTo>
                <a:cubicBezTo>
                  <a:pt x="320" y="277"/>
                  <a:pt x="321" y="280"/>
                  <a:pt x="321" y="281"/>
                </a:cubicBezTo>
                <a:cubicBezTo>
                  <a:pt x="322" y="283"/>
                  <a:pt x="325" y="284"/>
                  <a:pt x="328" y="286"/>
                </a:cubicBezTo>
                <a:cubicBezTo>
                  <a:pt x="338" y="287"/>
                  <a:pt x="350" y="288"/>
                  <a:pt x="363" y="288"/>
                </a:cubicBezTo>
                <a:lnTo>
                  <a:pt x="375" y="288"/>
                </a:lnTo>
                <a:lnTo>
                  <a:pt x="375" y="321"/>
                </a:lnTo>
                <a:lnTo>
                  <a:pt x="369" y="321"/>
                </a:lnTo>
                <a:lnTo>
                  <a:pt x="352" y="320"/>
                </a:lnTo>
                <a:cubicBezTo>
                  <a:pt x="341" y="320"/>
                  <a:pt x="329" y="320"/>
                  <a:pt x="316" y="320"/>
                </a:cubicBezTo>
                <a:cubicBezTo>
                  <a:pt x="303" y="320"/>
                  <a:pt x="293" y="319"/>
                  <a:pt x="288" y="319"/>
                </a:cubicBezTo>
                <a:cubicBezTo>
                  <a:pt x="238" y="319"/>
                  <a:pt x="210" y="320"/>
                  <a:pt x="206" y="321"/>
                </a:cubicBezTo>
                <a:lnTo>
                  <a:pt x="200" y="321"/>
                </a:lnTo>
                <a:lnTo>
                  <a:pt x="200" y="288"/>
                </a:lnTo>
                <a:lnTo>
                  <a:pt x="212" y="288"/>
                </a:lnTo>
                <a:cubicBezTo>
                  <a:pt x="242" y="288"/>
                  <a:pt x="257" y="284"/>
                  <a:pt x="257" y="276"/>
                </a:cubicBezTo>
                <a:cubicBezTo>
                  <a:pt x="257" y="275"/>
                  <a:pt x="258" y="241"/>
                  <a:pt x="258" y="175"/>
                </a:cubicBezTo>
                <a:cubicBezTo>
                  <a:pt x="257" y="110"/>
                  <a:pt x="257" y="76"/>
                  <a:pt x="256" y="72"/>
                </a:cubicBezTo>
                <a:cubicBezTo>
                  <a:pt x="253" y="58"/>
                  <a:pt x="249" y="48"/>
                  <a:pt x="242" y="41"/>
                </a:cubicBezTo>
                <a:cubicBezTo>
                  <a:pt x="235" y="35"/>
                  <a:pt x="229" y="30"/>
                  <a:pt x="224" y="29"/>
                </a:cubicBezTo>
                <a:cubicBezTo>
                  <a:pt x="220" y="28"/>
                  <a:pt x="212" y="27"/>
                  <a:pt x="205" y="28"/>
                </a:cubicBezTo>
                <a:cubicBezTo>
                  <a:pt x="183" y="28"/>
                  <a:pt x="164" y="36"/>
                  <a:pt x="147" y="52"/>
                </a:cubicBezTo>
                <a:cubicBezTo>
                  <a:pt x="134" y="65"/>
                  <a:pt x="126" y="78"/>
                  <a:pt x="123" y="92"/>
                </a:cubicBezTo>
                <a:cubicBezTo>
                  <a:pt x="119" y="106"/>
                  <a:pt x="117" y="126"/>
                  <a:pt x="117" y="152"/>
                </a:cubicBezTo>
                <a:lnTo>
                  <a:pt x="117" y="198"/>
                </a:lnTo>
                <a:lnTo>
                  <a:pt x="117" y="242"/>
                </a:lnTo>
                <a:cubicBezTo>
                  <a:pt x="117" y="257"/>
                  <a:pt x="117" y="267"/>
                  <a:pt x="118" y="272"/>
                </a:cubicBezTo>
                <a:cubicBezTo>
                  <a:pt x="118" y="277"/>
                  <a:pt x="119" y="280"/>
                  <a:pt x="120" y="281"/>
                </a:cubicBezTo>
                <a:cubicBezTo>
                  <a:pt x="121" y="283"/>
                  <a:pt x="123" y="284"/>
                  <a:pt x="126" y="286"/>
                </a:cubicBezTo>
                <a:cubicBezTo>
                  <a:pt x="137" y="287"/>
                  <a:pt x="148" y="288"/>
                  <a:pt x="162" y="288"/>
                </a:cubicBezTo>
                <a:lnTo>
                  <a:pt x="173" y="288"/>
                </a:lnTo>
                <a:lnTo>
                  <a:pt x="173" y="321"/>
                </a:lnTo>
                <a:lnTo>
                  <a:pt x="168" y="321"/>
                </a:lnTo>
                <a:lnTo>
                  <a:pt x="151" y="320"/>
                </a:lnTo>
                <a:cubicBezTo>
                  <a:pt x="139" y="320"/>
                  <a:pt x="127" y="320"/>
                  <a:pt x="114" y="320"/>
                </a:cubicBezTo>
                <a:cubicBezTo>
                  <a:pt x="101" y="320"/>
                  <a:pt x="92" y="319"/>
                  <a:pt x="87" y="319"/>
                </a:cubicBezTo>
                <a:cubicBezTo>
                  <a:pt x="37" y="319"/>
                  <a:pt x="10" y="320"/>
                  <a:pt x="5" y="321"/>
                </a:cubicBezTo>
                <a:lnTo>
                  <a:pt x="0" y="321"/>
                </a:lnTo>
                <a:lnTo>
                  <a:pt x="0" y="288"/>
                </a:lnTo>
                <a:lnTo>
                  <a:pt x="11" y="288"/>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1079" name=""/>
          <p:cNvSpPr/>
          <p:nvPr/>
        </p:nvSpPr>
        <p:spPr>
          <a:xfrm>
            <a:off x="5623200" y="4001760"/>
            <a:ext cx="131400" cy="166320"/>
          </a:xfrm>
          <a:custGeom>
            <a:avLst/>
            <a:gdLst/>
            <a:ahLst/>
            <a:rect l="0" t="0" r="r" b="b"/>
            <a:pathLst>
              <a:path w="365" h="462">
                <a:moveTo>
                  <a:pt x="12" y="428"/>
                </a:moveTo>
                <a:lnTo>
                  <a:pt x="22" y="428"/>
                </a:lnTo>
                <a:cubicBezTo>
                  <a:pt x="41" y="428"/>
                  <a:pt x="52" y="425"/>
                  <a:pt x="56" y="418"/>
                </a:cubicBezTo>
                <a:lnTo>
                  <a:pt x="56" y="412"/>
                </a:lnTo>
                <a:cubicBezTo>
                  <a:pt x="56" y="409"/>
                  <a:pt x="56" y="404"/>
                  <a:pt x="56" y="399"/>
                </a:cubicBezTo>
                <a:cubicBezTo>
                  <a:pt x="56" y="393"/>
                  <a:pt x="56" y="386"/>
                  <a:pt x="56" y="377"/>
                </a:cubicBezTo>
                <a:cubicBezTo>
                  <a:pt x="56" y="368"/>
                  <a:pt x="56" y="359"/>
                  <a:pt x="57" y="349"/>
                </a:cubicBezTo>
                <a:cubicBezTo>
                  <a:pt x="57" y="339"/>
                  <a:pt x="57" y="328"/>
                  <a:pt x="57" y="317"/>
                </a:cubicBezTo>
                <a:cubicBezTo>
                  <a:pt x="56" y="306"/>
                  <a:pt x="56" y="294"/>
                  <a:pt x="57" y="281"/>
                </a:cubicBezTo>
                <a:cubicBezTo>
                  <a:pt x="57" y="269"/>
                  <a:pt x="57" y="256"/>
                  <a:pt x="57" y="244"/>
                </a:cubicBezTo>
                <a:cubicBezTo>
                  <a:pt x="57" y="228"/>
                  <a:pt x="57" y="211"/>
                  <a:pt x="57" y="193"/>
                </a:cubicBezTo>
                <a:cubicBezTo>
                  <a:pt x="57" y="175"/>
                  <a:pt x="57" y="159"/>
                  <a:pt x="57" y="144"/>
                </a:cubicBezTo>
                <a:cubicBezTo>
                  <a:pt x="57" y="130"/>
                  <a:pt x="57" y="117"/>
                  <a:pt x="57" y="106"/>
                </a:cubicBezTo>
                <a:cubicBezTo>
                  <a:pt x="57" y="94"/>
                  <a:pt x="57" y="85"/>
                  <a:pt x="56" y="78"/>
                </a:cubicBezTo>
                <a:cubicBezTo>
                  <a:pt x="56" y="70"/>
                  <a:pt x="56" y="66"/>
                  <a:pt x="56" y="66"/>
                </a:cubicBezTo>
                <a:cubicBezTo>
                  <a:pt x="55" y="57"/>
                  <a:pt x="51" y="51"/>
                  <a:pt x="46" y="48"/>
                </a:cubicBezTo>
                <a:cubicBezTo>
                  <a:pt x="41" y="45"/>
                  <a:pt x="30" y="43"/>
                  <a:pt x="13" y="41"/>
                </a:cubicBezTo>
                <a:lnTo>
                  <a:pt x="0" y="41"/>
                </a:lnTo>
                <a:lnTo>
                  <a:pt x="0" y="25"/>
                </a:lnTo>
                <a:cubicBezTo>
                  <a:pt x="0" y="14"/>
                  <a:pt x="1" y="8"/>
                  <a:pt x="2" y="8"/>
                </a:cubicBezTo>
                <a:lnTo>
                  <a:pt x="9" y="7"/>
                </a:lnTo>
                <a:cubicBezTo>
                  <a:pt x="14" y="7"/>
                  <a:pt x="21" y="6"/>
                  <a:pt x="30" y="6"/>
                </a:cubicBezTo>
                <a:cubicBezTo>
                  <a:pt x="39" y="5"/>
                  <a:pt x="48" y="5"/>
                  <a:pt x="57" y="4"/>
                </a:cubicBezTo>
                <a:cubicBezTo>
                  <a:pt x="65" y="4"/>
                  <a:pt x="74" y="3"/>
                  <a:pt x="84" y="3"/>
                </a:cubicBezTo>
                <a:cubicBezTo>
                  <a:pt x="93" y="2"/>
                  <a:pt x="100" y="2"/>
                  <a:pt x="105" y="1"/>
                </a:cubicBezTo>
                <a:cubicBezTo>
                  <a:pt x="110" y="0"/>
                  <a:pt x="113" y="0"/>
                  <a:pt x="113" y="0"/>
                </a:cubicBezTo>
                <a:lnTo>
                  <a:pt x="115" y="0"/>
                </a:lnTo>
                <a:lnTo>
                  <a:pt x="115" y="19"/>
                </a:lnTo>
                <a:lnTo>
                  <a:pt x="116" y="38"/>
                </a:lnTo>
                <a:lnTo>
                  <a:pt x="122" y="33"/>
                </a:lnTo>
                <a:cubicBezTo>
                  <a:pt x="150" y="11"/>
                  <a:pt x="185" y="1"/>
                  <a:pt x="223" y="1"/>
                </a:cubicBezTo>
                <a:cubicBezTo>
                  <a:pt x="262" y="1"/>
                  <a:pt x="295" y="16"/>
                  <a:pt x="323" y="47"/>
                </a:cubicBezTo>
                <a:cubicBezTo>
                  <a:pt x="350" y="78"/>
                  <a:pt x="364" y="117"/>
                  <a:pt x="365" y="165"/>
                </a:cubicBezTo>
                <a:cubicBezTo>
                  <a:pt x="365" y="213"/>
                  <a:pt x="349" y="253"/>
                  <a:pt x="318" y="283"/>
                </a:cubicBezTo>
                <a:cubicBezTo>
                  <a:pt x="286" y="314"/>
                  <a:pt x="251" y="329"/>
                  <a:pt x="211" y="329"/>
                </a:cubicBezTo>
                <a:cubicBezTo>
                  <a:pt x="178" y="329"/>
                  <a:pt x="149" y="318"/>
                  <a:pt x="123" y="297"/>
                </a:cubicBezTo>
                <a:lnTo>
                  <a:pt x="118" y="292"/>
                </a:lnTo>
                <a:lnTo>
                  <a:pt x="118" y="354"/>
                </a:lnTo>
                <a:lnTo>
                  <a:pt x="118" y="394"/>
                </a:lnTo>
                <a:cubicBezTo>
                  <a:pt x="118" y="407"/>
                  <a:pt x="118" y="415"/>
                  <a:pt x="119" y="418"/>
                </a:cubicBezTo>
                <a:cubicBezTo>
                  <a:pt x="120" y="421"/>
                  <a:pt x="123" y="424"/>
                  <a:pt x="127" y="426"/>
                </a:cubicBezTo>
                <a:cubicBezTo>
                  <a:pt x="137" y="428"/>
                  <a:pt x="149" y="428"/>
                  <a:pt x="163" y="428"/>
                </a:cubicBezTo>
                <a:lnTo>
                  <a:pt x="175" y="428"/>
                </a:lnTo>
                <a:lnTo>
                  <a:pt x="175" y="462"/>
                </a:lnTo>
                <a:lnTo>
                  <a:pt x="168" y="462"/>
                </a:lnTo>
                <a:lnTo>
                  <a:pt x="151" y="461"/>
                </a:lnTo>
                <a:cubicBezTo>
                  <a:pt x="140" y="460"/>
                  <a:pt x="128" y="460"/>
                  <a:pt x="115" y="460"/>
                </a:cubicBezTo>
                <a:cubicBezTo>
                  <a:pt x="102" y="460"/>
                  <a:pt x="93" y="460"/>
                  <a:pt x="87" y="459"/>
                </a:cubicBezTo>
                <a:cubicBezTo>
                  <a:pt x="37" y="459"/>
                  <a:pt x="10" y="460"/>
                  <a:pt x="6" y="462"/>
                </a:cubicBezTo>
                <a:lnTo>
                  <a:pt x="0" y="462"/>
                </a:lnTo>
                <a:lnTo>
                  <a:pt x="0" y="428"/>
                </a:lnTo>
                <a:lnTo>
                  <a:pt x="12" y="428"/>
                </a:lnTo>
                <a:moveTo>
                  <a:pt x="294" y="163"/>
                </a:moveTo>
                <a:cubicBezTo>
                  <a:pt x="294" y="127"/>
                  <a:pt x="286" y="95"/>
                  <a:pt x="269" y="69"/>
                </a:cubicBezTo>
                <a:cubicBezTo>
                  <a:pt x="253" y="42"/>
                  <a:pt x="232" y="29"/>
                  <a:pt x="208" y="29"/>
                </a:cubicBezTo>
                <a:cubicBezTo>
                  <a:pt x="173" y="29"/>
                  <a:pt x="143" y="45"/>
                  <a:pt x="118" y="76"/>
                </a:cubicBezTo>
                <a:lnTo>
                  <a:pt x="118" y="250"/>
                </a:lnTo>
                <a:cubicBezTo>
                  <a:pt x="137" y="285"/>
                  <a:pt x="164" y="302"/>
                  <a:pt x="200" y="302"/>
                </a:cubicBezTo>
                <a:cubicBezTo>
                  <a:pt x="224" y="302"/>
                  <a:pt x="246" y="289"/>
                  <a:pt x="265" y="263"/>
                </a:cubicBezTo>
                <a:cubicBezTo>
                  <a:pt x="284" y="237"/>
                  <a:pt x="293" y="204"/>
                  <a:pt x="294" y="163"/>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1080" name=""/>
          <p:cNvSpPr/>
          <p:nvPr/>
        </p:nvSpPr>
        <p:spPr>
          <a:xfrm>
            <a:off x="5769720" y="3935880"/>
            <a:ext cx="62280" cy="181440"/>
          </a:xfrm>
          <a:custGeom>
            <a:avLst/>
            <a:gdLst/>
            <a:ahLst/>
            <a:rect l="0" t="0" r="r" b="b"/>
            <a:pathLst>
              <a:path w="173" h="504">
                <a:moveTo>
                  <a:pt x="12" y="471"/>
                </a:moveTo>
                <a:lnTo>
                  <a:pt x="22" y="471"/>
                </a:lnTo>
                <a:cubicBezTo>
                  <a:pt x="41" y="471"/>
                  <a:pt x="52" y="467"/>
                  <a:pt x="56" y="461"/>
                </a:cubicBezTo>
                <a:lnTo>
                  <a:pt x="56" y="455"/>
                </a:lnTo>
                <a:cubicBezTo>
                  <a:pt x="56" y="451"/>
                  <a:pt x="56" y="445"/>
                  <a:pt x="56" y="438"/>
                </a:cubicBezTo>
                <a:cubicBezTo>
                  <a:pt x="56" y="431"/>
                  <a:pt x="56" y="423"/>
                  <a:pt x="56" y="414"/>
                </a:cubicBezTo>
                <a:cubicBezTo>
                  <a:pt x="56" y="405"/>
                  <a:pt x="56" y="395"/>
                  <a:pt x="57" y="383"/>
                </a:cubicBezTo>
                <a:cubicBezTo>
                  <a:pt x="57" y="372"/>
                  <a:pt x="57" y="359"/>
                  <a:pt x="57" y="346"/>
                </a:cubicBezTo>
                <a:cubicBezTo>
                  <a:pt x="56" y="333"/>
                  <a:pt x="56" y="320"/>
                  <a:pt x="57" y="306"/>
                </a:cubicBezTo>
                <a:cubicBezTo>
                  <a:pt x="57" y="292"/>
                  <a:pt x="57" y="278"/>
                  <a:pt x="57" y="265"/>
                </a:cubicBezTo>
                <a:cubicBezTo>
                  <a:pt x="57" y="247"/>
                  <a:pt x="57" y="228"/>
                  <a:pt x="57" y="208"/>
                </a:cubicBezTo>
                <a:cubicBezTo>
                  <a:pt x="57" y="189"/>
                  <a:pt x="57" y="170"/>
                  <a:pt x="57" y="154"/>
                </a:cubicBezTo>
                <a:cubicBezTo>
                  <a:pt x="57" y="138"/>
                  <a:pt x="57" y="123"/>
                  <a:pt x="57" y="111"/>
                </a:cubicBezTo>
                <a:cubicBezTo>
                  <a:pt x="57" y="98"/>
                  <a:pt x="57" y="87"/>
                  <a:pt x="56" y="79"/>
                </a:cubicBezTo>
                <a:cubicBezTo>
                  <a:pt x="56" y="70"/>
                  <a:pt x="56" y="66"/>
                  <a:pt x="56" y="66"/>
                </a:cubicBezTo>
                <a:cubicBezTo>
                  <a:pt x="55" y="57"/>
                  <a:pt x="51" y="51"/>
                  <a:pt x="46" y="48"/>
                </a:cubicBezTo>
                <a:cubicBezTo>
                  <a:pt x="41" y="45"/>
                  <a:pt x="30" y="43"/>
                  <a:pt x="13" y="42"/>
                </a:cubicBezTo>
                <a:lnTo>
                  <a:pt x="0" y="42"/>
                </a:lnTo>
                <a:lnTo>
                  <a:pt x="0" y="25"/>
                </a:lnTo>
                <a:cubicBezTo>
                  <a:pt x="0" y="14"/>
                  <a:pt x="1" y="8"/>
                  <a:pt x="2" y="8"/>
                </a:cubicBezTo>
                <a:lnTo>
                  <a:pt x="9" y="8"/>
                </a:lnTo>
                <a:cubicBezTo>
                  <a:pt x="14" y="7"/>
                  <a:pt x="21" y="7"/>
                  <a:pt x="30" y="6"/>
                </a:cubicBezTo>
                <a:cubicBezTo>
                  <a:pt x="39" y="6"/>
                  <a:pt x="48" y="5"/>
                  <a:pt x="57" y="5"/>
                </a:cubicBezTo>
                <a:cubicBezTo>
                  <a:pt x="65" y="4"/>
                  <a:pt x="74" y="4"/>
                  <a:pt x="84" y="3"/>
                </a:cubicBezTo>
                <a:cubicBezTo>
                  <a:pt x="93" y="3"/>
                  <a:pt x="101" y="2"/>
                  <a:pt x="105" y="1"/>
                </a:cubicBezTo>
                <a:cubicBezTo>
                  <a:pt x="110" y="0"/>
                  <a:pt x="113" y="0"/>
                  <a:pt x="113" y="1"/>
                </a:cubicBezTo>
                <a:lnTo>
                  <a:pt x="115" y="1"/>
                </a:lnTo>
                <a:lnTo>
                  <a:pt x="115" y="229"/>
                </a:lnTo>
                <a:cubicBezTo>
                  <a:pt x="115" y="383"/>
                  <a:pt x="116" y="460"/>
                  <a:pt x="116" y="461"/>
                </a:cubicBezTo>
                <a:cubicBezTo>
                  <a:pt x="118" y="465"/>
                  <a:pt x="121" y="467"/>
                  <a:pt x="125" y="469"/>
                </a:cubicBezTo>
                <a:cubicBezTo>
                  <a:pt x="136" y="470"/>
                  <a:pt x="148" y="471"/>
                  <a:pt x="161" y="471"/>
                </a:cubicBezTo>
                <a:lnTo>
                  <a:pt x="173" y="471"/>
                </a:lnTo>
                <a:lnTo>
                  <a:pt x="173" y="504"/>
                </a:lnTo>
                <a:lnTo>
                  <a:pt x="167" y="504"/>
                </a:lnTo>
                <a:lnTo>
                  <a:pt x="151" y="503"/>
                </a:lnTo>
                <a:cubicBezTo>
                  <a:pt x="139" y="503"/>
                  <a:pt x="127" y="503"/>
                  <a:pt x="114" y="503"/>
                </a:cubicBezTo>
                <a:cubicBezTo>
                  <a:pt x="101" y="503"/>
                  <a:pt x="92" y="502"/>
                  <a:pt x="86" y="502"/>
                </a:cubicBezTo>
                <a:cubicBezTo>
                  <a:pt x="81" y="501"/>
                  <a:pt x="72" y="501"/>
                  <a:pt x="59" y="502"/>
                </a:cubicBezTo>
                <a:cubicBezTo>
                  <a:pt x="46" y="502"/>
                  <a:pt x="34" y="503"/>
                  <a:pt x="23" y="503"/>
                </a:cubicBezTo>
                <a:lnTo>
                  <a:pt x="6" y="504"/>
                </a:lnTo>
                <a:lnTo>
                  <a:pt x="0" y="504"/>
                </a:lnTo>
                <a:lnTo>
                  <a:pt x="0" y="471"/>
                </a:lnTo>
                <a:lnTo>
                  <a:pt x="12" y="471"/>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1081" name=""/>
          <p:cNvSpPr/>
          <p:nvPr/>
        </p:nvSpPr>
        <p:spPr>
          <a:xfrm>
            <a:off x="5842800" y="4000320"/>
            <a:ext cx="101160" cy="119880"/>
          </a:xfrm>
          <a:custGeom>
            <a:avLst/>
            <a:gdLst/>
            <a:ahLst/>
            <a:rect l="0" t="0" r="r" b="b"/>
            <a:pathLst>
              <a:path w="281" h="333">
                <a:moveTo>
                  <a:pt x="0" y="167"/>
                </a:moveTo>
                <a:cubicBezTo>
                  <a:pt x="0" y="141"/>
                  <a:pt x="5" y="117"/>
                  <a:pt x="15" y="95"/>
                </a:cubicBezTo>
                <a:cubicBezTo>
                  <a:pt x="24" y="73"/>
                  <a:pt x="36" y="55"/>
                  <a:pt x="51" y="42"/>
                </a:cubicBezTo>
                <a:cubicBezTo>
                  <a:pt x="65" y="28"/>
                  <a:pt x="81" y="18"/>
                  <a:pt x="98" y="12"/>
                </a:cubicBezTo>
                <a:cubicBezTo>
                  <a:pt x="115" y="4"/>
                  <a:pt x="131" y="0"/>
                  <a:pt x="146" y="0"/>
                </a:cubicBezTo>
                <a:cubicBezTo>
                  <a:pt x="172" y="0"/>
                  <a:pt x="194" y="4"/>
                  <a:pt x="213" y="14"/>
                </a:cubicBezTo>
                <a:cubicBezTo>
                  <a:pt x="231" y="22"/>
                  <a:pt x="245" y="34"/>
                  <a:pt x="255" y="50"/>
                </a:cubicBezTo>
                <a:cubicBezTo>
                  <a:pt x="264" y="65"/>
                  <a:pt x="271" y="81"/>
                  <a:pt x="275" y="96"/>
                </a:cubicBezTo>
                <a:cubicBezTo>
                  <a:pt x="279" y="112"/>
                  <a:pt x="281" y="129"/>
                  <a:pt x="281" y="148"/>
                </a:cubicBezTo>
                <a:cubicBezTo>
                  <a:pt x="281" y="151"/>
                  <a:pt x="280" y="154"/>
                  <a:pt x="276" y="158"/>
                </a:cubicBezTo>
                <a:lnTo>
                  <a:pt x="71" y="158"/>
                </a:lnTo>
                <a:lnTo>
                  <a:pt x="71" y="169"/>
                </a:lnTo>
                <a:cubicBezTo>
                  <a:pt x="71" y="240"/>
                  <a:pt x="95" y="284"/>
                  <a:pt x="143" y="299"/>
                </a:cubicBezTo>
                <a:cubicBezTo>
                  <a:pt x="154" y="302"/>
                  <a:pt x="165" y="303"/>
                  <a:pt x="176" y="303"/>
                </a:cubicBezTo>
                <a:cubicBezTo>
                  <a:pt x="197" y="303"/>
                  <a:pt x="214" y="296"/>
                  <a:pt x="229" y="280"/>
                </a:cubicBezTo>
                <a:cubicBezTo>
                  <a:pt x="237" y="272"/>
                  <a:pt x="243" y="262"/>
                  <a:pt x="248" y="250"/>
                </a:cubicBezTo>
                <a:lnTo>
                  <a:pt x="255" y="232"/>
                </a:lnTo>
                <a:cubicBezTo>
                  <a:pt x="257" y="231"/>
                  <a:pt x="261" y="230"/>
                  <a:pt x="267" y="230"/>
                </a:cubicBezTo>
                <a:lnTo>
                  <a:pt x="269" y="230"/>
                </a:lnTo>
                <a:cubicBezTo>
                  <a:pt x="277" y="230"/>
                  <a:pt x="281" y="233"/>
                  <a:pt x="281" y="237"/>
                </a:cubicBezTo>
                <a:cubicBezTo>
                  <a:pt x="281" y="239"/>
                  <a:pt x="281" y="243"/>
                  <a:pt x="279" y="247"/>
                </a:cubicBezTo>
                <a:cubicBezTo>
                  <a:pt x="270" y="273"/>
                  <a:pt x="255" y="294"/>
                  <a:pt x="234" y="310"/>
                </a:cubicBezTo>
                <a:cubicBezTo>
                  <a:pt x="212" y="325"/>
                  <a:pt x="188" y="333"/>
                  <a:pt x="162" y="333"/>
                </a:cubicBezTo>
                <a:cubicBezTo>
                  <a:pt x="115" y="333"/>
                  <a:pt x="77" y="316"/>
                  <a:pt x="46" y="283"/>
                </a:cubicBezTo>
                <a:cubicBezTo>
                  <a:pt x="16" y="250"/>
                  <a:pt x="1" y="211"/>
                  <a:pt x="0" y="167"/>
                </a:cubicBezTo>
                <a:moveTo>
                  <a:pt x="222" y="126"/>
                </a:moveTo>
                <a:cubicBezTo>
                  <a:pt x="217" y="64"/>
                  <a:pt x="194" y="31"/>
                  <a:pt x="153" y="27"/>
                </a:cubicBezTo>
                <a:lnTo>
                  <a:pt x="152" y="27"/>
                </a:lnTo>
                <a:cubicBezTo>
                  <a:pt x="147" y="27"/>
                  <a:pt x="143" y="28"/>
                  <a:pt x="139" y="28"/>
                </a:cubicBezTo>
                <a:cubicBezTo>
                  <a:pt x="135" y="29"/>
                  <a:pt x="129" y="31"/>
                  <a:pt x="121" y="34"/>
                </a:cubicBezTo>
                <a:cubicBezTo>
                  <a:pt x="113" y="37"/>
                  <a:pt x="106" y="42"/>
                  <a:pt x="100" y="49"/>
                </a:cubicBezTo>
                <a:cubicBezTo>
                  <a:pt x="94" y="56"/>
                  <a:pt x="89" y="66"/>
                  <a:pt x="83" y="79"/>
                </a:cubicBezTo>
                <a:cubicBezTo>
                  <a:pt x="78" y="92"/>
                  <a:pt x="74" y="108"/>
                  <a:pt x="72" y="127"/>
                </a:cubicBezTo>
                <a:lnTo>
                  <a:pt x="72" y="132"/>
                </a:lnTo>
                <a:lnTo>
                  <a:pt x="222" y="132"/>
                </a:lnTo>
                <a:lnTo>
                  <a:pt x="222" y="126"/>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1082" name=""/>
          <p:cNvSpPr txBox="1"/>
          <p:nvPr/>
        </p:nvSpPr>
        <p:spPr>
          <a:xfrm>
            <a:off x="1143000" y="3786120"/>
            <a:ext cx="3753720" cy="300600"/>
          </a:xfrm>
          <a:prstGeom prst="rect">
            <a:avLst/>
          </a:prstGeom>
          <a:noFill/>
          <a:ln w="0">
            <a:noFill/>
          </a:ln>
        </p:spPr>
        <p:txBody>
          <a:bodyPr wrap="none" lIns="0" rIns="0" tIns="0" bIns="0" anchor="t">
            <a:spAutoFit/>
          </a:bodyPr>
          <a:p>
            <a:r>
              <a:rPr b="0" lang="zh-CN" sz="2360" strike="noStrike" u="none">
                <a:solidFill>
                  <a:srgbClr val="333333"/>
                </a:solidFill>
                <a:effectLst/>
                <a:uFillTx/>
                <a:latin typeface="NotoSansJP-Thin_"/>
                <a:ea typeface="NotoSansJP-Thin_"/>
              </a:rPr>
              <a:t>損失の重み付けを無視した </a:t>
            </a:r>
            <a:endParaRPr b="0" lang="en-US" sz="2360" strike="noStrike" u="none">
              <a:solidFill>
                <a:srgbClr val="000000"/>
              </a:solidFill>
              <a:effectLst/>
              <a:uFillTx/>
              <a:latin typeface="Times New Roman"/>
            </a:endParaRPr>
          </a:p>
        </p:txBody>
      </p:sp>
      <p:sp>
        <p:nvSpPr>
          <p:cNvPr id="1083" name=""/>
          <p:cNvSpPr/>
          <p:nvPr/>
        </p:nvSpPr>
        <p:spPr>
          <a:xfrm>
            <a:off x="0" y="0"/>
            <a:ext cx="12192120" cy="667080"/>
          </a:xfrm>
          <a:custGeom>
            <a:avLst/>
            <a:gdLst/>
            <a:ahLst/>
            <a:rect l="0" t="0" r="r" b="b"/>
            <a:pathLst>
              <a:path w="33867" h="1853">
                <a:moveTo>
                  <a:pt x="0" y="0"/>
                </a:moveTo>
                <a:lnTo>
                  <a:pt x="33867" y="0"/>
                </a:lnTo>
                <a:lnTo>
                  <a:pt x="33867" y="1853"/>
                </a:lnTo>
                <a:lnTo>
                  <a:pt x="0" y="1853"/>
                </a:lnTo>
                <a:lnTo>
                  <a:pt x="0" y="0"/>
                </a:lnTo>
                <a:close/>
              </a:path>
            </a:pathLst>
          </a:custGeom>
          <a:solidFill>
            <a:srgbClr val="800000"/>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1084" name=""/>
          <p:cNvSpPr txBox="1"/>
          <p:nvPr/>
        </p:nvSpPr>
        <p:spPr>
          <a:xfrm>
            <a:off x="5972760" y="3786120"/>
            <a:ext cx="4354200" cy="300600"/>
          </a:xfrm>
          <a:prstGeom prst="rect">
            <a:avLst/>
          </a:prstGeom>
          <a:noFill/>
          <a:ln w="0">
            <a:noFill/>
          </a:ln>
        </p:spPr>
        <p:txBody>
          <a:bodyPr wrap="none" lIns="0" rIns="0" tIns="0" bIns="0" anchor="t">
            <a:spAutoFit/>
          </a:bodyPr>
          <a:p>
            <a:r>
              <a:rPr b="0" lang="en-US" sz="2360" strike="noStrike" u="none">
                <a:solidFill>
                  <a:srgbClr val="333333"/>
                </a:solidFill>
                <a:effectLst/>
                <a:uFillTx/>
                <a:latin typeface="NotoSansJP-Thin_"/>
                <a:ea typeface="NotoSansJP-Thin_"/>
              </a:rPr>
              <a:t> の方が性能が良いことを確認。</a:t>
            </a:r>
            <a:endParaRPr b="0" lang="en-US" sz="2360" strike="noStrike" u="none">
              <a:solidFill>
                <a:srgbClr val="000000"/>
              </a:solidFill>
              <a:effectLst/>
              <a:uFillTx/>
              <a:latin typeface="Times New Roman"/>
            </a:endParaRPr>
          </a:p>
        </p:txBody>
      </p:sp>
      <p:sp>
        <p:nvSpPr>
          <p:cNvPr id="1085" name=""/>
          <p:cNvSpPr txBox="1"/>
          <p:nvPr/>
        </p:nvSpPr>
        <p:spPr>
          <a:xfrm>
            <a:off x="237960" y="174600"/>
            <a:ext cx="2059200" cy="372240"/>
          </a:xfrm>
          <a:prstGeom prst="rect">
            <a:avLst/>
          </a:prstGeom>
          <a:noFill/>
          <a:ln w="0">
            <a:noFill/>
          </a:ln>
        </p:spPr>
        <p:txBody>
          <a:bodyPr wrap="none" lIns="0" rIns="0" tIns="0" bIns="0" anchor="t">
            <a:spAutoFit/>
          </a:bodyPr>
          <a:p>
            <a:r>
              <a:rPr b="1" lang="en-US" sz="2620" strike="noStrike" u="none">
                <a:solidFill>
                  <a:srgbClr val="ffffff"/>
                </a:solidFill>
                <a:effectLst/>
                <a:uFillTx/>
                <a:latin typeface="NotoSansJP-Thin_"/>
                <a:ea typeface="NotoSansJP-Thin_"/>
              </a:rPr>
              <a:t>4.3. </a:t>
            </a:r>
            <a:r>
              <a:rPr b="1" lang="zh-CN" sz="2620" strike="noStrike" u="none">
                <a:solidFill>
                  <a:srgbClr val="ffffff"/>
                </a:solidFill>
                <a:effectLst/>
                <a:uFillTx/>
                <a:latin typeface="NotoSansJP-Thin_"/>
                <a:ea typeface="NotoSansJP-Thin_"/>
              </a:rPr>
              <a:t>生成結果</a:t>
            </a:r>
            <a:endParaRPr b="0" lang="en-US" sz="2620" strike="noStrike" u="none">
              <a:solidFill>
                <a:srgbClr val="000000"/>
              </a:solidFill>
              <a:effectLst/>
              <a:uFillTx/>
              <a:latin typeface="Times New Roman"/>
            </a:endParaRPr>
          </a:p>
        </p:txBody>
      </p:sp>
      <p:sp>
        <p:nvSpPr>
          <p:cNvPr id="1086" name=""/>
          <p:cNvSpPr txBox="1"/>
          <p:nvPr/>
        </p:nvSpPr>
        <p:spPr>
          <a:xfrm>
            <a:off x="11161800" y="6397560"/>
            <a:ext cx="668160" cy="297720"/>
          </a:xfrm>
          <a:prstGeom prst="rect">
            <a:avLst/>
          </a:prstGeom>
          <a:noFill/>
          <a:ln w="0">
            <a:noFill/>
          </a:ln>
        </p:spPr>
        <p:txBody>
          <a:bodyPr wrap="none" lIns="0" rIns="0" tIns="0" bIns="0" anchor="t">
            <a:spAutoFit/>
          </a:bodyPr>
          <a:p>
            <a:r>
              <a:rPr b="1" lang="en-US" sz="2100" strike="noStrike" u="none">
                <a:solidFill>
                  <a:srgbClr val="333333"/>
                </a:solidFill>
                <a:effectLst/>
                <a:uFillTx/>
                <a:latin typeface="NotoSansJP-Thin_"/>
                <a:ea typeface="NotoSansJP-Thin_"/>
              </a:rPr>
              <a:t>19/24</a:t>
            </a:r>
            <a:endParaRPr b="0" lang="en-US" sz="2100" strike="noStrike" u="non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87"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1088"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1089"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1090" name=""/>
          <p:cNvSpPr txBox="1"/>
          <p:nvPr/>
        </p:nvSpPr>
        <p:spPr>
          <a:xfrm>
            <a:off x="374040" y="3251160"/>
            <a:ext cx="2448720" cy="372240"/>
          </a:xfrm>
          <a:prstGeom prst="rect">
            <a:avLst/>
          </a:prstGeom>
          <a:noFill/>
          <a:ln w="0">
            <a:noFill/>
          </a:ln>
        </p:spPr>
        <p:txBody>
          <a:bodyPr wrap="none" lIns="0" rIns="0" tIns="0" bIns="0" anchor="t">
            <a:spAutoFit/>
          </a:bodyPr>
          <a:p>
            <a:r>
              <a:rPr b="0" lang="en-US" sz="2620" strike="noStrike" u="none">
                <a:solidFill>
                  <a:srgbClr val="333333"/>
                </a:solidFill>
                <a:effectLst/>
                <a:uFillTx/>
                <a:latin typeface="NotoSansJP-Thin_"/>
                <a:ea typeface="NotoSansJP-Thin_"/>
              </a:rPr>
              <a:t>5. </a:t>
            </a:r>
            <a:r>
              <a:rPr b="0" lang="zh-CN" sz="2620" strike="noStrike" u="none">
                <a:solidFill>
                  <a:srgbClr val="333333"/>
                </a:solidFill>
                <a:effectLst/>
                <a:uFillTx/>
                <a:latin typeface="NotoSansJP-Thin_"/>
                <a:ea typeface="NotoSansJP-Thin_"/>
              </a:rPr>
              <a:t>議論とまとめ</a:t>
            </a:r>
            <a:endParaRPr b="0" lang="en-US" sz="2620" strike="noStrike" u="none">
              <a:solidFill>
                <a:srgbClr val="000000"/>
              </a:solidFill>
              <a:effectLst/>
              <a:uFillTx/>
              <a:latin typeface="Times New Roman"/>
            </a:endParaRPr>
          </a:p>
        </p:txBody>
      </p:sp>
      <p:sp>
        <p:nvSpPr>
          <p:cNvPr id="1091" name=""/>
          <p:cNvSpPr txBox="1"/>
          <p:nvPr/>
        </p:nvSpPr>
        <p:spPr>
          <a:xfrm>
            <a:off x="11161800" y="6397560"/>
            <a:ext cx="668160" cy="297720"/>
          </a:xfrm>
          <a:prstGeom prst="rect">
            <a:avLst/>
          </a:prstGeom>
          <a:noFill/>
          <a:ln w="0">
            <a:noFill/>
          </a:ln>
        </p:spPr>
        <p:txBody>
          <a:bodyPr wrap="none" lIns="0" rIns="0" tIns="0" bIns="0" anchor="t">
            <a:spAutoFit/>
          </a:bodyPr>
          <a:p>
            <a:r>
              <a:rPr b="1" lang="en-US" sz="2100" strike="noStrike" u="none">
                <a:solidFill>
                  <a:srgbClr val="333333"/>
                </a:solidFill>
                <a:effectLst/>
                <a:uFillTx/>
                <a:latin typeface="NotoSansJP-Thin_"/>
                <a:ea typeface="NotoSansJP-Thin_"/>
              </a:rPr>
              <a:t>20/24</a:t>
            </a:r>
            <a:endParaRPr b="0" lang="en-US" sz="2100" strike="noStrike" u="non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92"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1093"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1094"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1095" name=""/>
          <p:cNvSpPr/>
          <p:nvPr/>
        </p:nvSpPr>
        <p:spPr>
          <a:xfrm>
            <a:off x="438120" y="1819080"/>
            <a:ext cx="133560" cy="133560"/>
          </a:xfrm>
          <a:custGeom>
            <a:avLst/>
            <a:gdLst/>
            <a:ahLst/>
            <a:rect l="0" t="0" r="r" b="b"/>
            <a:pathLst>
              <a:path w="371" h="371">
                <a:moveTo>
                  <a:pt x="371" y="185"/>
                </a:moveTo>
                <a:cubicBezTo>
                  <a:pt x="371" y="197"/>
                  <a:pt x="370" y="209"/>
                  <a:pt x="367" y="221"/>
                </a:cubicBezTo>
                <a:cubicBezTo>
                  <a:pt x="365" y="233"/>
                  <a:pt x="362" y="245"/>
                  <a:pt x="357" y="256"/>
                </a:cubicBezTo>
                <a:cubicBezTo>
                  <a:pt x="352" y="267"/>
                  <a:pt x="347" y="278"/>
                  <a:pt x="340" y="288"/>
                </a:cubicBezTo>
                <a:cubicBezTo>
                  <a:pt x="333" y="298"/>
                  <a:pt x="325" y="308"/>
                  <a:pt x="317" y="317"/>
                </a:cubicBezTo>
                <a:cubicBezTo>
                  <a:pt x="308" y="326"/>
                  <a:pt x="299" y="333"/>
                  <a:pt x="289" y="340"/>
                </a:cubicBezTo>
                <a:cubicBezTo>
                  <a:pt x="279" y="347"/>
                  <a:pt x="268" y="353"/>
                  <a:pt x="257" y="357"/>
                </a:cubicBezTo>
                <a:cubicBezTo>
                  <a:pt x="245" y="362"/>
                  <a:pt x="234" y="366"/>
                  <a:pt x="222" y="368"/>
                </a:cubicBezTo>
                <a:cubicBezTo>
                  <a:pt x="210" y="370"/>
                  <a:pt x="198" y="371"/>
                  <a:pt x="186" y="371"/>
                </a:cubicBezTo>
                <a:cubicBezTo>
                  <a:pt x="174" y="371"/>
                  <a:pt x="162" y="370"/>
                  <a:pt x="150" y="368"/>
                </a:cubicBezTo>
                <a:cubicBezTo>
                  <a:pt x="138" y="366"/>
                  <a:pt x="126" y="362"/>
                  <a:pt x="115" y="357"/>
                </a:cubicBezTo>
                <a:cubicBezTo>
                  <a:pt x="104" y="353"/>
                  <a:pt x="93" y="347"/>
                  <a:pt x="83" y="340"/>
                </a:cubicBezTo>
                <a:cubicBezTo>
                  <a:pt x="72" y="333"/>
                  <a:pt x="62" y="326"/>
                  <a:pt x="54" y="317"/>
                </a:cubicBezTo>
                <a:cubicBezTo>
                  <a:pt x="45" y="308"/>
                  <a:pt x="38" y="298"/>
                  <a:pt x="31" y="288"/>
                </a:cubicBezTo>
                <a:cubicBezTo>
                  <a:pt x="24" y="278"/>
                  <a:pt x="18" y="267"/>
                  <a:pt x="14" y="256"/>
                </a:cubicBezTo>
                <a:cubicBezTo>
                  <a:pt x="9" y="245"/>
                  <a:pt x="6" y="233"/>
                  <a:pt x="3" y="221"/>
                </a:cubicBezTo>
                <a:cubicBezTo>
                  <a:pt x="1" y="209"/>
                  <a:pt x="0" y="197"/>
                  <a:pt x="0" y="185"/>
                </a:cubicBezTo>
                <a:cubicBezTo>
                  <a:pt x="0" y="173"/>
                  <a:pt x="1" y="161"/>
                  <a:pt x="3" y="149"/>
                </a:cubicBezTo>
                <a:cubicBezTo>
                  <a:pt x="6" y="137"/>
                  <a:pt x="9" y="126"/>
                  <a:pt x="14" y="114"/>
                </a:cubicBezTo>
                <a:cubicBezTo>
                  <a:pt x="18" y="103"/>
                  <a:pt x="24" y="92"/>
                  <a:pt x="31" y="82"/>
                </a:cubicBezTo>
                <a:cubicBezTo>
                  <a:pt x="38" y="72"/>
                  <a:pt x="45" y="63"/>
                  <a:pt x="54" y="54"/>
                </a:cubicBezTo>
                <a:cubicBezTo>
                  <a:pt x="62" y="46"/>
                  <a:pt x="72" y="38"/>
                  <a:pt x="83" y="31"/>
                </a:cubicBezTo>
                <a:cubicBezTo>
                  <a:pt x="93" y="24"/>
                  <a:pt x="104" y="19"/>
                  <a:pt x="115" y="14"/>
                </a:cubicBezTo>
                <a:cubicBezTo>
                  <a:pt x="126" y="9"/>
                  <a:pt x="138" y="6"/>
                  <a:pt x="150" y="4"/>
                </a:cubicBezTo>
                <a:cubicBezTo>
                  <a:pt x="162" y="1"/>
                  <a:pt x="174" y="0"/>
                  <a:pt x="186" y="0"/>
                </a:cubicBezTo>
                <a:cubicBezTo>
                  <a:pt x="198" y="0"/>
                  <a:pt x="210" y="1"/>
                  <a:pt x="222" y="4"/>
                </a:cubicBezTo>
                <a:cubicBezTo>
                  <a:pt x="234" y="6"/>
                  <a:pt x="245" y="9"/>
                  <a:pt x="257" y="14"/>
                </a:cubicBezTo>
                <a:cubicBezTo>
                  <a:pt x="268" y="19"/>
                  <a:pt x="279" y="24"/>
                  <a:pt x="289" y="31"/>
                </a:cubicBezTo>
                <a:cubicBezTo>
                  <a:pt x="299" y="38"/>
                  <a:pt x="308" y="46"/>
                  <a:pt x="317" y="54"/>
                </a:cubicBezTo>
                <a:cubicBezTo>
                  <a:pt x="325" y="63"/>
                  <a:pt x="333" y="72"/>
                  <a:pt x="340" y="82"/>
                </a:cubicBezTo>
                <a:cubicBezTo>
                  <a:pt x="347" y="92"/>
                  <a:pt x="352" y="103"/>
                  <a:pt x="357" y="114"/>
                </a:cubicBezTo>
                <a:cubicBezTo>
                  <a:pt x="362" y="126"/>
                  <a:pt x="365" y="137"/>
                  <a:pt x="367" y="149"/>
                </a:cubicBezTo>
                <a:cubicBezTo>
                  <a:pt x="370" y="161"/>
                  <a:pt x="371" y="173"/>
                  <a:pt x="371" y="185"/>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1096" name=""/>
          <p:cNvSpPr txBox="1"/>
          <p:nvPr/>
        </p:nvSpPr>
        <p:spPr>
          <a:xfrm>
            <a:off x="380880" y="927000"/>
            <a:ext cx="2003400" cy="334080"/>
          </a:xfrm>
          <a:prstGeom prst="rect">
            <a:avLst/>
          </a:prstGeom>
          <a:noFill/>
          <a:ln w="0">
            <a:noFill/>
          </a:ln>
        </p:spPr>
        <p:txBody>
          <a:bodyPr wrap="none" lIns="0" rIns="0" tIns="0" bIns="0" anchor="t">
            <a:spAutoFit/>
          </a:bodyPr>
          <a:p>
            <a:r>
              <a:rPr b="1" lang="zh-CN" sz="2620" strike="noStrike" u="none">
                <a:solidFill>
                  <a:srgbClr val="333333"/>
                </a:solidFill>
                <a:effectLst/>
                <a:uFillTx/>
                <a:latin typeface="NotoSansJP-Thin_"/>
                <a:ea typeface="NotoSansJP-Thin_"/>
              </a:rPr>
              <a:t>本研究の貢献</a:t>
            </a:r>
            <a:endParaRPr b="0" lang="en-US" sz="2620" strike="noStrike" u="none">
              <a:solidFill>
                <a:srgbClr val="000000"/>
              </a:solidFill>
              <a:effectLst/>
              <a:uFillTx/>
              <a:latin typeface="Times New Roman"/>
            </a:endParaRPr>
          </a:p>
        </p:txBody>
      </p:sp>
      <p:sp>
        <p:nvSpPr>
          <p:cNvPr id="1097" name=""/>
          <p:cNvSpPr/>
          <p:nvPr/>
        </p:nvSpPr>
        <p:spPr>
          <a:xfrm>
            <a:off x="438120" y="2371680"/>
            <a:ext cx="133560" cy="133560"/>
          </a:xfrm>
          <a:custGeom>
            <a:avLst/>
            <a:gdLst/>
            <a:ahLst/>
            <a:rect l="0" t="0" r="r" b="b"/>
            <a:pathLst>
              <a:path w="371" h="371">
                <a:moveTo>
                  <a:pt x="371" y="185"/>
                </a:moveTo>
                <a:cubicBezTo>
                  <a:pt x="371" y="197"/>
                  <a:pt x="370" y="209"/>
                  <a:pt x="367" y="221"/>
                </a:cubicBezTo>
                <a:cubicBezTo>
                  <a:pt x="365" y="233"/>
                  <a:pt x="362" y="244"/>
                  <a:pt x="357" y="256"/>
                </a:cubicBezTo>
                <a:cubicBezTo>
                  <a:pt x="352" y="268"/>
                  <a:pt x="347" y="279"/>
                  <a:pt x="340" y="289"/>
                </a:cubicBezTo>
                <a:cubicBezTo>
                  <a:pt x="333" y="299"/>
                  <a:pt x="325" y="308"/>
                  <a:pt x="317" y="317"/>
                </a:cubicBezTo>
                <a:cubicBezTo>
                  <a:pt x="308" y="325"/>
                  <a:pt x="299" y="333"/>
                  <a:pt x="289" y="340"/>
                </a:cubicBezTo>
                <a:cubicBezTo>
                  <a:pt x="279" y="347"/>
                  <a:pt x="268" y="352"/>
                  <a:pt x="257" y="357"/>
                </a:cubicBezTo>
                <a:cubicBezTo>
                  <a:pt x="245" y="362"/>
                  <a:pt x="234" y="365"/>
                  <a:pt x="222" y="367"/>
                </a:cubicBezTo>
                <a:cubicBezTo>
                  <a:pt x="210" y="370"/>
                  <a:pt x="198" y="371"/>
                  <a:pt x="186" y="371"/>
                </a:cubicBezTo>
                <a:cubicBezTo>
                  <a:pt x="174" y="371"/>
                  <a:pt x="162" y="370"/>
                  <a:pt x="150" y="367"/>
                </a:cubicBezTo>
                <a:cubicBezTo>
                  <a:pt x="138" y="365"/>
                  <a:pt x="126" y="362"/>
                  <a:pt x="115" y="357"/>
                </a:cubicBezTo>
                <a:cubicBezTo>
                  <a:pt x="104" y="352"/>
                  <a:pt x="93" y="347"/>
                  <a:pt x="83" y="340"/>
                </a:cubicBezTo>
                <a:cubicBezTo>
                  <a:pt x="72" y="333"/>
                  <a:pt x="62" y="325"/>
                  <a:pt x="54" y="317"/>
                </a:cubicBezTo>
                <a:cubicBezTo>
                  <a:pt x="45" y="308"/>
                  <a:pt x="38" y="299"/>
                  <a:pt x="31" y="289"/>
                </a:cubicBezTo>
                <a:cubicBezTo>
                  <a:pt x="24" y="279"/>
                  <a:pt x="18" y="268"/>
                  <a:pt x="14" y="256"/>
                </a:cubicBezTo>
                <a:cubicBezTo>
                  <a:pt x="9" y="244"/>
                  <a:pt x="6" y="233"/>
                  <a:pt x="3" y="221"/>
                </a:cubicBezTo>
                <a:cubicBezTo>
                  <a:pt x="1" y="209"/>
                  <a:pt x="0" y="197"/>
                  <a:pt x="0" y="185"/>
                </a:cubicBezTo>
                <a:cubicBezTo>
                  <a:pt x="0" y="173"/>
                  <a:pt x="1" y="161"/>
                  <a:pt x="3" y="149"/>
                </a:cubicBezTo>
                <a:cubicBezTo>
                  <a:pt x="6" y="137"/>
                  <a:pt x="9" y="125"/>
                  <a:pt x="14" y="114"/>
                </a:cubicBezTo>
                <a:cubicBezTo>
                  <a:pt x="18" y="103"/>
                  <a:pt x="24" y="92"/>
                  <a:pt x="31" y="82"/>
                </a:cubicBezTo>
                <a:cubicBezTo>
                  <a:pt x="38" y="72"/>
                  <a:pt x="45" y="62"/>
                  <a:pt x="54" y="54"/>
                </a:cubicBezTo>
                <a:cubicBezTo>
                  <a:pt x="62" y="45"/>
                  <a:pt x="72" y="38"/>
                  <a:pt x="83" y="31"/>
                </a:cubicBezTo>
                <a:cubicBezTo>
                  <a:pt x="93" y="24"/>
                  <a:pt x="104" y="18"/>
                  <a:pt x="115" y="14"/>
                </a:cubicBezTo>
                <a:cubicBezTo>
                  <a:pt x="126" y="9"/>
                  <a:pt x="138" y="6"/>
                  <a:pt x="150" y="3"/>
                </a:cubicBezTo>
                <a:cubicBezTo>
                  <a:pt x="162" y="1"/>
                  <a:pt x="174" y="0"/>
                  <a:pt x="186" y="0"/>
                </a:cubicBezTo>
                <a:cubicBezTo>
                  <a:pt x="198" y="0"/>
                  <a:pt x="210" y="1"/>
                  <a:pt x="222" y="3"/>
                </a:cubicBezTo>
                <a:cubicBezTo>
                  <a:pt x="234" y="6"/>
                  <a:pt x="245" y="9"/>
                  <a:pt x="257" y="14"/>
                </a:cubicBezTo>
                <a:cubicBezTo>
                  <a:pt x="268" y="18"/>
                  <a:pt x="279" y="24"/>
                  <a:pt x="289" y="31"/>
                </a:cubicBezTo>
                <a:cubicBezTo>
                  <a:pt x="299" y="38"/>
                  <a:pt x="308" y="45"/>
                  <a:pt x="317" y="54"/>
                </a:cubicBezTo>
                <a:cubicBezTo>
                  <a:pt x="325" y="62"/>
                  <a:pt x="333" y="72"/>
                  <a:pt x="340" y="82"/>
                </a:cubicBezTo>
                <a:cubicBezTo>
                  <a:pt x="347" y="92"/>
                  <a:pt x="352" y="103"/>
                  <a:pt x="357" y="114"/>
                </a:cubicBezTo>
                <a:cubicBezTo>
                  <a:pt x="362" y="125"/>
                  <a:pt x="365" y="137"/>
                  <a:pt x="367" y="149"/>
                </a:cubicBezTo>
                <a:cubicBezTo>
                  <a:pt x="370" y="161"/>
                  <a:pt x="371" y="173"/>
                  <a:pt x="371" y="185"/>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1098" name=""/>
          <p:cNvSpPr txBox="1"/>
          <p:nvPr/>
        </p:nvSpPr>
        <p:spPr>
          <a:xfrm>
            <a:off x="762120" y="1708200"/>
            <a:ext cx="9727920" cy="372240"/>
          </a:xfrm>
          <a:prstGeom prst="rect">
            <a:avLst/>
          </a:prstGeom>
          <a:noFill/>
          <a:ln w="0">
            <a:noFill/>
          </a:ln>
        </p:spPr>
        <p:txBody>
          <a:bodyPr wrap="none" lIns="0" rIns="0" tIns="0" bIns="0" anchor="t">
            <a:spAutoFit/>
          </a:bodyPr>
          <a:p>
            <a:r>
              <a:rPr b="0" lang="zh-CN" sz="2620" strike="noStrike" u="none">
                <a:solidFill>
                  <a:srgbClr val="333333"/>
                </a:solidFill>
                <a:effectLst/>
                <a:uFillTx/>
                <a:latin typeface="NotoSansJP-Thin_"/>
                <a:ea typeface="NotoSansJP-Thin_"/>
              </a:rPr>
              <a:t>高品質な画像生成</a:t>
            </a:r>
            <a:r>
              <a:rPr b="0" lang="en-US" sz="2620" strike="noStrike" u="none">
                <a:solidFill>
                  <a:srgbClr val="333333"/>
                </a:solidFill>
                <a:effectLst/>
                <a:uFillTx/>
                <a:latin typeface="NotoSansJP-Thin_"/>
                <a:ea typeface="NotoSansJP-Thin_"/>
              </a:rPr>
              <a:t>: GAN</a:t>
            </a:r>
            <a:r>
              <a:rPr b="0" lang="zh-CN" sz="2620" strike="noStrike" u="none">
                <a:solidFill>
                  <a:srgbClr val="333333"/>
                </a:solidFill>
                <a:effectLst/>
                <a:uFillTx/>
                <a:latin typeface="NotoSansJP-Thin_"/>
                <a:ea typeface="NotoSansJP-Thin_"/>
              </a:rPr>
              <a:t>に匹敵する高忠実度な画像生成を達成。</a:t>
            </a:r>
            <a:endParaRPr b="0" lang="en-US" sz="2620" strike="noStrike" u="none">
              <a:solidFill>
                <a:srgbClr val="000000"/>
              </a:solidFill>
              <a:effectLst/>
              <a:uFillTx/>
              <a:latin typeface="Times New Roman"/>
            </a:endParaRPr>
          </a:p>
        </p:txBody>
      </p:sp>
      <p:sp>
        <p:nvSpPr>
          <p:cNvPr id="1099" name=""/>
          <p:cNvSpPr txBox="1"/>
          <p:nvPr/>
        </p:nvSpPr>
        <p:spPr>
          <a:xfrm>
            <a:off x="762120" y="2260440"/>
            <a:ext cx="10339560" cy="372240"/>
          </a:xfrm>
          <a:prstGeom prst="rect">
            <a:avLst/>
          </a:prstGeom>
          <a:noFill/>
          <a:ln w="0">
            <a:noFill/>
          </a:ln>
        </p:spPr>
        <p:txBody>
          <a:bodyPr wrap="none" lIns="0" rIns="0" tIns="0" bIns="0" anchor="t">
            <a:spAutoFit/>
          </a:bodyPr>
          <a:p>
            <a:r>
              <a:rPr b="0" lang="zh-CN" sz="2620" strike="noStrike" u="none">
                <a:solidFill>
                  <a:srgbClr val="333333"/>
                </a:solidFill>
                <a:effectLst/>
                <a:uFillTx/>
                <a:latin typeface="NotoSansJP-Thin_"/>
                <a:ea typeface="NotoSansJP-Thin_"/>
              </a:rPr>
              <a:t>安定した学習</a:t>
            </a:r>
            <a:r>
              <a:rPr b="0" lang="en-US" sz="2620" strike="noStrike" u="none">
                <a:solidFill>
                  <a:srgbClr val="333333"/>
                </a:solidFill>
                <a:effectLst/>
                <a:uFillTx/>
                <a:latin typeface="NotoSansJP-Thin_"/>
                <a:ea typeface="NotoSansJP-Thin_"/>
              </a:rPr>
              <a:t>: </a:t>
            </a:r>
            <a:r>
              <a:rPr b="0" lang="zh-CN" sz="2620" strike="noStrike" u="none">
                <a:solidFill>
                  <a:srgbClr val="333333"/>
                </a:solidFill>
                <a:effectLst/>
                <a:uFillTx/>
                <a:latin typeface="NotoSansJP-Thin_"/>
                <a:ea typeface="NotoSansJP-Thin_"/>
              </a:rPr>
              <a:t>敵対的学習が不要で、安定した尤度ベースの学習が可</a:t>
            </a:r>
            <a:endParaRPr b="0" lang="en-US" sz="2620" strike="noStrike" u="none">
              <a:solidFill>
                <a:srgbClr val="000000"/>
              </a:solidFill>
              <a:effectLst/>
              <a:uFillTx/>
              <a:latin typeface="Times New Roman"/>
            </a:endParaRPr>
          </a:p>
        </p:txBody>
      </p:sp>
      <p:sp>
        <p:nvSpPr>
          <p:cNvPr id="1100" name=""/>
          <p:cNvSpPr/>
          <p:nvPr/>
        </p:nvSpPr>
        <p:spPr>
          <a:xfrm>
            <a:off x="438120" y="3371760"/>
            <a:ext cx="133560" cy="133560"/>
          </a:xfrm>
          <a:custGeom>
            <a:avLst/>
            <a:gdLst/>
            <a:ahLst/>
            <a:rect l="0" t="0" r="r" b="b"/>
            <a:pathLst>
              <a:path w="371" h="371">
                <a:moveTo>
                  <a:pt x="371" y="186"/>
                </a:moveTo>
                <a:cubicBezTo>
                  <a:pt x="371" y="198"/>
                  <a:pt x="370" y="210"/>
                  <a:pt x="367" y="222"/>
                </a:cubicBezTo>
                <a:cubicBezTo>
                  <a:pt x="365" y="234"/>
                  <a:pt x="362" y="246"/>
                  <a:pt x="357" y="257"/>
                </a:cubicBezTo>
                <a:cubicBezTo>
                  <a:pt x="352" y="268"/>
                  <a:pt x="347" y="279"/>
                  <a:pt x="340" y="289"/>
                </a:cubicBezTo>
                <a:cubicBezTo>
                  <a:pt x="333" y="299"/>
                  <a:pt x="325" y="308"/>
                  <a:pt x="317" y="317"/>
                </a:cubicBezTo>
                <a:cubicBezTo>
                  <a:pt x="308" y="326"/>
                  <a:pt x="299" y="333"/>
                  <a:pt x="289" y="340"/>
                </a:cubicBezTo>
                <a:cubicBezTo>
                  <a:pt x="279" y="347"/>
                  <a:pt x="268" y="352"/>
                  <a:pt x="257" y="357"/>
                </a:cubicBezTo>
                <a:cubicBezTo>
                  <a:pt x="245" y="362"/>
                  <a:pt x="234" y="365"/>
                  <a:pt x="222" y="368"/>
                </a:cubicBezTo>
                <a:cubicBezTo>
                  <a:pt x="210" y="370"/>
                  <a:pt x="198" y="371"/>
                  <a:pt x="186" y="371"/>
                </a:cubicBezTo>
                <a:cubicBezTo>
                  <a:pt x="174" y="371"/>
                  <a:pt x="162" y="370"/>
                  <a:pt x="150" y="368"/>
                </a:cubicBezTo>
                <a:cubicBezTo>
                  <a:pt x="138" y="365"/>
                  <a:pt x="126" y="362"/>
                  <a:pt x="115" y="357"/>
                </a:cubicBezTo>
                <a:cubicBezTo>
                  <a:pt x="104" y="352"/>
                  <a:pt x="93" y="347"/>
                  <a:pt x="83" y="340"/>
                </a:cubicBezTo>
                <a:cubicBezTo>
                  <a:pt x="72" y="333"/>
                  <a:pt x="62" y="326"/>
                  <a:pt x="54" y="317"/>
                </a:cubicBezTo>
                <a:cubicBezTo>
                  <a:pt x="45" y="308"/>
                  <a:pt x="38" y="299"/>
                  <a:pt x="31" y="289"/>
                </a:cubicBezTo>
                <a:cubicBezTo>
                  <a:pt x="24" y="279"/>
                  <a:pt x="18" y="268"/>
                  <a:pt x="14" y="257"/>
                </a:cubicBezTo>
                <a:cubicBezTo>
                  <a:pt x="9" y="246"/>
                  <a:pt x="6" y="234"/>
                  <a:pt x="3" y="222"/>
                </a:cubicBezTo>
                <a:cubicBezTo>
                  <a:pt x="1" y="210"/>
                  <a:pt x="0" y="198"/>
                  <a:pt x="0" y="186"/>
                </a:cubicBezTo>
                <a:cubicBezTo>
                  <a:pt x="0" y="174"/>
                  <a:pt x="1" y="162"/>
                  <a:pt x="3" y="150"/>
                </a:cubicBezTo>
                <a:cubicBezTo>
                  <a:pt x="6" y="138"/>
                  <a:pt x="9" y="126"/>
                  <a:pt x="14" y="115"/>
                </a:cubicBezTo>
                <a:cubicBezTo>
                  <a:pt x="18" y="104"/>
                  <a:pt x="24" y="93"/>
                  <a:pt x="31" y="83"/>
                </a:cubicBezTo>
                <a:cubicBezTo>
                  <a:pt x="38" y="73"/>
                  <a:pt x="45" y="63"/>
                  <a:pt x="54" y="54"/>
                </a:cubicBezTo>
                <a:cubicBezTo>
                  <a:pt x="62" y="45"/>
                  <a:pt x="72" y="38"/>
                  <a:pt x="83" y="31"/>
                </a:cubicBezTo>
                <a:cubicBezTo>
                  <a:pt x="93" y="24"/>
                  <a:pt x="104" y="19"/>
                  <a:pt x="115" y="14"/>
                </a:cubicBezTo>
                <a:cubicBezTo>
                  <a:pt x="126" y="9"/>
                  <a:pt x="138" y="6"/>
                  <a:pt x="150" y="3"/>
                </a:cubicBezTo>
                <a:cubicBezTo>
                  <a:pt x="162" y="1"/>
                  <a:pt x="174" y="0"/>
                  <a:pt x="186" y="0"/>
                </a:cubicBezTo>
                <a:cubicBezTo>
                  <a:pt x="198" y="0"/>
                  <a:pt x="210" y="1"/>
                  <a:pt x="222" y="3"/>
                </a:cubicBezTo>
                <a:cubicBezTo>
                  <a:pt x="234" y="6"/>
                  <a:pt x="245" y="9"/>
                  <a:pt x="257" y="14"/>
                </a:cubicBezTo>
                <a:cubicBezTo>
                  <a:pt x="268" y="19"/>
                  <a:pt x="279" y="24"/>
                  <a:pt x="289" y="31"/>
                </a:cubicBezTo>
                <a:cubicBezTo>
                  <a:pt x="299" y="38"/>
                  <a:pt x="308" y="45"/>
                  <a:pt x="317" y="54"/>
                </a:cubicBezTo>
                <a:cubicBezTo>
                  <a:pt x="325" y="63"/>
                  <a:pt x="333" y="73"/>
                  <a:pt x="340" y="83"/>
                </a:cubicBezTo>
                <a:cubicBezTo>
                  <a:pt x="347" y="93"/>
                  <a:pt x="352" y="104"/>
                  <a:pt x="357" y="115"/>
                </a:cubicBezTo>
                <a:cubicBezTo>
                  <a:pt x="362" y="126"/>
                  <a:pt x="365" y="138"/>
                  <a:pt x="367" y="150"/>
                </a:cubicBezTo>
                <a:cubicBezTo>
                  <a:pt x="370" y="162"/>
                  <a:pt x="371" y="174"/>
                  <a:pt x="371" y="186"/>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1101" name=""/>
          <p:cNvSpPr txBox="1"/>
          <p:nvPr/>
        </p:nvSpPr>
        <p:spPr>
          <a:xfrm>
            <a:off x="762120" y="2708280"/>
            <a:ext cx="668160" cy="334080"/>
          </a:xfrm>
          <a:prstGeom prst="rect">
            <a:avLst/>
          </a:prstGeom>
          <a:noFill/>
          <a:ln w="0">
            <a:noFill/>
          </a:ln>
        </p:spPr>
        <p:txBody>
          <a:bodyPr wrap="none" lIns="0" rIns="0" tIns="0" bIns="0" anchor="t">
            <a:spAutoFit/>
          </a:bodyPr>
          <a:p>
            <a:r>
              <a:rPr b="0" lang="zh-CN" sz="2620" strike="noStrike" u="none">
                <a:solidFill>
                  <a:srgbClr val="333333"/>
                </a:solidFill>
                <a:effectLst/>
                <a:uFillTx/>
                <a:latin typeface="NotoSansJP-Thin_"/>
                <a:ea typeface="NotoSansJP-Thin_"/>
              </a:rPr>
              <a:t>能。</a:t>
            </a:r>
            <a:endParaRPr b="0" lang="en-US" sz="2620" strike="noStrike" u="none">
              <a:solidFill>
                <a:srgbClr val="000000"/>
              </a:solidFill>
              <a:effectLst/>
              <a:uFillTx/>
              <a:latin typeface="Times New Roman"/>
            </a:endParaRPr>
          </a:p>
        </p:txBody>
      </p:sp>
      <p:sp>
        <p:nvSpPr>
          <p:cNvPr id="1102" name=""/>
          <p:cNvSpPr/>
          <p:nvPr/>
        </p:nvSpPr>
        <p:spPr>
          <a:xfrm>
            <a:off x="438120" y="3924000"/>
            <a:ext cx="133560" cy="133920"/>
          </a:xfrm>
          <a:custGeom>
            <a:avLst/>
            <a:gdLst/>
            <a:ahLst/>
            <a:rect l="0" t="0" r="r" b="b"/>
            <a:pathLst>
              <a:path w="371" h="372">
                <a:moveTo>
                  <a:pt x="371" y="187"/>
                </a:moveTo>
                <a:cubicBezTo>
                  <a:pt x="371" y="199"/>
                  <a:pt x="370" y="211"/>
                  <a:pt x="367" y="223"/>
                </a:cubicBezTo>
                <a:cubicBezTo>
                  <a:pt x="365" y="235"/>
                  <a:pt x="362" y="246"/>
                  <a:pt x="357" y="257"/>
                </a:cubicBezTo>
                <a:cubicBezTo>
                  <a:pt x="352" y="269"/>
                  <a:pt x="347" y="279"/>
                  <a:pt x="340" y="289"/>
                </a:cubicBezTo>
                <a:cubicBezTo>
                  <a:pt x="333" y="300"/>
                  <a:pt x="325" y="309"/>
                  <a:pt x="317" y="318"/>
                </a:cubicBezTo>
                <a:cubicBezTo>
                  <a:pt x="308" y="326"/>
                  <a:pt x="299" y="334"/>
                  <a:pt x="289" y="341"/>
                </a:cubicBezTo>
                <a:cubicBezTo>
                  <a:pt x="279" y="347"/>
                  <a:pt x="268" y="353"/>
                  <a:pt x="257" y="358"/>
                </a:cubicBezTo>
                <a:cubicBezTo>
                  <a:pt x="245" y="362"/>
                  <a:pt x="234" y="366"/>
                  <a:pt x="222" y="368"/>
                </a:cubicBezTo>
                <a:cubicBezTo>
                  <a:pt x="210" y="371"/>
                  <a:pt x="198" y="372"/>
                  <a:pt x="186" y="372"/>
                </a:cubicBezTo>
                <a:cubicBezTo>
                  <a:pt x="174" y="372"/>
                  <a:pt x="162" y="371"/>
                  <a:pt x="150" y="368"/>
                </a:cubicBezTo>
                <a:cubicBezTo>
                  <a:pt x="138" y="366"/>
                  <a:pt x="126" y="362"/>
                  <a:pt x="115" y="358"/>
                </a:cubicBezTo>
                <a:cubicBezTo>
                  <a:pt x="104" y="353"/>
                  <a:pt x="93" y="347"/>
                  <a:pt x="83" y="341"/>
                </a:cubicBezTo>
                <a:cubicBezTo>
                  <a:pt x="72" y="334"/>
                  <a:pt x="62" y="326"/>
                  <a:pt x="54" y="318"/>
                </a:cubicBezTo>
                <a:cubicBezTo>
                  <a:pt x="45" y="309"/>
                  <a:pt x="38" y="300"/>
                  <a:pt x="31" y="289"/>
                </a:cubicBezTo>
                <a:cubicBezTo>
                  <a:pt x="24" y="279"/>
                  <a:pt x="18" y="269"/>
                  <a:pt x="14" y="257"/>
                </a:cubicBezTo>
                <a:cubicBezTo>
                  <a:pt x="9" y="246"/>
                  <a:pt x="6" y="235"/>
                  <a:pt x="3" y="223"/>
                </a:cubicBezTo>
                <a:cubicBezTo>
                  <a:pt x="1" y="211"/>
                  <a:pt x="0" y="199"/>
                  <a:pt x="0" y="187"/>
                </a:cubicBezTo>
                <a:cubicBezTo>
                  <a:pt x="0" y="174"/>
                  <a:pt x="1" y="162"/>
                  <a:pt x="3" y="150"/>
                </a:cubicBezTo>
                <a:cubicBezTo>
                  <a:pt x="6" y="138"/>
                  <a:pt x="9" y="127"/>
                  <a:pt x="14" y="116"/>
                </a:cubicBezTo>
                <a:cubicBezTo>
                  <a:pt x="18" y="104"/>
                  <a:pt x="24" y="94"/>
                  <a:pt x="31" y="84"/>
                </a:cubicBezTo>
                <a:cubicBezTo>
                  <a:pt x="38" y="74"/>
                  <a:pt x="45" y="64"/>
                  <a:pt x="54" y="56"/>
                </a:cubicBezTo>
                <a:cubicBezTo>
                  <a:pt x="62" y="47"/>
                  <a:pt x="72" y="39"/>
                  <a:pt x="83" y="33"/>
                </a:cubicBezTo>
                <a:cubicBezTo>
                  <a:pt x="93" y="26"/>
                  <a:pt x="104" y="20"/>
                  <a:pt x="115" y="14"/>
                </a:cubicBezTo>
                <a:cubicBezTo>
                  <a:pt x="126" y="10"/>
                  <a:pt x="138" y="6"/>
                  <a:pt x="150" y="4"/>
                </a:cubicBezTo>
                <a:cubicBezTo>
                  <a:pt x="162" y="2"/>
                  <a:pt x="174" y="0"/>
                  <a:pt x="186" y="0"/>
                </a:cubicBezTo>
                <a:cubicBezTo>
                  <a:pt x="198" y="0"/>
                  <a:pt x="210" y="2"/>
                  <a:pt x="222" y="4"/>
                </a:cubicBezTo>
                <a:cubicBezTo>
                  <a:pt x="234" y="6"/>
                  <a:pt x="245" y="10"/>
                  <a:pt x="257" y="14"/>
                </a:cubicBezTo>
                <a:cubicBezTo>
                  <a:pt x="268" y="20"/>
                  <a:pt x="279" y="26"/>
                  <a:pt x="289" y="33"/>
                </a:cubicBezTo>
                <a:cubicBezTo>
                  <a:pt x="299" y="39"/>
                  <a:pt x="308" y="47"/>
                  <a:pt x="317" y="56"/>
                </a:cubicBezTo>
                <a:cubicBezTo>
                  <a:pt x="325" y="64"/>
                  <a:pt x="333" y="74"/>
                  <a:pt x="340" y="84"/>
                </a:cubicBezTo>
                <a:cubicBezTo>
                  <a:pt x="347" y="94"/>
                  <a:pt x="352" y="104"/>
                  <a:pt x="357" y="116"/>
                </a:cubicBezTo>
                <a:cubicBezTo>
                  <a:pt x="362" y="127"/>
                  <a:pt x="365" y="138"/>
                  <a:pt x="367" y="150"/>
                </a:cubicBezTo>
                <a:cubicBezTo>
                  <a:pt x="370" y="162"/>
                  <a:pt x="371" y="174"/>
                  <a:pt x="371" y="187"/>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1103" name=""/>
          <p:cNvSpPr txBox="1"/>
          <p:nvPr/>
        </p:nvSpPr>
        <p:spPr>
          <a:xfrm>
            <a:off x="762120" y="3260520"/>
            <a:ext cx="10463040" cy="372240"/>
          </a:xfrm>
          <a:prstGeom prst="rect">
            <a:avLst/>
          </a:prstGeom>
          <a:noFill/>
          <a:ln w="0">
            <a:noFill/>
          </a:ln>
        </p:spPr>
        <p:txBody>
          <a:bodyPr wrap="none" lIns="0" rIns="0" tIns="0" bIns="0" anchor="t">
            <a:spAutoFit/>
          </a:bodyPr>
          <a:p>
            <a:r>
              <a:rPr b="0" lang="zh-CN" sz="2620" strike="noStrike" u="none">
                <a:solidFill>
                  <a:srgbClr val="333333"/>
                </a:solidFill>
                <a:effectLst/>
                <a:uFillTx/>
                <a:latin typeface="NotoSansJP-Thin_"/>
                <a:ea typeface="NotoSansJP-Thin_"/>
              </a:rPr>
              <a:t>理論的背景</a:t>
            </a:r>
            <a:r>
              <a:rPr b="0" lang="en-US" sz="2620" strike="noStrike" u="none">
                <a:solidFill>
                  <a:srgbClr val="333333"/>
                </a:solidFill>
                <a:effectLst/>
                <a:uFillTx/>
                <a:latin typeface="NotoSansJP-Thin_"/>
                <a:ea typeface="NotoSansJP-Thin_"/>
              </a:rPr>
              <a:t>: </a:t>
            </a:r>
            <a:r>
              <a:rPr b="0" lang="zh-CN" sz="2620" strike="noStrike" u="none">
                <a:solidFill>
                  <a:srgbClr val="333333"/>
                </a:solidFill>
                <a:effectLst/>
                <a:uFillTx/>
                <a:latin typeface="NotoSansJP-Thin_"/>
                <a:ea typeface="NotoSansJP-Thin_"/>
              </a:rPr>
              <a:t>変分推論と</a:t>
            </a:r>
            <a:r>
              <a:rPr b="0" lang="en-US" sz="2620" strike="noStrike" u="none">
                <a:solidFill>
                  <a:srgbClr val="333333"/>
                </a:solidFill>
                <a:effectLst/>
                <a:uFillTx/>
                <a:latin typeface="NotoSansJP-Thin_"/>
                <a:ea typeface="NotoSansJP-Thin_"/>
              </a:rPr>
              <a:t>Score Matching</a:t>
            </a:r>
            <a:r>
              <a:rPr b="0" lang="zh-CN" sz="2620" strike="noStrike" u="none">
                <a:solidFill>
                  <a:srgbClr val="333333"/>
                </a:solidFill>
                <a:effectLst/>
                <a:uFillTx/>
                <a:latin typeface="NotoSansJP-Thin_"/>
                <a:ea typeface="NotoSansJP-Thin_"/>
              </a:rPr>
              <a:t>に裏打ちされた堅牢な理論。</a:t>
            </a:r>
            <a:endParaRPr b="0" lang="en-US" sz="2620" strike="noStrike" u="none">
              <a:solidFill>
                <a:srgbClr val="000000"/>
              </a:solidFill>
              <a:effectLst/>
              <a:uFillTx/>
              <a:latin typeface="Times New Roman"/>
            </a:endParaRPr>
          </a:p>
        </p:txBody>
      </p:sp>
      <p:sp>
        <p:nvSpPr>
          <p:cNvPr id="1104" name=""/>
          <p:cNvSpPr txBox="1"/>
          <p:nvPr/>
        </p:nvSpPr>
        <p:spPr>
          <a:xfrm>
            <a:off x="762120" y="3813120"/>
            <a:ext cx="10870200" cy="372240"/>
          </a:xfrm>
          <a:prstGeom prst="rect">
            <a:avLst/>
          </a:prstGeom>
          <a:noFill/>
          <a:ln w="0">
            <a:noFill/>
          </a:ln>
        </p:spPr>
        <p:txBody>
          <a:bodyPr wrap="none" lIns="0" rIns="0" tIns="0" bIns="0" anchor="t">
            <a:spAutoFit/>
          </a:bodyPr>
          <a:p>
            <a:r>
              <a:rPr b="0" lang="zh-CN" sz="2620" strike="noStrike" u="none">
                <a:solidFill>
                  <a:srgbClr val="333333"/>
                </a:solidFill>
                <a:effectLst/>
                <a:uFillTx/>
                <a:latin typeface="NotoSansJP-Thin_"/>
                <a:ea typeface="NotoSansJP-Thin_"/>
              </a:rPr>
              <a:t>単純な実装</a:t>
            </a:r>
            <a:r>
              <a:rPr b="0" lang="en-US" sz="2620" strike="noStrike" u="none">
                <a:solidFill>
                  <a:srgbClr val="333333"/>
                </a:solidFill>
                <a:effectLst/>
                <a:uFillTx/>
                <a:latin typeface="NotoSansJP-Thin_"/>
                <a:ea typeface="NotoSansJP-Thin_"/>
              </a:rPr>
              <a:t>: </a:t>
            </a:r>
            <a:r>
              <a:rPr b="0" lang="zh-CN" sz="2620" strike="noStrike" u="none">
                <a:solidFill>
                  <a:srgbClr val="333333"/>
                </a:solidFill>
                <a:effectLst/>
                <a:uFillTx/>
                <a:latin typeface="NotoSansJP-Thin_"/>
                <a:ea typeface="NotoSansJP-Thin_"/>
              </a:rPr>
              <a:t>最終的な損失関数は「ノイズ予測の</a:t>
            </a:r>
            <a:r>
              <a:rPr b="0" lang="en-US" sz="2620" strike="noStrike" u="none">
                <a:solidFill>
                  <a:srgbClr val="333333"/>
                </a:solidFill>
                <a:effectLst/>
                <a:uFillTx/>
                <a:latin typeface="NotoSansJP-Thin_"/>
                <a:ea typeface="NotoSansJP-Thin_"/>
              </a:rPr>
              <a:t>MSE</a:t>
            </a:r>
            <a:r>
              <a:rPr b="0" lang="zh-CN" sz="2620" strike="noStrike" u="none">
                <a:solidFill>
                  <a:srgbClr val="333333"/>
                </a:solidFill>
                <a:effectLst/>
                <a:uFillTx/>
                <a:latin typeface="NotoSansJP-Thin_"/>
                <a:ea typeface="NotoSansJP-Thin_"/>
              </a:rPr>
              <a:t>」というシンプル</a:t>
            </a:r>
            <a:endParaRPr b="0" lang="en-US" sz="2620" strike="noStrike" u="none">
              <a:solidFill>
                <a:srgbClr val="000000"/>
              </a:solidFill>
              <a:effectLst/>
              <a:uFillTx/>
              <a:latin typeface="Times New Roman"/>
            </a:endParaRPr>
          </a:p>
        </p:txBody>
      </p:sp>
      <p:sp>
        <p:nvSpPr>
          <p:cNvPr id="1105" name=""/>
          <p:cNvSpPr/>
          <p:nvPr/>
        </p:nvSpPr>
        <p:spPr>
          <a:xfrm>
            <a:off x="0" y="0"/>
            <a:ext cx="12192120" cy="667080"/>
          </a:xfrm>
          <a:custGeom>
            <a:avLst/>
            <a:gdLst/>
            <a:ahLst/>
            <a:rect l="0" t="0" r="r" b="b"/>
            <a:pathLst>
              <a:path w="33867" h="1853">
                <a:moveTo>
                  <a:pt x="0" y="0"/>
                </a:moveTo>
                <a:lnTo>
                  <a:pt x="33867" y="0"/>
                </a:lnTo>
                <a:lnTo>
                  <a:pt x="33867" y="1853"/>
                </a:lnTo>
                <a:lnTo>
                  <a:pt x="0" y="1853"/>
                </a:lnTo>
                <a:lnTo>
                  <a:pt x="0" y="0"/>
                </a:lnTo>
                <a:close/>
              </a:path>
            </a:pathLst>
          </a:custGeom>
          <a:solidFill>
            <a:srgbClr val="800000"/>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1106" name=""/>
          <p:cNvSpPr txBox="1"/>
          <p:nvPr/>
        </p:nvSpPr>
        <p:spPr>
          <a:xfrm>
            <a:off x="762120" y="4260600"/>
            <a:ext cx="1001880" cy="334080"/>
          </a:xfrm>
          <a:prstGeom prst="rect">
            <a:avLst/>
          </a:prstGeom>
          <a:noFill/>
          <a:ln w="0">
            <a:noFill/>
          </a:ln>
        </p:spPr>
        <p:txBody>
          <a:bodyPr wrap="none" lIns="0" rIns="0" tIns="0" bIns="0" anchor="t">
            <a:spAutoFit/>
          </a:bodyPr>
          <a:p>
            <a:r>
              <a:rPr b="0" lang="zh-CN" sz="2620" strike="noStrike" u="none">
                <a:solidFill>
                  <a:srgbClr val="333333"/>
                </a:solidFill>
                <a:effectLst/>
                <a:uFillTx/>
                <a:latin typeface="NotoSansJP-Thin_"/>
                <a:ea typeface="NotoSansJP-Thin_"/>
              </a:rPr>
              <a:t>な形。</a:t>
            </a:r>
            <a:endParaRPr b="0" lang="en-US" sz="2620" strike="noStrike" u="none">
              <a:solidFill>
                <a:srgbClr val="000000"/>
              </a:solidFill>
              <a:effectLst/>
              <a:uFillTx/>
              <a:latin typeface="Times New Roman"/>
            </a:endParaRPr>
          </a:p>
        </p:txBody>
      </p:sp>
      <p:sp>
        <p:nvSpPr>
          <p:cNvPr id="1107" name=""/>
          <p:cNvSpPr txBox="1"/>
          <p:nvPr/>
        </p:nvSpPr>
        <p:spPr>
          <a:xfrm>
            <a:off x="237960" y="174600"/>
            <a:ext cx="2727000" cy="372240"/>
          </a:xfrm>
          <a:prstGeom prst="rect">
            <a:avLst/>
          </a:prstGeom>
          <a:noFill/>
          <a:ln w="0">
            <a:noFill/>
          </a:ln>
        </p:spPr>
        <p:txBody>
          <a:bodyPr wrap="none" lIns="0" rIns="0" tIns="0" bIns="0" anchor="t">
            <a:spAutoFit/>
          </a:bodyPr>
          <a:p>
            <a:r>
              <a:rPr b="1" lang="en-US" sz="2620" strike="noStrike" u="none">
                <a:solidFill>
                  <a:srgbClr val="ffffff"/>
                </a:solidFill>
                <a:effectLst/>
                <a:uFillTx/>
                <a:latin typeface="NotoSansJP-Thin_"/>
                <a:ea typeface="NotoSansJP-Thin_"/>
              </a:rPr>
              <a:t>5.1. </a:t>
            </a:r>
            <a:r>
              <a:rPr b="1" lang="zh-CN" sz="2620" strike="noStrike" u="none">
                <a:solidFill>
                  <a:srgbClr val="ffffff"/>
                </a:solidFill>
                <a:effectLst/>
                <a:uFillTx/>
                <a:latin typeface="NotoSansJP-Thin_"/>
                <a:ea typeface="NotoSansJP-Thin_"/>
              </a:rPr>
              <a:t>議論とまとめ</a:t>
            </a:r>
            <a:endParaRPr b="0" lang="en-US" sz="2620" strike="noStrike" u="none">
              <a:solidFill>
                <a:srgbClr val="000000"/>
              </a:solidFill>
              <a:effectLst/>
              <a:uFillTx/>
              <a:latin typeface="Times New Roman"/>
            </a:endParaRPr>
          </a:p>
        </p:txBody>
      </p:sp>
      <p:sp>
        <p:nvSpPr>
          <p:cNvPr id="1108" name=""/>
          <p:cNvSpPr txBox="1"/>
          <p:nvPr/>
        </p:nvSpPr>
        <p:spPr>
          <a:xfrm>
            <a:off x="11161800" y="6397560"/>
            <a:ext cx="668160" cy="297720"/>
          </a:xfrm>
          <a:prstGeom prst="rect">
            <a:avLst/>
          </a:prstGeom>
          <a:noFill/>
          <a:ln w="0">
            <a:noFill/>
          </a:ln>
        </p:spPr>
        <p:txBody>
          <a:bodyPr wrap="none" lIns="0" rIns="0" tIns="0" bIns="0" anchor="t">
            <a:spAutoFit/>
          </a:bodyPr>
          <a:p>
            <a:r>
              <a:rPr b="1" lang="en-US" sz="2100" strike="noStrike" u="none">
                <a:solidFill>
                  <a:srgbClr val="333333"/>
                </a:solidFill>
                <a:effectLst/>
                <a:uFillTx/>
                <a:latin typeface="NotoSansJP-Thin_"/>
                <a:ea typeface="NotoSansJP-Thin_"/>
              </a:rPr>
              <a:t>21/24</a:t>
            </a:r>
            <a:endParaRPr b="0" lang="en-US" sz="2100" strike="noStrike" u="non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09"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1110"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1111"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1112" name=""/>
          <p:cNvSpPr txBox="1"/>
          <p:nvPr/>
        </p:nvSpPr>
        <p:spPr>
          <a:xfrm>
            <a:off x="380880" y="927000"/>
            <a:ext cx="668160" cy="334080"/>
          </a:xfrm>
          <a:prstGeom prst="rect">
            <a:avLst/>
          </a:prstGeom>
          <a:noFill/>
          <a:ln w="0">
            <a:noFill/>
          </a:ln>
        </p:spPr>
        <p:txBody>
          <a:bodyPr wrap="none" lIns="0" rIns="0" tIns="0" bIns="0" anchor="t">
            <a:spAutoFit/>
          </a:bodyPr>
          <a:p>
            <a:r>
              <a:rPr b="1" lang="zh-CN" sz="2620" strike="noStrike" u="none">
                <a:solidFill>
                  <a:srgbClr val="333333"/>
                </a:solidFill>
                <a:effectLst/>
                <a:uFillTx/>
                <a:latin typeface="NotoSansJP-Thin_"/>
                <a:ea typeface="NotoSansJP-Thin_"/>
              </a:rPr>
              <a:t>課題</a:t>
            </a:r>
            <a:endParaRPr b="0" lang="en-US" sz="2620" strike="noStrike" u="none">
              <a:solidFill>
                <a:srgbClr val="000000"/>
              </a:solidFill>
              <a:effectLst/>
              <a:uFillTx/>
              <a:latin typeface="Times New Roman"/>
            </a:endParaRPr>
          </a:p>
        </p:txBody>
      </p:sp>
      <p:sp>
        <p:nvSpPr>
          <p:cNvPr id="1113" name=""/>
          <p:cNvSpPr/>
          <p:nvPr/>
        </p:nvSpPr>
        <p:spPr>
          <a:xfrm>
            <a:off x="3332520" y="1400040"/>
            <a:ext cx="280440" cy="277560"/>
          </a:xfrm>
          <a:custGeom>
            <a:avLst/>
            <a:gdLst/>
            <a:ahLst/>
            <a:rect l="0" t="0" r="r" b="b"/>
            <a:pathLst>
              <a:path w="779" h="771">
                <a:moveTo>
                  <a:pt x="22" y="273"/>
                </a:moveTo>
                <a:cubicBezTo>
                  <a:pt x="8" y="273"/>
                  <a:pt x="0" y="270"/>
                  <a:pt x="0" y="264"/>
                </a:cubicBezTo>
                <a:cubicBezTo>
                  <a:pt x="0" y="260"/>
                  <a:pt x="6" y="239"/>
                  <a:pt x="19" y="200"/>
                </a:cubicBezTo>
                <a:cubicBezTo>
                  <a:pt x="31" y="162"/>
                  <a:pt x="44" y="123"/>
                  <a:pt x="57" y="85"/>
                </a:cubicBezTo>
                <a:lnTo>
                  <a:pt x="77" y="30"/>
                </a:lnTo>
                <a:cubicBezTo>
                  <a:pt x="80" y="16"/>
                  <a:pt x="85" y="6"/>
                  <a:pt x="91" y="0"/>
                </a:cubicBezTo>
                <a:lnTo>
                  <a:pt x="625" y="0"/>
                </a:lnTo>
                <a:lnTo>
                  <a:pt x="727" y="0"/>
                </a:lnTo>
                <a:cubicBezTo>
                  <a:pt x="752" y="0"/>
                  <a:pt x="766" y="0"/>
                  <a:pt x="771" y="1"/>
                </a:cubicBezTo>
                <a:cubicBezTo>
                  <a:pt x="775" y="2"/>
                  <a:pt x="778" y="5"/>
                  <a:pt x="779" y="11"/>
                </a:cubicBezTo>
                <a:cubicBezTo>
                  <a:pt x="779" y="16"/>
                  <a:pt x="772" y="59"/>
                  <a:pt x="759" y="141"/>
                </a:cubicBezTo>
                <a:cubicBezTo>
                  <a:pt x="746" y="223"/>
                  <a:pt x="739" y="264"/>
                  <a:pt x="738" y="265"/>
                </a:cubicBezTo>
                <a:cubicBezTo>
                  <a:pt x="738" y="270"/>
                  <a:pt x="730" y="273"/>
                  <a:pt x="716" y="273"/>
                </a:cubicBezTo>
                <a:cubicBezTo>
                  <a:pt x="709" y="273"/>
                  <a:pt x="705" y="273"/>
                  <a:pt x="702" y="273"/>
                </a:cubicBezTo>
                <a:cubicBezTo>
                  <a:pt x="700" y="273"/>
                  <a:pt x="698" y="271"/>
                  <a:pt x="696" y="267"/>
                </a:cubicBezTo>
                <a:lnTo>
                  <a:pt x="693" y="264"/>
                </a:lnTo>
                <a:cubicBezTo>
                  <a:pt x="693" y="259"/>
                  <a:pt x="696" y="242"/>
                  <a:pt x="700" y="213"/>
                </a:cubicBezTo>
                <a:cubicBezTo>
                  <a:pt x="705" y="183"/>
                  <a:pt x="707" y="160"/>
                  <a:pt x="707" y="143"/>
                </a:cubicBezTo>
                <a:cubicBezTo>
                  <a:pt x="707" y="117"/>
                  <a:pt x="702" y="97"/>
                  <a:pt x="692" y="83"/>
                </a:cubicBezTo>
                <a:cubicBezTo>
                  <a:pt x="682" y="69"/>
                  <a:pt x="661" y="60"/>
                  <a:pt x="630" y="55"/>
                </a:cubicBezTo>
                <a:cubicBezTo>
                  <a:pt x="626" y="54"/>
                  <a:pt x="604" y="53"/>
                  <a:pt x="564" y="52"/>
                </a:cubicBezTo>
                <a:cubicBezTo>
                  <a:pt x="529" y="52"/>
                  <a:pt x="507" y="53"/>
                  <a:pt x="498" y="53"/>
                </a:cubicBezTo>
                <a:cubicBezTo>
                  <a:pt x="488" y="54"/>
                  <a:pt x="482" y="57"/>
                  <a:pt x="477" y="63"/>
                </a:cubicBezTo>
                <a:cubicBezTo>
                  <a:pt x="476" y="63"/>
                  <a:pt x="448" y="169"/>
                  <a:pt x="395" y="381"/>
                </a:cubicBezTo>
                <a:cubicBezTo>
                  <a:pt x="342" y="592"/>
                  <a:pt x="316" y="699"/>
                  <a:pt x="316" y="703"/>
                </a:cubicBezTo>
                <a:cubicBezTo>
                  <a:pt x="316" y="712"/>
                  <a:pt x="349" y="718"/>
                  <a:pt x="416" y="719"/>
                </a:cubicBezTo>
                <a:cubicBezTo>
                  <a:pt x="440" y="719"/>
                  <a:pt x="457" y="719"/>
                  <a:pt x="463" y="720"/>
                </a:cubicBezTo>
                <a:cubicBezTo>
                  <a:pt x="470" y="721"/>
                  <a:pt x="474" y="724"/>
                  <a:pt x="474" y="730"/>
                </a:cubicBezTo>
                <a:cubicBezTo>
                  <a:pt x="474" y="734"/>
                  <a:pt x="473" y="740"/>
                  <a:pt x="470" y="746"/>
                </a:cubicBezTo>
                <a:cubicBezTo>
                  <a:pt x="467" y="760"/>
                  <a:pt x="464" y="768"/>
                  <a:pt x="460" y="770"/>
                </a:cubicBezTo>
                <a:lnTo>
                  <a:pt x="458" y="771"/>
                </a:lnTo>
                <a:cubicBezTo>
                  <a:pt x="454" y="771"/>
                  <a:pt x="452" y="771"/>
                  <a:pt x="449" y="771"/>
                </a:cubicBezTo>
                <a:cubicBezTo>
                  <a:pt x="445" y="771"/>
                  <a:pt x="425" y="771"/>
                  <a:pt x="390" y="770"/>
                </a:cubicBezTo>
                <a:cubicBezTo>
                  <a:pt x="354" y="770"/>
                  <a:pt x="303" y="769"/>
                  <a:pt x="236" y="769"/>
                </a:cubicBezTo>
                <a:cubicBezTo>
                  <a:pt x="138" y="769"/>
                  <a:pt x="76" y="770"/>
                  <a:pt x="49" y="771"/>
                </a:cubicBezTo>
                <a:lnTo>
                  <a:pt x="32" y="771"/>
                </a:lnTo>
                <a:cubicBezTo>
                  <a:pt x="28" y="767"/>
                  <a:pt x="25" y="763"/>
                  <a:pt x="25" y="761"/>
                </a:cubicBezTo>
                <a:cubicBezTo>
                  <a:pt x="25" y="759"/>
                  <a:pt x="26" y="752"/>
                  <a:pt x="28" y="741"/>
                </a:cubicBezTo>
                <a:cubicBezTo>
                  <a:pt x="31" y="731"/>
                  <a:pt x="34" y="724"/>
                  <a:pt x="39" y="719"/>
                </a:cubicBezTo>
                <a:lnTo>
                  <a:pt x="71" y="719"/>
                </a:lnTo>
                <a:lnTo>
                  <a:pt x="83" y="719"/>
                </a:lnTo>
                <a:cubicBezTo>
                  <a:pt x="144" y="719"/>
                  <a:pt x="180" y="716"/>
                  <a:pt x="192" y="709"/>
                </a:cubicBezTo>
                <a:cubicBezTo>
                  <a:pt x="192" y="708"/>
                  <a:pt x="193" y="708"/>
                  <a:pt x="194" y="708"/>
                </a:cubicBezTo>
                <a:cubicBezTo>
                  <a:pt x="198" y="705"/>
                  <a:pt x="201" y="698"/>
                  <a:pt x="205" y="685"/>
                </a:cubicBezTo>
                <a:cubicBezTo>
                  <a:pt x="209" y="672"/>
                  <a:pt x="224" y="612"/>
                  <a:pt x="251" y="506"/>
                </a:cubicBezTo>
                <a:cubicBezTo>
                  <a:pt x="264" y="455"/>
                  <a:pt x="274" y="413"/>
                  <a:pt x="283" y="380"/>
                </a:cubicBezTo>
                <a:cubicBezTo>
                  <a:pt x="336" y="170"/>
                  <a:pt x="362" y="64"/>
                  <a:pt x="362" y="59"/>
                </a:cubicBezTo>
                <a:cubicBezTo>
                  <a:pt x="362" y="55"/>
                  <a:pt x="351" y="53"/>
                  <a:pt x="329" y="53"/>
                </a:cubicBezTo>
                <a:lnTo>
                  <a:pt x="294" y="53"/>
                </a:lnTo>
                <a:cubicBezTo>
                  <a:pt x="243" y="53"/>
                  <a:pt x="210" y="56"/>
                  <a:pt x="194" y="60"/>
                </a:cubicBezTo>
                <a:cubicBezTo>
                  <a:pt x="160" y="68"/>
                  <a:pt x="133" y="83"/>
                  <a:pt x="114" y="107"/>
                </a:cubicBezTo>
                <a:cubicBezTo>
                  <a:pt x="95" y="130"/>
                  <a:pt x="75" y="174"/>
                  <a:pt x="53" y="239"/>
                </a:cubicBezTo>
                <a:cubicBezTo>
                  <a:pt x="47" y="256"/>
                  <a:pt x="44" y="265"/>
                  <a:pt x="41" y="269"/>
                </a:cubicBezTo>
                <a:cubicBezTo>
                  <a:pt x="39" y="272"/>
                  <a:pt x="34" y="273"/>
                  <a:pt x="25" y="273"/>
                </a:cubicBezTo>
                <a:lnTo>
                  <a:pt x="22" y="273"/>
                </a:ln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1114" name=""/>
          <p:cNvSpPr txBox="1"/>
          <p:nvPr/>
        </p:nvSpPr>
        <p:spPr>
          <a:xfrm>
            <a:off x="380880" y="1374840"/>
            <a:ext cx="2922840" cy="372240"/>
          </a:xfrm>
          <a:prstGeom prst="rect">
            <a:avLst/>
          </a:prstGeom>
          <a:noFill/>
          <a:ln w="0">
            <a:noFill/>
          </a:ln>
        </p:spPr>
        <p:txBody>
          <a:bodyPr wrap="none" lIns="0" rIns="0" tIns="0" bIns="0" anchor="t">
            <a:spAutoFit/>
          </a:bodyPr>
          <a:p>
            <a:r>
              <a:rPr b="0" lang="zh-CN" sz="2620" strike="noStrike" u="none">
                <a:solidFill>
                  <a:srgbClr val="333333"/>
                </a:solidFill>
                <a:effectLst/>
                <a:uFillTx/>
                <a:latin typeface="NotoSansJP-Thin_"/>
                <a:ea typeface="NotoSansJP-Thin_"/>
              </a:rPr>
              <a:t>サンプリング速度</a:t>
            </a:r>
            <a:r>
              <a:rPr b="0" lang="en-US" sz="2620" strike="noStrike" u="none">
                <a:solidFill>
                  <a:srgbClr val="333333"/>
                </a:solidFill>
                <a:effectLst/>
                <a:uFillTx/>
                <a:latin typeface="NotoSansJP-Thin_"/>
                <a:ea typeface="NotoSansJP-Thin_"/>
              </a:rPr>
              <a:t>: </a:t>
            </a:r>
            <a:endParaRPr b="0" lang="en-US" sz="2620" strike="noStrike" u="none">
              <a:solidFill>
                <a:srgbClr val="000000"/>
              </a:solidFill>
              <a:effectLst/>
              <a:uFillTx/>
              <a:latin typeface="Times New Roman"/>
            </a:endParaRPr>
          </a:p>
        </p:txBody>
      </p:sp>
      <p:sp>
        <p:nvSpPr>
          <p:cNvPr id="1115" name=""/>
          <p:cNvSpPr txBox="1"/>
          <p:nvPr/>
        </p:nvSpPr>
        <p:spPr>
          <a:xfrm>
            <a:off x="3612600" y="1374840"/>
            <a:ext cx="8164800" cy="372240"/>
          </a:xfrm>
          <a:prstGeom prst="rect">
            <a:avLst/>
          </a:prstGeom>
          <a:noFill/>
          <a:ln w="0">
            <a:noFill/>
          </a:ln>
        </p:spPr>
        <p:txBody>
          <a:bodyPr wrap="none" lIns="0" rIns="0" tIns="0" bIns="0" anchor="t">
            <a:spAutoFit/>
          </a:bodyPr>
          <a:p>
            <a:r>
              <a:rPr b="0" lang="en-US" sz="2620" strike="noStrike" u="none">
                <a:solidFill>
                  <a:srgbClr val="333333"/>
                </a:solidFill>
                <a:effectLst/>
                <a:uFillTx/>
                <a:latin typeface="NotoSansJP-Thin_"/>
                <a:ea typeface="NotoSansJP-Thin_"/>
              </a:rPr>
              <a:t> ステップ </a:t>
            </a:r>
            <a:r>
              <a:rPr b="0" lang="en-US" sz="2620" strike="noStrike" u="none">
                <a:solidFill>
                  <a:srgbClr val="333333"/>
                </a:solidFill>
                <a:effectLst/>
                <a:uFillTx/>
                <a:latin typeface="NotoSansJP-Thin_"/>
                <a:ea typeface="NotoSansJP-Thin_"/>
              </a:rPr>
              <a:t>(e.g., 1000</a:t>
            </a:r>
            <a:r>
              <a:rPr b="0" lang="zh-CN" sz="2620" strike="noStrike" u="none">
                <a:solidFill>
                  <a:srgbClr val="333333"/>
                </a:solidFill>
                <a:effectLst/>
                <a:uFillTx/>
                <a:latin typeface="NotoSansJP-Thin_"/>
                <a:ea typeface="NotoSansJP-Thin_"/>
              </a:rPr>
              <a:t>〜</a:t>
            </a:r>
            <a:r>
              <a:rPr b="0" lang="en-US" sz="2620" strike="noStrike" u="none">
                <a:solidFill>
                  <a:srgbClr val="333333"/>
                </a:solidFill>
                <a:effectLst/>
                <a:uFillTx/>
                <a:latin typeface="NotoSansJP-Thin_"/>
                <a:ea typeface="NotoSansJP-Thin_"/>
              </a:rPr>
              <a:t>4000) </a:t>
            </a:r>
            <a:r>
              <a:rPr b="0" lang="zh-CN" sz="2620" strike="noStrike" u="none">
                <a:solidFill>
                  <a:srgbClr val="333333"/>
                </a:solidFill>
                <a:effectLst/>
                <a:uFillTx/>
                <a:latin typeface="NotoSansJP-Thin_"/>
                <a:ea typeface="NotoSansJP-Thin_"/>
              </a:rPr>
              <a:t>の反復計算が必要なた</a:t>
            </a:r>
            <a:endParaRPr b="0" lang="en-US" sz="2620" strike="noStrike" u="none">
              <a:solidFill>
                <a:srgbClr val="000000"/>
              </a:solidFill>
              <a:effectLst/>
              <a:uFillTx/>
              <a:latin typeface="Times New Roman"/>
            </a:endParaRPr>
          </a:p>
        </p:txBody>
      </p:sp>
      <p:sp>
        <p:nvSpPr>
          <p:cNvPr id="1116" name=""/>
          <p:cNvSpPr/>
          <p:nvPr/>
        </p:nvSpPr>
        <p:spPr>
          <a:xfrm>
            <a:off x="0" y="0"/>
            <a:ext cx="12192120" cy="667080"/>
          </a:xfrm>
          <a:custGeom>
            <a:avLst/>
            <a:gdLst/>
            <a:ahLst/>
            <a:rect l="0" t="0" r="r" b="b"/>
            <a:pathLst>
              <a:path w="33867" h="1853">
                <a:moveTo>
                  <a:pt x="0" y="0"/>
                </a:moveTo>
                <a:lnTo>
                  <a:pt x="33867" y="0"/>
                </a:lnTo>
                <a:lnTo>
                  <a:pt x="33867" y="1853"/>
                </a:lnTo>
                <a:lnTo>
                  <a:pt x="0" y="1853"/>
                </a:lnTo>
                <a:lnTo>
                  <a:pt x="0" y="0"/>
                </a:lnTo>
                <a:close/>
              </a:path>
            </a:pathLst>
          </a:custGeom>
          <a:solidFill>
            <a:srgbClr val="800000"/>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1117" name=""/>
          <p:cNvSpPr txBox="1"/>
          <p:nvPr/>
        </p:nvSpPr>
        <p:spPr>
          <a:xfrm>
            <a:off x="380880" y="1832040"/>
            <a:ext cx="4673160" cy="334080"/>
          </a:xfrm>
          <a:prstGeom prst="rect">
            <a:avLst/>
          </a:prstGeom>
          <a:noFill/>
          <a:ln w="0">
            <a:noFill/>
          </a:ln>
        </p:spPr>
        <p:txBody>
          <a:bodyPr wrap="none" lIns="0" rIns="0" tIns="0" bIns="0" anchor="t">
            <a:spAutoFit/>
          </a:bodyPr>
          <a:p>
            <a:r>
              <a:rPr b="0" lang="zh-CN" sz="2620" strike="noStrike" u="none">
                <a:solidFill>
                  <a:srgbClr val="333333"/>
                </a:solidFill>
                <a:effectLst/>
                <a:uFillTx/>
                <a:latin typeface="NotoSansJP-Thin_"/>
                <a:ea typeface="NotoSansJP-Thin_"/>
              </a:rPr>
              <a:t>め、推論（生成）が非常に遅い</a:t>
            </a:r>
            <a:endParaRPr b="0" lang="en-US" sz="2620" strike="noStrike" u="none">
              <a:solidFill>
                <a:srgbClr val="000000"/>
              </a:solidFill>
              <a:effectLst/>
              <a:uFillTx/>
              <a:latin typeface="Times New Roman"/>
            </a:endParaRPr>
          </a:p>
        </p:txBody>
      </p:sp>
      <p:sp>
        <p:nvSpPr>
          <p:cNvPr id="1118" name=""/>
          <p:cNvSpPr txBox="1"/>
          <p:nvPr/>
        </p:nvSpPr>
        <p:spPr>
          <a:xfrm>
            <a:off x="237960" y="174600"/>
            <a:ext cx="2727000" cy="372240"/>
          </a:xfrm>
          <a:prstGeom prst="rect">
            <a:avLst/>
          </a:prstGeom>
          <a:noFill/>
          <a:ln w="0">
            <a:noFill/>
          </a:ln>
        </p:spPr>
        <p:txBody>
          <a:bodyPr wrap="none" lIns="0" rIns="0" tIns="0" bIns="0" anchor="t">
            <a:spAutoFit/>
          </a:bodyPr>
          <a:p>
            <a:r>
              <a:rPr b="1" lang="en-US" sz="2620" strike="noStrike" u="none">
                <a:solidFill>
                  <a:srgbClr val="ffffff"/>
                </a:solidFill>
                <a:effectLst/>
                <a:uFillTx/>
                <a:latin typeface="NotoSansJP-Thin_"/>
                <a:ea typeface="NotoSansJP-Thin_"/>
              </a:rPr>
              <a:t>5.1. </a:t>
            </a:r>
            <a:r>
              <a:rPr b="1" lang="zh-CN" sz="2620" strike="noStrike" u="none">
                <a:solidFill>
                  <a:srgbClr val="ffffff"/>
                </a:solidFill>
                <a:effectLst/>
                <a:uFillTx/>
                <a:latin typeface="NotoSansJP-Thin_"/>
                <a:ea typeface="NotoSansJP-Thin_"/>
              </a:rPr>
              <a:t>議論とまとめ</a:t>
            </a:r>
            <a:endParaRPr b="0" lang="en-US" sz="2620" strike="noStrike" u="none">
              <a:solidFill>
                <a:srgbClr val="000000"/>
              </a:solidFill>
              <a:effectLst/>
              <a:uFillTx/>
              <a:latin typeface="Times New Roman"/>
            </a:endParaRPr>
          </a:p>
        </p:txBody>
      </p:sp>
      <p:sp>
        <p:nvSpPr>
          <p:cNvPr id="1119" name=""/>
          <p:cNvSpPr txBox="1"/>
          <p:nvPr/>
        </p:nvSpPr>
        <p:spPr>
          <a:xfrm>
            <a:off x="11161800" y="6397560"/>
            <a:ext cx="668160" cy="297720"/>
          </a:xfrm>
          <a:prstGeom prst="rect">
            <a:avLst/>
          </a:prstGeom>
          <a:noFill/>
          <a:ln w="0">
            <a:noFill/>
          </a:ln>
        </p:spPr>
        <p:txBody>
          <a:bodyPr wrap="none" lIns="0" rIns="0" tIns="0" bIns="0" anchor="t">
            <a:spAutoFit/>
          </a:bodyPr>
          <a:p>
            <a:r>
              <a:rPr b="1" lang="en-US" sz="2100" strike="noStrike" u="none">
                <a:solidFill>
                  <a:srgbClr val="333333"/>
                </a:solidFill>
                <a:effectLst/>
                <a:uFillTx/>
                <a:latin typeface="NotoSansJP-Thin_"/>
                <a:ea typeface="NotoSansJP-Thin_"/>
              </a:rPr>
              <a:t>22/24</a:t>
            </a:r>
            <a:endParaRPr b="0" lang="en-US" sz="2100" strike="noStrike" u="non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20"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1121"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1122"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1123" name=""/>
          <p:cNvSpPr/>
          <p:nvPr/>
        </p:nvSpPr>
        <p:spPr>
          <a:xfrm>
            <a:off x="438120" y="1819080"/>
            <a:ext cx="133560" cy="133560"/>
          </a:xfrm>
          <a:custGeom>
            <a:avLst/>
            <a:gdLst/>
            <a:ahLst/>
            <a:rect l="0" t="0" r="r" b="b"/>
            <a:pathLst>
              <a:path w="371" h="371">
                <a:moveTo>
                  <a:pt x="371" y="185"/>
                </a:moveTo>
                <a:cubicBezTo>
                  <a:pt x="371" y="197"/>
                  <a:pt x="370" y="209"/>
                  <a:pt x="367" y="221"/>
                </a:cubicBezTo>
                <a:cubicBezTo>
                  <a:pt x="365" y="233"/>
                  <a:pt x="362" y="245"/>
                  <a:pt x="357" y="256"/>
                </a:cubicBezTo>
                <a:cubicBezTo>
                  <a:pt x="352" y="267"/>
                  <a:pt x="347" y="278"/>
                  <a:pt x="340" y="288"/>
                </a:cubicBezTo>
                <a:cubicBezTo>
                  <a:pt x="333" y="298"/>
                  <a:pt x="325" y="308"/>
                  <a:pt x="317" y="317"/>
                </a:cubicBezTo>
                <a:cubicBezTo>
                  <a:pt x="308" y="326"/>
                  <a:pt x="299" y="333"/>
                  <a:pt x="289" y="340"/>
                </a:cubicBezTo>
                <a:cubicBezTo>
                  <a:pt x="279" y="347"/>
                  <a:pt x="268" y="353"/>
                  <a:pt x="257" y="357"/>
                </a:cubicBezTo>
                <a:cubicBezTo>
                  <a:pt x="245" y="362"/>
                  <a:pt x="234" y="366"/>
                  <a:pt x="222" y="368"/>
                </a:cubicBezTo>
                <a:cubicBezTo>
                  <a:pt x="210" y="370"/>
                  <a:pt x="198" y="371"/>
                  <a:pt x="186" y="371"/>
                </a:cubicBezTo>
                <a:cubicBezTo>
                  <a:pt x="174" y="371"/>
                  <a:pt x="162" y="370"/>
                  <a:pt x="150" y="368"/>
                </a:cubicBezTo>
                <a:cubicBezTo>
                  <a:pt x="138" y="366"/>
                  <a:pt x="126" y="362"/>
                  <a:pt x="115" y="357"/>
                </a:cubicBezTo>
                <a:cubicBezTo>
                  <a:pt x="104" y="353"/>
                  <a:pt x="93" y="347"/>
                  <a:pt x="83" y="340"/>
                </a:cubicBezTo>
                <a:cubicBezTo>
                  <a:pt x="72" y="333"/>
                  <a:pt x="62" y="326"/>
                  <a:pt x="54" y="317"/>
                </a:cubicBezTo>
                <a:cubicBezTo>
                  <a:pt x="45" y="308"/>
                  <a:pt x="38" y="298"/>
                  <a:pt x="31" y="288"/>
                </a:cubicBezTo>
                <a:cubicBezTo>
                  <a:pt x="24" y="278"/>
                  <a:pt x="18" y="267"/>
                  <a:pt x="14" y="256"/>
                </a:cubicBezTo>
                <a:cubicBezTo>
                  <a:pt x="9" y="245"/>
                  <a:pt x="6" y="233"/>
                  <a:pt x="3" y="221"/>
                </a:cubicBezTo>
                <a:cubicBezTo>
                  <a:pt x="1" y="209"/>
                  <a:pt x="0" y="197"/>
                  <a:pt x="0" y="185"/>
                </a:cubicBezTo>
                <a:cubicBezTo>
                  <a:pt x="0" y="173"/>
                  <a:pt x="1" y="161"/>
                  <a:pt x="3" y="149"/>
                </a:cubicBezTo>
                <a:cubicBezTo>
                  <a:pt x="6" y="137"/>
                  <a:pt x="9" y="126"/>
                  <a:pt x="14" y="114"/>
                </a:cubicBezTo>
                <a:cubicBezTo>
                  <a:pt x="18" y="103"/>
                  <a:pt x="24" y="92"/>
                  <a:pt x="31" y="82"/>
                </a:cubicBezTo>
                <a:cubicBezTo>
                  <a:pt x="38" y="72"/>
                  <a:pt x="45" y="63"/>
                  <a:pt x="54" y="54"/>
                </a:cubicBezTo>
                <a:cubicBezTo>
                  <a:pt x="62" y="46"/>
                  <a:pt x="72" y="38"/>
                  <a:pt x="83" y="31"/>
                </a:cubicBezTo>
                <a:cubicBezTo>
                  <a:pt x="93" y="24"/>
                  <a:pt x="104" y="19"/>
                  <a:pt x="115" y="14"/>
                </a:cubicBezTo>
                <a:cubicBezTo>
                  <a:pt x="126" y="9"/>
                  <a:pt x="138" y="6"/>
                  <a:pt x="150" y="4"/>
                </a:cubicBezTo>
                <a:cubicBezTo>
                  <a:pt x="162" y="1"/>
                  <a:pt x="174" y="0"/>
                  <a:pt x="186" y="0"/>
                </a:cubicBezTo>
                <a:cubicBezTo>
                  <a:pt x="198" y="0"/>
                  <a:pt x="210" y="1"/>
                  <a:pt x="222" y="4"/>
                </a:cubicBezTo>
                <a:cubicBezTo>
                  <a:pt x="234" y="6"/>
                  <a:pt x="245" y="9"/>
                  <a:pt x="257" y="14"/>
                </a:cubicBezTo>
                <a:cubicBezTo>
                  <a:pt x="268" y="19"/>
                  <a:pt x="279" y="24"/>
                  <a:pt x="289" y="31"/>
                </a:cubicBezTo>
                <a:cubicBezTo>
                  <a:pt x="299" y="38"/>
                  <a:pt x="308" y="46"/>
                  <a:pt x="317" y="54"/>
                </a:cubicBezTo>
                <a:cubicBezTo>
                  <a:pt x="325" y="63"/>
                  <a:pt x="333" y="72"/>
                  <a:pt x="340" y="82"/>
                </a:cubicBezTo>
                <a:cubicBezTo>
                  <a:pt x="347" y="92"/>
                  <a:pt x="352" y="103"/>
                  <a:pt x="357" y="114"/>
                </a:cubicBezTo>
                <a:cubicBezTo>
                  <a:pt x="362" y="126"/>
                  <a:pt x="365" y="137"/>
                  <a:pt x="367" y="149"/>
                </a:cubicBezTo>
                <a:cubicBezTo>
                  <a:pt x="370" y="161"/>
                  <a:pt x="371" y="173"/>
                  <a:pt x="371" y="185"/>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1124" name=""/>
          <p:cNvSpPr txBox="1"/>
          <p:nvPr/>
        </p:nvSpPr>
        <p:spPr>
          <a:xfrm>
            <a:off x="380880" y="927000"/>
            <a:ext cx="668160" cy="334080"/>
          </a:xfrm>
          <a:prstGeom prst="rect">
            <a:avLst/>
          </a:prstGeom>
          <a:noFill/>
          <a:ln w="0">
            <a:noFill/>
          </a:ln>
        </p:spPr>
        <p:txBody>
          <a:bodyPr wrap="none" lIns="0" rIns="0" tIns="0" bIns="0" anchor="t">
            <a:spAutoFit/>
          </a:bodyPr>
          <a:p>
            <a:r>
              <a:rPr b="1" lang="zh-CN" sz="2620" strike="noStrike" u="none">
                <a:solidFill>
                  <a:srgbClr val="333333"/>
                </a:solidFill>
                <a:effectLst/>
                <a:uFillTx/>
                <a:latin typeface="NotoSansJP-Thin_"/>
                <a:ea typeface="NotoSansJP-Thin_"/>
              </a:rPr>
              <a:t>影響</a:t>
            </a:r>
            <a:endParaRPr b="0" lang="en-US" sz="2620" strike="noStrike" u="none">
              <a:solidFill>
                <a:srgbClr val="000000"/>
              </a:solidFill>
              <a:effectLst/>
              <a:uFillTx/>
              <a:latin typeface="Times New Roman"/>
            </a:endParaRPr>
          </a:p>
        </p:txBody>
      </p:sp>
      <p:sp>
        <p:nvSpPr>
          <p:cNvPr id="1125" name=""/>
          <p:cNvSpPr/>
          <p:nvPr/>
        </p:nvSpPr>
        <p:spPr>
          <a:xfrm>
            <a:off x="847440" y="2342880"/>
            <a:ext cx="114840" cy="114840"/>
          </a:xfrm>
          <a:custGeom>
            <a:avLst/>
            <a:gdLst/>
            <a:ahLst/>
            <a:rect l="0" t="0" r="r" b="b"/>
            <a:pathLst>
              <a:path w="319" h="319">
                <a:moveTo>
                  <a:pt x="319" y="159"/>
                </a:moveTo>
                <a:cubicBezTo>
                  <a:pt x="319" y="169"/>
                  <a:pt x="318" y="180"/>
                  <a:pt x="316" y="190"/>
                </a:cubicBezTo>
                <a:cubicBezTo>
                  <a:pt x="314" y="200"/>
                  <a:pt x="311" y="210"/>
                  <a:pt x="307" y="220"/>
                </a:cubicBezTo>
                <a:cubicBezTo>
                  <a:pt x="303" y="229"/>
                  <a:pt x="298" y="239"/>
                  <a:pt x="292" y="247"/>
                </a:cubicBezTo>
                <a:cubicBezTo>
                  <a:pt x="286" y="256"/>
                  <a:pt x="280" y="264"/>
                  <a:pt x="272" y="271"/>
                </a:cubicBezTo>
                <a:cubicBezTo>
                  <a:pt x="265" y="279"/>
                  <a:pt x="257" y="285"/>
                  <a:pt x="248" y="291"/>
                </a:cubicBezTo>
                <a:cubicBezTo>
                  <a:pt x="240" y="297"/>
                  <a:pt x="230" y="302"/>
                  <a:pt x="221" y="306"/>
                </a:cubicBezTo>
                <a:cubicBezTo>
                  <a:pt x="211" y="311"/>
                  <a:pt x="201" y="314"/>
                  <a:pt x="191" y="316"/>
                </a:cubicBezTo>
                <a:cubicBezTo>
                  <a:pt x="181" y="318"/>
                  <a:pt x="170" y="319"/>
                  <a:pt x="160" y="319"/>
                </a:cubicBezTo>
                <a:cubicBezTo>
                  <a:pt x="150" y="319"/>
                  <a:pt x="139" y="318"/>
                  <a:pt x="129" y="316"/>
                </a:cubicBezTo>
                <a:cubicBezTo>
                  <a:pt x="119" y="314"/>
                  <a:pt x="109" y="311"/>
                  <a:pt x="99" y="306"/>
                </a:cubicBezTo>
                <a:cubicBezTo>
                  <a:pt x="90" y="302"/>
                  <a:pt x="81" y="297"/>
                  <a:pt x="72" y="291"/>
                </a:cubicBezTo>
                <a:cubicBezTo>
                  <a:pt x="63" y="285"/>
                  <a:pt x="55" y="279"/>
                  <a:pt x="48" y="271"/>
                </a:cubicBezTo>
                <a:cubicBezTo>
                  <a:pt x="40" y="264"/>
                  <a:pt x="34" y="256"/>
                  <a:pt x="28" y="247"/>
                </a:cubicBezTo>
                <a:cubicBezTo>
                  <a:pt x="21" y="239"/>
                  <a:pt x="16" y="229"/>
                  <a:pt x="12" y="220"/>
                </a:cubicBezTo>
                <a:cubicBezTo>
                  <a:pt x="8" y="210"/>
                  <a:pt x="5" y="200"/>
                  <a:pt x="3" y="190"/>
                </a:cubicBezTo>
                <a:cubicBezTo>
                  <a:pt x="1" y="180"/>
                  <a:pt x="0" y="169"/>
                  <a:pt x="0" y="159"/>
                </a:cubicBezTo>
                <a:cubicBezTo>
                  <a:pt x="0" y="149"/>
                  <a:pt x="1" y="138"/>
                  <a:pt x="3" y="128"/>
                </a:cubicBezTo>
                <a:cubicBezTo>
                  <a:pt x="5" y="118"/>
                  <a:pt x="8" y="108"/>
                  <a:pt x="12" y="98"/>
                </a:cubicBezTo>
                <a:cubicBezTo>
                  <a:pt x="16" y="89"/>
                  <a:pt x="21" y="79"/>
                  <a:pt x="28" y="71"/>
                </a:cubicBezTo>
                <a:cubicBezTo>
                  <a:pt x="34" y="62"/>
                  <a:pt x="40" y="54"/>
                  <a:pt x="48" y="47"/>
                </a:cubicBezTo>
                <a:cubicBezTo>
                  <a:pt x="55" y="39"/>
                  <a:pt x="63" y="33"/>
                  <a:pt x="72" y="27"/>
                </a:cubicBezTo>
                <a:cubicBezTo>
                  <a:pt x="81" y="21"/>
                  <a:pt x="90" y="16"/>
                  <a:pt x="99" y="12"/>
                </a:cubicBezTo>
                <a:cubicBezTo>
                  <a:pt x="109" y="8"/>
                  <a:pt x="119" y="5"/>
                  <a:pt x="129" y="3"/>
                </a:cubicBezTo>
                <a:cubicBezTo>
                  <a:pt x="139" y="1"/>
                  <a:pt x="150" y="0"/>
                  <a:pt x="160" y="0"/>
                </a:cubicBezTo>
                <a:cubicBezTo>
                  <a:pt x="170" y="0"/>
                  <a:pt x="181" y="1"/>
                  <a:pt x="191" y="3"/>
                </a:cubicBezTo>
                <a:cubicBezTo>
                  <a:pt x="201" y="5"/>
                  <a:pt x="211" y="8"/>
                  <a:pt x="221" y="12"/>
                </a:cubicBezTo>
                <a:cubicBezTo>
                  <a:pt x="230" y="16"/>
                  <a:pt x="240" y="21"/>
                  <a:pt x="248" y="27"/>
                </a:cubicBezTo>
                <a:cubicBezTo>
                  <a:pt x="257" y="33"/>
                  <a:pt x="265" y="39"/>
                  <a:pt x="272" y="47"/>
                </a:cubicBezTo>
                <a:cubicBezTo>
                  <a:pt x="280" y="54"/>
                  <a:pt x="286" y="62"/>
                  <a:pt x="292" y="71"/>
                </a:cubicBezTo>
                <a:cubicBezTo>
                  <a:pt x="298" y="79"/>
                  <a:pt x="303" y="89"/>
                  <a:pt x="307" y="98"/>
                </a:cubicBezTo>
                <a:cubicBezTo>
                  <a:pt x="311" y="108"/>
                  <a:pt x="314" y="118"/>
                  <a:pt x="316" y="128"/>
                </a:cubicBezTo>
                <a:cubicBezTo>
                  <a:pt x="318" y="138"/>
                  <a:pt x="319" y="149"/>
                  <a:pt x="319" y="159"/>
                </a:cubicBezTo>
                <a:close/>
              </a:path>
            </a:pathLst>
          </a:custGeom>
          <a:noFill/>
          <a:ln w="9360">
            <a:solidFill>
              <a:srgbClr val="333333"/>
            </a:solidFill>
            <a:miter/>
          </a:ln>
        </p:spPr>
        <p:txBody>
          <a:bodyPr lIns="4680" rIns="4680" tIns="4680" bIns="4680" anchor="t">
            <a:noAutofit/>
          </a:bodyPr>
          <a:p>
            <a:endParaRPr b="0" lang="en-US" sz="2400" strike="noStrike" u="none">
              <a:solidFill>
                <a:srgbClr val="000000"/>
              </a:solidFill>
              <a:effectLst/>
              <a:uFillTx/>
              <a:latin typeface="Times New Roman"/>
            </a:endParaRPr>
          </a:p>
        </p:txBody>
      </p:sp>
      <p:sp>
        <p:nvSpPr>
          <p:cNvPr id="1126" name=""/>
          <p:cNvSpPr txBox="1"/>
          <p:nvPr/>
        </p:nvSpPr>
        <p:spPr>
          <a:xfrm>
            <a:off x="762120" y="1708200"/>
            <a:ext cx="10069200" cy="372240"/>
          </a:xfrm>
          <a:prstGeom prst="rect">
            <a:avLst/>
          </a:prstGeom>
          <a:noFill/>
          <a:ln w="0">
            <a:noFill/>
          </a:ln>
        </p:spPr>
        <p:txBody>
          <a:bodyPr wrap="none" lIns="0" rIns="0" tIns="0" bIns="0" anchor="t">
            <a:spAutoFit/>
          </a:bodyPr>
          <a:p>
            <a:r>
              <a:rPr b="0" lang="en-US" sz="2620" strike="noStrike" u="none">
                <a:solidFill>
                  <a:srgbClr val="333333"/>
                </a:solidFill>
                <a:effectLst/>
                <a:uFillTx/>
                <a:latin typeface="NotoSansJP-Thin_"/>
                <a:ea typeface="NotoSansJP-Thin_"/>
              </a:rPr>
              <a:t>DDPM</a:t>
            </a:r>
            <a:r>
              <a:rPr b="0" lang="zh-CN" sz="2620" strike="noStrike" u="none">
                <a:solidFill>
                  <a:srgbClr val="333333"/>
                </a:solidFill>
                <a:effectLst/>
                <a:uFillTx/>
                <a:latin typeface="NotoSansJP-Thin_"/>
                <a:ea typeface="NotoSansJP-Thin_"/>
              </a:rPr>
              <a:t>の成功と課題（速度）が、爆発的な後続研究を生み出した。</a:t>
            </a:r>
            <a:endParaRPr b="0" lang="en-US" sz="2620" strike="noStrike" u="none">
              <a:solidFill>
                <a:srgbClr val="000000"/>
              </a:solidFill>
              <a:effectLst/>
              <a:uFillTx/>
              <a:latin typeface="Times New Roman"/>
            </a:endParaRPr>
          </a:p>
        </p:txBody>
      </p:sp>
      <p:sp>
        <p:nvSpPr>
          <p:cNvPr id="1127" name=""/>
          <p:cNvSpPr/>
          <p:nvPr/>
        </p:nvSpPr>
        <p:spPr>
          <a:xfrm>
            <a:off x="847440" y="2838240"/>
            <a:ext cx="114840" cy="114840"/>
          </a:xfrm>
          <a:custGeom>
            <a:avLst/>
            <a:gdLst/>
            <a:ahLst/>
            <a:rect l="0" t="0" r="r" b="b"/>
            <a:pathLst>
              <a:path w="319" h="319">
                <a:moveTo>
                  <a:pt x="319" y="159"/>
                </a:moveTo>
                <a:cubicBezTo>
                  <a:pt x="319" y="169"/>
                  <a:pt x="318" y="180"/>
                  <a:pt x="316" y="190"/>
                </a:cubicBezTo>
                <a:cubicBezTo>
                  <a:pt x="314" y="201"/>
                  <a:pt x="311" y="211"/>
                  <a:pt x="307" y="221"/>
                </a:cubicBezTo>
                <a:cubicBezTo>
                  <a:pt x="303" y="230"/>
                  <a:pt x="298" y="239"/>
                  <a:pt x="292" y="248"/>
                </a:cubicBezTo>
                <a:cubicBezTo>
                  <a:pt x="286" y="257"/>
                  <a:pt x="280" y="265"/>
                  <a:pt x="272" y="272"/>
                </a:cubicBezTo>
                <a:cubicBezTo>
                  <a:pt x="265" y="279"/>
                  <a:pt x="257" y="286"/>
                  <a:pt x="248" y="292"/>
                </a:cubicBezTo>
                <a:cubicBezTo>
                  <a:pt x="240" y="298"/>
                  <a:pt x="230" y="303"/>
                  <a:pt x="221" y="306"/>
                </a:cubicBezTo>
                <a:cubicBezTo>
                  <a:pt x="211" y="310"/>
                  <a:pt x="201" y="313"/>
                  <a:pt x="191" y="316"/>
                </a:cubicBezTo>
                <a:cubicBezTo>
                  <a:pt x="181" y="318"/>
                  <a:pt x="170" y="319"/>
                  <a:pt x="160" y="319"/>
                </a:cubicBezTo>
                <a:cubicBezTo>
                  <a:pt x="150" y="319"/>
                  <a:pt x="139" y="318"/>
                  <a:pt x="129" y="316"/>
                </a:cubicBezTo>
                <a:cubicBezTo>
                  <a:pt x="119" y="313"/>
                  <a:pt x="109" y="310"/>
                  <a:pt x="99" y="306"/>
                </a:cubicBezTo>
                <a:cubicBezTo>
                  <a:pt x="90" y="303"/>
                  <a:pt x="81" y="298"/>
                  <a:pt x="72" y="292"/>
                </a:cubicBezTo>
                <a:cubicBezTo>
                  <a:pt x="63" y="286"/>
                  <a:pt x="55" y="279"/>
                  <a:pt x="48" y="272"/>
                </a:cubicBezTo>
                <a:cubicBezTo>
                  <a:pt x="40" y="265"/>
                  <a:pt x="34" y="257"/>
                  <a:pt x="28" y="248"/>
                </a:cubicBezTo>
                <a:cubicBezTo>
                  <a:pt x="21" y="239"/>
                  <a:pt x="16" y="230"/>
                  <a:pt x="12" y="221"/>
                </a:cubicBezTo>
                <a:cubicBezTo>
                  <a:pt x="8" y="211"/>
                  <a:pt x="5" y="201"/>
                  <a:pt x="3" y="190"/>
                </a:cubicBezTo>
                <a:cubicBezTo>
                  <a:pt x="1" y="180"/>
                  <a:pt x="0" y="169"/>
                  <a:pt x="0" y="159"/>
                </a:cubicBezTo>
                <a:cubicBezTo>
                  <a:pt x="0" y="148"/>
                  <a:pt x="1" y="138"/>
                  <a:pt x="3" y="128"/>
                </a:cubicBezTo>
                <a:cubicBezTo>
                  <a:pt x="5" y="118"/>
                  <a:pt x="8" y="108"/>
                  <a:pt x="12" y="98"/>
                </a:cubicBezTo>
                <a:cubicBezTo>
                  <a:pt x="16" y="88"/>
                  <a:pt x="21" y="79"/>
                  <a:pt x="28" y="71"/>
                </a:cubicBezTo>
                <a:cubicBezTo>
                  <a:pt x="34" y="62"/>
                  <a:pt x="40" y="54"/>
                  <a:pt x="48" y="47"/>
                </a:cubicBezTo>
                <a:cubicBezTo>
                  <a:pt x="55" y="39"/>
                  <a:pt x="63" y="33"/>
                  <a:pt x="72" y="27"/>
                </a:cubicBezTo>
                <a:cubicBezTo>
                  <a:pt x="81" y="21"/>
                  <a:pt x="90" y="16"/>
                  <a:pt x="99" y="12"/>
                </a:cubicBezTo>
                <a:cubicBezTo>
                  <a:pt x="109" y="8"/>
                  <a:pt x="119" y="5"/>
                  <a:pt x="129" y="3"/>
                </a:cubicBezTo>
                <a:cubicBezTo>
                  <a:pt x="139" y="1"/>
                  <a:pt x="150" y="0"/>
                  <a:pt x="160" y="0"/>
                </a:cubicBezTo>
                <a:cubicBezTo>
                  <a:pt x="170" y="0"/>
                  <a:pt x="181" y="1"/>
                  <a:pt x="191" y="3"/>
                </a:cubicBezTo>
                <a:cubicBezTo>
                  <a:pt x="201" y="5"/>
                  <a:pt x="211" y="8"/>
                  <a:pt x="221" y="12"/>
                </a:cubicBezTo>
                <a:cubicBezTo>
                  <a:pt x="230" y="16"/>
                  <a:pt x="240" y="21"/>
                  <a:pt x="248" y="27"/>
                </a:cubicBezTo>
                <a:cubicBezTo>
                  <a:pt x="257" y="33"/>
                  <a:pt x="265" y="39"/>
                  <a:pt x="272" y="47"/>
                </a:cubicBezTo>
                <a:cubicBezTo>
                  <a:pt x="280" y="54"/>
                  <a:pt x="286" y="62"/>
                  <a:pt x="292" y="71"/>
                </a:cubicBezTo>
                <a:cubicBezTo>
                  <a:pt x="298" y="79"/>
                  <a:pt x="303" y="88"/>
                  <a:pt x="307" y="98"/>
                </a:cubicBezTo>
                <a:cubicBezTo>
                  <a:pt x="311" y="108"/>
                  <a:pt x="314" y="118"/>
                  <a:pt x="316" y="128"/>
                </a:cubicBezTo>
                <a:cubicBezTo>
                  <a:pt x="318" y="138"/>
                  <a:pt x="319" y="148"/>
                  <a:pt x="319" y="159"/>
                </a:cubicBezTo>
                <a:close/>
              </a:path>
            </a:pathLst>
          </a:custGeom>
          <a:noFill/>
          <a:ln w="9360">
            <a:solidFill>
              <a:srgbClr val="333333"/>
            </a:solidFill>
            <a:miter/>
          </a:ln>
        </p:spPr>
        <p:txBody>
          <a:bodyPr lIns="4680" rIns="4680" tIns="4680" bIns="4680" anchor="t">
            <a:noAutofit/>
          </a:bodyPr>
          <a:p>
            <a:endParaRPr b="0" lang="en-US" sz="2400" strike="noStrike" u="none">
              <a:solidFill>
                <a:srgbClr val="000000"/>
              </a:solidFill>
              <a:effectLst/>
              <a:uFillTx/>
              <a:latin typeface="Times New Roman"/>
            </a:endParaRPr>
          </a:p>
        </p:txBody>
      </p:sp>
      <p:sp>
        <p:nvSpPr>
          <p:cNvPr id="1128" name=""/>
          <p:cNvSpPr txBox="1"/>
          <p:nvPr/>
        </p:nvSpPr>
        <p:spPr>
          <a:xfrm>
            <a:off x="1143000" y="2243160"/>
            <a:ext cx="7694640" cy="335880"/>
          </a:xfrm>
          <a:prstGeom prst="rect">
            <a:avLst/>
          </a:prstGeom>
          <a:noFill/>
          <a:ln w="0">
            <a:noFill/>
          </a:ln>
        </p:spPr>
        <p:txBody>
          <a:bodyPr wrap="none" lIns="0" rIns="0" tIns="0" bIns="0" anchor="t">
            <a:spAutoFit/>
          </a:bodyPr>
          <a:p>
            <a:r>
              <a:rPr b="0" lang="en-US" sz="2360" strike="noStrike" u="none">
                <a:solidFill>
                  <a:srgbClr val="333333"/>
                </a:solidFill>
                <a:effectLst/>
                <a:uFillTx/>
                <a:latin typeface="NotoSansJP-Thin_"/>
                <a:ea typeface="NotoSansJP-Thin_"/>
              </a:rPr>
              <a:t>DDIM (2020): </a:t>
            </a:r>
            <a:r>
              <a:rPr b="0" lang="zh-CN" sz="2360" strike="noStrike" u="none">
                <a:solidFill>
                  <a:srgbClr val="333333"/>
                </a:solidFill>
                <a:effectLst/>
                <a:uFillTx/>
                <a:latin typeface="NotoSansJP-Thin_"/>
                <a:ea typeface="NotoSansJP-Thin_"/>
              </a:rPr>
              <a:t>サンプリングを高速化 </a:t>
            </a:r>
            <a:r>
              <a:rPr b="0" lang="en-US" sz="2360" strike="noStrike" u="none">
                <a:solidFill>
                  <a:srgbClr val="333333"/>
                </a:solidFill>
                <a:effectLst/>
                <a:uFillTx/>
                <a:latin typeface="NotoSansJP-Thin_"/>
                <a:ea typeface="NotoSansJP-Thin_"/>
              </a:rPr>
              <a:t>(e.g., 50</a:t>
            </a:r>
            <a:r>
              <a:rPr b="0" lang="zh-CN" sz="2360" strike="noStrike" u="none">
                <a:solidFill>
                  <a:srgbClr val="333333"/>
                </a:solidFill>
                <a:effectLst/>
                <a:uFillTx/>
                <a:latin typeface="NotoSansJP-Thin_"/>
                <a:ea typeface="NotoSansJP-Thin_"/>
              </a:rPr>
              <a:t>ステップ</a:t>
            </a:r>
            <a:r>
              <a:rPr b="0" lang="en-US" sz="2360" strike="noStrike" u="none">
                <a:solidFill>
                  <a:srgbClr val="333333"/>
                </a:solidFill>
                <a:effectLst/>
                <a:uFillTx/>
                <a:latin typeface="NotoSansJP-Thin_"/>
                <a:ea typeface="NotoSansJP-Thin_"/>
              </a:rPr>
              <a:t>)</a:t>
            </a:r>
            <a:endParaRPr b="0" lang="en-US" sz="2360" strike="noStrike" u="none">
              <a:solidFill>
                <a:srgbClr val="000000"/>
              </a:solidFill>
              <a:effectLst/>
              <a:uFillTx/>
              <a:latin typeface="Times New Roman"/>
            </a:endParaRPr>
          </a:p>
        </p:txBody>
      </p:sp>
      <p:sp>
        <p:nvSpPr>
          <p:cNvPr id="1129" name=""/>
          <p:cNvSpPr/>
          <p:nvPr/>
        </p:nvSpPr>
        <p:spPr>
          <a:xfrm>
            <a:off x="0" y="0"/>
            <a:ext cx="12192120" cy="667080"/>
          </a:xfrm>
          <a:custGeom>
            <a:avLst/>
            <a:gdLst/>
            <a:ahLst/>
            <a:rect l="0" t="0" r="r" b="b"/>
            <a:pathLst>
              <a:path w="33867" h="1853">
                <a:moveTo>
                  <a:pt x="0" y="0"/>
                </a:moveTo>
                <a:lnTo>
                  <a:pt x="33867" y="0"/>
                </a:lnTo>
                <a:lnTo>
                  <a:pt x="33867" y="1853"/>
                </a:lnTo>
                <a:lnTo>
                  <a:pt x="0" y="1853"/>
                </a:lnTo>
                <a:lnTo>
                  <a:pt x="0" y="0"/>
                </a:lnTo>
                <a:close/>
              </a:path>
            </a:pathLst>
          </a:custGeom>
          <a:solidFill>
            <a:srgbClr val="800000"/>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1130" name=""/>
          <p:cNvSpPr txBox="1"/>
          <p:nvPr/>
        </p:nvSpPr>
        <p:spPr>
          <a:xfrm>
            <a:off x="1143000" y="2738520"/>
            <a:ext cx="8954280" cy="335880"/>
          </a:xfrm>
          <a:prstGeom prst="rect">
            <a:avLst/>
          </a:prstGeom>
          <a:noFill/>
          <a:ln w="0">
            <a:noFill/>
          </a:ln>
        </p:spPr>
        <p:txBody>
          <a:bodyPr wrap="none" lIns="0" rIns="0" tIns="0" bIns="0" anchor="t">
            <a:spAutoFit/>
          </a:bodyPr>
          <a:p>
            <a:r>
              <a:rPr b="0" lang="en-US" sz="2360" strike="noStrike" u="none">
                <a:solidFill>
                  <a:srgbClr val="333333"/>
                </a:solidFill>
                <a:effectLst/>
                <a:uFillTx/>
                <a:latin typeface="NotoSansJP-Thin_"/>
                <a:ea typeface="NotoSansJP-Thin_"/>
              </a:rPr>
              <a:t>Latent Diffusion (2021): </a:t>
            </a:r>
            <a:r>
              <a:rPr b="0" lang="zh-CN" sz="2360" strike="noStrike" u="none">
                <a:solidFill>
                  <a:srgbClr val="333333"/>
                </a:solidFill>
                <a:effectLst/>
                <a:uFillTx/>
                <a:latin typeface="NotoSansJP-Thin_"/>
                <a:ea typeface="NotoSansJP-Thin_"/>
              </a:rPr>
              <a:t>高解像度化（→ </a:t>
            </a:r>
            <a:r>
              <a:rPr b="0" lang="en-US" sz="2360" strike="noStrike" u="none">
                <a:solidFill>
                  <a:srgbClr val="333333"/>
                </a:solidFill>
                <a:effectLst/>
                <a:uFillTx/>
                <a:latin typeface="NotoSansJP-Thin_"/>
                <a:ea typeface="NotoSansJP-Thin_"/>
              </a:rPr>
              <a:t>Stable Diffusion</a:t>
            </a:r>
            <a:r>
              <a:rPr b="0" lang="zh-CN" sz="2360" strike="noStrike" u="none">
                <a:solidFill>
                  <a:srgbClr val="333333"/>
                </a:solidFill>
                <a:effectLst/>
                <a:uFillTx/>
                <a:latin typeface="NotoSansJP-Thin_"/>
                <a:ea typeface="NotoSansJP-Thin_"/>
              </a:rPr>
              <a:t>の基礎）</a:t>
            </a:r>
            <a:endParaRPr b="0" lang="en-US" sz="2360" strike="noStrike" u="none">
              <a:solidFill>
                <a:srgbClr val="000000"/>
              </a:solidFill>
              <a:effectLst/>
              <a:uFillTx/>
              <a:latin typeface="Times New Roman"/>
            </a:endParaRPr>
          </a:p>
        </p:txBody>
      </p:sp>
      <p:sp>
        <p:nvSpPr>
          <p:cNvPr id="1131" name=""/>
          <p:cNvSpPr txBox="1"/>
          <p:nvPr/>
        </p:nvSpPr>
        <p:spPr>
          <a:xfrm>
            <a:off x="237960" y="174600"/>
            <a:ext cx="2727000" cy="372240"/>
          </a:xfrm>
          <a:prstGeom prst="rect">
            <a:avLst/>
          </a:prstGeom>
          <a:noFill/>
          <a:ln w="0">
            <a:noFill/>
          </a:ln>
        </p:spPr>
        <p:txBody>
          <a:bodyPr wrap="none" lIns="0" rIns="0" tIns="0" bIns="0" anchor="t">
            <a:spAutoFit/>
          </a:bodyPr>
          <a:p>
            <a:r>
              <a:rPr b="1" lang="en-US" sz="2620" strike="noStrike" u="none">
                <a:solidFill>
                  <a:srgbClr val="ffffff"/>
                </a:solidFill>
                <a:effectLst/>
                <a:uFillTx/>
                <a:latin typeface="NotoSansJP-Thin_"/>
                <a:ea typeface="NotoSansJP-Thin_"/>
              </a:rPr>
              <a:t>5.1. </a:t>
            </a:r>
            <a:r>
              <a:rPr b="1" lang="zh-CN" sz="2620" strike="noStrike" u="none">
                <a:solidFill>
                  <a:srgbClr val="ffffff"/>
                </a:solidFill>
                <a:effectLst/>
                <a:uFillTx/>
                <a:latin typeface="NotoSansJP-Thin_"/>
                <a:ea typeface="NotoSansJP-Thin_"/>
              </a:rPr>
              <a:t>議論とまとめ</a:t>
            </a:r>
            <a:endParaRPr b="0" lang="en-US" sz="2620" strike="noStrike" u="none">
              <a:solidFill>
                <a:srgbClr val="000000"/>
              </a:solidFill>
              <a:effectLst/>
              <a:uFillTx/>
              <a:latin typeface="Times New Roman"/>
            </a:endParaRPr>
          </a:p>
        </p:txBody>
      </p:sp>
      <p:sp>
        <p:nvSpPr>
          <p:cNvPr id="1132" name=""/>
          <p:cNvSpPr txBox="1"/>
          <p:nvPr/>
        </p:nvSpPr>
        <p:spPr>
          <a:xfrm>
            <a:off x="11161800" y="6397560"/>
            <a:ext cx="668160" cy="297720"/>
          </a:xfrm>
          <a:prstGeom prst="rect">
            <a:avLst/>
          </a:prstGeom>
          <a:noFill/>
          <a:ln w="0">
            <a:noFill/>
          </a:ln>
        </p:spPr>
        <p:txBody>
          <a:bodyPr wrap="none" lIns="0" rIns="0" tIns="0" bIns="0" anchor="t">
            <a:spAutoFit/>
          </a:bodyPr>
          <a:p>
            <a:r>
              <a:rPr b="1" lang="en-US" sz="2100" strike="noStrike" u="none">
                <a:solidFill>
                  <a:srgbClr val="333333"/>
                </a:solidFill>
                <a:effectLst/>
                <a:uFillTx/>
                <a:latin typeface="NotoSansJP-Thin_"/>
                <a:ea typeface="NotoSansJP-Thin_"/>
              </a:rPr>
              <a:t>23/24</a:t>
            </a:r>
            <a:endParaRPr b="0" lang="en-US" sz="2100" strike="noStrike" u="non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33"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1134"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1135"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1136" name=""/>
          <p:cNvSpPr/>
          <p:nvPr/>
        </p:nvSpPr>
        <p:spPr>
          <a:xfrm>
            <a:off x="438120" y="1142640"/>
            <a:ext cx="133560" cy="133920"/>
          </a:xfrm>
          <a:custGeom>
            <a:avLst/>
            <a:gdLst/>
            <a:ahLst/>
            <a:rect l="0" t="0" r="r" b="b"/>
            <a:pathLst>
              <a:path w="371" h="372">
                <a:moveTo>
                  <a:pt x="371" y="186"/>
                </a:moveTo>
                <a:cubicBezTo>
                  <a:pt x="371" y="198"/>
                  <a:pt x="370" y="210"/>
                  <a:pt x="367" y="222"/>
                </a:cubicBezTo>
                <a:cubicBezTo>
                  <a:pt x="365" y="234"/>
                  <a:pt x="362" y="245"/>
                  <a:pt x="357" y="257"/>
                </a:cubicBezTo>
                <a:cubicBezTo>
                  <a:pt x="352" y="268"/>
                  <a:pt x="347" y="278"/>
                  <a:pt x="340" y="289"/>
                </a:cubicBezTo>
                <a:cubicBezTo>
                  <a:pt x="333" y="299"/>
                  <a:pt x="325" y="308"/>
                  <a:pt x="317" y="317"/>
                </a:cubicBezTo>
                <a:cubicBezTo>
                  <a:pt x="308" y="325"/>
                  <a:pt x="299" y="333"/>
                  <a:pt x="289" y="340"/>
                </a:cubicBezTo>
                <a:cubicBezTo>
                  <a:pt x="279" y="347"/>
                  <a:pt x="268" y="353"/>
                  <a:pt x="257" y="358"/>
                </a:cubicBezTo>
                <a:cubicBezTo>
                  <a:pt x="245" y="362"/>
                  <a:pt x="234" y="366"/>
                  <a:pt x="222" y="368"/>
                </a:cubicBezTo>
                <a:cubicBezTo>
                  <a:pt x="210" y="371"/>
                  <a:pt x="198" y="372"/>
                  <a:pt x="186" y="372"/>
                </a:cubicBezTo>
                <a:cubicBezTo>
                  <a:pt x="174" y="372"/>
                  <a:pt x="162" y="371"/>
                  <a:pt x="150" y="368"/>
                </a:cubicBezTo>
                <a:cubicBezTo>
                  <a:pt x="138" y="366"/>
                  <a:pt x="126" y="362"/>
                  <a:pt x="115" y="358"/>
                </a:cubicBezTo>
                <a:cubicBezTo>
                  <a:pt x="104" y="353"/>
                  <a:pt x="93" y="347"/>
                  <a:pt x="83" y="340"/>
                </a:cubicBezTo>
                <a:cubicBezTo>
                  <a:pt x="72" y="333"/>
                  <a:pt x="62" y="325"/>
                  <a:pt x="54" y="317"/>
                </a:cubicBezTo>
                <a:cubicBezTo>
                  <a:pt x="45" y="308"/>
                  <a:pt x="38" y="299"/>
                  <a:pt x="31" y="289"/>
                </a:cubicBezTo>
                <a:cubicBezTo>
                  <a:pt x="24" y="278"/>
                  <a:pt x="18" y="268"/>
                  <a:pt x="14" y="257"/>
                </a:cubicBezTo>
                <a:cubicBezTo>
                  <a:pt x="9" y="245"/>
                  <a:pt x="6" y="234"/>
                  <a:pt x="3" y="222"/>
                </a:cubicBezTo>
                <a:cubicBezTo>
                  <a:pt x="1" y="210"/>
                  <a:pt x="0" y="198"/>
                  <a:pt x="0" y="186"/>
                </a:cubicBezTo>
                <a:cubicBezTo>
                  <a:pt x="0" y="174"/>
                  <a:pt x="1" y="162"/>
                  <a:pt x="3" y="150"/>
                </a:cubicBezTo>
                <a:cubicBezTo>
                  <a:pt x="6" y="138"/>
                  <a:pt x="9" y="126"/>
                  <a:pt x="14" y="115"/>
                </a:cubicBezTo>
                <a:cubicBezTo>
                  <a:pt x="18" y="104"/>
                  <a:pt x="24" y="93"/>
                  <a:pt x="31" y="83"/>
                </a:cubicBezTo>
                <a:cubicBezTo>
                  <a:pt x="38" y="73"/>
                  <a:pt x="45" y="63"/>
                  <a:pt x="54" y="55"/>
                </a:cubicBezTo>
                <a:cubicBezTo>
                  <a:pt x="62" y="46"/>
                  <a:pt x="72" y="38"/>
                  <a:pt x="83" y="32"/>
                </a:cubicBezTo>
                <a:cubicBezTo>
                  <a:pt x="93" y="25"/>
                  <a:pt x="104" y="19"/>
                  <a:pt x="115" y="15"/>
                </a:cubicBezTo>
                <a:cubicBezTo>
                  <a:pt x="126" y="10"/>
                  <a:pt x="138" y="6"/>
                  <a:pt x="150" y="4"/>
                </a:cubicBezTo>
                <a:cubicBezTo>
                  <a:pt x="162" y="2"/>
                  <a:pt x="174" y="0"/>
                  <a:pt x="186" y="0"/>
                </a:cubicBezTo>
                <a:cubicBezTo>
                  <a:pt x="198" y="0"/>
                  <a:pt x="210" y="2"/>
                  <a:pt x="222" y="4"/>
                </a:cubicBezTo>
                <a:cubicBezTo>
                  <a:pt x="234" y="6"/>
                  <a:pt x="245" y="10"/>
                  <a:pt x="257" y="15"/>
                </a:cubicBezTo>
                <a:cubicBezTo>
                  <a:pt x="268" y="19"/>
                  <a:pt x="279" y="25"/>
                  <a:pt x="289" y="32"/>
                </a:cubicBezTo>
                <a:cubicBezTo>
                  <a:pt x="299" y="38"/>
                  <a:pt x="308" y="46"/>
                  <a:pt x="317" y="55"/>
                </a:cubicBezTo>
                <a:cubicBezTo>
                  <a:pt x="325" y="63"/>
                  <a:pt x="333" y="73"/>
                  <a:pt x="340" y="83"/>
                </a:cubicBezTo>
                <a:cubicBezTo>
                  <a:pt x="347" y="93"/>
                  <a:pt x="352" y="104"/>
                  <a:pt x="357" y="115"/>
                </a:cubicBezTo>
                <a:cubicBezTo>
                  <a:pt x="362" y="126"/>
                  <a:pt x="365" y="138"/>
                  <a:pt x="367" y="150"/>
                </a:cubicBezTo>
                <a:cubicBezTo>
                  <a:pt x="370" y="162"/>
                  <a:pt x="371" y="174"/>
                  <a:pt x="371" y="186"/>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1137" name=""/>
          <p:cNvSpPr/>
          <p:nvPr/>
        </p:nvSpPr>
        <p:spPr>
          <a:xfrm>
            <a:off x="761760" y="1800000"/>
            <a:ext cx="5444280" cy="28800"/>
          </a:xfrm>
          <a:custGeom>
            <a:avLst/>
            <a:gdLst/>
            <a:ahLst/>
            <a:rect l="0" t="0" r="r" b="b"/>
            <a:pathLst>
              <a:path w="15123" h="80">
                <a:moveTo>
                  <a:pt x="6872" y="80"/>
                </a:moveTo>
                <a:lnTo>
                  <a:pt x="1600" y="80"/>
                </a:lnTo>
                <a:lnTo>
                  <a:pt x="1600" y="0"/>
                </a:lnTo>
                <a:lnTo>
                  <a:pt x="6872" y="0"/>
                </a:lnTo>
                <a:lnTo>
                  <a:pt x="6872" y="80"/>
                </a:lnTo>
                <a:moveTo>
                  <a:pt x="7519" y="0"/>
                </a:moveTo>
                <a:lnTo>
                  <a:pt x="15123" y="0"/>
                </a:lnTo>
                <a:lnTo>
                  <a:pt x="15123" y="80"/>
                </a:lnTo>
                <a:lnTo>
                  <a:pt x="7519" y="80"/>
                </a:lnTo>
                <a:lnTo>
                  <a:pt x="7519" y="0"/>
                </a:lnTo>
                <a:moveTo>
                  <a:pt x="1330" y="80"/>
                </a:moveTo>
                <a:lnTo>
                  <a:pt x="0" y="80"/>
                </a:lnTo>
                <a:lnTo>
                  <a:pt x="0" y="0"/>
                </a:lnTo>
                <a:lnTo>
                  <a:pt x="1330" y="0"/>
                </a:lnTo>
                <a:lnTo>
                  <a:pt x="1330" y="80"/>
                </a:lnTo>
                <a:close/>
              </a:path>
            </a:pathLst>
          </a:custGeom>
          <a:solidFill>
            <a:srgbClr val="800000"/>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1138" name=""/>
          <p:cNvSpPr txBox="1"/>
          <p:nvPr/>
        </p:nvSpPr>
        <p:spPr>
          <a:xfrm>
            <a:off x="762120" y="1031760"/>
            <a:ext cx="8623080" cy="372240"/>
          </a:xfrm>
          <a:prstGeom prst="rect">
            <a:avLst/>
          </a:prstGeom>
          <a:noFill/>
          <a:ln w="0">
            <a:noFill/>
          </a:ln>
        </p:spPr>
        <p:txBody>
          <a:bodyPr wrap="none" lIns="0" rIns="0" tIns="0" bIns="0" anchor="t">
            <a:spAutoFit/>
          </a:bodyPr>
          <a:p>
            <a:r>
              <a:rPr b="0" lang="en-US" sz="2620" strike="noStrike" u="none">
                <a:solidFill>
                  <a:srgbClr val="333333"/>
                </a:solidFill>
                <a:effectLst/>
                <a:uFillTx/>
                <a:latin typeface="NotoSansJP-Thin_"/>
                <a:ea typeface="NotoSansJP-Thin_"/>
              </a:rPr>
              <a:t>Ho et al., "Denoising Diffusion Probabilistic Models", 2020.</a:t>
            </a:r>
            <a:endParaRPr b="0" lang="en-US" sz="2620" strike="noStrike" u="none">
              <a:solidFill>
                <a:srgbClr val="000000"/>
              </a:solidFill>
              <a:effectLst/>
              <a:uFillTx/>
              <a:latin typeface="Times New Roman"/>
            </a:endParaRPr>
          </a:p>
        </p:txBody>
      </p:sp>
      <p:sp>
        <p:nvSpPr>
          <p:cNvPr id="1139" name=""/>
          <p:cNvSpPr/>
          <p:nvPr/>
        </p:nvSpPr>
        <p:spPr>
          <a:xfrm>
            <a:off x="438120" y="2143080"/>
            <a:ext cx="133560" cy="133560"/>
          </a:xfrm>
          <a:custGeom>
            <a:avLst/>
            <a:gdLst/>
            <a:ahLst/>
            <a:rect l="0" t="0" r="r" b="b"/>
            <a:pathLst>
              <a:path w="371" h="371">
                <a:moveTo>
                  <a:pt x="371" y="186"/>
                </a:moveTo>
                <a:cubicBezTo>
                  <a:pt x="371" y="198"/>
                  <a:pt x="370" y="210"/>
                  <a:pt x="367" y="222"/>
                </a:cubicBezTo>
                <a:cubicBezTo>
                  <a:pt x="365" y="234"/>
                  <a:pt x="362" y="245"/>
                  <a:pt x="357" y="257"/>
                </a:cubicBezTo>
                <a:cubicBezTo>
                  <a:pt x="352" y="268"/>
                  <a:pt x="347" y="279"/>
                  <a:pt x="340" y="289"/>
                </a:cubicBezTo>
                <a:cubicBezTo>
                  <a:pt x="333" y="299"/>
                  <a:pt x="325" y="308"/>
                  <a:pt x="317" y="317"/>
                </a:cubicBezTo>
                <a:cubicBezTo>
                  <a:pt x="308" y="325"/>
                  <a:pt x="299" y="333"/>
                  <a:pt x="289" y="340"/>
                </a:cubicBezTo>
                <a:cubicBezTo>
                  <a:pt x="279" y="347"/>
                  <a:pt x="268" y="352"/>
                  <a:pt x="257" y="357"/>
                </a:cubicBezTo>
                <a:cubicBezTo>
                  <a:pt x="245" y="362"/>
                  <a:pt x="234" y="365"/>
                  <a:pt x="222" y="367"/>
                </a:cubicBezTo>
                <a:cubicBezTo>
                  <a:pt x="210" y="370"/>
                  <a:pt x="198" y="371"/>
                  <a:pt x="186" y="371"/>
                </a:cubicBezTo>
                <a:cubicBezTo>
                  <a:pt x="174" y="371"/>
                  <a:pt x="162" y="370"/>
                  <a:pt x="150" y="367"/>
                </a:cubicBezTo>
                <a:cubicBezTo>
                  <a:pt x="138" y="365"/>
                  <a:pt x="126" y="362"/>
                  <a:pt x="115" y="357"/>
                </a:cubicBezTo>
                <a:cubicBezTo>
                  <a:pt x="104" y="352"/>
                  <a:pt x="93" y="347"/>
                  <a:pt x="83" y="340"/>
                </a:cubicBezTo>
                <a:cubicBezTo>
                  <a:pt x="72" y="333"/>
                  <a:pt x="62" y="325"/>
                  <a:pt x="54" y="317"/>
                </a:cubicBezTo>
                <a:cubicBezTo>
                  <a:pt x="45" y="308"/>
                  <a:pt x="38" y="299"/>
                  <a:pt x="31" y="289"/>
                </a:cubicBezTo>
                <a:cubicBezTo>
                  <a:pt x="24" y="279"/>
                  <a:pt x="18" y="268"/>
                  <a:pt x="14" y="257"/>
                </a:cubicBezTo>
                <a:cubicBezTo>
                  <a:pt x="9" y="245"/>
                  <a:pt x="6" y="234"/>
                  <a:pt x="3" y="222"/>
                </a:cubicBezTo>
                <a:cubicBezTo>
                  <a:pt x="1" y="210"/>
                  <a:pt x="0" y="198"/>
                  <a:pt x="0" y="186"/>
                </a:cubicBezTo>
                <a:cubicBezTo>
                  <a:pt x="0" y="174"/>
                  <a:pt x="1" y="162"/>
                  <a:pt x="3" y="149"/>
                </a:cubicBezTo>
                <a:cubicBezTo>
                  <a:pt x="6" y="137"/>
                  <a:pt x="9" y="125"/>
                  <a:pt x="14" y="114"/>
                </a:cubicBezTo>
                <a:cubicBezTo>
                  <a:pt x="18" y="103"/>
                  <a:pt x="24" y="92"/>
                  <a:pt x="31" y="82"/>
                </a:cubicBezTo>
                <a:cubicBezTo>
                  <a:pt x="38" y="72"/>
                  <a:pt x="45" y="62"/>
                  <a:pt x="54" y="54"/>
                </a:cubicBezTo>
                <a:cubicBezTo>
                  <a:pt x="62" y="45"/>
                  <a:pt x="72" y="38"/>
                  <a:pt x="83" y="31"/>
                </a:cubicBezTo>
                <a:cubicBezTo>
                  <a:pt x="93" y="24"/>
                  <a:pt x="104" y="18"/>
                  <a:pt x="115" y="14"/>
                </a:cubicBezTo>
                <a:cubicBezTo>
                  <a:pt x="126" y="9"/>
                  <a:pt x="138" y="6"/>
                  <a:pt x="150" y="3"/>
                </a:cubicBezTo>
                <a:cubicBezTo>
                  <a:pt x="162" y="1"/>
                  <a:pt x="174" y="0"/>
                  <a:pt x="186" y="0"/>
                </a:cubicBezTo>
                <a:cubicBezTo>
                  <a:pt x="198" y="0"/>
                  <a:pt x="210" y="1"/>
                  <a:pt x="222" y="3"/>
                </a:cubicBezTo>
                <a:cubicBezTo>
                  <a:pt x="234" y="6"/>
                  <a:pt x="245" y="9"/>
                  <a:pt x="257" y="14"/>
                </a:cubicBezTo>
                <a:cubicBezTo>
                  <a:pt x="268" y="18"/>
                  <a:pt x="279" y="24"/>
                  <a:pt x="289" y="31"/>
                </a:cubicBezTo>
                <a:cubicBezTo>
                  <a:pt x="299" y="38"/>
                  <a:pt x="308" y="45"/>
                  <a:pt x="317" y="54"/>
                </a:cubicBezTo>
                <a:cubicBezTo>
                  <a:pt x="325" y="62"/>
                  <a:pt x="333" y="72"/>
                  <a:pt x="340" y="82"/>
                </a:cubicBezTo>
                <a:cubicBezTo>
                  <a:pt x="347" y="92"/>
                  <a:pt x="352" y="103"/>
                  <a:pt x="357" y="114"/>
                </a:cubicBezTo>
                <a:cubicBezTo>
                  <a:pt x="362" y="125"/>
                  <a:pt x="365" y="137"/>
                  <a:pt x="367" y="149"/>
                </a:cubicBezTo>
                <a:cubicBezTo>
                  <a:pt x="370" y="162"/>
                  <a:pt x="371" y="174"/>
                  <a:pt x="371" y="186"/>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1140" name=""/>
          <p:cNvSpPr/>
          <p:nvPr/>
        </p:nvSpPr>
        <p:spPr>
          <a:xfrm>
            <a:off x="761760" y="2352600"/>
            <a:ext cx="5247360" cy="28800"/>
          </a:xfrm>
          <a:custGeom>
            <a:avLst/>
            <a:gdLst/>
            <a:ahLst/>
            <a:rect l="0" t="0" r="r" b="b"/>
            <a:pathLst>
              <a:path w="14576" h="80">
                <a:moveTo>
                  <a:pt x="6872" y="80"/>
                </a:moveTo>
                <a:lnTo>
                  <a:pt x="1600" y="80"/>
                </a:lnTo>
                <a:lnTo>
                  <a:pt x="1600" y="0"/>
                </a:lnTo>
                <a:lnTo>
                  <a:pt x="6872" y="0"/>
                </a:lnTo>
                <a:lnTo>
                  <a:pt x="6872" y="80"/>
                </a:lnTo>
                <a:moveTo>
                  <a:pt x="7519" y="0"/>
                </a:moveTo>
                <a:lnTo>
                  <a:pt x="14576" y="0"/>
                </a:lnTo>
                <a:lnTo>
                  <a:pt x="14576" y="80"/>
                </a:lnTo>
                <a:lnTo>
                  <a:pt x="7519" y="80"/>
                </a:lnTo>
                <a:lnTo>
                  <a:pt x="7519" y="0"/>
                </a:lnTo>
                <a:moveTo>
                  <a:pt x="1330" y="80"/>
                </a:moveTo>
                <a:lnTo>
                  <a:pt x="0" y="80"/>
                </a:lnTo>
                <a:lnTo>
                  <a:pt x="0" y="0"/>
                </a:lnTo>
                <a:lnTo>
                  <a:pt x="1330" y="0"/>
                </a:lnTo>
                <a:lnTo>
                  <a:pt x="1330" y="80"/>
                </a:lnTo>
                <a:close/>
              </a:path>
            </a:pathLst>
          </a:custGeom>
          <a:solidFill>
            <a:srgbClr val="800000"/>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1141" name=""/>
          <p:cNvSpPr txBox="1"/>
          <p:nvPr/>
        </p:nvSpPr>
        <p:spPr>
          <a:xfrm>
            <a:off x="762120" y="1479600"/>
            <a:ext cx="4769280" cy="372240"/>
          </a:xfrm>
          <a:prstGeom prst="rect">
            <a:avLst/>
          </a:prstGeom>
          <a:noFill/>
          <a:ln w="0">
            <a:noFill/>
          </a:ln>
        </p:spPr>
        <p:txBody>
          <a:bodyPr wrap="none" lIns="0" rIns="0" tIns="0" bIns="0" anchor="t">
            <a:spAutoFit/>
          </a:bodyPr>
          <a:p>
            <a:r>
              <a:rPr b="0" lang="en-US" sz="2620" strike="noStrike" u="none">
                <a:solidFill>
                  <a:srgbClr val="800000"/>
                </a:solidFill>
                <a:effectLst/>
                <a:uFillTx/>
                <a:latin typeface="NotoSansJP-Thin_"/>
                <a:ea typeface="NotoSansJP-Thin_"/>
              </a:rPr>
              <a:t>https://arxiv.org/abs/2006.11239</a:t>
            </a:r>
            <a:endParaRPr b="0" lang="en-US" sz="2620" strike="noStrike" u="none">
              <a:solidFill>
                <a:srgbClr val="000000"/>
              </a:solidFill>
              <a:effectLst/>
              <a:uFillTx/>
              <a:latin typeface="Times New Roman"/>
            </a:endParaRPr>
          </a:p>
        </p:txBody>
      </p:sp>
      <p:sp>
        <p:nvSpPr>
          <p:cNvPr id="1142" name=""/>
          <p:cNvSpPr/>
          <p:nvPr/>
        </p:nvSpPr>
        <p:spPr>
          <a:xfrm>
            <a:off x="438120" y="2685960"/>
            <a:ext cx="133560" cy="133560"/>
          </a:xfrm>
          <a:custGeom>
            <a:avLst/>
            <a:gdLst/>
            <a:ahLst/>
            <a:rect l="0" t="0" r="r" b="b"/>
            <a:pathLst>
              <a:path w="371" h="371">
                <a:moveTo>
                  <a:pt x="371" y="186"/>
                </a:moveTo>
                <a:cubicBezTo>
                  <a:pt x="371" y="198"/>
                  <a:pt x="370" y="210"/>
                  <a:pt x="367" y="222"/>
                </a:cubicBezTo>
                <a:cubicBezTo>
                  <a:pt x="365" y="234"/>
                  <a:pt x="362" y="246"/>
                  <a:pt x="357" y="257"/>
                </a:cubicBezTo>
                <a:cubicBezTo>
                  <a:pt x="352" y="268"/>
                  <a:pt x="347" y="279"/>
                  <a:pt x="340" y="289"/>
                </a:cubicBezTo>
                <a:cubicBezTo>
                  <a:pt x="333" y="299"/>
                  <a:pt x="325" y="308"/>
                  <a:pt x="317" y="317"/>
                </a:cubicBezTo>
                <a:cubicBezTo>
                  <a:pt x="308" y="326"/>
                  <a:pt x="299" y="333"/>
                  <a:pt x="289" y="340"/>
                </a:cubicBezTo>
                <a:cubicBezTo>
                  <a:pt x="279" y="347"/>
                  <a:pt x="268" y="352"/>
                  <a:pt x="257" y="357"/>
                </a:cubicBezTo>
                <a:cubicBezTo>
                  <a:pt x="245" y="362"/>
                  <a:pt x="234" y="365"/>
                  <a:pt x="222" y="368"/>
                </a:cubicBezTo>
                <a:cubicBezTo>
                  <a:pt x="210" y="370"/>
                  <a:pt x="198" y="371"/>
                  <a:pt x="186" y="371"/>
                </a:cubicBezTo>
                <a:cubicBezTo>
                  <a:pt x="174" y="371"/>
                  <a:pt x="162" y="370"/>
                  <a:pt x="150" y="368"/>
                </a:cubicBezTo>
                <a:cubicBezTo>
                  <a:pt x="138" y="365"/>
                  <a:pt x="126" y="362"/>
                  <a:pt x="115" y="357"/>
                </a:cubicBezTo>
                <a:cubicBezTo>
                  <a:pt x="104" y="352"/>
                  <a:pt x="93" y="347"/>
                  <a:pt x="83" y="340"/>
                </a:cubicBezTo>
                <a:cubicBezTo>
                  <a:pt x="72" y="333"/>
                  <a:pt x="62" y="326"/>
                  <a:pt x="54" y="317"/>
                </a:cubicBezTo>
                <a:cubicBezTo>
                  <a:pt x="45" y="308"/>
                  <a:pt x="38" y="299"/>
                  <a:pt x="31" y="289"/>
                </a:cubicBezTo>
                <a:cubicBezTo>
                  <a:pt x="24" y="279"/>
                  <a:pt x="18" y="268"/>
                  <a:pt x="14" y="257"/>
                </a:cubicBezTo>
                <a:cubicBezTo>
                  <a:pt x="9" y="246"/>
                  <a:pt x="6" y="234"/>
                  <a:pt x="3" y="222"/>
                </a:cubicBezTo>
                <a:cubicBezTo>
                  <a:pt x="1" y="210"/>
                  <a:pt x="0" y="198"/>
                  <a:pt x="0" y="186"/>
                </a:cubicBezTo>
                <a:cubicBezTo>
                  <a:pt x="0" y="174"/>
                  <a:pt x="1" y="162"/>
                  <a:pt x="3" y="150"/>
                </a:cubicBezTo>
                <a:cubicBezTo>
                  <a:pt x="6" y="138"/>
                  <a:pt x="9" y="126"/>
                  <a:pt x="14" y="114"/>
                </a:cubicBezTo>
                <a:cubicBezTo>
                  <a:pt x="18" y="103"/>
                  <a:pt x="24" y="92"/>
                  <a:pt x="31" y="82"/>
                </a:cubicBezTo>
                <a:cubicBezTo>
                  <a:pt x="38" y="72"/>
                  <a:pt x="45" y="63"/>
                  <a:pt x="54" y="54"/>
                </a:cubicBezTo>
                <a:cubicBezTo>
                  <a:pt x="62" y="45"/>
                  <a:pt x="72" y="38"/>
                  <a:pt x="83" y="31"/>
                </a:cubicBezTo>
                <a:cubicBezTo>
                  <a:pt x="93" y="24"/>
                  <a:pt x="104" y="19"/>
                  <a:pt x="115" y="14"/>
                </a:cubicBezTo>
                <a:cubicBezTo>
                  <a:pt x="126" y="9"/>
                  <a:pt x="138" y="6"/>
                  <a:pt x="150" y="3"/>
                </a:cubicBezTo>
                <a:cubicBezTo>
                  <a:pt x="162" y="1"/>
                  <a:pt x="174" y="0"/>
                  <a:pt x="186" y="0"/>
                </a:cubicBezTo>
                <a:cubicBezTo>
                  <a:pt x="198" y="0"/>
                  <a:pt x="210" y="1"/>
                  <a:pt x="222" y="3"/>
                </a:cubicBezTo>
                <a:cubicBezTo>
                  <a:pt x="234" y="6"/>
                  <a:pt x="245" y="9"/>
                  <a:pt x="257" y="14"/>
                </a:cubicBezTo>
                <a:cubicBezTo>
                  <a:pt x="268" y="19"/>
                  <a:pt x="279" y="24"/>
                  <a:pt x="289" y="31"/>
                </a:cubicBezTo>
                <a:cubicBezTo>
                  <a:pt x="299" y="38"/>
                  <a:pt x="308" y="45"/>
                  <a:pt x="317" y="54"/>
                </a:cubicBezTo>
                <a:cubicBezTo>
                  <a:pt x="325" y="63"/>
                  <a:pt x="333" y="72"/>
                  <a:pt x="340" y="82"/>
                </a:cubicBezTo>
                <a:cubicBezTo>
                  <a:pt x="347" y="92"/>
                  <a:pt x="352" y="103"/>
                  <a:pt x="357" y="114"/>
                </a:cubicBezTo>
                <a:cubicBezTo>
                  <a:pt x="362" y="126"/>
                  <a:pt x="365" y="138"/>
                  <a:pt x="367" y="150"/>
                </a:cubicBezTo>
                <a:cubicBezTo>
                  <a:pt x="370" y="162"/>
                  <a:pt x="371" y="174"/>
                  <a:pt x="371" y="186"/>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1143" name=""/>
          <p:cNvSpPr txBox="1"/>
          <p:nvPr/>
        </p:nvSpPr>
        <p:spPr>
          <a:xfrm>
            <a:off x="762120" y="2031840"/>
            <a:ext cx="4583520" cy="372240"/>
          </a:xfrm>
          <a:prstGeom prst="rect">
            <a:avLst/>
          </a:prstGeom>
          <a:noFill/>
          <a:ln w="0">
            <a:noFill/>
          </a:ln>
        </p:spPr>
        <p:txBody>
          <a:bodyPr wrap="none" lIns="0" rIns="0" tIns="0" bIns="0" anchor="t">
            <a:spAutoFit/>
          </a:bodyPr>
          <a:p>
            <a:r>
              <a:rPr b="0" lang="en-US" sz="2620" strike="noStrike" u="none">
                <a:solidFill>
                  <a:srgbClr val="800000"/>
                </a:solidFill>
                <a:effectLst/>
                <a:uFillTx/>
                <a:latin typeface="NotoSansJP-Thin_"/>
                <a:ea typeface="NotoSansJP-Thin_"/>
              </a:rPr>
              <a:t>https://arxiv.org/abs/1312.6114</a:t>
            </a:r>
            <a:endParaRPr b="0" lang="en-US" sz="2620" strike="noStrike" u="none">
              <a:solidFill>
                <a:srgbClr val="000000"/>
              </a:solidFill>
              <a:effectLst/>
              <a:uFillTx/>
              <a:latin typeface="Times New Roman"/>
            </a:endParaRPr>
          </a:p>
        </p:txBody>
      </p:sp>
      <p:sp>
        <p:nvSpPr>
          <p:cNvPr id="1144" name=""/>
          <p:cNvSpPr/>
          <p:nvPr/>
        </p:nvSpPr>
        <p:spPr>
          <a:xfrm>
            <a:off x="761760" y="3352680"/>
            <a:ext cx="5444280" cy="28800"/>
          </a:xfrm>
          <a:custGeom>
            <a:avLst/>
            <a:gdLst/>
            <a:ahLst/>
            <a:rect l="0" t="0" r="r" b="b"/>
            <a:pathLst>
              <a:path w="15123" h="80">
                <a:moveTo>
                  <a:pt x="6872" y="80"/>
                </a:moveTo>
                <a:lnTo>
                  <a:pt x="1600" y="80"/>
                </a:lnTo>
                <a:lnTo>
                  <a:pt x="1600" y="0"/>
                </a:lnTo>
                <a:lnTo>
                  <a:pt x="6872" y="0"/>
                </a:lnTo>
                <a:lnTo>
                  <a:pt x="6872" y="80"/>
                </a:lnTo>
                <a:moveTo>
                  <a:pt x="7519" y="0"/>
                </a:moveTo>
                <a:lnTo>
                  <a:pt x="15123" y="0"/>
                </a:lnTo>
                <a:lnTo>
                  <a:pt x="15123" y="80"/>
                </a:lnTo>
                <a:lnTo>
                  <a:pt x="7519" y="80"/>
                </a:lnTo>
                <a:lnTo>
                  <a:pt x="7519" y="0"/>
                </a:lnTo>
                <a:moveTo>
                  <a:pt x="1330" y="80"/>
                </a:moveTo>
                <a:lnTo>
                  <a:pt x="0" y="80"/>
                </a:lnTo>
                <a:lnTo>
                  <a:pt x="0" y="0"/>
                </a:lnTo>
                <a:lnTo>
                  <a:pt x="1330" y="0"/>
                </a:lnTo>
                <a:lnTo>
                  <a:pt x="1330" y="80"/>
                </a:lnTo>
                <a:close/>
              </a:path>
            </a:pathLst>
          </a:custGeom>
          <a:solidFill>
            <a:srgbClr val="800000"/>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1145" name=""/>
          <p:cNvSpPr txBox="1"/>
          <p:nvPr/>
        </p:nvSpPr>
        <p:spPr>
          <a:xfrm>
            <a:off x="762120" y="2574720"/>
            <a:ext cx="8716320" cy="372240"/>
          </a:xfrm>
          <a:prstGeom prst="rect">
            <a:avLst/>
          </a:prstGeom>
          <a:noFill/>
          <a:ln w="0">
            <a:noFill/>
          </a:ln>
        </p:spPr>
        <p:txBody>
          <a:bodyPr wrap="none" lIns="0" rIns="0" tIns="0" bIns="0" anchor="t">
            <a:spAutoFit/>
          </a:bodyPr>
          <a:p>
            <a:r>
              <a:rPr b="0" lang="en-US" sz="2620" strike="noStrike" u="none">
                <a:solidFill>
                  <a:srgbClr val="333333"/>
                </a:solidFill>
                <a:effectLst/>
                <a:uFillTx/>
                <a:latin typeface="NotoSansJP-Thin_"/>
                <a:ea typeface="NotoSansJP-Thin_"/>
              </a:rPr>
              <a:t>Song &amp; Ermon, "Score-Based Generative Modeling", 2019.</a:t>
            </a:r>
            <a:endParaRPr b="0" lang="en-US" sz="2620" strike="noStrike" u="none">
              <a:solidFill>
                <a:srgbClr val="000000"/>
              </a:solidFill>
              <a:effectLst/>
              <a:uFillTx/>
              <a:latin typeface="Times New Roman"/>
            </a:endParaRPr>
          </a:p>
        </p:txBody>
      </p:sp>
      <p:sp>
        <p:nvSpPr>
          <p:cNvPr id="1146" name=""/>
          <p:cNvSpPr/>
          <p:nvPr/>
        </p:nvSpPr>
        <p:spPr>
          <a:xfrm>
            <a:off x="438120" y="3686040"/>
            <a:ext cx="133560" cy="133560"/>
          </a:xfrm>
          <a:custGeom>
            <a:avLst/>
            <a:gdLst/>
            <a:ahLst/>
            <a:rect l="0" t="0" r="r" b="b"/>
            <a:pathLst>
              <a:path w="371" h="371">
                <a:moveTo>
                  <a:pt x="371" y="185"/>
                </a:moveTo>
                <a:cubicBezTo>
                  <a:pt x="371" y="197"/>
                  <a:pt x="370" y="209"/>
                  <a:pt x="367" y="221"/>
                </a:cubicBezTo>
                <a:cubicBezTo>
                  <a:pt x="365" y="233"/>
                  <a:pt x="362" y="245"/>
                  <a:pt x="357" y="256"/>
                </a:cubicBezTo>
                <a:cubicBezTo>
                  <a:pt x="352" y="267"/>
                  <a:pt x="347" y="278"/>
                  <a:pt x="340" y="288"/>
                </a:cubicBezTo>
                <a:cubicBezTo>
                  <a:pt x="333" y="298"/>
                  <a:pt x="325" y="308"/>
                  <a:pt x="317" y="317"/>
                </a:cubicBezTo>
                <a:cubicBezTo>
                  <a:pt x="308" y="326"/>
                  <a:pt x="299" y="333"/>
                  <a:pt x="289" y="340"/>
                </a:cubicBezTo>
                <a:cubicBezTo>
                  <a:pt x="279" y="347"/>
                  <a:pt x="268" y="353"/>
                  <a:pt x="257" y="357"/>
                </a:cubicBezTo>
                <a:cubicBezTo>
                  <a:pt x="245" y="362"/>
                  <a:pt x="234" y="365"/>
                  <a:pt x="222" y="368"/>
                </a:cubicBezTo>
                <a:cubicBezTo>
                  <a:pt x="210" y="370"/>
                  <a:pt x="198" y="371"/>
                  <a:pt x="186" y="371"/>
                </a:cubicBezTo>
                <a:cubicBezTo>
                  <a:pt x="174" y="371"/>
                  <a:pt x="162" y="370"/>
                  <a:pt x="150" y="368"/>
                </a:cubicBezTo>
                <a:cubicBezTo>
                  <a:pt x="138" y="365"/>
                  <a:pt x="126" y="362"/>
                  <a:pt x="115" y="357"/>
                </a:cubicBezTo>
                <a:cubicBezTo>
                  <a:pt x="104" y="353"/>
                  <a:pt x="93" y="347"/>
                  <a:pt x="83" y="340"/>
                </a:cubicBezTo>
                <a:cubicBezTo>
                  <a:pt x="72" y="333"/>
                  <a:pt x="62" y="326"/>
                  <a:pt x="54" y="317"/>
                </a:cubicBezTo>
                <a:cubicBezTo>
                  <a:pt x="45" y="308"/>
                  <a:pt x="38" y="298"/>
                  <a:pt x="31" y="288"/>
                </a:cubicBezTo>
                <a:cubicBezTo>
                  <a:pt x="24" y="278"/>
                  <a:pt x="18" y="267"/>
                  <a:pt x="14" y="256"/>
                </a:cubicBezTo>
                <a:cubicBezTo>
                  <a:pt x="9" y="245"/>
                  <a:pt x="6" y="233"/>
                  <a:pt x="3" y="221"/>
                </a:cubicBezTo>
                <a:cubicBezTo>
                  <a:pt x="1" y="209"/>
                  <a:pt x="0" y="197"/>
                  <a:pt x="0" y="185"/>
                </a:cubicBezTo>
                <a:cubicBezTo>
                  <a:pt x="0" y="173"/>
                  <a:pt x="1" y="161"/>
                  <a:pt x="3" y="149"/>
                </a:cubicBezTo>
                <a:cubicBezTo>
                  <a:pt x="6" y="137"/>
                  <a:pt x="9" y="125"/>
                  <a:pt x="14" y="114"/>
                </a:cubicBezTo>
                <a:cubicBezTo>
                  <a:pt x="18" y="103"/>
                  <a:pt x="24" y="92"/>
                  <a:pt x="31" y="82"/>
                </a:cubicBezTo>
                <a:cubicBezTo>
                  <a:pt x="38" y="72"/>
                  <a:pt x="45" y="63"/>
                  <a:pt x="54" y="54"/>
                </a:cubicBezTo>
                <a:cubicBezTo>
                  <a:pt x="62" y="46"/>
                  <a:pt x="72" y="38"/>
                  <a:pt x="83" y="31"/>
                </a:cubicBezTo>
                <a:cubicBezTo>
                  <a:pt x="93" y="24"/>
                  <a:pt x="104" y="19"/>
                  <a:pt x="115" y="14"/>
                </a:cubicBezTo>
                <a:cubicBezTo>
                  <a:pt x="126" y="9"/>
                  <a:pt x="138" y="6"/>
                  <a:pt x="150" y="3"/>
                </a:cubicBezTo>
                <a:cubicBezTo>
                  <a:pt x="162" y="1"/>
                  <a:pt x="174" y="0"/>
                  <a:pt x="186" y="0"/>
                </a:cubicBezTo>
                <a:cubicBezTo>
                  <a:pt x="198" y="0"/>
                  <a:pt x="210" y="1"/>
                  <a:pt x="222" y="3"/>
                </a:cubicBezTo>
                <a:cubicBezTo>
                  <a:pt x="234" y="6"/>
                  <a:pt x="245" y="9"/>
                  <a:pt x="257" y="14"/>
                </a:cubicBezTo>
                <a:cubicBezTo>
                  <a:pt x="268" y="19"/>
                  <a:pt x="279" y="24"/>
                  <a:pt x="289" y="31"/>
                </a:cubicBezTo>
                <a:cubicBezTo>
                  <a:pt x="299" y="38"/>
                  <a:pt x="308" y="46"/>
                  <a:pt x="317" y="54"/>
                </a:cubicBezTo>
                <a:cubicBezTo>
                  <a:pt x="325" y="63"/>
                  <a:pt x="333" y="72"/>
                  <a:pt x="340" y="82"/>
                </a:cubicBezTo>
                <a:cubicBezTo>
                  <a:pt x="347" y="92"/>
                  <a:pt x="352" y="103"/>
                  <a:pt x="357" y="114"/>
                </a:cubicBezTo>
                <a:cubicBezTo>
                  <a:pt x="362" y="125"/>
                  <a:pt x="365" y="137"/>
                  <a:pt x="367" y="149"/>
                </a:cubicBezTo>
                <a:cubicBezTo>
                  <a:pt x="370" y="161"/>
                  <a:pt x="371" y="173"/>
                  <a:pt x="371" y="185"/>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1147" name=""/>
          <p:cNvSpPr txBox="1"/>
          <p:nvPr/>
        </p:nvSpPr>
        <p:spPr>
          <a:xfrm>
            <a:off x="762120" y="3031920"/>
            <a:ext cx="4769280" cy="372240"/>
          </a:xfrm>
          <a:prstGeom prst="rect">
            <a:avLst/>
          </a:prstGeom>
          <a:noFill/>
          <a:ln w="0">
            <a:noFill/>
          </a:ln>
        </p:spPr>
        <p:txBody>
          <a:bodyPr wrap="none" lIns="0" rIns="0" tIns="0" bIns="0" anchor="t">
            <a:spAutoFit/>
          </a:bodyPr>
          <a:p>
            <a:r>
              <a:rPr b="0" lang="en-US" sz="2620" strike="noStrike" u="none">
                <a:solidFill>
                  <a:srgbClr val="800000"/>
                </a:solidFill>
                <a:effectLst/>
                <a:uFillTx/>
                <a:latin typeface="NotoSansJP-Thin_"/>
                <a:ea typeface="NotoSansJP-Thin_"/>
              </a:rPr>
              <a:t>https://arxiv.org/abs/2011.13456</a:t>
            </a:r>
            <a:endParaRPr b="0" lang="en-US" sz="2620" strike="noStrike" u="none">
              <a:solidFill>
                <a:srgbClr val="000000"/>
              </a:solidFill>
              <a:effectLst/>
              <a:uFillTx/>
              <a:latin typeface="Times New Roman"/>
            </a:endParaRPr>
          </a:p>
        </p:txBody>
      </p:sp>
      <p:sp>
        <p:nvSpPr>
          <p:cNvPr id="1148" name=""/>
          <p:cNvSpPr/>
          <p:nvPr/>
        </p:nvSpPr>
        <p:spPr>
          <a:xfrm>
            <a:off x="761760" y="4352760"/>
            <a:ext cx="10696680" cy="28800"/>
          </a:xfrm>
          <a:custGeom>
            <a:avLst/>
            <a:gdLst/>
            <a:ahLst/>
            <a:rect l="0" t="0" r="r" b="b"/>
            <a:pathLst>
              <a:path w="29713" h="80">
                <a:moveTo>
                  <a:pt x="13137" y="80"/>
                </a:moveTo>
                <a:lnTo>
                  <a:pt x="9169" y="80"/>
                </a:lnTo>
                <a:lnTo>
                  <a:pt x="9169" y="0"/>
                </a:lnTo>
                <a:lnTo>
                  <a:pt x="13137" y="0"/>
                </a:lnTo>
                <a:lnTo>
                  <a:pt x="13137" y="80"/>
                </a:lnTo>
                <a:moveTo>
                  <a:pt x="13407" y="0"/>
                </a:moveTo>
                <a:lnTo>
                  <a:pt x="29713" y="0"/>
                </a:lnTo>
                <a:lnTo>
                  <a:pt x="29713" y="80"/>
                </a:lnTo>
                <a:lnTo>
                  <a:pt x="13407" y="80"/>
                </a:lnTo>
                <a:lnTo>
                  <a:pt x="13407" y="0"/>
                </a:lnTo>
                <a:moveTo>
                  <a:pt x="8522" y="80"/>
                </a:moveTo>
                <a:lnTo>
                  <a:pt x="8324" y="80"/>
                </a:lnTo>
                <a:lnTo>
                  <a:pt x="8324" y="0"/>
                </a:lnTo>
                <a:lnTo>
                  <a:pt x="8522" y="0"/>
                </a:lnTo>
                <a:lnTo>
                  <a:pt x="8522" y="80"/>
                </a:lnTo>
                <a:moveTo>
                  <a:pt x="7677" y="80"/>
                </a:moveTo>
                <a:lnTo>
                  <a:pt x="1600" y="80"/>
                </a:lnTo>
                <a:lnTo>
                  <a:pt x="1600" y="0"/>
                </a:lnTo>
                <a:lnTo>
                  <a:pt x="7677" y="0"/>
                </a:lnTo>
                <a:lnTo>
                  <a:pt x="7677" y="80"/>
                </a:lnTo>
                <a:moveTo>
                  <a:pt x="1330" y="80"/>
                </a:moveTo>
                <a:lnTo>
                  <a:pt x="0" y="80"/>
                </a:lnTo>
                <a:lnTo>
                  <a:pt x="0" y="0"/>
                </a:lnTo>
                <a:lnTo>
                  <a:pt x="1330" y="0"/>
                </a:lnTo>
                <a:lnTo>
                  <a:pt x="1330" y="80"/>
                </a:lnTo>
                <a:close/>
              </a:path>
            </a:pathLst>
          </a:custGeom>
          <a:solidFill>
            <a:srgbClr val="800000"/>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1149" name=""/>
          <p:cNvSpPr txBox="1"/>
          <p:nvPr/>
        </p:nvSpPr>
        <p:spPr>
          <a:xfrm>
            <a:off x="762120" y="3574800"/>
            <a:ext cx="4192920" cy="372240"/>
          </a:xfrm>
          <a:prstGeom prst="rect">
            <a:avLst/>
          </a:prstGeom>
          <a:noFill/>
          <a:ln w="0">
            <a:noFill/>
          </a:ln>
        </p:spPr>
        <p:txBody>
          <a:bodyPr wrap="none" lIns="0" rIns="0" tIns="0" bIns="0" anchor="t">
            <a:spAutoFit/>
          </a:bodyPr>
          <a:p>
            <a:r>
              <a:rPr b="0" lang="en-US" sz="2620" strike="noStrike" u="none">
                <a:solidFill>
                  <a:srgbClr val="333333"/>
                </a:solidFill>
                <a:effectLst/>
                <a:uFillTx/>
                <a:latin typeface="NotoSansJP-Thin_"/>
                <a:ea typeface="NotoSansJP-Thin_"/>
              </a:rPr>
              <a:t>What are Diffusion Models?.</a:t>
            </a:r>
            <a:endParaRPr b="0" lang="en-US" sz="2620" strike="noStrike" u="none">
              <a:solidFill>
                <a:srgbClr val="000000"/>
              </a:solidFill>
              <a:effectLst/>
              <a:uFillTx/>
              <a:latin typeface="Times New Roman"/>
            </a:endParaRPr>
          </a:p>
        </p:txBody>
      </p:sp>
      <p:sp>
        <p:nvSpPr>
          <p:cNvPr id="1150" name=""/>
          <p:cNvSpPr/>
          <p:nvPr/>
        </p:nvSpPr>
        <p:spPr>
          <a:xfrm>
            <a:off x="0" y="0"/>
            <a:ext cx="12192120" cy="667080"/>
          </a:xfrm>
          <a:custGeom>
            <a:avLst/>
            <a:gdLst/>
            <a:ahLst/>
            <a:rect l="0" t="0" r="r" b="b"/>
            <a:pathLst>
              <a:path w="33867" h="1853">
                <a:moveTo>
                  <a:pt x="0" y="0"/>
                </a:moveTo>
                <a:lnTo>
                  <a:pt x="33867" y="0"/>
                </a:lnTo>
                <a:lnTo>
                  <a:pt x="33867" y="1853"/>
                </a:lnTo>
                <a:lnTo>
                  <a:pt x="0" y="1853"/>
                </a:lnTo>
                <a:lnTo>
                  <a:pt x="0" y="0"/>
                </a:lnTo>
                <a:close/>
              </a:path>
            </a:pathLst>
          </a:custGeom>
          <a:solidFill>
            <a:srgbClr val="800000"/>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1151" name=""/>
          <p:cNvSpPr txBox="1"/>
          <p:nvPr/>
        </p:nvSpPr>
        <p:spPr>
          <a:xfrm>
            <a:off x="762120" y="4032000"/>
            <a:ext cx="9147240" cy="372240"/>
          </a:xfrm>
          <a:prstGeom prst="rect">
            <a:avLst/>
          </a:prstGeom>
          <a:noFill/>
          <a:ln w="0">
            <a:noFill/>
          </a:ln>
        </p:spPr>
        <p:txBody>
          <a:bodyPr wrap="none" lIns="0" rIns="0" tIns="0" bIns="0" anchor="t">
            <a:spAutoFit/>
          </a:bodyPr>
          <a:p>
            <a:r>
              <a:rPr b="0" lang="en-US" sz="2620" strike="noStrike" u="none">
                <a:solidFill>
                  <a:srgbClr val="800000"/>
                </a:solidFill>
                <a:effectLst/>
                <a:uFillTx/>
                <a:latin typeface="NotoSansJP-Thin_"/>
                <a:ea typeface="NotoSansJP-Thin_"/>
              </a:rPr>
              <a:t>https://lilianweng.github.io/posts/2021-07-11-diffusion-models/</a:t>
            </a:r>
            <a:endParaRPr b="0" lang="en-US" sz="2620" strike="noStrike" u="none">
              <a:solidFill>
                <a:srgbClr val="000000"/>
              </a:solidFill>
              <a:effectLst/>
              <a:uFillTx/>
              <a:latin typeface="Times New Roman"/>
            </a:endParaRPr>
          </a:p>
        </p:txBody>
      </p:sp>
      <p:sp>
        <p:nvSpPr>
          <p:cNvPr id="1152" name=""/>
          <p:cNvSpPr txBox="1"/>
          <p:nvPr/>
        </p:nvSpPr>
        <p:spPr>
          <a:xfrm>
            <a:off x="237960" y="174600"/>
            <a:ext cx="1335600" cy="334080"/>
          </a:xfrm>
          <a:prstGeom prst="rect">
            <a:avLst/>
          </a:prstGeom>
          <a:noFill/>
          <a:ln w="0">
            <a:noFill/>
          </a:ln>
        </p:spPr>
        <p:txBody>
          <a:bodyPr wrap="none" lIns="0" rIns="0" tIns="0" bIns="0" anchor="t">
            <a:spAutoFit/>
          </a:bodyPr>
          <a:p>
            <a:r>
              <a:rPr b="1" lang="zh-CN" sz="2620" strike="noStrike" u="none">
                <a:solidFill>
                  <a:srgbClr val="ffffff"/>
                </a:solidFill>
                <a:effectLst/>
                <a:uFillTx/>
                <a:latin typeface="NotoSansJP-Thin_"/>
                <a:ea typeface="NotoSansJP-Thin_"/>
              </a:rPr>
              <a:t>参考文書</a:t>
            </a:r>
            <a:endParaRPr b="0" lang="en-US" sz="2620" strike="noStrike" u="none">
              <a:solidFill>
                <a:srgbClr val="000000"/>
              </a:solidFill>
              <a:effectLst/>
              <a:uFillTx/>
              <a:latin typeface="Times New Roman"/>
            </a:endParaRPr>
          </a:p>
        </p:txBody>
      </p:sp>
      <p:sp>
        <p:nvSpPr>
          <p:cNvPr id="1153" name=""/>
          <p:cNvSpPr txBox="1"/>
          <p:nvPr/>
        </p:nvSpPr>
        <p:spPr>
          <a:xfrm>
            <a:off x="11161800" y="6397560"/>
            <a:ext cx="668160" cy="297720"/>
          </a:xfrm>
          <a:prstGeom prst="rect">
            <a:avLst/>
          </a:prstGeom>
          <a:noFill/>
          <a:ln w="0">
            <a:noFill/>
          </a:ln>
        </p:spPr>
        <p:txBody>
          <a:bodyPr wrap="none" lIns="0" rIns="0" tIns="0" bIns="0" anchor="t">
            <a:spAutoFit/>
          </a:bodyPr>
          <a:p>
            <a:r>
              <a:rPr b="1" lang="en-US" sz="2100" strike="noStrike" u="none">
                <a:solidFill>
                  <a:srgbClr val="333333"/>
                </a:solidFill>
                <a:effectLst/>
                <a:uFillTx/>
                <a:latin typeface="NotoSansJP-Thin_"/>
                <a:ea typeface="NotoSansJP-Thin_"/>
              </a:rPr>
              <a:t>24/24</a:t>
            </a:r>
            <a:endParaRPr b="0" lang="en-US" sz="2100" strike="noStrike" u="non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0</TotalTime>
  <Application>LibreOffice/25.8.1.1$MacOSX_AARCH64 LibreOffice_project/54047653041915e595ad4e45cccea684809c77b5</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dc:description/>
  <dc:language>en-US</dc:language>
  <cp:lastModifiedBy/>
  <cp:revision>0</cp:revision>
  <dc:subject/>
  <dc:title/>
</cp:coreProperties>
</file>